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fe685108474f0e" /><Relationship Type="http://schemas.openxmlformats.org/officeDocument/2006/relationships/extended-properties" Target="/docProps/app.xml" Id="R286b471c75fe4d3f" /><Relationship Type="http://schemas.openxmlformats.org/officeDocument/2006/relationships/officeDocument" Target="/ppt/presentation.xml" Id="Ra3a7b8288703402e" /></Relationships>
</file>

<file path=ppt/presentation.xml><?xml version="1.0" encoding="utf-8"?>
<p:presentation xmlns:p="http://schemas.openxmlformats.org/presentationml/2006/main">
  <p:sldMasterIdLst>
    <p:sldMasterId xmlns:r="http://schemas.openxmlformats.org/officeDocument/2006/relationships" id="2147483648" r:id="R55143045b11c439c"/>
  </p:sldMasterIdLst>
  <p:notesMasterIdLst>
    <p:notesMasterId xmlns:r="http://schemas.openxmlformats.org/officeDocument/2006/relationships" r:id="Rf31426aae24e44c6"/>
  </p:notesMasterIdLst>
  <p:sldIdLst>
    <p:sldId xmlns:r="http://schemas.openxmlformats.org/officeDocument/2006/relationships" id="256" r:id="Rcbe7825b2fff47e6"/>
  </p:sldIdLst>
  <p:sldSz cx="6548400" cy="86508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84c65472954e6e" /><Relationship Type="http://schemas.openxmlformats.org/officeDocument/2006/relationships/slideMaster" Target="/ppt/slideMasters/slideMaster1.xml" Id="R55143045b11c439c" /><Relationship Type="http://schemas.openxmlformats.org/officeDocument/2006/relationships/notesMaster" Target="/ppt/notesMasters/notesMaster1.xml" Id="Rf31426aae24e44c6" /><Relationship Type="http://schemas.openxmlformats.org/officeDocument/2006/relationships/presProps" Target="/ppt/presProps.xml" Id="Ra0df7d7dcf3649a9" /><Relationship Type="http://schemas.openxmlformats.org/officeDocument/2006/relationships/tableStyles" Target="/ppt/tableStyles.xml" Id="Rc072487db45c4b1e" /><Relationship Type="http://schemas.openxmlformats.org/officeDocument/2006/relationships/slide" Target="/ppt/slides/slide1.xml" Id="Rcbe7825b2fff47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ebaae11bfb46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e1b243fbd2496b" /><Relationship Type="http://schemas.openxmlformats.org/officeDocument/2006/relationships/notesMaster" Target="/ppt/notesMasters/notesMaster1.xml" Id="R1d2ad0a5ad2c4f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Y. Official retrieval results on SUES-200.** Six model variants are compared separately for UAV-to-satellite and satellite-to-UAV retrieval at each UAV altitude of 150, 200, 250, and 300 m. (a) Heatmap cells show the three-seed mean R@1 (%) on the upper line and ± sample standard deviation (SD) on the lower line. (b) Markers show the three-seed mean official mAP (%), with horizontal error bars spanning mean ± sample SD. All summaries use seeds 1, 2, and 3 within the same retrieval task and altitude; tasks and altitudes are not pooled. A positive displayed quantity x with 0 &lt; x &lt; 0.05 percentage points is shown as &lt;0.1 to avoid displaying it as zero. Thus, ± &lt;0.1 on a heatmap's lower line means that the sample SD is less than 0.1 percentage points; it is not a confidence interval. Exact values remain available in the source CSV and SVG data attributes.</a:t>
            </a:r>
          </a:p>
          <a:p xmlns:a="http://schemas.openxmlformats.org/drawingml/2006/main">
            <a:r>
              <a:t/>
            </a:r>
          </a:p>
          <a:p xmlns:a="http://schemas.openxmlformats.org/drawingml/2006/main">
            <a:r>
              <a:t>The markers, error bars, cell values and colors are descriptive and do not establish statistical significance. These figures inherit the accepted results documented evidence limitations, including inherited checkpoint SHA verification. They do not constitute a new scientific evaluation.</a:t>
            </a:r>
          </a:p>
          <a:p xmlns:a="http://schemas.openxmlformats.org/drawingml/2006/main">
            <a:r>
              <a:t/>
            </a:r>
          </a:p>
          <a:p xmlns:a="http://schemas.openxmlformats.org/drawingml/2006/main">
            <a:r>
              <a:t>Accepted source SVG: C:\OneDrive\文档\LGM-GAME\outputs\paper_evidence_rebuild_20260914\formal_results_native_20260929\v2\formal_main_sues200_variants_native.svg</a:t>
            </a:r>
          </a:p>
          <a:p xmlns:a="http://schemas.openxmlformats.org/drawingml/2006/main">
            <a:r>
              <a:t>SHA256 b35c007fe48dc4508411fc4f1ad795a1c3fd13b9ac618167559c4ba4cf5294b1</a:t>
            </a:r>
          </a:p>
          <a:p xmlns:a="http://schemas.openxmlformats.org/drawingml/2006/main">
            <a:r>
              <a:t>Source CSV: C:\OneDrive\文档\LGM-GAME\outputs\paper_evidence_rebuild_20260914\formal_results_native_20260929\v2\formal_main_sues200_variants_source.csv</a:t>
            </a:r>
          </a:p>
          <a:p xmlns:a="http://schemas.openxmlformats.org/drawingml/2006/main">
            <a:r>
              <a:t>SHA256 3494bf630df6f81d8c00c63881335257e2d38a489d40ca15dbdc17c083c27730</a:t>
            </a:r>
          </a:p>
          <a:p xmlns:a="http://schemas.openxmlformats.org/drawingml/2006/main">
            <a:r>
              <a:t/>
            </a:r>
          </a:p>
          <a:p xmlns:a="http://schemas.openxmlformats.org/drawingml/2006/main">
            <a:r>
              <a:t>Exact original source CSV follows.</a:t>
            </a:r>
          </a:p>
          <a:p xmlns:a="http://schemas.openxmlformats.org/drawingml/2006/main">
            <a:r>
              <a:t>dataset,task,variant,n_seeds,seeds,complete_seed_triplet,queries,gallery,MRR_mean_pct,MRR_sample_sd_pct,official_trapezoid_mAP_mean_pct,official_trapezoid_mAP_sample_sd_pct,r_at_10_mean_pct,r_at_10_sample_sd_pct,r_at_1_mean_pct,r_at_1_sample_sd_pct,r_at_20_mean_pct,r_at_20_sample_sd_pct,r_at_5_mean_pct,r_at_5_sample_sd_pct</a:t>
            </a:r>
          </a:p>
          <a:p xmlns:a="http://schemas.openxmlformats.org/drawingml/2006/main">
            <a:r>
              <a:t>sues200,sues200_uav_150m_to_satellite,visual,3,1|2|3,true,4000,200,52.242064476013184,2.489650444729522,43.90019873778025,2.6268463086561185,84.5,1.7755280904564679,35.55833333333334,2.766352893853806,92.40833333333335,2.1251960693859133,72.825,2.225842537108139</a:t>
            </a:r>
          </a:p>
          <a:p xmlns:a="http://schemas.openxmlformats.org/drawingml/2006/main">
            <a:r>
              <a:t>sues200,sues200_uav_150m_to_satellite,content,3,1|2|3,true,4000,200,8.801222095886866,0.07026703385246884,5.279777695735295,0.030879001381559343,21.916666666666668,0.6196437148340439,1.7583333333333335,0.028867513459481187,38.43333333333334,0.59231185479723,12.216666666666667,0.6857173859056898</a:t>
            </a:r>
          </a:p>
          <a:p xmlns:a="http://schemas.openxmlformats.org/drawingml/2006/main">
            <a:r>
              <a:t>sues200,sues200_uav_150m_to_satellite,style,3,1|2|3,true,4000,200,3.216137240330378,0.09039055539035579,1.695568673312664,0.046374666260786505,6.266666666666667,0.23629078131263043,0.17500000000000002,0.02500000000000001,13.608333333333334,0.312583322225185,2.308333333333333,0.41558192132638944</a:t>
            </a:r>
          </a:p>
          <a:p xmlns:a="http://schemas.openxmlformats.org/drawingml/2006/main">
            <a:r>
              <a:t>sues200,sues200_uav_150m_to_satellite,visual_content,3,1|2|3,true,4000,200,45.35250266393026,3.5241876054436454,36.684583624204,3.679342867191411,79.675,2.1876071402333634,28.016666666666666,3.837832504595963,89.66666666666667,0.44464405239846255,66.325,3.2983897586549706</a:t>
            </a:r>
          </a:p>
          <a:p xmlns:a="http://schemas.openxmlformats.org/drawingml/2006/main">
            <a:r>
              <a:t>sues200,sues200_uav_150m_to_satellite,visual_style,3,1|2|3,true,4000,200,43.63912045955658,0.2842965048551998,35.352895657221474,0.40498373414777783,77.575,0.5018714974971185,27.066666666666666,0.525793051811579,89.3,1.7633419974582356,62.725,0.5448623679425777</a:t>
            </a:r>
          </a:p>
          <a:p xmlns:a="http://schemas.openxmlformats.org/drawingml/2006/main">
            <a:r>
              <a:t>sues200,sues200_uav_150m_to_satellite,full,3,1|2|3,true,4000,200,44.834551215171814,1.0431462768844415,36.633941531181335,1.2102712163798977,78.38333333333334,2.5483246130219217,28.433333333333334,1.468275632615801,89.61666666666667,1.8339392937971897,64.21666666666667,1.1003787226829356</a:t>
            </a:r>
          </a:p>
          <a:p xmlns:a="http://schemas.openxmlformats.org/drawingml/2006/main">
            <a:r>
              <a:t>sues200,sues200_satellite_to_uav_150m,visual,3,1|2|3,true,80,10000,64.16399876276652,3.343010130187901,39.52281177043915,2.1339032448197304,77.91666666666667,1.9094065395649333,57.5,3.7500000000000036,82.91666666666667,5.204164998665332,70.83333333333333,1.9094065395649333</a:t>
            </a:r>
          </a:p>
          <a:p xmlns:a="http://schemas.openxmlformats.org/drawingml/2006/main">
            <a:r>
              <a:t>sues200,sues200_satellite_to_uav_150m,content,3,1|2|3,true,80,10000,8.703274528185526,0.37361750894952706,4.0510572493076324,0.01995523450836279,18.75,1.25,4.583333333333333,0.7216878364870322,24.583333333333332,1.4433756729740643,11.666666666666666,2.8867513459481287</a:t>
            </a:r>
          </a:p>
          <a:p xmlns:a="http://schemas.openxmlformats.org/drawingml/2006/main">
            <a:r>
              <a:t>sues200,sues200_satellite_to_uav_150m,style,3,1|2|3,true,80,10000,2.87797295798858,0.33741284645558434,1.4390337280929089,0.049511616628191694,9.166666666666666,1.9094065395649333,0.0,0.0,14.583333333333334,0.7216878364870312,5.0,1.25</a:t>
            </a:r>
          </a:p>
          <a:p xmlns:a="http://schemas.openxmlformats.org/drawingml/2006/main">
            <a:r>
              <a:t>sues200,sues200_satellite_to_uav_150m,visual_content,3,1|2|3,true,80,10000,51.07599894205729,4.375751548415606,30.765333771705627,1.843647567082135,63.333333333333336,1.9094065395649287,44.166666666666664,5.636562191028617,70.0,2.5,57.5,3.307189138830738</a:t>
            </a:r>
          </a:p>
          <a:p xmlns:a="http://schemas.openxmlformats.org/drawingml/2006/main">
            <a:r>
              <a:t>sues200,sues200_satellite_to_uav_150m,visual_style,3,1|2|3,true,80,10000,53.78947059313456,1.90895782789346,30.8901309967041,0.3829601840284882,67.91666666666667,3.1457643480294792,46.666666666666664,1.9094065395649333,72.5,1.25,61.25,2.4999999999999964</a:t>
            </a:r>
          </a:p>
          <a:p xmlns:a="http://schemas.openxmlformats.org/drawingml/2006/main">
            <a:r>
              <a:t>sues200,sues200_satellite_to_uav_150m,full,3,1|2|3,true,80,10000,54.16208306948344,0.6604181009585093,33.17751089731852,1.147799871654821,66.66666666666667,3.1457643480294823,47.916666666666664,0.7216878364870322,72.08333333333333,3.1457643480294792,61.25,2.165063509461097</a:t>
            </a:r>
          </a:p>
          <a:p xmlns:a="http://schemas.openxmlformats.org/drawingml/2006/main">
            <a:r>
              <a:t>sues200,sues200_uav_200m_to_satellite,visual,3,1|2|3,true,4000,200,59.172385931015015,1.1317224558110153,51.07369422912598,1.3102335409217187,88.99166666666667,2.3527023469477233,42.975,1.6641439240642637,95.14999999999999,1.4750000000000014,79.5,2.409486459808393</a:t>
            </a:r>
          </a:p>
          <a:p xmlns:a="http://schemas.openxmlformats.org/drawingml/2006/main">
            <a:r>
              <a:t>sues200,sues200_uav_200m_to_satellite,content,3,1|2|3,true,4000,200,9.727619340022406,0.033344363366722696,6.072142844398816,0.03506968397595755,23.058333333333337,0.3955481428768618,2.4166666666666665,0.03818813079129877,40.46666666666667,0.987526370955902,13.391666666666667,0.5702704036975216</a:t>
            </a:r>
          </a:p>
          <a:p xmlns:a="http://schemas.openxmlformats.org/drawingml/2006/main">
            <a:r>
              <a:t>sues200,sues200_uav_200m_to_satellite,style,3,1|2|3,true,4000,200,3.2239846885204315,0.12372229507437407,1.670325609544913,0.07574551250239747,6.858333333333333,0.4913840995935187,0.11666666666666665,0.02886751345948128,13.483333333333334,0.4823985212802106,2.566666666666667,0.3883726732577014</a:t>
            </a:r>
          </a:p>
          <a:p xmlns:a="http://schemas.openxmlformats.org/drawingml/2006/main">
            <a:r>
              <a:t>sues200,sues200_uav_200m_to_satellite,visual_content,3,1|2|3,true,4000,200,50.816296537717186,3.9550480170225732,42.44981408119202,4.11235234076485,83.49166666666667,1.7616280348965048,34.083333333333336,4.279627125502097,92.45,0.5165994579942969,70.69166666666666,3.9994009968160675</a:t>
            </a:r>
          </a:p>
          <a:p xmlns:a="http://schemas.openxmlformats.org/drawingml/2006/main">
            <a:r>
              <a:t>sues200,sues200_uav_200m_to_satellite,visual_style,3,1|2|3,true,4000,200,50.443947315216064,0.4067954698721245,42.93030599753062,0.4938732524532833,81.425,0.9549214627392136,35.416666666666664,0.5811267790537066,92.11666666666667,2.1685728794147843,67.48333333333333,0.25041632002194314</a:t>
            </a:r>
          </a:p>
          <a:p xmlns:a="http://schemas.openxmlformats.org/drawingml/2006/main">
            <a:r>
              <a:t>sues200,sues200_uav_200m_to_satellite,full,3,1|2|3,true,4000,200,49.64594046274821,0.4253723937689758,41.635469595591225,0.7873210312917109,82.63333333333334,1.6078583063607743,33.625,1.2095970403402942,92.175,1.0897247358851685,68.89166666666667,0.9358596760910949</a:t>
            </a:r>
          </a:p>
          <a:p xmlns:a="http://schemas.openxmlformats.org/drawingml/2006/main">
            <a:r>
              <a:t>sues200,sues200_satellite_to_uav_200m,visual,3,1|2|3,true,80,10000,71.28589351971944,3.6367592785457146,48.755234479904175,1.1969440674442458,83.33333333333333,5.204164998665332,63.333333333333336,2.602082499332663,88.33333333333333,2.8867513459481287,80.41666666666667,5.907269532815761</a:t>
            </a:r>
          </a:p>
          <a:p xmlns:a="http://schemas.openxmlformats.org/drawingml/2006/main">
            <a:r>
              <a:t>sues200,sues200_satellite_to_uav_200m,content,3,1|2|3,true,80,10000,10.259230683247248,0.6143081971086578,4.266616826256116,0.06796607964197002,15.833333333333334,1.9094065395649324,6.25,1.25,22.916666666666668,1.9094065395649333,12.083333333333334,0.7216878364870322</a:t>
            </a:r>
          </a:p>
          <a:p xmlns:a="http://schemas.openxmlformats.org/drawingml/2006/main">
            <a:r>
              <a:t>sues200,sues200_satellite_to_uav_200m,style,3,1|2|3,true,80,10000,2.7363937348127365,0.4801687601126968,1.4408052898943424,0.07868633418685075,7.083333333333333,1.9094065395649333,0.8333333333333334,0.7216878364870322,8.333333333333334,0.7216878364870322,3.75,0.0</a:t>
            </a:r>
          </a:p>
          <a:p xmlns:a="http://schemas.openxmlformats.org/drawingml/2006/main">
            <a:r>
              <a:t>sues200,sues200_satellite_to_uav_200m,visual_content,3,1|2|3,true,80,10000,56.77524209022522,4.842380628534621,36.58822874228159,3.1316640764564103,68.75,4.5069390943299865,50.416666666666664,4.732423621500228,75.41666666666667,3.608439182435161,61.666666666666664,5.0518148554092255</a:t>
            </a:r>
          </a:p>
          <a:p xmlns:a="http://schemas.openxmlformats.org/drawingml/2006/main">
            <a:r>
              <a:t>sues200,sues200_satellite_to_uav_200m,visual_style,3,1|2|3,true,80,10000,57.289801041285195,4.6842348790484545,37.78478900591532,0.8337738495594759,71.66666666666667,4.389855730355308,49.166666666666664,4.018187817080398,78.33333333333333,2.8867513459481287,67.5,6.959705453537527</a:t>
            </a:r>
          </a:p>
          <a:p xmlns:a="http://schemas.openxmlformats.org/drawingml/2006/main">
            <a:r>
              <a:t>sues200,sues200_satellite_to_uav_200m,full,3,1|2|3,true,80,10000,60.646255811055504,4.911283166099224,38.96375993887583,1.1374753169865797,70.0,4.330127018922194,55.0,5.4486236794258485,77.5,3.307189138830738,65.83333333333333,4.73242362150023</a:t>
            </a:r>
          </a:p>
          <a:p xmlns:a="http://schemas.openxmlformats.org/drawingml/2006/main">
            <a:r>
              <a:t>sues200,sues200_uav_250m_to_satellite,visual,3,1|2|3,true,4000,200,62.35222816467285,1.5998541664264172,54.655285676320396,1.4790952881006392,90.76666666666667,1.9672845074704766,46.958333333333336,1.3625191130157888,95.89166666666667,1.061347414060694,81.95,2.93757978615049</a:t>
            </a:r>
          </a:p>
          <a:p xmlns:a="http://schemas.openxmlformats.org/drawingml/2006/main">
            <a:r>
              <a:t>sues200,sues200_uav_250m_to_satellite,content,3,1|2|3,true,4000,200,10.52973543604215,0.046211321078698346,6.702367464701335,0.05535838763885214,25.141666666666666,0.5161960221982848,2.875,0.08660254037844407,42.35,1.2111461513789357,14.333333333333334,0.353847895759368</a:t>
            </a:r>
          </a:p>
          <a:p xmlns:a="http://schemas.openxmlformats.org/drawingml/2006/main">
            <a:r>
              <a:t>sues200,sues200_uav_250m_to_satellite,style,3,1|2|3,true,4000,200,3.559890016913414,0.1174135158378716,1.97994497915109,0.0912827295009851,7.466666666666666,0.46525082840692844,0.39999999999999997,0.06614378277661476,13.591666666666669,0.23228933107943983,3.0749999999999997,0.2883140648667698</a:t>
            </a:r>
          </a:p>
          <a:p xmlns:a="http://schemas.openxmlformats.org/drawingml/2006/main">
            <a:r>
              <a:t>sues200,sues200_uav_250m_to_satellite,visual_content,3,1|2|3,true,4000,200,53.66005698839823,3.9700416625819335,45.650859673817955,4.233350123401841,84.64999999999999,2.144323902772153,37.64166666666667,4.525023020199273,93.48333333333335,0.7426024059571396,72.39166666666667,3.7898988552906423</a:t>
            </a:r>
          </a:p>
          <a:p xmlns:a="http://schemas.openxmlformats.org/drawingml/2006/main">
            <a:r>
              <a:t>sues200,sues200_uav_250m_to_satellite,visual_style,3,1|2|3,true,4000,200,53.01873882611593,1.5904990326468222,45.4635351896286,1.9060625446741462,83.48333333333333,1.3344786747390613,37.90833333333333,2.2250468159868766,93.33333333333333,2.1221058723195982,70.5,0.7466592261533991</a:t>
            </a:r>
          </a:p>
          <a:p xmlns:a="http://schemas.openxmlformats.org/drawingml/2006/main">
            <a:r>
              <a:t>sues200,sues200_uav_250m_to_satellite,full,3,1|2|3,true,4000,200,52.488438288370766,1.6811525975528352,44.59005296230316,1.5903156275738748,84.55,2.6857261587883405,36.69166666666666,1.6464608508353078,92.89166666666667,1.7241543821054244,71.8,2.735301628705687</a:t>
            </a:r>
          </a:p>
          <a:p xmlns:a="http://schemas.openxmlformats.org/drawingml/2006/main">
            <a:r>
              <a:t>sues200,sues200_satellite_to_uav_250m,visual,3,1|2|3,true,80,10000,74.72758491834004,3.098132142181993,52.2980789343516,1.5692723554709669,86.66666666666667,3.608439182435161,69.16666666666667,3.1457643480294792,89.58333333333333,0.7216878364870322,81.25,5.7282196186948</a:t>
            </a:r>
          </a:p>
          <a:p xmlns:a="http://schemas.openxmlformats.org/drawingml/2006/main">
            <a:r>
              <a:t>sues200,sues200_satellite_to_uav_250m,content,3,1|2|3,true,80,10000,10.924525062243143,0.46059680118207774,3.72201440234979,0.10720333608377694,20.416666666666668,0.7216878364870322,5.833333333333333,0.7216878364870322,32.5,1.25,12.083333333333334,0.7216878364870322</a:t>
            </a:r>
          </a:p>
          <a:p xmlns:a="http://schemas.openxmlformats.org/drawingml/2006/main">
            <a:r>
              <a:t>sues200,sues200_satellite_to_uav_250m,style,3,1|2|3,true,80,10000,3.7599088003238044,0.6908038987777781,1.556985763212045,0.07766203920379701,5.833333333333333,1.4433756729740643,2.0833333333333335,0.7216878364870322,6.666666666666667,0.7216878364870322,5.0,0.0</a:t>
            </a:r>
          </a:p>
          <a:p xmlns:a="http://schemas.openxmlformats.org/drawingml/2006/main">
            <a:r>
              <a:t>sues200,sues200_satellite_to_uav_250m,visual_content,3,1|2|3,true,80,10000,58.513073126475014,5.359963822016825,40.86455702781677,2.894521635443688,68.33333333333333,5.051814855409229,52.5,4.5069390943299865,74.58333333333333,3.8188130791298667,62.916666666666664,6.884463184107627</a:t>
            </a:r>
          </a:p>
          <a:p xmlns:a="http://schemas.openxmlformats.org/drawingml/2006/main">
            <a:r>
              <a:t>sues200,sues200_satellite_to_uav_250m,visual_style,3,1|2|3,true,80,10000,62.63003945350647,2.5748763858847012,40.46723544597626,0.8728585288933588,75.83333333333333,4.389855730355308,55.833333333333336,2.6020824993326648,82.08333333333333,5.204164998665332,70.0,2.165063509461097</a:t>
            </a:r>
          </a:p>
          <a:p xmlns:a="http://schemas.openxmlformats.org/drawingml/2006/main">
            <a:r>
              <a:t>sues200,sues200_satellite_to_uav_250m,full,3,1|2|3,true,80,10000,63.08140357335409,4.0850462018116485,42.746357123057045,1.3599368873451994,75.0,2.165063509461097,57.083333333333336,4.018187817080398,78.33333333333333,3.1457643480294792,69.16666666666667,4.389855730355308</a:t>
            </a:r>
          </a:p>
          <a:p xmlns:a="http://schemas.openxmlformats.org/drawingml/2006/main">
            <a:r>
              <a:t>sues200,sues200_uav_300m_to_satellite,visual,3,1|2|3,true,4000,200,64.69862858454387,1.013376712717971,57.203481594721474,0.6218664997496934,91.03333333333335,2.1281349424633142,49.708333333333336,0.3262795325075305,95.64166666666667,0.9887913497464104,83.66666666666667,2.6249206337208326</a:t>
            </a:r>
          </a:p>
          <a:p xmlns:a="http://schemas.openxmlformats.org/drawingml/2006/main">
            <a:r>
              <a:t>sues200,sues200_uav_300m_to_satellite,content,3,1|2|3,true,4000,200,12.17572217186292,0.2650875136409059,7.8836945195992785,0.26833922654359393,29.84166666666667,0.5795112883571246,3.591666666666667,0.2897556441785617,47.775,0.9437293044088437,17.183333333333334,0.18763883748662835</a:t>
            </a:r>
          </a:p>
          <a:p xmlns:a="http://schemas.openxmlformats.org/drawingml/2006/main">
            <a:r>
              <a:t>sues200,sues200_uav_300m_to_satellite,style,3,1|2|3,true,4000,200,3.7822758158047995,0.07425424289629022,2.1286378304163613,0.03991047225938726,8.200000000000001,0.47696960070847266,0.47500000000000003,0.04999999999999999,13.891666666666666,0.3752776749732559,3.6916666666666664,0.2268442931469365</a:t>
            </a:r>
          </a:p>
          <a:p xmlns:a="http://schemas.openxmlformats.org/drawingml/2006/main">
            <a:r>
              <a:t>sues200,sues200_uav_300m_to_satellite,visual_content,3,1|2|3,true,4000,200,55.60798843701681,4.1107757919109185,47.787328561147056,4.14207965712991,86.20833333333333,2.4723891953600905,39.96666666666667,4.193770181272854,94.49166666666666,0.7349886620440684,74.29166666666667,4.994142402188116</a:t>
            </a:r>
          </a:p>
          <a:p xmlns:a="http://schemas.openxmlformats.org/drawingml/2006/main">
            <a:r>
              <a:t>sues200,sues200_uav_300m_to_satellite,visual_style,3,1|2|3,true,4000,200,54.63873744010925,1.5834659021056472,46.91103398799896,1.7048843621820524,86.14166666666667,1.2505831972857084,39.18333333333333,1.830015937999809,94.56666666666666,1.7864653182565151,73.04166666666667,1.349614142387871</a:t>
            </a:r>
          </a:p>
          <a:p xmlns:a="http://schemas.openxmlformats.org/drawingml/2006/main">
            <a:r>
              <a:t>sues200,sues200_uav_300m_to_satellite,full,3,1|2|3,true,4000,200,54.39015428225199,1.749651694670646,46.411742766698204,1.2794423503193033,86.50833333333333,2.9750350137995567,38.43333333333333,0.8178987304876637,94.38333333333333,1.9076053924576089,73.64999999999999,2.8873647154455506</a:t>
            </a:r>
          </a:p>
          <a:p xmlns:a="http://schemas.openxmlformats.org/drawingml/2006/main">
            <a:r>
              <a:t>sues200,sues200_satellite_to_uav_300m,visual,3,1|2|3,true,80,10000,78.46129933993022,3.0769278744891095,55.07047176361084,0.3687940910310283,86.25,1.25,73.75,3.75,90.41666666666667,1.4433756729740643,83.33333333333333,2.602082499332666</a:t>
            </a:r>
          </a:p>
          <a:p xmlns:a="http://schemas.openxmlformats.org/drawingml/2006/main">
            <a:r>
              <a:t>sues200,sues200_satellite_to_uav_300m,content,3,1|2|3,true,80,10000,14.138657848040262,0.23654750738254018,4.4234298169612885,0.13170408443766102,21.25,2.165063509461097,9.583333333333334,0.7216878364870322,30.833333333333332,3.8188130791298653,15.833333333333334,0.7216878364870322</a:t>
            </a:r>
          </a:p>
          <a:p xmlns:a="http://schemas.openxmlformats.org/drawingml/2006/main">
            <a:r>
              <a:t>sues200,sues200_satellite_to_uav_300m,style,3,1|2|3,true,80,10000,2.0141427094737687,0.23799407383557158,1.5625303300718467,0.040595438287596645,3.75,0.0,0.0,0.0,5.416666666666667,0.7216878364870322,3.75,0.0</a:t>
            </a:r>
          </a:p>
          <a:p xmlns:a="http://schemas.openxmlformats.org/drawingml/2006/main">
            <a:r>
              <a:t>sues200,sues200_satellite_to_uav_300m,visual_content,3,1|2|3,true,80,10000,62.24344571431478,2.9043375133983726,44.23791170120239,4.189212297897877,70.0,3.307189138830738,58.333333333333336,2.602082499332671,77.08333333333333,5.0518148554092255,63.75,3.3071891388307355</a:t>
            </a:r>
          </a:p>
          <a:p xmlns:a="http://schemas.openxmlformats.org/drawingml/2006/main">
            <a:r>
              <a:t>sues200,sues200_satellite_to_uav_300m,visual_style,3,1|2|3,true,80,10000,64.38107490539551,1.1906677378317416,42.5231804450353,1.2063333809546972,75.83333333333333,1.9094065395649333,58.75,0.0,80.83333333333333,2.8867513459481287,71.66666666666667,3.8188130791298667</a:t>
            </a:r>
          </a:p>
          <a:p xmlns:a="http://schemas.openxmlformats.org/drawingml/2006/main">
            <a:r>
              <a:t>sues200,sues200_satellite_to_uav_300m,full,3,1|2|3,true,80,10000,63.84544769922892,1.0779445945954678,44.4995512564977,0.6517510154769286,74.58333333333333,5.636562191028617,58.333333333333336,1.4433756729740685,80.41666666666667,4.018187817080398,68.33333333333333,0.7216878364870322</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5f8e5af9554a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dc0d5e01add43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1b5de15315d459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696c0cc1ebb41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b3edd93cfe45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4a3a875e5c44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01EF885-541E-443A-95C8-924C218A8E50}"/>
              </a:ext>
            </a:extLst>
          </p:cNvPr>
          <p:cNvSpPr>
            <a:spLocks xmlns:a="http://schemas.openxmlformats.org/drawingml/2006/main" noGrp="1"/>
          </p:cNvSpPr>
          <p:nvPr/>
        </p:nvSpPr>
        <p:spPr>
          <a:xfrm xmlns:a="http://schemas.openxmlformats.org/drawingml/2006/main">
            <a:off x="3110490" y="2787480"/>
            <a:ext cx="327420" cy="4806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B7CEF10-C5A1-4CAC-9777-4F0638498A5A}"/>
              </a:ext>
            </a:extLst>
          </p:cNvPr>
          <p:cNvSpPr>
            <a:spLocks xmlns:a="http://schemas.openxmlformats.org/drawingml/2006/main" noGrp="1"/>
          </p:cNvSpPr>
          <p:nvPr>
            <p:ph type="title" idx="0"/>
          </p:nvPr>
        </p:nvSpPr>
        <p:spPr>
          <a:xfrm xmlns:a="http://schemas.openxmlformats.org/drawingml/2006/main">
            <a:off x="654840" y="3268080"/>
            <a:ext cx="5238720" cy="1249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40F10589-4496-4F7F-975C-754091CF7429}"/>
              </a:ext>
            </a:extLst>
          </p:cNvPr>
          <p:cNvSpPr>
            <a:spLocks xmlns:a="http://schemas.openxmlformats.org/drawingml/2006/main" noGrp="1"/>
          </p:cNvSpPr>
          <p:nvPr>
            <p:ph type="subTitle" idx="1"/>
          </p:nvPr>
        </p:nvSpPr>
        <p:spPr>
          <a:xfrm xmlns:a="http://schemas.openxmlformats.org/drawingml/2006/main">
            <a:off x="982260" y="4757940"/>
            <a:ext cx="4583880" cy="961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0FD2E693-FEE4-4565-9E0A-854FE9FF9FE5}"/>
              </a:ext>
            </a:extLst>
          </p:cNvPr>
          <p:cNvSpPr>
            <a:spLocks xmlns:a="http://schemas.openxmlformats.org/drawingml/2006/main" noGrp="1"/>
          </p:cNvSpPr>
          <p:nvPr/>
        </p:nvSpPr>
        <p:spPr>
          <a:xfrm xmlns:a="http://schemas.openxmlformats.org/drawingml/2006/main">
            <a:off x="3110490" y="3123900"/>
            <a:ext cx="327420" cy="4806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79A27882-2B65-48C0-8B64-65C073AE9811}"/>
              </a:ext>
            </a:extLst>
          </p:cNvPr>
          <p:cNvSpPr>
            <a:spLocks xmlns:a="http://schemas.openxmlformats.org/drawingml/2006/main" noGrp="1"/>
          </p:cNvSpPr>
          <p:nvPr>
            <p:ph type="title" idx="0"/>
          </p:nvPr>
        </p:nvSpPr>
        <p:spPr>
          <a:xfrm xmlns:a="http://schemas.openxmlformats.org/drawingml/2006/main">
            <a:off x="654840" y="3604500"/>
            <a:ext cx="5238720" cy="1441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7B27ADE-9DC3-45E3-BA71-956D92B8C3AD}"/>
              </a:ext>
            </a:extLst>
          </p:cNvPr>
          <p:cNvSpPr>
            <a:spLocks xmlns:a="http://schemas.openxmlformats.org/drawingml/2006/main" noGrp="1"/>
          </p:cNvSpPr>
          <p:nvPr/>
        </p:nvSpPr>
        <p:spPr>
          <a:xfrm xmlns:a="http://schemas.openxmlformats.org/drawingml/2006/main">
            <a:off x="368348" y="1922400"/>
            <a:ext cx="327420" cy="4806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258F5B7-7938-4AE4-857A-3165A488907F}"/>
              </a:ext>
            </a:extLst>
          </p:cNvPr>
          <p:cNvSpPr>
            <a:spLocks xmlns:a="http://schemas.openxmlformats.org/drawingml/2006/main" noGrp="1"/>
          </p:cNvSpPr>
          <p:nvPr>
            <p:ph type="title" idx="0"/>
          </p:nvPr>
        </p:nvSpPr>
        <p:spPr>
          <a:xfrm xmlns:a="http://schemas.openxmlformats.org/drawingml/2006/main">
            <a:off x="368348" y="672840"/>
            <a:ext cx="5811705" cy="1057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18439B2C-587A-44F5-A424-0C61E1224253}"/>
              </a:ext>
            </a:extLst>
          </p:cNvPr>
          <p:cNvSpPr>
            <a:spLocks xmlns:a="http://schemas.openxmlformats.org/drawingml/2006/main" noGrp="1"/>
          </p:cNvSpPr>
          <p:nvPr>
            <p:ph type="body" idx="1"/>
          </p:nvPr>
        </p:nvSpPr>
        <p:spPr>
          <a:xfrm xmlns:a="http://schemas.openxmlformats.org/drawingml/2006/main">
            <a:off x="368348" y="2403000"/>
            <a:ext cx="5811705" cy="53827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6227EB58-110C-4931-A735-3D699A528804}"/>
              </a:ext>
            </a:extLst>
          </p:cNvPr>
          <p:cNvSpPr>
            <a:spLocks xmlns:a="http://schemas.openxmlformats.org/drawingml/2006/main" noGrp="1"/>
          </p:cNvSpPr>
          <p:nvPr/>
        </p:nvSpPr>
        <p:spPr>
          <a:xfrm xmlns:a="http://schemas.openxmlformats.org/drawingml/2006/main">
            <a:off x="368348" y="1922400"/>
            <a:ext cx="327420" cy="4806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53A7168-C2A3-41E4-B767-F4A683BAFA80}"/>
              </a:ext>
            </a:extLst>
          </p:cNvPr>
          <p:cNvSpPr>
            <a:spLocks xmlns:a="http://schemas.openxmlformats.org/drawingml/2006/main" noGrp="1"/>
          </p:cNvSpPr>
          <p:nvPr>
            <p:ph type="title" idx="0"/>
          </p:nvPr>
        </p:nvSpPr>
        <p:spPr>
          <a:xfrm xmlns:a="http://schemas.openxmlformats.org/drawingml/2006/main">
            <a:off x="368348" y="672840"/>
            <a:ext cx="5811705" cy="1057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5815940-5DFB-4CD4-94BD-47B02CA0DA91}"/>
              </a:ext>
            </a:extLst>
          </p:cNvPr>
          <p:cNvSpPr>
            <a:spLocks xmlns:a="http://schemas.openxmlformats.org/drawingml/2006/main" noGrp="1"/>
          </p:cNvSpPr>
          <p:nvPr>
            <p:ph type="body" idx="1"/>
          </p:nvPr>
        </p:nvSpPr>
        <p:spPr>
          <a:xfrm xmlns:a="http://schemas.openxmlformats.org/drawingml/2006/main">
            <a:off x="368348" y="2403000"/>
            <a:ext cx="2701215" cy="53827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B6CF3333-AFB5-43FF-B40B-134C556FBC2D}"/>
              </a:ext>
            </a:extLst>
          </p:cNvPr>
          <p:cNvSpPr>
            <a:spLocks xmlns:a="http://schemas.openxmlformats.org/drawingml/2006/main" noGrp="1"/>
          </p:cNvSpPr>
          <p:nvPr>
            <p:ph type="body" idx="2"/>
          </p:nvPr>
        </p:nvSpPr>
        <p:spPr>
          <a:xfrm xmlns:a="http://schemas.openxmlformats.org/drawingml/2006/main">
            <a:off x="3478838" y="2403000"/>
            <a:ext cx="2701215" cy="53827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4EAC7A9-748D-401A-9730-BD110B789DE9}"/>
              </a:ext>
            </a:extLst>
          </p:cNvPr>
          <p:cNvSpPr>
            <a:spLocks xmlns:a="http://schemas.openxmlformats.org/drawingml/2006/main" noGrp="1"/>
          </p:cNvSpPr>
          <p:nvPr/>
        </p:nvSpPr>
        <p:spPr>
          <a:xfrm xmlns:a="http://schemas.openxmlformats.org/drawingml/2006/main">
            <a:off x="368348" y="1922400"/>
            <a:ext cx="327420" cy="4806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CFD43E3-0C29-4D4F-8BAF-321297CDC5B8}"/>
              </a:ext>
            </a:extLst>
          </p:cNvPr>
          <p:cNvSpPr>
            <a:spLocks xmlns:a="http://schemas.openxmlformats.org/drawingml/2006/main" noGrp="1"/>
          </p:cNvSpPr>
          <p:nvPr>
            <p:ph type="title" idx="0"/>
          </p:nvPr>
        </p:nvSpPr>
        <p:spPr>
          <a:xfrm xmlns:a="http://schemas.openxmlformats.org/drawingml/2006/main">
            <a:off x="368348" y="672840"/>
            <a:ext cx="5811705" cy="1057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468C6FC-F072-44C0-BE42-C22531E36BD3}"/>
              </a:ext>
            </a:extLst>
          </p:cNvPr>
          <p:cNvSpPr>
            <a:spLocks xmlns:a="http://schemas.openxmlformats.org/drawingml/2006/main" noGrp="1"/>
          </p:cNvSpPr>
          <p:nvPr>
            <p:ph type="body" idx="1"/>
          </p:nvPr>
        </p:nvSpPr>
        <p:spPr>
          <a:xfrm xmlns:a="http://schemas.openxmlformats.org/drawingml/2006/main">
            <a:off x="368348" y="2403000"/>
            <a:ext cx="2701215" cy="53827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3cee0d0172444c" /><Relationship Type="http://schemas.openxmlformats.org/officeDocument/2006/relationships/slideLayout" Target="/ppt/slideLayouts/slideLayout1.xml" Id="R05796e829aac42ee" /><Relationship Type="http://schemas.openxmlformats.org/officeDocument/2006/relationships/slideLayout" Target="/ppt/slideLayouts/slideLayout2.xml" Id="Rca9173de317d4f13" /><Relationship Type="http://schemas.openxmlformats.org/officeDocument/2006/relationships/slideLayout" Target="/ppt/slideLayouts/slideLayout3.xml" Id="R14beb72319314c94" /><Relationship Type="http://schemas.openxmlformats.org/officeDocument/2006/relationships/slideLayout" Target="/ppt/slideLayouts/slideLayout4.xml" Id="Rea64396b1b5c4117" /><Relationship Type="http://schemas.openxmlformats.org/officeDocument/2006/relationships/slideLayout" Target="/ppt/slideLayouts/slideLayout5.xml" Id="R86824fb229a94d34" /><Relationship Type="http://schemas.openxmlformats.org/officeDocument/2006/relationships/slideLayout" Target="/ppt/slideLayouts/slideLayout6.xml" Id="Rb740c328e14244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796e829aac42ee"/>
    <p:sldLayoutId xmlns:r="http://schemas.openxmlformats.org/officeDocument/2006/relationships" id="2147483650" r:id="Rca9173de317d4f13"/>
    <p:sldLayoutId xmlns:r="http://schemas.openxmlformats.org/officeDocument/2006/relationships" id="2147483651" r:id="R14beb72319314c94"/>
    <p:sldLayoutId xmlns:r="http://schemas.openxmlformats.org/officeDocument/2006/relationships" id="2147483652" r:id="Rea64396b1b5c4117"/>
    <p:sldLayoutId xmlns:r="http://schemas.openxmlformats.org/officeDocument/2006/relationships" id="2147483653" r:id="R86824fb229a94d34"/>
    <p:sldLayoutId xmlns:r="http://schemas.openxmlformats.org/officeDocument/2006/relationships" id="2147483654" r:id="Rb740c328e14244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42b78026bc74503" /><Relationship Type="http://schemas.openxmlformats.org/officeDocument/2006/relationships/notesSlide" Target="/ppt/notesSlides/notesSlide1.xml" Id="R2818e6dbbc814dd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6" name="0001:background:rect">
            <a:extLst xmlns:a="http://schemas.openxmlformats.org/drawingml/2006/main">
              <a:ext uri="{FF2B5EF4-FFF2-40B4-BE49-F238E27FC236}">
                <a16:creationId xmlns:a16="http://schemas.microsoft.com/office/drawing/2014/main" id="{F5F46657-4531-4786-A2E2-1B5D3C9B3410}"/>
              </a:ext>
            </a:extLst>
          </p:cNvPr>
          <p:cNvSpPr>
            <a:spLocks xmlns:a="http://schemas.openxmlformats.org/drawingml/2006/main" noGrp="1"/>
          </p:cNvSpPr>
          <p:nvPr/>
        </p:nvSpPr>
        <p:spPr>
          <a:xfrm xmlns:a="http://schemas.openxmlformats.org/drawingml/2006/main">
            <a:off x="0" y="0"/>
            <a:ext cx="6548400" cy="8650800"/>
          </a:xfrm>
          <a:prstGeom xmlns:a="http://schemas.openxmlformats.org/drawingml/2006/main" prst="rect">
            <a:avLst/>
          </a:prstGeom>
          <a:solidFill xmlns:a="http://schemas.openxmlformats.org/drawingml/2006/main">
            <a:srgbClr val="FFFFFF"/>
          </a:solidFill>
          <a:ln xmlns:a="http://schemas.openxmlformats.org/drawingml/2006/main" w="6350">
            <a:noFill/>
          </a:ln>
        </p:spPr>
      </p:sp>
      <p:sp>
        <p:nvSpPr>
          <p:cNvPr id="2" name="0002:heading/dataset-title:text">
            <a:extLst xmlns:a="http://schemas.openxmlformats.org/drawingml/2006/main">
              <a:ext uri="{FF2B5EF4-FFF2-40B4-BE49-F238E27FC236}">
                <a16:creationId xmlns:a16="http://schemas.microsoft.com/office/drawing/2014/main" id="{7A20574F-6602-43F5-BEA2-A17F6421CD8A}"/>
              </a:ext>
            </a:extLst>
          </p:cNvPr>
          <p:cNvSpPr>
            <a:spLocks xmlns:a="http://schemas.openxmlformats.org/drawingml/2006/main" noGrp="1"/>
          </p:cNvSpPr>
          <p:nvPr/>
        </p:nvSpPr>
        <p:spPr>
          <a:xfrm xmlns:a="http://schemas.openxmlformats.org/drawingml/2006/main">
            <a:off x="203209" y="86409"/>
            <a:ext cx="1928622"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frozen variant results</a:t>
            </a:r>
          </a:p>
        </p:txBody>
      </p:sp>
      <p:sp>
        <p:nvSpPr>
          <p:cNvPr id="3" name="0003:panel-a-r-at-1/panel-a-title:text">
            <a:extLst xmlns:a="http://schemas.openxmlformats.org/drawingml/2006/main">
              <a:ext uri="{FF2B5EF4-FFF2-40B4-BE49-F238E27FC236}">
                <a16:creationId xmlns:a16="http://schemas.microsoft.com/office/drawing/2014/main" id="{CEEAA048-05D3-4870-A0D2-22297E0B7FE1}"/>
              </a:ext>
            </a:extLst>
          </p:cNvPr>
          <p:cNvSpPr>
            <a:spLocks xmlns:a="http://schemas.openxmlformats.org/drawingml/2006/main" noGrp="1"/>
          </p:cNvSpPr>
          <p:nvPr/>
        </p:nvSpPr>
        <p:spPr>
          <a:xfrm xmlns:a="http://schemas.openxmlformats.org/drawingml/2006/main">
            <a:off x="203209" y="301343"/>
            <a:ext cx="648081"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(a) R@1 (%)</a:t>
            </a:r>
          </a:p>
        </p:txBody>
      </p:sp>
      <p:sp>
        <p:nvSpPr>
          <p:cNvPr id="4" name="0004:panel-a-r-at-1/column-visual-1:text">
            <a:extLst xmlns:a="http://schemas.openxmlformats.org/drawingml/2006/main">
              <a:ext uri="{FF2B5EF4-FFF2-40B4-BE49-F238E27FC236}">
                <a16:creationId xmlns:a16="http://schemas.microsoft.com/office/drawing/2014/main" id="{7C338F81-330F-4A32-A578-BC67C3B0032E}"/>
              </a:ext>
            </a:extLst>
          </p:cNvPr>
          <p:cNvSpPr>
            <a:spLocks xmlns:a="http://schemas.openxmlformats.org/drawingml/2006/main" noGrp="1"/>
          </p:cNvSpPr>
          <p:nvPr/>
        </p:nvSpPr>
        <p:spPr>
          <a:xfrm xmlns:a="http://schemas.openxmlformats.org/drawingml/2006/main">
            <a:off x="2017027" y="44005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5" name="0005:panel-a-r-at-1/column-content-1:text">
            <a:extLst xmlns:a="http://schemas.openxmlformats.org/drawingml/2006/main">
              <a:ext uri="{FF2B5EF4-FFF2-40B4-BE49-F238E27FC236}">
                <a16:creationId xmlns:a16="http://schemas.microsoft.com/office/drawing/2014/main" id="{EDC4265A-218F-46BD-81F4-D07DA4F180D9}"/>
              </a:ext>
            </a:extLst>
          </p:cNvPr>
          <p:cNvSpPr>
            <a:spLocks xmlns:a="http://schemas.openxmlformats.org/drawingml/2006/main" noGrp="1"/>
          </p:cNvSpPr>
          <p:nvPr/>
        </p:nvSpPr>
        <p:spPr>
          <a:xfrm xmlns:a="http://schemas.openxmlformats.org/drawingml/2006/main">
            <a:off x="2738626" y="440058"/>
            <a:ext cx="36499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Content</a:t>
            </a:r>
          </a:p>
        </p:txBody>
      </p:sp>
      <p:sp>
        <p:nvSpPr>
          <p:cNvPr id="6" name="0006:panel-a-r-at-1/column-style-1:text">
            <a:extLst xmlns:a="http://schemas.openxmlformats.org/drawingml/2006/main">
              <a:ext uri="{FF2B5EF4-FFF2-40B4-BE49-F238E27FC236}">
                <a16:creationId xmlns:a16="http://schemas.microsoft.com/office/drawing/2014/main" id="{50BA4106-E9AC-4032-8B0A-CD4016D0A1DA}"/>
              </a:ext>
            </a:extLst>
          </p:cNvPr>
          <p:cNvSpPr>
            <a:spLocks xmlns:a="http://schemas.openxmlformats.org/drawingml/2006/main" noGrp="1"/>
          </p:cNvSpPr>
          <p:nvPr/>
        </p:nvSpPr>
        <p:spPr>
          <a:xfrm xmlns:a="http://schemas.openxmlformats.org/drawingml/2006/main">
            <a:off x="3565571" y="440058"/>
            <a:ext cx="2351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Style</a:t>
            </a:r>
          </a:p>
        </p:txBody>
      </p:sp>
      <p:sp>
        <p:nvSpPr>
          <p:cNvPr id="7" name="0007:panel-a-r-at-1/column-visual_content-1:text">
            <a:extLst xmlns:a="http://schemas.openxmlformats.org/drawingml/2006/main">
              <a:ext uri="{FF2B5EF4-FFF2-40B4-BE49-F238E27FC236}">
                <a16:creationId xmlns:a16="http://schemas.microsoft.com/office/drawing/2014/main" id="{F3AA47C3-697A-42B6-B785-04F0A6522FC7}"/>
              </a:ext>
            </a:extLst>
          </p:cNvPr>
          <p:cNvSpPr>
            <a:spLocks xmlns:a="http://schemas.openxmlformats.org/drawingml/2006/main" noGrp="1"/>
          </p:cNvSpPr>
          <p:nvPr/>
        </p:nvSpPr>
        <p:spPr>
          <a:xfrm xmlns:a="http://schemas.openxmlformats.org/drawingml/2006/main">
            <a:off x="4303125" y="44005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8" name="0008:panel-a-r-at-1/column-visual_content-2:text">
            <a:extLst xmlns:a="http://schemas.openxmlformats.org/drawingml/2006/main">
              <a:ext uri="{FF2B5EF4-FFF2-40B4-BE49-F238E27FC236}">
                <a16:creationId xmlns:a16="http://schemas.microsoft.com/office/drawing/2014/main" id="{753031D9-67F1-4D00-9ED9-0ED145C5AA66}"/>
              </a:ext>
            </a:extLst>
          </p:cNvPr>
          <p:cNvSpPr>
            <a:spLocks xmlns:a="http://schemas.openxmlformats.org/drawingml/2006/main" noGrp="1"/>
          </p:cNvSpPr>
          <p:nvPr/>
        </p:nvSpPr>
        <p:spPr>
          <a:xfrm xmlns:a="http://schemas.openxmlformats.org/drawingml/2006/main">
            <a:off x="4230211" y="554385"/>
            <a:ext cx="42995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content</a:t>
            </a:r>
          </a:p>
        </p:txBody>
      </p:sp>
      <p:sp>
        <p:nvSpPr>
          <p:cNvPr id="9" name="0009:panel-a-r-at-1/column-visual_style-1:text">
            <a:extLst xmlns:a="http://schemas.openxmlformats.org/drawingml/2006/main">
              <a:ext uri="{FF2B5EF4-FFF2-40B4-BE49-F238E27FC236}">
                <a16:creationId xmlns:a16="http://schemas.microsoft.com/office/drawing/2014/main" id="{505527D8-A079-4B68-A2CF-8B38D39B048A}"/>
              </a:ext>
            </a:extLst>
          </p:cNvPr>
          <p:cNvSpPr>
            <a:spLocks xmlns:a="http://schemas.openxmlformats.org/drawingml/2006/main" noGrp="1"/>
          </p:cNvSpPr>
          <p:nvPr/>
        </p:nvSpPr>
        <p:spPr>
          <a:xfrm xmlns:a="http://schemas.openxmlformats.org/drawingml/2006/main">
            <a:off x="5065157" y="44005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10" name="0010:panel-a-r-at-1/column-visual_style-2:text">
            <a:extLst xmlns:a="http://schemas.openxmlformats.org/drawingml/2006/main">
              <a:ext uri="{FF2B5EF4-FFF2-40B4-BE49-F238E27FC236}">
                <a16:creationId xmlns:a16="http://schemas.microsoft.com/office/drawing/2014/main" id="{D085D0A5-3D4A-4D4D-ACE3-2EAEB4A5529C}"/>
              </a:ext>
            </a:extLst>
          </p:cNvPr>
          <p:cNvSpPr>
            <a:spLocks xmlns:a="http://schemas.openxmlformats.org/drawingml/2006/main" noGrp="1"/>
          </p:cNvSpPr>
          <p:nvPr/>
        </p:nvSpPr>
        <p:spPr>
          <a:xfrm xmlns:a="http://schemas.openxmlformats.org/drawingml/2006/main">
            <a:off x="5054394" y="554385"/>
            <a:ext cx="3056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style</a:t>
            </a:r>
          </a:p>
        </p:txBody>
      </p:sp>
      <p:sp>
        <p:nvSpPr>
          <p:cNvPr id="11" name="0011:panel-a-r-at-1/column-full-1:text">
            <a:extLst xmlns:a="http://schemas.openxmlformats.org/drawingml/2006/main">
              <a:ext uri="{FF2B5EF4-FFF2-40B4-BE49-F238E27FC236}">
                <a16:creationId xmlns:a16="http://schemas.microsoft.com/office/drawing/2014/main" id="{14CDEBCF-5EBF-4927-A719-CDAB61378B39}"/>
              </a:ext>
            </a:extLst>
          </p:cNvPr>
          <p:cNvSpPr>
            <a:spLocks xmlns:a="http://schemas.openxmlformats.org/drawingml/2006/main" noGrp="1"/>
          </p:cNvSpPr>
          <p:nvPr/>
        </p:nvSpPr>
        <p:spPr>
          <a:xfrm xmlns:a="http://schemas.openxmlformats.org/drawingml/2006/main">
            <a:off x="5882721" y="44005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Full</a:t>
            </a:r>
          </a:p>
        </p:txBody>
      </p:sp>
      <p:sp>
        <p:nvSpPr>
          <p:cNvPr id="12" name="0012:panel-a-r-at-1/row-0:text">
            <a:extLst xmlns:a="http://schemas.openxmlformats.org/drawingml/2006/main">
              <a:ext uri="{FF2B5EF4-FFF2-40B4-BE49-F238E27FC236}">
                <a16:creationId xmlns:a16="http://schemas.microsoft.com/office/drawing/2014/main" id="{B9065A49-E958-436F-94AC-C4FB11D7FD3E}"/>
              </a:ext>
            </a:extLst>
          </p:cNvPr>
          <p:cNvSpPr>
            <a:spLocks xmlns:a="http://schemas.openxmlformats.org/drawingml/2006/main" noGrp="1"/>
          </p:cNvSpPr>
          <p:nvPr/>
        </p:nvSpPr>
        <p:spPr>
          <a:xfrm xmlns:a="http://schemas.openxmlformats.org/drawingml/2006/main">
            <a:off x="666092" y="808447"/>
            <a:ext cx="10230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UAV 150 m → satellite</a:t>
            </a:r>
          </a:p>
        </p:txBody>
      </p:sp>
      <p:sp>
        <p:nvSpPr>
          <p:cNvPr id="13" name="0013:panel-a-r-at-1/cell-0-visual:rect">
            <a:extLst xmlns:a="http://schemas.openxmlformats.org/drawingml/2006/main">
              <a:ext uri="{FF2B5EF4-FFF2-40B4-BE49-F238E27FC236}">
                <a16:creationId xmlns:a16="http://schemas.microsoft.com/office/drawing/2014/main" id="{BBECDD84-9DE0-4ED9-8535-FA0AA3DFA0DB}"/>
              </a:ext>
            </a:extLst>
          </p:cNvPr>
          <p:cNvSpPr>
            <a:spLocks xmlns:a="http://schemas.openxmlformats.org/drawingml/2006/main" noGrp="1"/>
          </p:cNvSpPr>
          <p:nvPr/>
        </p:nvSpPr>
        <p:spPr>
          <a:xfrm xmlns:a="http://schemas.openxmlformats.org/drawingml/2006/main">
            <a:off x="1778076" y="698670"/>
            <a:ext cx="762033" cy="330280"/>
          </a:xfrm>
          <a:prstGeom xmlns:a="http://schemas.openxmlformats.org/drawingml/2006/main" prst="rect">
            <a:avLst/>
          </a:prstGeom>
          <a:solidFill xmlns:a="http://schemas.openxmlformats.org/drawingml/2006/main">
            <a:srgbClr val="A0C8E4"/>
          </a:solidFill>
          <a:ln xmlns:a="http://schemas.openxmlformats.org/drawingml/2006/main" w="6350">
            <a:solidFill>
              <a:srgbClr val="FFFFFF"/>
            </a:solidFill>
          </a:ln>
        </p:spPr>
      </p:sp>
      <p:sp>
        <p:nvSpPr>
          <p:cNvPr id="14" name="0014:panel-a-r-at-1/cell-0-visual/mean-0-visual:text">
            <a:extLst xmlns:a="http://schemas.openxmlformats.org/drawingml/2006/main">
              <a:ext uri="{FF2B5EF4-FFF2-40B4-BE49-F238E27FC236}">
                <a16:creationId xmlns:a16="http://schemas.microsoft.com/office/drawing/2014/main" id="{1DFF0580-3556-4FFE-958D-C34E206ADC6F}"/>
              </a:ext>
            </a:extLst>
          </p:cNvPr>
          <p:cNvSpPr>
            <a:spLocks xmlns:a="http://schemas.openxmlformats.org/drawingml/2006/main" noGrp="1"/>
          </p:cNvSpPr>
          <p:nvPr/>
        </p:nvSpPr>
        <p:spPr>
          <a:xfrm xmlns:a="http://schemas.openxmlformats.org/drawingml/2006/main">
            <a:off x="2055556" y="738580"/>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35.6</a:t>
            </a:r>
          </a:p>
        </p:txBody>
      </p:sp>
      <p:sp>
        <p:nvSpPr>
          <p:cNvPr id="15" name="0015:panel-a-r-at-1/cell-0-visual/sd-0-visual:text">
            <a:extLst xmlns:a="http://schemas.openxmlformats.org/drawingml/2006/main">
              <a:ext uri="{FF2B5EF4-FFF2-40B4-BE49-F238E27FC236}">
                <a16:creationId xmlns:a16="http://schemas.microsoft.com/office/drawing/2014/main" id="{D8D215C3-D4CB-4253-8DEA-818DDC393A22}"/>
              </a:ext>
            </a:extLst>
          </p:cNvPr>
          <p:cNvSpPr>
            <a:spLocks xmlns:a="http://schemas.openxmlformats.org/drawingml/2006/main" noGrp="1"/>
          </p:cNvSpPr>
          <p:nvPr/>
        </p:nvSpPr>
        <p:spPr>
          <a:xfrm xmlns:a="http://schemas.openxmlformats.org/drawingml/2006/main">
            <a:off x="2041840" y="871962"/>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2.8</a:t>
            </a:r>
          </a:p>
        </p:txBody>
      </p:sp>
      <p:sp>
        <p:nvSpPr>
          <p:cNvPr id="16" name="0016:panel-a-r-at-1/cell-0-content:rect">
            <a:extLst xmlns:a="http://schemas.openxmlformats.org/drawingml/2006/main">
              <a:ext uri="{FF2B5EF4-FFF2-40B4-BE49-F238E27FC236}">
                <a16:creationId xmlns:a16="http://schemas.microsoft.com/office/drawing/2014/main" id="{36DA5175-D0F1-425B-8752-1B21154026A4}"/>
              </a:ext>
            </a:extLst>
          </p:cNvPr>
          <p:cNvSpPr>
            <a:spLocks xmlns:a="http://schemas.openxmlformats.org/drawingml/2006/main" noGrp="1"/>
          </p:cNvSpPr>
          <p:nvPr/>
        </p:nvSpPr>
        <p:spPr>
          <a:xfrm xmlns:a="http://schemas.openxmlformats.org/drawingml/2006/main">
            <a:off x="2540109" y="698670"/>
            <a:ext cx="762033" cy="330280"/>
          </a:xfrm>
          <a:prstGeom xmlns:a="http://schemas.openxmlformats.org/drawingml/2006/main" prst="rect">
            <a:avLst/>
          </a:prstGeom>
          <a:solidFill xmlns:a="http://schemas.openxmlformats.org/drawingml/2006/main">
            <a:srgbClr val="F4F9FE"/>
          </a:solidFill>
          <a:ln xmlns:a="http://schemas.openxmlformats.org/drawingml/2006/main" w="6350">
            <a:solidFill>
              <a:srgbClr val="FFFFFF"/>
            </a:solidFill>
          </a:ln>
        </p:spPr>
      </p:sp>
      <p:sp>
        <p:nvSpPr>
          <p:cNvPr id="17" name="0017:panel-a-r-at-1/cell-0-content/mean-0-content:text">
            <a:extLst xmlns:a="http://schemas.openxmlformats.org/drawingml/2006/main">
              <a:ext uri="{FF2B5EF4-FFF2-40B4-BE49-F238E27FC236}">
                <a16:creationId xmlns:a16="http://schemas.microsoft.com/office/drawing/2014/main" id="{D738C87E-A006-49BF-AE84-FBD710AB883F}"/>
              </a:ext>
            </a:extLst>
          </p:cNvPr>
          <p:cNvSpPr>
            <a:spLocks xmlns:a="http://schemas.openxmlformats.org/drawingml/2006/main" noGrp="1"/>
          </p:cNvSpPr>
          <p:nvPr/>
        </p:nvSpPr>
        <p:spPr>
          <a:xfrm xmlns:a="http://schemas.openxmlformats.org/drawingml/2006/main">
            <a:off x="2845830" y="738580"/>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1.8</a:t>
            </a:r>
          </a:p>
        </p:txBody>
      </p:sp>
      <p:sp>
        <p:nvSpPr>
          <p:cNvPr id="18" name="0018:panel-a-r-at-1/cell-0-content/sd-0-content:text">
            <a:extLst xmlns:a="http://schemas.openxmlformats.org/drawingml/2006/main">
              <a:ext uri="{FF2B5EF4-FFF2-40B4-BE49-F238E27FC236}">
                <a16:creationId xmlns:a16="http://schemas.microsoft.com/office/drawing/2014/main" id="{2B35EB32-71A2-4568-92EC-B7834B54616C}"/>
              </a:ext>
            </a:extLst>
          </p:cNvPr>
          <p:cNvSpPr>
            <a:spLocks xmlns:a="http://schemas.openxmlformats.org/drawingml/2006/main" noGrp="1"/>
          </p:cNvSpPr>
          <p:nvPr/>
        </p:nvSpPr>
        <p:spPr>
          <a:xfrm xmlns:a="http://schemas.openxmlformats.org/drawingml/2006/main">
            <a:off x="2774202" y="871962"/>
            <a:ext cx="29384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&lt;0.1</a:t>
            </a:r>
          </a:p>
        </p:txBody>
      </p:sp>
      <p:sp>
        <p:nvSpPr>
          <p:cNvPr id="19" name="0019:panel-a-r-at-1/cell-0-style:rect">
            <a:extLst xmlns:a="http://schemas.openxmlformats.org/drawingml/2006/main">
              <a:ext uri="{FF2B5EF4-FFF2-40B4-BE49-F238E27FC236}">
                <a16:creationId xmlns:a16="http://schemas.microsoft.com/office/drawing/2014/main" id="{A676F0B7-F8A4-4BCF-9A5B-1879CFDD4E5C}"/>
              </a:ext>
            </a:extLst>
          </p:cNvPr>
          <p:cNvSpPr>
            <a:spLocks xmlns:a="http://schemas.openxmlformats.org/drawingml/2006/main" noGrp="1"/>
          </p:cNvSpPr>
          <p:nvPr/>
        </p:nvSpPr>
        <p:spPr>
          <a:xfrm xmlns:a="http://schemas.openxmlformats.org/drawingml/2006/main">
            <a:off x="3302141" y="698670"/>
            <a:ext cx="762033" cy="330280"/>
          </a:xfrm>
          <a:prstGeom xmlns:a="http://schemas.openxmlformats.org/drawingml/2006/main" prst="rect">
            <a:avLst/>
          </a:prstGeom>
          <a:solidFill xmlns:a="http://schemas.openxmlformats.org/drawingml/2006/main">
            <a:srgbClr val="F7FBFF"/>
          </a:solidFill>
          <a:ln xmlns:a="http://schemas.openxmlformats.org/drawingml/2006/main" w="6350">
            <a:solidFill>
              <a:srgbClr val="FFFFFF"/>
            </a:solidFill>
          </a:ln>
        </p:spPr>
      </p:sp>
      <p:sp>
        <p:nvSpPr>
          <p:cNvPr id="20" name="0020:panel-a-r-at-1/cell-0-style/mean-0-style:text">
            <a:extLst xmlns:a="http://schemas.openxmlformats.org/drawingml/2006/main">
              <a:ext uri="{FF2B5EF4-FFF2-40B4-BE49-F238E27FC236}">
                <a16:creationId xmlns:a16="http://schemas.microsoft.com/office/drawing/2014/main" id="{F2DA3A2D-68A7-4BEE-9A4F-76F8760E0C41}"/>
              </a:ext>
            </a:extLst>
          </p:cNvPr>
          <p:cNvSpPr>
            <a:spLocks xmlns:a="http://schemas.openxmlformats.org/drawingml/2006/main" noGrp="1"/>
          </p:cNvSpPr>
          <p:nvPr/>
        </p:nvSpPr>
        <p:spPr>
          <a:xfrm xmlns:a="http://schemas.openxmlformats.org/drawingml/2006/main">
            <a:off x="3607862" y="738580"/>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0.2</a:t>
            </a:r>
          </a:p>
        </p:txBody>
      </p:sp>
      <p:sp>
        <p:nvSpPr>
          <p:cNvPr id="21" name="0021:panel-a-r-at-1/cell-0-style/sd-0-style:text">
            <a:extLst xmlns:a="http://schemas.openxmlformats.org/drawingml/2006/main">
              <a:ext uri="{FF2B5EF4-FFF2-40B4-BE49-F238E27FC236}">
                <a16:creationId xmlns:a16="http://schemas.microsoft.com/office/drawing/2014/main" id="{2C3DF185-F15F-49A2-ACBC-A398F6ADEA9D}"/>
              </a:ext>
            </a:extLst>
          </p:cNvPr>
          <p:cNvSpPr>
            <a:spLocks xmlns:a="http://schemas.openxmlformats.org/drawingml/2006/main" noGrp="1"/>
          </p:cNvSpPr>
          <p:nvPr/>
        </p:nvSpPr>
        <p:spPr>
          <a:xfrm xmlns:a="http://schemas.openxmlformats.org/drawingml/2006/main">
            <a:off x="3536234" y="871962"/>
            <a:ext cx="29384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&lt;0.1</a:t>
            </a:r>
          </a:p>
        </p:txBody>
      </p:sp>
      <p:sp>
        <p:nvSpPr>
          <p:cNvPr id="22" name="0022:panel-a-r-at-1/cell-0-visual_content:rect">
            <a:extLst xmlns:a="http://schemas.openxmlformats.org/drawingml/2006/main">
              <a:ext uri="{FF2B5EF4-FFF2-40B4-BE49-F238E27FC236}">
                <a16:creationId xmlns:a16="http://schemas.microsoft.com/office/drawing/2014/main" id="{FA19D6DB-DA64-462F-B987-25BDD1619DA5}"/>
              </a:ext>
            </a:extLst>
          </p:cNvPr>
          <p:cNvSpPr>
            <a:spLocks xmlns:a="http://schemas.openxmlformats.org/drawingml/2006/main" noGrp="1"/>
          </p:cNvSpPr>
          <p:nvPr/>
        </p:nvSpPr>
        <p:spPr>
          <a:xfrm xmlns:a="http://schemas.openxmlformats.org/drawingml/2006/main">
            <a:off x="4064174" y="698670"/>
            <a:ext cx="762033" cy="330280"/>
          </a:xfrm>
          <a:prstGeom xmlns:a="http://schemas.openxmlformats.org/drawingml/2006/main" prst="rect">
            <a:avLst/>
          </a:prstGeom>
          <a:solidFill xmlns:a="http://schemas.openxmlformats.org/drawingml/2006/main">
            <a:srgbClr val="BBD6EC"/>
          </a:solidFill>
          <a:ln xmlns:a="http://schemas.openxmlformats.org/drawingml/2006/main" w="6350">
            <a:solidFill>
              <a:srgbClr val="FFFFFF"/>
            </a:solidFill>
          </a:ln>
        </p:spPr>
      </p:sp>
      <p:sp>
        <p:nvSpPr>
          <p:cNvPr id="23" name="0023:panel-a-r-at-1/cell-0-visual_content/mean-0-visual_content:text">
            <a:extLst xmlns:a="http://schemas.openxmlformats.org/drawingml/2006/main">
              <a:ext uri="{FF2B5EF4-FFF2-40B4-BE49-F238E27FC236}">
                <a16:creationId xmlns:a16="http://schemas.microsoft.com/office/drawing/2014/main" id="{3D6AF094-C09A-49FC-9BA7-B589996C69FD}"/>
              </a:ext>
            </a:extLst>
          </p:cNvPr>
          <p:cNvSpPr>
            <a:spLocks xmlns:a="http://schemas.openxmlformats.org/drawingml/2006/main" noGrp="1"/>
          </p:cNvSpPr>
          <p:nvPr/>
        </p:nvSpPr>
        <p:spPr>
          <a:xfrm xmlns:a="http://schemas.openxmlformats.org/drawingml/2006/main">
            <a:off x="4341653" y="738580"/>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28.0</a:t>
            </a:r>
          </a:p>
        </p:txBody>
      </p:sp>
      <p:sp>
        <p:nvSpPr>
          <p:cNvPr id="24" name="0024:panel-a-r-at-1/cell-0-visual_content/sd-0-visual_content:text">
            <a:extLst xmlns:a="http://schemas.openxmlformats.org/drawingml/2006/main">
              <a:ext uri="{FF2B5EF4-FFF2-40B4-BE49-F238E27FC236}">
                <a16:creationId xmlns:a16="http://schemas.microsoft.com/office/drawing/2014/main" id="{8254967A-9ACF-44AA-A31E-4F96C646D822}"/>
              </a:ext>
            </a:extLst>
          </p:cNvPr>
          <p:cNvSpPr>
            <a:spLocks xmlns:a="http://schemas.openxmlformats.org/drawingml/2006/main" noGrp="1"/>
          </p:cNvSpPr>
          <p:nvPr/>
        </p:nvSpPr>
        <p:spPr>
          <a:xfrm xmlns:a="http://schemas.openxmlformats.org/drawingml/2006/main">
            <a:off x="4327937" y="871962"/>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3.8</a:t>
            </a:r>
          </a:p>
        </p:txBody>
      </p:sp>
      <p:sp>
        <p:nvSpPr>
          <p:cNvPr id="25" name="0025:panel-a-r-at-1/cell-0-visual_style:rect">
            <a:extLst xmlns:a="http://schemas.openxmlformats.org/drawingml/2006/main">
              <a:ext uri="{FF2B5EF4-FFF2-40B4-BE49-F238E27FC236}">
                <a16:creationId xmlns:a16="http://schemas.microsoft.com/office/drawing/2014/main" id="{1CBED43C-19C6-4FC3-A44D-6EB16D081ACD}"/>
              </a:ext>
            </a:extLst>
          </p:cNvPr>
          <p:cNvSpPr>
            <a:spLocks xmlns:a="http://schemas.openxmlformats.org/drawingml/2006/main" noGrp="1"/>
          </p:cNvSpPr>
          <p:nvPr/>
        </p:nvSpPr>
        <p:spPr>
          <a:xfrm xmlns:a="http://schemas.openxmlformats.org/drawingml/2006/main">
            <a:off x="4826206" y="698670"/>
            <a:ext cx="762033" cy="330280"/>
          </a:xfrm>
          <a:prstGeom xmlns:a="http://schemas.openxmlformats.org/drawingml/2006/main" prst="rect">
            <a:avLst/>
          </a:prstGeom>
          <a:solidFill xmlns:a="http://schemas.openxmlformats.org/drawingml/2006/main">
            <a:srgbClr val="BED7ED"/>
          </a:solidFill>
          <a:ln xmlns:a="http://schemas.openxmlformats.org/drawingml/2006/main" w="6350">
            <a:solidFill>
              <a:srgbClr val="FFFFFF"/>
            </a:solidFill>
          </a:ln>
        </p:spPr>
      </p:sp>
      <p:sp>
        <p:nvSpPr>
          <p:cNvPr id="26" name="0026:panel-a-r-at-1/cell-0-visual_style/mean-0-visual_style:text">
            <a:extLst xmlns:a="http://schemas.openxmlformats.org/drawingml/2006/main">
              <a:ext uri="{FF2B5EF4-FFF2-40B4-BE49-F238E27FC236}">
                <a16:creationId xmlns:a16="http://schemas.microsoft.com/office/drawing/2014/main" id="{D3630368-FEC8-48FC-93AC-4301AABDAD9A}"/>
              </a:ext>
            </a:extLst>
          </p:cNvPr>
          <p:cNvSpPr>
            <a:spLocks xmlns:a="http://schemas.openxmlformats.org/drawingml/2006/main" noGrp="1"/>
          </p:cNvSpPr>
          <p:nvPr/>
        </p:nvSpPr>
        <p:spPr>
          <a:xfrm xmlns:a="http://schemas.openxmlformats.org/drawingml/2006/main">
            <a:off x="5103686" y="738580"/>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27.1</a:t>
            </a:r>
          </a:p>
        </p:txBody>
      </p:sp>
      <p:sp>
        <p:nvSpPr>
          <p:cNvPr id="27" name="0027:panel-a-r-at-1/cell-0-visual_style/sd-0-visual_style:text">
            <a:extLst xmlns:a="http://schemas.openxmlformats.org/drawingml/2006/main">
              <a:ext uri="{FF2B5EF4-FFF2-40B4-BE49-F238E27FC236}">
                <a16:creationId xmlns:a16="http://schemas.microsoft.com/office/drawing/2014/main" id="{C7DE049F-AD2D-4A6F-AB7D-DFBAEE82357D}"/>
              </a:ext>
            </a:extLst>
          </p:cNvPr>
          <p:cNvSpPr>
            <a:spLocks xmlns:a="http://schemas.openxmlformats.org/drawingml/2006/main" noGrp="1"/>
          </p:cNvSpPr>
          <p:nvPr/>
        </p:nvSpPr>
        <p:spPr>
          <a:xfrm xmlns:a="http://schemas.openxmlformats.org/drawingml/2006/main">
            <a:off x="5089970" y="871962"/>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0.5</a:t>
            </a:r>
          </a:p>
        </p:txBody>
      </p:sp>
      <p:sp>
        <p:nvSpPr>
          <p:cNvPr id="28" name="0028:panel-a-r-at-1/cell-0-full:rect">
            <a:extLst xmlns:a="http://schemas.openxmlformats.org/drawingml/2006/main">
              <a:ext uri="{FF2B5EF4-FFF2-40B4-BE49-F238E27FC236}">
                <a16:creationId xmlns:a16="http://schemas.microsoft.com/office/drawing/2014/main" id="{1B725505-F73F-4E27-95BF-9EB27B2E4385}"/>
              </a:ext>
            </a:extLst>
          </p:cNvPr>
          <p:cNvSpPr>
            <a:spLocks xmlns:a="http://schemas.openxmlformats.org/drawingml/2006/main" noGrp="1"/>
          </p:cNvSpPr>
          <p:nvPr/>
        </p:nvSpPr>
        <p:spPr>
          <a:xfrm xmlns:a="http://schemas.openxmlformats.org/drawingml/2006/main">
            <a:off x="5588239" y="698670"/>
            <a:ext cx="762033" cy="330280"/>
          </a:xfrm>
          <a:prstGeom xmlns:a="http://schemas.openxmlformats.org/drawingml/2006/main" prst="rect">
            <a:avLst/>
          </a:prstGeom>
          <a:solidFill xmlns:a="http://schemas.openxmlformats.org/drawingml/2006/main">
            <a:srgbClr val="BAD5EC"/>
          </a:solidFill>
          <a:ln xmlns:a="http://schemas.openxmlformats.org/drawingml/2006/main" w="6350">
            <a:solidFill>
              <a:srgbClr val="FFFFFF"/>
            </a:solidFill>
          </a:ln>
        </p:spPr>
      </p:sp>
      <p:sp>
        <p:nvSpPr>
          <p:cNvPr id="29" name="0029:panel-a-r-at-1/cell-0-full/mean-0-full:text">
            <a:extLst xmlns:a="http://schemas.openxmlformats.org/drawingml/2006/main">
              <a:ext uri="{FF2B5EF4-FFF2-40B4-BE49-F238E27FC236}">
                <a16:creationId xmlns:a16="http://schemas.microsoft.com/office/drawing/2014/main" id="{F9478A09-DFCB-4D72-9ECB-06FE37128965}"/>
              </a:ext>
            </a:extLst>
          </p:cNvPr>
          <p:cNvSpPr>
            <a:spLocks xmlns:a="http://schemas.openxmlformats.org/drawingml/2006/main" noGrp="1"/>
          </p:cNvSpPr>
          <p:nvPr/>
        </p:nvSpPr>
        <p:spPr>
          <a:xfrm xmlns:a="http://schemas.openxmlformats.org/drawingml/2006/main">
            <a:off x="5865718" y="738580"/>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28.4</a:t>
            </a:r>
          </a:p>
        </p:txBody>
      </p:sp>
      <p:sp>
        <p:nvSpPr>
          <p:cNvPr id="30" name="0030:panel-a-r-at-1/cell-0-full/sd-0-full:text">
            <a:extLst xmlns:a="http://schemas.openxmlformats.org/drawingml/2006/main">
              <a:ext uri="{FF2B5EF4-FFF2-40B4-BE49-F238E27FC236}">
                <a16:creationId xmlns:a16="http://schemas.microsoft.com/office/drawing/2014/main" id="{0A0DF57A-C34C-48C5-9057-8CA860118AD6}"/>
              </a:ext>
            </a:extLst>
          </p:cNvPr>
          <p:cNvSpPr>
            <a:spLocks xmlns:a="http://schemas.openxmlformats.org/drawingml/2006/main" noGrp="1"/>
          </p:cNvSpPr>
          <p:nvPr/>
        </p:nvSpPr>
        <p:spPr>
          <a:xfrm xmlns:a="http://schemas.openxmlformats.org/drawingml/2006/main">
            <a:off x="5852002" y="871962"/>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1.5</a:t>
            </a:r>
          </a:p>
        </p:txBody>
      </p:sp>
      <p:sp>
        <p:nvSpPr>
          <p:cNvPr id="31" name="0031:panel-a-r-at-1/row-1:text">
            <a:extLst xmlns:a="http://schemas.openxmlformats.org/drawingml/2006/main">
              <a:ext uri="{FF2B5EF4-FFF2-40B4-BE49-F238E27FC236}">
                <a16:creationId xmlns:a16="http://schemas.microsoft.com/office/drawing/2014/main" id="{0A088134-CB9C-4C64-A554-62706109FE47}"/>
              </a:ext>
            </a:extLst>
          </p:cNvPr>
          <p:cNvSpPr>
            <a:spLocks xmlns:a="http://schemas.openxmlformats.org/drawingml/2006/main" noGrp="1"/>
          </p:cNvSpPr>
          <p:nvPr/>
        </p:nvSpPr>
        <p:spPr>
          <a:xfrm xmlns:a="http://schemas.openxmlformats.org/drawingml/2006/main">
            <a:off x="649137" y="1138727"/>
            <a:ext cx="104003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Satellite → UAV 150 m</a:t>
            </a:r>
          </a:p>
        </p:txBody>
      </p:sp>
      <p:sp>
        <p:nvSpPr>
          <p:cNvPr id="32" name="0032:panel-a-r-at-1/cell-1-visual:rect">
            <a:extLst xmlns:a="http://schemas.openxmlformats.org/drawingml/2006/main">
              <a:ext uri="{FF2B5EF4-FFF2-40B4-BE49-F238E27FC236}">
                <a16:creationId xmlns:a16="http://schemas.microsoft.com/office/drawing/2014/main" id="{3C7BD929-E16A-4A90-99ED-0150DA4F9C63}"/>
              </a:ext>
            </a:extLst>
          </p:cNvPr>
          <p:cNvSpPr>
            <a:spLocks xmlns:a="http://schemas.openxmlformats.org/drawingml/2006/main" noGrp="1"/>
          </p:cNvSpPr>
          <p:nvPr/>
        </p:nvSpPr>
        <p:spPr>
          <a:xfrm xmlns:a="http://schemas.openxmlformats.org/drawingml/2006/main">
            <a:off x="1778076" y="1028950"/>
            <a:ext cx="762033" cy="330280"/>
          </a:xfrm>
          <a:prstGeom xmlns:a="http://schemas.openxmlformats.org/drawingml/2006/main" prst="rect">
            <a:avLst/>
          </a:prstGeom>
          <a:solidFill xmlns:a="http://schemas.openxmlformats.org/drawingml/2006/main">
            <a:srgbClr val="559CCC"/>
          </a:solidFill>
          <a:ln xmlns:a="http://schemas.openxmlformats.org/drawingml/2006/main" w="6350">
            <a:solidFill>
              <a:srgbClr val="FFFFFF"/>
            </a:solidFill>
          </a:ln>
        </p:spPr>
      </p:sp>
      <p:sp>
        <p:nvSpPr>
          <p:cNvPr id="33" name="0033:panel-a-r-at-1/cell-1-visual/mean-1-visual:text">
            <a:extLst xmlns:a="http://schemas.openxmlformats.org/drawingml/2006/main">
              <a:ext uri="{FF2B5EF4-FFF2-40B4-BE49-F238E27FC236}">
                <a16:creationId xmlns:a16="http://schemas.microsoft.com/office/drawing/2014/main" id="{5F0D17CB-A951-4FD8-8367-96455500FE47}"/>
              </a:ext>
            </a:extLst>
          </p:cNvPr>
          <p:cNvSpPr>
            <a:spLocks xmlns:a="http://schemas.openxmlformats.org/drawingml/2006/main" noGrp="1"/>
          </p:cNvSpPr>
          <p:nvPr/>
        </p:nvSpPr>
        <p:spPr>
          <a:xfrm xmlns:a="http://schemas.openxmlformats.org/drawingml/2006/main">
            <a:off x="2055556" y="1068860"/>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FFFFFF"/>
                </a:solidFill>
                <a:latin typeface="Arial"/>
                <a:ea typeface="Arial"/>
                <a:cs typeface="Arial"/>
              </a:defRPr>
            </a:pPr>
            <a:r>
              <a:rPr sz="800" b="1">
                <a:solidFill>
                  <a:srgbClr val="FFFFFF"/>
                </a:solidFill>
                <a:latin typeface="Arial"/>
                <a:ea typeface="Arial"/>
                <a:cs typeface="Arial"/>
              </a:rPr>
              <a:t>57.5</a:t>
            </a:r>
          </a:p>
        </p:txBody>
      </p:sp>
      <p:sp>
        <p:nvSpPr>
          <p:cNvPr id="34" name="0034:panel-a-r-at-1/cell-1-visual/sd-1-visual:text">
            <a:extLst xmlns:a="http://schemas.openxmlformats.org/drawingml/2006/main">
              <a:ext uri="{FF2B5EF4-FFF2-40B4-BE49-F238E27FC236}">
                <a16:creationId xmlns:a16="http://schemas.microsoft.com/office/drawing/2014/main" id="{185B9395-BFD6-4551-8857-47A41EA4EED2}"/>
              </a:ext>
            </a:extLst>
          </p:cNvPr>
          <p:cNvSpPr>
            <a:spLocks xmlns:a="http://schemas.openxmlformats.org/drawingml/2006/main" noGrp="1"/>
          </p:cNvSpPr>
          <p:nvPr/>
        </p:nvSpPr>
        <p:spPr>
          <a:xfrm xmlns:a="http://schemas.openxmlformats.org/drawingml/2006/main">
            <a:off x="2041840" y="120224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FFFFFF"/>
                </a:solidFill>
                <a:latin typeface="Arial"/>
                <a:ea typeface="Arial"/>
                <a:cs typeface="Arial"/>
              </a:defRPr>
            </a:pPr>
            <a:r>
              <a:rPr sz="800" b="0">
                <a:solidFill>
                  <a:srgbClr val="FFFFFF"/>
                </a:solidFill>
                <a:latin typeface="Arial"/>
                <a:ea typeface="Arial"/>
                <a:cs typeface="Arial"/>
              </a:rPr>
              <a:t>± 3.8</a:t>
            </a:r>
          </a:p>
        </p:txBody>
      </p:sp>
      <p:sp>
        <p:nvSpPr>
          <p:cNvPr id="35" name="0035:panel-a-r-at-1/cell-1-content:rect">
            <a:extLst xmlns:a="http://schemas.openxmlformats.org/drawingml/2006/main">
              <a:ext uri="{FF2B5EF4-FFF2-40B4-BE49-F238E27FC236}">
                <a16:creationId xmlns:a16="http://schemas.microsoft.com/office/drawing/2014/main" id="{EA914992-A5B3-4154-BC04-9D0C54AA5C00}"/>
              </a:ext>
            </a:extLst>
          </p:cNvPr>
          <p:cNvSpPr>
            <a:spLocks xmlns:a="http://schemas.openxmlformats.org/drawingml/2006/main" noGrp="1"/>
          </p:cNvSpPr>
          <p:nvPr/>
        </p:nvSpPr>
        <p:spPr>
          <a:xfrm xmlns:a="http://schemas.openxmlformats.org/drawingml/2006/main">
            <a:off x="2540109" y="1028950"/>
            <a:ext cx="762033" cy="330280"/>
          </a:xfrm>
          <a:prstGeom xmlns:a="http://schemas.openxmlformats.org/drawingml/2006/main" prst="rect">
            <a:avLst/>
          </a:prstGeom>
          <a:solidFill xmlns:a="http://schemas.openxmlformats.org/drawingml/2006/main">
            <a:srgbClr val="EEF5FC"/>
          </a:solidFill>
          <a:ln xmlns:a="http://schemas.openxmlformats.org/drawingml/2006/main" w="6350">
            <a:solidFill>
              <a:srgbClr val="FFFFFF"/>
            </a:solidFill>
          </a:ln>
        </p:spPr>
      </p:sp>
      <p:sp>
        <p:nvSpPr>
          <p:cNvPr id="36" name="0036:panel-a-r-at-1/cell-1-content/mean-1-content:text">
            <a:extLst xmlns:a="http://schemas.openxmlformats.org/drawingml/2006/main">
              <a:ext uri="{FF2B5EF4-FFF2-40B4-BE49-F238E27FC236}">
                <a16:creationId xmlns:a16="http://schemas.microsoft.com/office/drawing/2014/main" id="{A8CFDF15-89B3-4C71-91F4-9F626F89CD83}"/>
              </a:ext>
            </a:extLst>
          </p:cNvPr>
          <p:cNvSpPr>
            <a:spLocks xmlns:a="http://schemas.openxmlformats.org/drawingml/2006/main" noGrp="1"/>
          </p:cNvSpPr>
          <p:nvPr/>
        </p:nvSpPr>
        <p:spPr>
          <a:xfrm xmlns:a="http://schemas.openxmlformats.org/drawingml/2006/main">
            <a:off x="2845830" y="1068860"/>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4.6</a:t>
            </a:r>
          </a:p>
        </p:txBody>
      </p:sp>
      <p:sp>
        <p:nvSpPr>
          <p:cNvPr id="37" name="0037:panel-a-r-at-1/cell-1-content/sd-1-content:text">
            <a:extLst xmlns:a="http://schemas.openxmlformats.org/drawingml/2006/main">
              <a:ext uri="{FF2B5EF4-FFF2-40B4-BE49-F238E27FC236}">
                <a16:creationId xmlns:a16="http://schemas.microsoft.com/office/drawing/2014/main" id="{3132C152-5F0A-4ED3-B38B-DEA79B57E1C9}"/>
              </a:ext>
            </a:extLst>
          </p:cNvPr>
          <p:cNvSpPr>
            <a:spLocks xmlns:a="http://schemas.openxmlformats.org/drawingml/2006/main" noGrp="1"/>
          </p:cNvSpPr>
          <p:nvPr/>
        </p:nvSpPr>
        <p:spPr>
          <a:xfrm xmlns:a="http://schemas.openxmlformats.org/drawingml/2006/main">
            <a:off x="2803872" y="120224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0.7</a:t>
            </a:r>
          </a:p>
        </p:txBody>
      </p:sp>
      <p:sp>
        <p:nvSpPr>
          <p:cNvPr id="38" name="0038:panel-a-r-at-1/cell-1-style:rect">
            <a:extLst xmlns:a="http://schemas.openxmlformats.org/drawingml/2006/main">
              <a:ext uri="{FF2B5EF4-FFF2-40B4-BE49-F238E27FC236}">
                <a16:creationId xmlns:a16="http://schemas.microsoft.com/office/drawing/2014/main" id="{5A8DEEAB-6B3D-467C-B600-FFF10DE3B29F}"/>
              </a:ext>
            </a:extLst>
          </p:cNvPr>
          <p:cNvSpPr>
            <a:spLocks xmlns:a="http://schemas.openxmlformats.org/drawingml/2006/main" noGrp="1"/>
          </p:cNvSpPr>
          <p:nvPr/>
        </p:nvSpPr>
        <p:spPr>
          <a:xfrm xmlns:a="http://schemas.openxmlformats.org/drawingml/2006/main">
            <a:off x="3302141" y="1028950"/>
            <a:ext cx="762033" cy="330280"/>
          </a:xfrm>
          <a:prstGeom xmlns:a="http://schemas.openxmlformats.org/drawingml/2006/main" prst="rect">
            <a:avLst/>
          </a:prstGeom>
          <a:solidFill xmlns:a="http://schemas.openxmlformats.org/drawingml/2006/main">
            <a:srgbClr val="F7FBFF"/>
          </a:solidFill>
          <a:ln xmlns:a="http://schemas.openxmlformats.org/drawingml/2006/main" w="6350">
            <a:solidFill>
              <a:srgbClr val="FFFFFF"/>
            </a:solidFill>
          </a:ln>
        </p:spPr>
      </p:sp>
      <p:sp>
        <p:nvSpPr>
          <p:cNvPr id="39" name="0039:panel-a-r-at-1/cell-1-style/mean-1-style:text">
            <a:extLst xmlns:a="http://schemas.openxmlformats.org/drawingml/2006/main">
              <a:ext uri="{FF2B5EF4-FFF2-40B4-BE49-F238E27FC236}">
                <a16:creationId xmlns:a16="http://schemas.microsoft.com/office/drawing/2014/main" id="{B1E18516-3532-4845-9E34-C23D12E6CAB8}"/>
              </a:ext>
            </a:extLst>
          </p:cNvPr>
          <p:cNvSpPr>
            <a:spLocks xmlns:a="http://schemas.openxmlformats.org/drawingml/2006/main" noGrp="1"/>
          </p:cNvSpPr>
          <p:nvPr/>
        </p:nvSpPr>
        <p:spPr>
          <a:xfrm xmlns:a="http://schemas.openxmlformats.org/drawingml/2006/main">
            <a:off x="3607862" y="1068860"/>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0.0</a:t>
            </a:r>
          </a:p>
        </p:txBody>
      </p:sp>
      <p:sp>
        <p:nvSpPr>
          <p:cNvPr id="40" name="0040:panel-a-r-at-1/cell-1-style/sd-1-style:text">
            <a:extLst xmlns:a="http://schemas.openxmlformats.org/drawingml/2006/main">
              <a:ext uri="{FF2B5EF4-FFF2-40B4-BE49-F238E27FC236}">
                <a16:creationId xmlns:a16="http://schemas.microsoft.com/office/drawing/2014/main" id="{4D91FC6F-F032-442C-A763-99397090C71B}"/>
              </a:ext>
            </a:extLst>
          </p:cNvPr>
          <p:cNvSpPr>
            <a:spLocks xmlns:a="http://schemas.openxmlformats.org/drawingml/2006/main" noGrp="1"/>
          </p:cNvSpPr>
          <p:nvPr/>
        </p:nvSpPr>
        <p:spPr>
          <a:xfrm xmlns:a="http://schemas.openxmlformats.org/drawingml/2006/main">
            <a:off x="3565905" y="120224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0.0</a:t>
            </a:r>
          </a:p>
        </p:txBody>
      </p:sp>
      <p:sp>
        <p:nvSpPr>
          <p:cNvPr id="41" name="0041:panel-a-r-at-1/cell-1-visual_content:rect">
            <a:extLst xmlns:a="http://schemas.openxmlformats.org/drawingml/2006/main">
              <a:ext uri="{FF2B5EF4-FFF2-40B4-BE49-F238E27FC236}">
                <a16:creationId xmlns:a16="http://schemas.microsoft.com/office/drawing/2014/main" id="{3B84824E-DEFE-498B-A184-543F4BA2E200}"/>
              </a:ext>
            </a:extLst>
          </p:cNvPr>
          <p:cNvSpPr>
            <a:spLocks xmlns:a="http://schemas.openxmlformats.org/drawingml/2006/main" noGrp="1"/>
          </p:cNvSpPr>
          <p:nvPr/>
        </p:nvSpPr>
        <p:spPr>
          <a:xfrm xmlns:a="http://schemas.openxmlformats.org/drawingml/2006/main">
            <a:off x="4064174" y="1028950"/>
            <a:ext cx="762033" cy="330280"/>
          </a:xfrm>
          <a:prstGeom xmlns:a="http://schemas.openxmlformats.org/drawingml/2006/main" prst="rect">
            <a:avLst/>
          </a:prstGeom>
          <a:solidFill xmlns:a="http://schemas.openxmlformats.org/drawingml/2006/main">
            <a:srgbClr val="80B8DC"/>
          </a:solidFill>
          <a:ln xmlns:a="http://schemas.openxmlformats.org/drawingml/2006/main" w="6350">
            <a:solidFill>
              <a:srgbClr val="FFFFFF"/>
            </a:solidFill>
          </a:ln>
        </p:spPr>
      </p:sp>
      <p:sp>
        <p:nvSpPr>
          <p:cNvPr id="42" name="0042:panel-a-r-at-1/cell-1-visual_content/mean-1-visual_content:text">
            <a:extLst xmlns:a="http://schemas.openxmlformats.org/drawingml/2006/main">
              <a:ext uri="{FF2B5EF4-FFF2-40B4-BE49-F238E27FC236}">
                <a16:creationId xmlns:a16="http://schemas.microsoft.com/office/drawing/2014/main" id="{849D9992-C119-4346-A037-644E411FD12E}"/>
              </a:ext>
            </a:extLst>
          </p:cNvPr>
          <p:cNvSpPr>
            <a:spLocks xmlns:a="http://schemas.openxmlformats.org/drawingml/2006/main" noGrp="1"/>
          </p:cNvSpPr>
          <p:nvPr/>
        </p:nvSpPr>
        <p:spPr>
          <a:xfrm xmlns:a="http://schemas.openxmlformats.org/drawingml/2006/main">
            <a:off x="4341653" y="1068860"/>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44.2</a:t>
            </a:r>
          </a:p>
        </p:txBody>
      </p:sp>
      <p:sp>
        <p:nvSpPr>
          <p:cNvPr id="43" name="0043:panel-a-r-at-1/cell-1-visual_content/sd-1-visual_content:text">
            <a:extLst xmlns:a="http://schemas.openxmlformats.org/drawingml/2006/main">
              <a:ext uri="{FF2B5EF4-FFF2-40B4-BE49-F238E27FC236}">
                <a16:creationId xmlns:a16="http://schemas.microsoft.com/office/drawing/2014/main" id="{F5FB2BDE-80A5-485D-A8F9-C65046C19A8F}"/>
              </a:ext>
            </a:extLst>
          </p:cNvPr>
          <p:cNvSpPr>
            <a:spLocks xmlns:a="http://schemas.openxmlformats.org/drawingml/2006/main" noGrp="1"/>
          </p:cNvSpPr>
          <p:nvPr/>
        </p:nvSpPr>
        <p:spPr>
          <a:xfrm xmlns:a="http://schemas.openxmlformats.org/drawingml/2006/main">
            <a:off x="4327937" y="120224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5.6</a:t>
            </a:r>
          </a:p>
        </p:txBody>
      </p:sp>
      <p:sp>
        <p:nvSpPr>
          <p:cNvPr id="44" name="0044:panel-a-r-at-1/cell-1-visual_style:rect">
            <a:extLst xmlns:a="http://schemas.openxmlformats.org/drawingml/2006/main">
              <a:ext uri="{FF2B5EF4-FFF2-40B4-BE49-F238E27FC236}">
                <a16:creationId xmlns:a16="http://schemas.microsoft.com/office/drawing/2014/main" id="{2CF3B68A-6335-4C0F-8001-B1BE47521ABB}"/>
              </a:ext>
            </a:extLst>
          </p:cNvPr>
          <p:cNvSpPr>
            <a:spLocks xmlns:a="http://schemas.openxmlformats.org/drawingml/2006/main" noGrp="1"/>
          </p:cNvSpPr>
          <p:nvPr/>
        </p:nvSpPr>
        <p:spPr>
          <a:xfrm xmlns:a="http://schemas.openxmlformats.org/drawingml/2006/main">
            <a:off x="4826206" y="1028950"/>
            <a:ext cx="762033" cy="330280"/>
          </a:xfrm>
          <a:prstGeom xmlns:a="http://schemas.openxmlformats.org/drawingml/2006/main" prst="rect">
            <a:avLst/>
          </a:prstGeom>
          <a:solidFill xmlns:a="http://schemas.openxmlformats.org/drawingml/2006/main">
            <a:srgbClr val="77B4D9"/>
          </a:solidFill>
          <a:ln xmlns:a="http://schemas.openxmlformats.org/drawingml/2006/main" w="6350">
            <a:solidFill>
              <a:srgbClr val="FFFFFF"/>
            </a:solidFill>
          </a:ln>
        </p:spPr>
      </p:sp>
      <p:sp>
        <p:nvSpPr>
          <p:cNvPr id="45" name="0045:panel-a-r-at-1/cell-1-visual_style/mean-1-visual_style:text">
            <a:extLst xmlns:a="http://schemas.openxmlformats.org/drawingml/2006/main">
              <a:ext uri="{FF2B5EF4-FFF2-40B4-BE49-F238E27FC236}">
                <a16:creationId xmlns:a16="http://schemas.microsoft.com/office/drawing/2014/main" id="{470CF87A-81C0-41E8-9795-D7856B098A7B}"/>
              </a:ext>
            </a:extLst>
          </p:cNvPr>
          <p:cNvSpPr>
            <a:spLocks xmlns:a="http://schemas.openxmlformats.org/drawingml/2006/main" noGrp="1"/>
          </p:cNvSpPr>
          <p:nvPr/>
        </p:nvSpPr>
        <p:spPr>
          <a:xfrm xmlns:a="http://schemas.openxmlformats.org/drawingml/2006/main">
            <a:off x="5103686" y="1068860"/>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46.7</a:t>
            </a:r>
          </a:p>
        </p:txBody>
      </p:sp>
      <p:sp>
        <p:nvSpPr>
          <p:cNvPr id="46" name="0046:panel-a-r-at-1/cell-1-visual_style/sd-1-visual_style:text">
            <a:extLst xmlns:a="http://schemas.openxmlformats.org/drawingml/2006/main">
              <a:ext uri="{FF2B5EF4-FFF2-40B4-BE49-F238E27FC236}">
                <a16:creationId xmlns:a16="http://schemas.microsoft.com/office/drawing/2014/main" id="{1FBEACDF-DB8F-45B8-8154-3F2605F44C81}"/>
              </a:ext>
            </a:extLst>
          </p:cNvPr>
          <p:cNvSpPr>
            <a:spLocks xmlns:a="http://schemas.openxmlformats.org/drawingml/2006/main" noGrp="1"/>
          </p:cNvSpPr>
          <p:nvPr/>
        </p:nvSpPr>
        <p:spPr>
          <a:xfrm xmlns:a="http://schemas.openxmlformats.org/drawingml/2006/main">
            <a:off x="5089970" y="120224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1.9</a:t>
            </a:r>
          </a:p>
        </p:txBody>
      </p:sp>
      <p:sp>
        <p:nvSpPr>
          <p:cNvPr id="47" name="0047:panel-a-r-at-1/cell-1-full:rect">
            <a:extLst xmlns:a="http://schemas.openxmlformats.org/drawingml/2006/main">
              <a:ext uri="{FF2B5EF4-FFF2-40B4-BE49-F238E27FC236}">
                <a16:creationId xmlns:a16="http://schemas.microsoft.com/office/drawing/2014/main" id="{A0FDE963-97BE-4C70-ADA8-1D5B0FEFE0E9}"/>
              </a:ext>
            </a:extLst>
          </p:cNvPr>
          <p:cNvSpPr>
            <a:spLocks xmlns:a="http://schemas.openxmlformats.org/drawingml/2006/main" noGrp="1"/>
          </p:cNvSpPr>
          <p:nvPr/>
        </p:nvSpPr>
        <p:spPr>
          <a:xfrm xmlns:a="http://schemas.openxmlformats.org/drawingml/2006/main">
            <a:off x="5588239" y="1028950"/>
            <a:ext cx="762033" cy="330280"/>
          </a:xfrm>
          <a:prstGeom xmlns:a="http://schemas.openxmlformats.org/drawingml/2006/main" prst="rect">
            <a:avLst/>
          </a:prstGeom>
          <a:solidFill xmlns:a="http://schemas.openxmlformats.org/drawingml/2006/main">
            <a:srgbClr val="73B2D8"/>
          </a:solidFill>
          <a:ln xmlns:a="http://schemas.openxmlformats.org/drawingml/2006/main" w="6350">
            <a:solidFill>
              <a:srgbClr val="FFFFFF"/>
            </a:solidFill>
          </a:ln>
        </p:spPr>
      </p:sp>
      <p:sp>
        <p:nvSpPr>
          <p:cNvPr id="48" name="0048:panel-a-r-at-1/cell-1-full/mean-1-full:text">
            <a:extLst xmlns:a="http://schemas.openxmlformats.org/drawingml/2006/main">
              <a:ext uri="{FF2B5EF4-FFF2-40B4-BE49-F238E27FC236}">
                <a16:creationId xmlns:a16="http://schemas.microsoft.com/office/drawing/2014/main" id="{C0FF3602-30CE-4E2C-A432-342721104573}"/>
              </a:ext>
            </a:extLst>
          </p:cNvPr>
          <p:cNvSpPr>
            <a:spLocks xmlns:a="http://schemas.openxmlformats.org/drawingml/2006/main" noGrp="1"/>
          </p:cNvSpPr>
          <p:nvPr/>
        </p:nvSpPr>
        <p:spPr>
          <a:xfrm xmlns:a="http://schemas.openxmlformats.org/drawingml/2006/main">
            <a:off x="5865718" y="1068860"/>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47.9</a:t>
            </a:r>
          </a:p>
        </p:txBody>
      </p:sp>
      <p:sp>
        <p:nvSpPr>
          <p:cNvPr id="49" name="0049:panel-a-r-at-1/cell-1-full/sd-1-full:text">
            <a:extLst xmlns:a="http://schemas.openxmlformats.org/drawingml/2006/main">
              <a:ext uri="{FF2B5EF4-FFF2-40B4-BE49-F238E27FC236}">
                <a16:creationId xmlns:a16="http://schemas.microsoft.com/office/drawing/2014/main" id="{8BF465E5-A4FF-4CED-A3F0-A173D2350B20}"/>
              </a:ext>
            </a:extLst>
          </p:cNvPr>
          <p:cNvSpPr>
            <a:spLocks xmlns:a="http://schemas.openxmlformats.org/drawingml/2006/main" noGrp="1"/>
          </p:cNvSpPr>
          <p:nvPr/>
        </p:nvSpPr>
        <p:spPr>
          <a:xfrm xmlns:a="http://schemas.openxmlformats.org/drawingml/2006/main">
            <a:off x="5852002" y="120224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0.7</a:t>
            </a:r>
          </a:p>
        </p:txBody>
      </p:sp>
      <p:sp>
        <p:nvSpPr>
          <p:cNvPr id="50" name="0050:panel-a-r-at-1/row-2:text">
            <a:extLst xmlns:a="http://schemas.openxmlformats.org/drawingml/2006/main">
              <a:ext uri="{FF2B5EF4-FFF2-40B4-BE49-F238E27FC236}">
                <a16:creationId xmlns:a16="http://schemas.microsoft.com/office/drawing/2014/main" id="{A80C522C-FADA-436C-93B5-E2ABD87E59F2}"/>
              </a:ext>
            </a:extLst>
          </p:cNvPr>
          <p:cNvSpPr>
            <a:spLocks xmlns:a="http://schemas.openxmlformats.org/drawingml/2006/main" noGrp="1"/>
          </p:cNvSpPr>
          <p:nvPr/>
        </p:nvSpPr>
        <p:spPr>
          <a:xfrm xmlns:a="http://schemas.openxmlformats.org/drawingml/2006/main">
            <a:off x="666092" y="1469007"/>
            <a:ext cx="10230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UAV 200 m → satellite</a:t>
            </a:r>
          </a:p>
        </p:txBody>
      </p:sp>
      <p:sp>
        <p:nvSpPr>
          <p:cNvPr id="51" name="0051:panel-a-r-at-1/cell-2-visual:rect">
            <a:extLst xmlns:a="http://schemas.openxmlformats.org/drawingml/2006/main">
              <a:ext uri="{FF2B5EF4-FFF2-40B4-BE49-F238E27FC236}">
                <a16:creationId xmlns:a16="http://schemas.microsoft.com/office/drawing/2014/main" id="{E2241F7F-44F6-41B1-B42F-E2BC92A42371}"/>
              </a:ext>
            </a:extLst>
          </p:cNvPr>
          <p:cNvSpPr>
            <a:spLocks xmlns:a="http://schemas.openxmlformats.org/drawingml/2006/main" noGrp="1"/>
          </p:cNvSpPr>
          <p:nvPr/>
        </p:nvSpPr>
        <p:spPr>
          <a:xfrm xmlns:a="http://schemas.openxmlformats.org/drawingml/2006/main">
            <a:off x="1778076" y="1359230"/>
            <a:ext cx="762033" cy="330280"/>
          </a:xfrm>
          <a:prstGeom xmlns:a="http://schemas.openxmlformats.org/drawingml/2006/main" prst="rect">
            <a:avLst/>
          </a:prstGeom>
          <a:solidFill xmlns:a="http://schemas.openxmlformats.org/drawingml/2006/main">
            <a:srgbClr val="85BBDD"/>
          </a:solidFill>
          <a:ln xmlns:a="http://schemas.openxmlformats.org/drawingml/2006/main" w="6350">
            <a:solidFill>
              <a:srgbClr val="FFFFFF"/>
            </a:solidFill>
          </a:ln>
        </p:spPr>
      </p:sp>
      <p:sp>
        <p:nvSpPr>
          <p:cNvPr id="52" name="0052:panel-a-r-at-1/cell-2-visual/mean-2-visual:text">
            <a:extLst xmlns:a="http://schemas.openxmlformats.org/drawingml/2006/main">
              <a:ext uri="{FF2B5EF4-FFF2-40B4-BE49-F238E27FC236}">
                <a16:creationId xmlns:a16="http://schemas.microsoft.com/office/drawing/2014/main" id="{2986D574-3DFA-41F9-9AB4-8463182FA3F1}"/>
              </a:ext>
            </a:extLst>
          </p:cNvPr>
          <p:cNvSpPr>
            <a:spLocks xmlns:a="http://schemas.openxmlformats.org/drawingml/2006/main" noGrp="1"/>
          </p:cNvSpPr>
          <p:nvPr/>
        </p:nvSpPr>
        <p:spPr>
          <a:xfrm xmlns:a="http://schemas.openxmlformats.org/drawingml/2006/main">
            <a:off x="2055556" y="1399140"/>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43.0</a:t>
            </a:r>
          </a:p>
        </p:txBody>
      </p:sp>
      <p:sp>
        <p:nvSpPr>
          <p:cNvPr id="53" name="0053:panel-a-r-at-1/cell-2-visual/sd-2-visual:text">
            <a:extLst xmlns:a="http://schemas.openxmlformats.org/drawingml/2006/main">
              <a:ext uri="{FF2B5EF4-FFF2-40B4-BE49-F238E27FC236}">
                <a16:creationId xmlns:a16="http://schemas.microsoft.com/office/drawing/2014/main" id="{6FA4DD89-BE0B-4D78-9BA9-40613F2E6C1C}"/>
              </a:ext>
            </a:extLst>
          </p:cNvPr>
          <p:cNvSpPr>
            <a:spLocks xmlns:a="http://schemas.openxmlformats.org/drawingml/2006/main" noGrp="1"/>
          </p:cNvSpPr>
          <p:nvPr/>
        </p:nvSpPr>
        <p:spPr>
          <a:xfrm xmlns:a="http://schemas.openxmlformats.org/drawingml/2006/main">
            <a:off x="2041840" y="153252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1.7</a:t>
            </a:r>
          </a:p>
        </p:txBody>
      </p:sp>
      <p:sp>
        <p:nvSpPr>
          <p:cNvPr id="54" name="0054:panel-a-r-at-1/cell-2-content:rect">
            <a:extLst xmlns:a="http://schemas.openxmlformats.org/drawingml/2006/main">
              <a:ext uri="{FF2B5EF4-FFF2-40B4-BE49-F238E27FC236}">
                <a16:creationId xmlns:a16="http://schemas.microsoft.com/office/drawing/2014/main" id="{5CE76756-BE9A-4AD9-A08F-4EAA13A011A3}"/>
              </a:ext>
            </a:extLst>
          </p:cNvPr>
          <p:cNvSpPr>
            <a:spLocks xmlns:a="http://schemas.openxmlformats.org/drawingml/2006/main" noGrp="1"/>
          </p:cNvSpPr>
          <p:nvPr/>
        </p:nvSpPr>
        <p:spPr>
          <a:xfrm xmlns:a="http://schemas.openxmlformats.org/drawingml/2006/main">
            <a:off x="2540109" y="1359230"/>
            <a:ext cx="762033" cy="330280"/>
          </a:xfrm>
          <a:prstGeom xmlns:a="http://schemas.openxmlformats.org/drawingml/2006/main" prst="rect">
            <a:avLst/>
          </a:prstGeom>
          <a:solidFill xmlns:a="http://schemas.openxmlformats.org/drawingml/2006/main">
            <a:srgbClr val="F2F8FD"/>
          </a:solidFill>
          <a:ln xmlns:a="http://schemas.openxmlformats.org/drawingml/2006/main" w="6350">
            <a:solidFill>
              <a:srgbClr val="FFFFFF"/>
            </a:solidFill>
          </a:ln>
        </p:spPr>
      </p:sp>
      <p:sp>
        <p:nvSpPr>
          <p:cNvPr id="55" name="0055:panel-a-r-at-1/cell-2-content/mean-2-content:text">
            <a:extLst xmlns:a="http://schemas.openxmlformats.org/drawingml/2006/main">
              <a:ext uri="{FF2B5EF4-FFF2-40B4-BE49-F238E27FC236}">
                <a16:creationId xmlns:a16="http://schemas.microsoft.com/office/drawing/2014/main" id="{3DCB500F-F2B8-4414-A14E-011BE3731CE1}"/>
              </a:ext>
            </a:extLst>
          </p:cNvPr>
          <p:cNvSpPr>
            <a:spLocks xmlns:a="http://schemas.openxmlformats.org/drawingml/2006/main" noGrp="1"/>
          </p:cNvSpPr>
          <p:nvPr/>
        </p:nvSpPr>
        <p:spPr>
          <a:xfrm xmlns:a="http://schemas.openxmlformats.org/drawingml/2006/main">
            <a:off x="2845830" y="1399140"/>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2.4</a:t>
            </a:r>
          </a:p>
        </p:txBody>
      </p:sp>
      <p:sp>
        <p:nvSpPr>
          <p:cNvPr id="56" name="0056:panel-a-r-at-1/cell-2-content/sd-2-content:text">
            <a:extLst xmlns:a="http://schemas.openxmlformats.org/drawingml/2006/main">
              <a:ext uri="{FF2B5EF4-FFF2-40B4-BE49-F238E27FC236}">
                <a16:creationId xmlns:a16="http://schemas.microsoft.com/office/drawing/2014/main" id="{B734BC19-9ED2-4245-AE98-575592BBA36B}"/>
              </a:ext>
            </a:extLst>
          </p:cNvPr>
          <p:cNvSpPr>
            <a:spLocks xmlns:a="http://schemas.openxmlformats.org/drawingml/2006/main" noGrp="1"/>
          </p:cNvSpPr>
          <p:nvPr/>
        </p:nvSpPr>
        <p:spPr>
          <a:xfrm xmlns:a="http://schemas.openxmlformats.org/drawingml/2006/main">
            <a:off x="2774202" y="1532523"/>
            <a:ext cx="29384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&lt;0.1</a:t>
            </a:r>
          </a:p>
        </p:txBody>
      </p:sp>
      <p:sp>
        <p:nvSpPr>
          <p:cNvPr id="57" name="0057:panel-a-r-at-1/cell-2-style:rect">
            <a:extLst xmlns:a="http://schemas.openxmlformats.org/drawingml/2006/main">
              <a:ext uri="{FF2B5EF4-FFF2-40B4-BE49-F238E27FC236}">
                <a16:creationId xmlns:a16="http://schemas.microsoft.com/office/drawing/2014/main" id="{66743238-E1C3-4984-8809-0A76662783F0}"/>
              </a:ext>
            </a:extLst>
          </p:cNvPr>
          <p:cNvSpPr>
            <a:spLocks xmlns:a="http://schemas.openxmlformats.org/drawingml/2006/main" noGrp="1"/>
          </p:cNvSpPr>
          <p:nvPr/>
        </p:nvSpPr>
        <p:spPr>
          <a:xfrm xmlns:a="http://schemas.openxmlformats.org/drawingml/2006/main">
            <a:off x="3302141" y="1359230"/>
            <a:ext cx="762033" cy="330280"/>
          </a:xfrm>
          <a:prstGeom xmlns:a="http://schemas.openxmlformats.org/drawingml/2006/main" prst="rect">
            <a:avLst/>
          </a:prstGeom>
          <a:solidFill xmlns:a="http://schemas.openxmlformats.org/drawingml/2006/main">
            <a:srgbClr val="F7FBFF"/>
          </a:solidFill>
          <a:ln xmlns:a="http://schemas.openxmlformats.org/drawingml/2006/main" w="6350">
            <a:solidFill>
              <a:srgbClr val="FFFFFF"/>
            </a:solidFill>
          </a:ln>
        </p:spPr>
      </p:sp>
      <p:sp>
        <p:nvSpPr>
          <p:cNvPr id="58" name="0058:panel-a-r-at-1/cell-2-style/mean-2-style:text">
            <a:extLst xmlns:a="http://schemas.openxmlformats.org/drawingml/2006/main">
              <a:ext uri="{FF2B5EF4-FFF2-40B4-BE49-F238E27FC236}">
                <a16:creationId xmlns:a16="http://schemas.microsoft.com/office/drawing/2014/main" id="{FCC1E371-C0F1-4AB6-82B2-891D82F33B6C}"/>
              </a:ext>
            </a:extLst>
          </p:cNvPr>
          <p:cNvSpPr>
            <a:spLocks xmlns:a="http://schemas.openxmlformats.org/drawingml/2006/main" noGrp="1"/>
          </p:cNvSpPr>
          <p:nvPr/>
        </p:nvSpPr>
        <p:spPr>
          <a:xfrm xmlns:a="http://schemas.openxmlformats.org/drawingml/2006/main">
            <a:off x="3607862" y="1399140"/>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0.1</a:t>
            </a:r>
          </a:p>
        </p:txBody>
      </p:sp>
      <p:sp>
        <p:nvSpPr>
          <p:cNvPr id="59" name="0059:panel-a-r-at-1/cell-2-style/sd-2-style:text">
            <a:extLst xmlns:a="http://schemas.openxmlformats.org/drawingml/2006/main">
              <a:ext uri="{FF2B5EF4-FFF2-40B4-BE49-F238E27FC236}">
                <a16:creationId xmlns:a16="http://schemas.microsoft.com/office/drawing/2014/main" id="{139FC1D4-D467-4DB0-B456-A991148BF95A}"/>
              </a:ext>
            </a:extLst>
          </p:cNvPr>
          <p:cNvSpPr>
            <a:spLocks xmlns:a="http://schemas.openxmlformats.org/drawingml/2006/main" noGrp="1"/>
          </p:cNvSpPr>
          <p:nvPr/>
        </p:nvSpPr>
        <p:spPr>
          <a:xfrm xmlns:a="http://schemas.openxmlformats.org/drawingml/2006/main">
            <a:off x="3536234" y="1532523"/>
            <a:ext cx="29384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&lt;0.1</a:t>
            </a:r>
          </a:p>
        </p:txBody>
      </p:sp>
      <p:sp>
        <p:nvSpPr>
          <p:cNvPr id="60" name="0060:panel-a-r-at-1/cell-2-visual_content:rect">
            <a:extLst xmlns:a="http://schemas.openxmlformats.org/drawingml/2006/main">
              <a:ext uri="{FF2B5EF4-FFF2-40B4-BE49-F238E27FC236}">
                <a16:creationId xmlns:a16="http://schemas.microsoft.com/office/drawing/2014/main" id="{8E0AE1EF-9264-479D-AA3C-28B989C0F36F}"/>
              </a:ext>
            </a:extLst>
          </p:cNvPr>
          <p:cNvSpPr>
            <a:spLocks xmlns:a="http://schemas.openxmlformats.org/drawingml/2006/main" noGrp="1"/>
          </p:cNvSpPr>
          <p:nvPr/>
        </p:nvSpPr>
        <p:spPr>
          <a:xfrm xmlns:a="http://schemas.openxmlformats.org/drawingml/2006/main">
            <a:off x="4064174" y="1359230"/>
            <a:ext cx="762033" cy="330280"/>
          </a:xfrm>
          <a:prstGeom xmlns:a="http://schemas.openxmlformats.org/drawingml/2006/main" prst="rect">
            <a:avLst/>
          </a:prstGeom>
          <a:solidFill xmlns:a="http://schemas.openxmlformats.org/drawingml/2006/main">
            <a:srgbClr val="A5CBE6"/>
          </a:solidFill>
          <a:ln xmlns:a="http://schemas.openxmlformats.org/drawingml/2006/main" w="6350">
            <a:solidFill>
              <a:srgbClr val="FFFFFF"/>
            </a:solidFill>
          </a:ln>
        </p:spPr>
      </p:sp>
      <p:sp>
        <p:nvSpPr>
          <p:cNvPr id="61" name="0061:panel-a-r-at-1/cell-2-visual_content/mean-2-visual_content:text">
            <a:extLst xmlns:a="http://schemas.openxmlformats.org/drawingml/2006/main">
              <a:ext uri="{FF2B5EF4-FFF2-40B4-BE49-F238E27FC236}">
                <a16:creationId xmlns:a16="http://schemas.microsoft.com/office/drawing/2014/main" id="{812A3136-2DCD-45F7-AAC5-5FCBD6EBAB8E}"/>
              </a:ext>
            </a:extLst>
          </p:cNvPr>
          <p:cNvSpPr>
            <a:spLocks xmlns:a="http://schemas.openxmlformats.org/drawingml/2006/main" noGrp="1"/>
          </p:cNvSpPr>
          <p:nvPr/>
        </p:nvSpPr>
        <p:spPr>
          <a:xfrm xmlns:a="http://schemas.openxmlformats.org/drawingml/2006/main">
            <a:off x="4341653" y="1399140"/>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34.1</a:t>
            </a:r>
          </a:p>
        </p:txBody>
      </p:sp>
      <p:sp>
        <p:nvSpPr>
          <p:cNvPr id="62" name="0062:panel-a-r-at-1/cell-2-visual_content/sd-2-visual_content:text">
            <a:extLst xmlns:a="http://schemas.openxmlformats.org/drawingml/2006/main">
              <a:ext uri="{FF2B5EF4-FFF2-40B4-BE49-F238E27FC236}">
                <a16:creationId xmlns:a16="http://schemas.microsoft.com/office/drawing/2014/main" id="{111FA559-3C36-4265-AC7F-B545BA458724}"/>
              </a:ext>
            </a:extLst>
          </p:cNvPr>
          <p:cNvSpPr>
            <a:spLocks xmlns:a="http://schemas.openxmlformats.org/drawingml/2006/main" noGrp="1"/>
          </p:cNvSpPr>
          <p:nvPr/>
        </p:nvSpPr>
        <p:spPr>
          <a:xfrm xmlns:a="http://schemas.openxmlformats.org/drawingml/2006/main">
            <a:off x="4327937" y="153252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4.3</a:t>
            </a:r>
          </a:p>
        </p:txBody>
      </p:sp>
      <p:sp>
        <p:nvSpPr>
          <p:cNvPr id="63" name="0063:panel-a-r-at-1/cell-2-visual_style:rect">
            <a:extLst xmlns:a="http://schemas.openxmlformats.org/drawingml/2006/main">
              <a:ext uri="{FF2B5EF4-FFF2-40B4-BE49-F238E27FC236}">
                <a16:creationId xmlns:a16="http://schemas.microsoft.com/office/drawing/2014/main" id="{667D1DB7-3EE6-4BD4-B64C-2DFD0BBF717D}"/>
              </a:ext>
            </a:extLst>
          </p:cNvPr>
          <p:cNvSpPr>
            <a:spLocks xmlns:a="http://schemas.openxmlformats.org/drawingml/2006/main" noGrp="1"/>
          </p:cNvSpPr>
          <p:nvPr/>
        </p:nvSpPr>
        <p:spPr>
          <a:xfrm xmlns:a="http://schemas.openxmlformats.org/drawingml/2006/main">
            <a:off x="4826206" y="1359230"/>
            <a:ext cx="762033" cy="330280"/>
          </a:xfrm>
          <a:prstGeom xmlns:a="http://schemas.openxmlformats.org/drawingml/2006/main" prst="rect">
            <a:avLst/>
          </a:prstGeom>
          <a:solidFill xmlns:a="http://schemas.openxmlformats.org/drawingml/2006/main">
            <a:srgbClr val="A0C8E5"/>
          </a:solidFill>
          <a:ln xmlns:a="http://schemas.openxmlformats.org/drawingml/2006/main" w="6350">
            <a:solidFill>
              <a:srgbClr val="FFFFFF"/>
            </a:solidFill>
          </a:ln>
        </p:spPr>
      </p:sp>
      <p:sp>
        <p:nvSpPr>
          <p:cNvPr id="64" name="0064:panel-a-r-at-1/cell-2-visual_style/mean-2-visual_style:text">
            <a:extLst xmlns:a="http://schemas.openxmlformats.org/drawingml/2006/main">
              <a:ext uri="{FF2B5EF4-FFF2-40B4-BE49-F238E27FC236}">
                <a16:creationId xmlns:a16="http://schemas.microsoft.com/office/drawing/2014/main" id="{5E46D502-771D-4BBA-A59D-87D139F2F2D4}"/>
              </a:ext>
            </a:extLst>
          </p:cNvPr>
          <p:cNvSpPr>
            <a:spLocks xmlns:a="http://schemas.openxmlformats.org/drawingml/2006/main" noGrp="1"/>
          </p:cNvSpPr>
          <p:nvPr/>
        </p:nvSpPr>
        <p:spPr>
          <a:xfrm xmlns:a="http://schemas.openxmlformats.org/drawingml/2006/main">
            <a:off x="5103686" y="1399140"/>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35.4</a:t>
            </a:r>
          </a:p>
        </p:txBody>
      </p:sp>
      <p:sp>
        <p:nvSpPr>
          <p:cNvPr id="65" name="0065:panel-a-r-at-1/cell-2-visual_style/sd-2-visual_style:text">
            <a:extLst xmlns:a="http://schemas.openxmlformats.org/drawingml/2006/main">
              <a:ext uri="{FF2B5EF4-FFF2-40B4-BE49-F238E27FC236}">
                <a16:creationId xmlns:a16="http://schemas.microsoft.com/office/drawing/2014/main" id="{D2A02476-8EDA-40D3-ABEC-2D924098C97B}"/>
              </a:ext>
            </a:extLst>
          </p:cNvPr>
          <p:cNvSpPr>
            <a:spLocks xmlns:a="http://schemas.openxmlformats.org/drawingml/2006/main" noGrp="1"/>
          </p:cNvSpPr>
          <p:nvPr/>
        </p:nvSpPr>
        <p:spPr>
          <a:xfrm xmlns:a="http://schemas.openxmlformats.org/drawingml/2006/main">
            <a:off x="5089970" y="153252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0.6</a:t>
            </a:r>
          </a:p>
        </p:txBody>
      </p:sp>
      <p:sp>
        <p:nvSpPr>
          <p:cNvPr id="66" name="0066:panel-a-r-at-1/cell-2-full:rect">
            <a:extLst xmlns:a="http://schemas.openxmlformats.org/drawingml/2006/main">
              <a:ext uri="{FF2B5EF4-FFF2-40B4-BE49-F238E27FC236}">
                <a16:creationId xmlns:a16="http://schemas.microsoft.com/office/drawing/2014/main" id="{176539AD-4441-443E-AC45-9BE7B3330241}"/>
              </a:ext>
            </a:extLst>
          </p:cNvPr>
          <p:cNvSpPr>
            <a:spLocks xmlns:a="http://schemas.openxmlformats.org/drawingml/2006/main" noGrp="1"/>
          </p:cNvSpPr>
          <p:nvPr/>
        </p:nvSpPr>
        <p:spPr>
          <a:xfrm xmlns:a="http://schemas.openxmlformats.org/drawingml/2006/main">
            <a:off x="5588239" y="1359230"/>
            <a:ext cx="762033" cy="330280"/>
          </a:xfrm>
          <a:prstGeom xmlns:a="http://schemas.openxmlformats.org/drawingml/2006/main" prst="rect">
            <a:avLst/>
          </a:prstGeom>
          <a:solidFill xmlns:a="http://schemas.openxmlformats.org/drawingml/2006/main">
            <a:srgbClr val="A7CBE6"/>
          </a:solidFill>
          <a:ln xmlns:a="http://schemas.openxmlformats.org/drawingml/2006/main" w="6350">
            <a:solidFill>
              <a:srgbClr val="FFFFFF"/>
            </a:solidFill>
          </a:ln>
        </p:spPr>
      </p:sp>
      <p:sp>
        <p:nvSpPr>
          <p:cNvPr id="67" name="0067:panel-a-r-at-1/cell-2-full/mean-2-full:text">
            <a:extLst xmlns:a="http://schemas.openxmlformats.org/drawingml/2006/main">
              <a:ext uri="{FF2B5EF4-FFF2-40B4-BE49-F238E27FC236}">
                <a16:creationId xmlns:a16="http://schemas.microsoft.com/office/drawing/2014/main" id="{BE8A3F65-B25E-4AFC-AC7D-9945ED5DEE53}"/>
              </a:ext>
            </a:extLst>
          </p:cNvPr>
          <p:cNvSpPr>
            <a:spLocks xmlns:a="http://schemas.openxmlformats.org/drawingml/2006/main" noGrp="1"/>
          </p:cNvSpPr>
          <p:nvPr/>
        </p:nvSpPr>
        <p:spPr>
          <a:xfrm xmlns:a="http://schemas.openxmlformats.org/drawingml/2006/main">
            <a:off x="5865718" y="1399140"/>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33.6</a:t>
            </a:r>
          </a:p>
        </p:txBody>
      </p:sp>
      <p:sp>
        <p:nvSpPr>
          <p:cNvPr id="68" name="0068:panel-a-r-at-1/cell-2-full/sd-2-full:text">
            <a:extLst xmlns:a="http://schemas.openxmlformats.org/drawingml/2006/main">
              <a:ext uri="{FF2B5EF4-FFF2-40B4-BE49-F238E27FC236}">
                <a16:creationId xmlns:a16="http://schemas.microsoft.com/office/drawing/2014/main" id="{3CEDEC26-8DAD-438C-AD57-809586D8DA60}"/>
              </a:ext>
            </a:extLst>
          </p:cNvPr>
          <p:cNvSpPr>
            <a:spLocks xmlns:a="http://schemas.openxmlformats.org/drawingml/2006/main" noGrp="1"/>
          </p:cNvSpPr>
          <p:nvPr/>
        </p:nvSpPr>
        <p:spPr>
          <a:xfrm xmlns:a="http://schemas.openxmlformats.org/drawingml/2006/main">
            <a:off x="5852002" y="153252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1.2</a:t>
            </a:r>
          </a:p>
        </p:txBody>
      </p:sp>
      <p:sp>
        <p:nvSpPr>
          <p:cNvPr id="69" name="0069:panel-a-r-at-1/row-3:text">
            <a:extLst xmlns:a="http://schemas.openxmlformats.org/drawingml/2006/main">
              <a:ext uri="{FF2B5EF4-FFF2-40B4-BE49-F238E27FC236}">
                <a16:creationId xmlns:a16="http://schemas.microsoft.com/office/drawing/2014/main" id="{AF372D6D-F221-4E75-B6DC-ABAE3565FC97}"/>
              </a:ext>
            </a:extLst>
          </p:cNvPr>
          <p:cNvSpPr>
            <a:spLocks xmlns:a="http://schemas.openxmlformats.org/drawingml/2006/main" noGrp="1"/>
          </p:cNvSpPr>
          <p:nvPr/>
        </p:nvSpPr>
        <p:spPr>
          <a:xfrm xmlns:a="http://schemas.openxmlformats.org/drawingml/2006/main">
            <a:off x="649137" y="1799287"/>
            <a:ext cx="104003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Satellite → UAV 200 m</a:t>
            </a:r>
          </a:p>
        </p:txBody>
      </p:sp>
      <p:sp>
        <p:nvSpPr>
          <p:cNvPr id="70" name="0070:panel-a-r-at-1/cell-3-visual:rect">
            <a:extLst xmlns:a="http://schemas.openxmlformats.org/drawingml/2006/main">
              <a:ext uri="{FF2B5EF4-FFF2-40B4-BE49-F238E27FC236}">
                <a16:creationId xmlns:a16="http://schemas.microsoft.com/office/drawing/2014/main" id="{8560B9E3-C574-4073-9E5E-3115C8937E74}"/>
              </a:ext>
            </a:extLst>
          </p:cNvPr>
          <p:cNvSpPr>
            <a:spLocks xmlns:a="http://schemas.openxmlformats.org/drawingml/2006/main" noGrp="1"/>
          </p:cNvSpPr>
          <p:nvPr/>
        </p:nvSpPr>
        <p:spPr>
          <a:xfrm xmlns:a="http://schemas.openxmlformats.org/drawingml/2006/main">
            <a:off x="1778076" y="1689510"/>
            <a:ext cx="762033" cy="330280"/>
          </a:xfrm>
          <a:prstGeom xmlns:a="http://schemas.openxmlformats.org/drawingml/2006/main" prst="rect">
            <a:avLst/>
          </a:prstGeom>
          <a:solidFill xmlns:a="http://schemas.openxmlformats.org/drawingml/2006/main">
            <a:srgbClr val="448DC4"/>
          </a:solidFill>
          <a:ln xmlns:a="http://schemas.openxmlformats.org/drawingml/2006/main" w="6350">
            <a:solidFill>
              <a:srgbClr val="FFFFFF"/>
            </a:solidFill>
          </a:ln>
        </p:spPr>
      </p:sp>
      <p:sp>
        <p:nvSpPr>
          <p:cNvPr id="71" name="0071:panel-a-r-at-1/cell-3-visual/mean-3-visual:text">
            <a:extLst xmlns:a="http://schemas.openxmlformats.org/drawingml/2006/main">
              <a:ext uri="{FF2B5EF4-FFF2-40B4-BE49-F238E27FC236}">
                <a16:creationId xmlns:a16="http://schemas.microsoft.com/office/drawing/2014/main" id="{B340E9B2-24A9-43DE-BCE3-23ADC9C82125}"/>
              </a:ext>
            </a:extLst>
          </p:cNvPr>
          <p:cNvSpPr>
            <a:spLocks xmlns:a="http://schemas.openxmlformats.org/drawingml/2006/main" noGrp="1"/>
          </p:cNvSpPr>
          <p:nvPr/>
        </p:nvSpPr>
        <p:spPr>
          <a:xfrm xmlns:a="http://schemas.openxmlformats.org/drawingml/2006/main">
            <a:off x="2055556" y="172942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FFFFFF"/>
                </a:solidFill>
                <a:latin typeface="Arial"/>
                <a:ea typeface="Arial"/>
                <a:cs typeface="Arial"/>
              </a:defRPr>
            </a:pPr>
            <a:r>
              <a:rPr sz="800" b="1">
                <a:solidFill>
                  <a:srgbClr val="FFFFFF"/>
                </a:solidFill>
                <a:latin typeface="Arial"/>
                <a:ea typeface="Arial"/>
                <a:cs typeface="Arial"/>
              </a:rPr>
              <a:t>63.3</a:t>
            </a:r>
          </a:p>
        </p:txBody>
      </p:sp>
      <p:sp>
        <p:nvSpPr>
          <p:cNvPr id="72" name="0072:panel-a-r-at-1/cell-3-visual/sd-3-visual:text">
            <a:extLst xmlns:a="http://schemas.openxmlformats.org/drawingml/2006/main">
              <a:ext uri="{FF2B5EF4-FFF2-40B4-BE49-F238E27FC236}">
                <a16:creationId xmlns:a16="http://schemas.microsoft.com/office/drawing/2014/main" id="{B03108AC-B16B-4E64-93C9-196C30B823D9}"/>
              </a:ext>
            </a:extLst>
          </p:cNvPr>
          <p:cNvSpPr>
            <a:spLocks xmlns:a="http://schemas.openxmlformats.org/drawingml/2006/main" noGrp="1"/>
          </p:cNvSpPr>
          <p:nvPr/>
        </p:nvSpPr>
        <p:spPr>
          <a:xfrm xmlns:a="http://schemas.openxmlformats.org/drawingml/2006/main">
            <a:off x="2041840" y="186280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FFFFFF"/>
                </a:solidFill>
                <a:latin typeface="Arial"/>
                <a:ea typeface="Arial"/>
                <a:cs typeface="Arial"/>
              </a:defRPr>
            </a:pPr>
            <a:r>
              <a:rPr sz="800" b="0">
                <a:solidFill>
                  <a:srgbClr val="FFFFFF"/>
                </a:solidFill>
                <a:latin typeface="Arial"/>
                <a:ea typeface="Arial"/>
                <a:cs typeface="Arial"/>
              </a:rPr>
              <a:t>± 2.6</a:t>
            </a:r>
          </a:p>
        </p:txBody>
      </p:sp>
      <p:sp>
        <p:nvSpPr>
          <p:cNvPr id="73" name="0073:panel-a-r-at-1/cell-3-content:rect">
            <a:extLst xmlns:a="http://schemas.openxmlformats.org/drawingml/2006/main">
              <a:ext uri="{FF2B5EF4-FFF2-40B4-BE49-F238E27FC236}">
                <a16:creationId xmlns:a16="http://schemas.microsoft.com/office/drawing/2014/main" id="{54F111CD-DF7A-409F-BEBB-72E4960468B3}"/>
              </a:ext>
            </a:extLst>
          </p:cNvPr>
          <p:cNvSpPr>
            <a:spLocks xmlns:a="http://schemas.openxmlformats.org/drawingml/2006/main" noGrp="1"/>
          </p:cNvSpPr>
          <p:nvPr/>
        </p:nvSpPr>
        <p:spPr>
          <a:xfrm xmlns:a="http://schemas.openxmlformats.org/drawingml/2006/main">
            <a:off x="2540109" y="1689510"/>
            <a:ext cx="762033" cy="330280"/>
          </a:xfrm>
          <a:prstGeom xmlns:a="http://schemas.openxmlformats.org/drawingml/2006/main" prst="rect">
            <a:avLst/>
          </a:prstGeom>
          <a:solidFill xmlns:a="http://schemas.openxmlformats.org/drawingml/2006/main">
            <a:srgbClr val="EBF3FB"/>
          </a:solidFill>
          <a:ln xmlns:a="http://schemas.openxmlformats.org/drawingml/2006/main" w="6350">
            <a:solidFill>
              <a:srgbClr val="FFFFFF"/>
            </a:solidFill>
          </a:ln>
        </p:spPr>
      </p:sp>
      <p:sp>
        <p:nvSpPr>
          <p:cNvPr id="74" name="0074:panel-a-r-at-1/cell-3-content/mean-3-content:text">
            <a:extLst xmlns:a="http://schemas.openxmlformats.org/drawingml/2006/main">
              <a:ext uri="{FF2B5EF4-FFF2-40B4-BE49-F238E27FC236}">
                <a16:creationId xmlns:a16="http://schemas.microsoft.com/office/drawing/2014/main" id="{10BA9E5E-CCEE-4636-8F00-1FD1C7D660A7}"/>
              </a:ext>
            </a:extLst>
          </p:cNvPr>
          <p:cNvSpPr>
            <a:spLocks xmlns:a="http://schemas.openxmlformats.org/drawingml/2006/main" noGrp="1"/>
          </p:cNvSpPr>
          <p:nvPr/>
        </p:nvSpPr>
        <p:spPr>
          <a:xfrm xmlns:a="http://schemas.openxmlformats.org/drawingml/2006/main">
            <a:off x="2845830" y="1729421"/>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6.2</a:t>
            </a:r>
          </a:p>
        </p:txBody>
      </p:sp>
      <p:sp>
        <p:nvSpPr>
          <p:cNvPr id="75" name="0075:panel-a-r-at-1/cell-3-content/sd-3-content:text">
            <a:extLst xmlns:a="http://schemas.openxmlformats.org/drawingml/2006/main">
              <a:ext uri="{FF2B5EF4-FFF2-40B4-BE49-F238E27FC236}">
                <a16:creationId xmlns:a16="http://schemas.microsoft.com/office/drawing/2014/main" id="{043038DE-8CE4-4A0A-BAEF-D40869B60A62}"/>
              </a:ext>
            </a:extLst>
          </p:cNvPr>
          <p:cNvSpPr>
            <a:spLocks xmlns:a="http://schemas.openxmlformats.org/drawingml/2006/main" noGrp="1"/>
          </p:cNvSpPr>
          <p:nvPr/>
        </p:nvSpPr>
        <p:spPr>
          <a:xfrm xmlns:a="http://schemas.openxmlformats.org/drawingml/2006/main">
            <a:off x="2803872" y="186280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1.2</a:t>
            </a:r>
          </a:p>
        </p:txBody>
      </p:sp>
      <p:sp>
        <p:nvSpPr>
          <p:cNvPr id="76" name="0076:panel-a-r-at-1/cell-3-style:rect">
            <a:extLst xmlns:a="http://schemas.openxmlformats.org/drawingml/2006/main">
              <a:ext uri="{FF2B5EF4-FFF2-40B4-BE49-F238E27FC236}">
                <a16:creationId xmlns:a16="http://schemas.microsoft.com/office/drawing/2014/main" id="{EA591DBE-FF1E-4A2A-909F-9B50B55610A9}"/>
              </a:ext>
            </a:extLst>
          </p:cNvPr>
          <p:cNvSpPr>
            <a:spLocks xmlns:a="http://schemas.openxmlformats.org/drawingml/2006/main" noGrp="1"/>
          </p:cNvSpPr>
          <p:nvPr/>
        </p:nvSpPr>
        <p:spPr>
          <a:xfrm xmlns:a="http://schemas.openxmlformats.org/drawingml/2006/main">
            <a:off x="3302141" y="1689510"/>
            <a:ext cx="762033" cy="330280"/>
          </a:xfrm>
          <a:prstGeom xmlns:a="http://schemas.openxmlformats.org/drawingml/2006/main" prst="rect">
            <a:avLst/>
          </a:prstGeom>
          <a:solidFill xmlns:a="http://schemas.openxmlformats.org/drawingml/2006/main">
            <a:srgbClr val="F5FAFE"/>
          </a:solidFill>
          <a:ln xmlns:a="http://schemas.openxmlformats.org/drawingml/2006/main" w="6350">
            <a:solidFill>
              <a:srgbClr val="FFFFFF"/>
            </a:solidFill>
          </a:ln>
        </p:spPr>
      </p:sp>
      <p:sp>
        <p:nvSpPr>
          <p:cNvPr id="77" name="0077:panel-a-r-at-1/cell-3-style/mean-3-style:text">
            <a:extLst xmlns:a="http://schemas.openxmlformats.org/drawingml/2006/main">
              <a:ext uri="{FF2B5EF4-FFF2-40B4-BE49-F238E27FC236}">
                <a16:creationId xmlns:a16="http://schemas.microsoft.com/office/drawing/2014/main" id="{62E5F531-A7D1-41C5-AEA6-D508E4013920}"/>
              </a:ext>
            </a:extLst>
          </p:cNvPr>
          <p:cNvSpPr>
            <a:spLocks xmlns:a="http://schemas.openxmlformats.org/drawingml/2006/main" noGrp="1"/>
          </p:cNvSpPr>
          <p:nvPr/>
        </p:nvSpPr>
        <p:spPr>
          <a:xfrm xmlns:a="http://schemas.openxmlformats.org/drawingml/2006/main">
            <a:off x="3607862" y="1729421"/>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0.8</a:t>
            </a:r>
          </a:p>
        </p:txBody>
      </p:sp>
      <p:sp>
        <p:nvSpPr>
          <p:cNvPr id="78" name="0078:panel-a-r-at-1/cell-3-style/sd-3-style:text">
            <a:extLst xmlns:a="http://schemas.openxmlformats.org/drawingml/2006/main">
              <a:ext uri="{FF2B5EF4-FFF2-40B4-BE49-F238E27FC236}">
                <a16:creationId xmlns:a16="http://schemas.microsoft.com/office/drawing/2014/main" id="{BC8ACC2C-F09D-4964-9EFA-ED61DDA95C71}"/>
              </a:ext>
            </a:extLst>
          </p:cNvPr>
          <p:cNvSpPr>
            <a:spLocks xmlns:a="http://schemas.openxmlformats.org/drawingml/2006/main" noGrp="1"/>
          </p:cNvSpPr>
          <p:nvPr/>
        </p:nvSpPr>
        <p:spPr>
          <a:xfrm xmlns:a="http://schemas.openxmlformats.org/drawingml/2006/main">
            <a:off x="3565905" y="186280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0.7</a:t>
            </a:r>
          </a:p>
        </p:txBody>
      </p:sp>
      <p:sp>
        <p:nvSpPr>
          <p:cNvPr id="79" name="0079:panel-a-r-at-1/cell-3-visual_content:rect">
            <a:extLst xmlns:a="http://schemas.openxmlformats.org/drawingml/2006/main">
              <a:ext uri="{FF2B5EF4-FFF2-40B4-BE49-F238E27FC236}">
                <a16:creationId xmlns:a16="http://schemas.microsoft.com/office/drawing/2014/main" id="{B6EF6B14-29D0-46E6-A9F5-40FB8E6873A9}"/>
              </a:ext>
            </a:extLst>
          </p:cNvPr>
          <p:cNvSpPr>
            <a:spLocks xmlns:a="http://schemas.openxmlformats.org/drawingml/2006/main" noGrp="1"/>
          </p:cNvSpPr>
          <p:nvPr/>
        </p:nvSpPr>
        <p:spPr>
          <a:xfrm xmlns:a="http://schemas.openxmlformats.org/drawingml/2006/main">
            <a:off x="4064174" y="1689510"/>
            <a:ext cx="762033" cy="330280"/>
          </a:xfrm>
          <a:prstGeom xmlns:a="http://schemas.openxmlformats.org/drawingml/2006/main" prst="rect">
            <a:avLst/>
          </a:prstGeom>
          <a:solidFill xmlns:a="http://schemas.openxmlformats.org/drawingml/2006/main">
            <a:srgbClr val="6AADD5"/>
          </a:solidFill>
          <a:ln xmlns:a="http://schemas.openxmlformats.org/drawingml/2006/main" w="6350">
            <a:solidFill>
              <a:srgbClr val="FFFFFF"/>
            </a:solidFill>
          </a:ln>
        </p:spPr>
      </p:sp>
      <p:sp>
        <p:nvSpPr>
          <p:cNvPr id="80" name="0080:panel-a-r-at-1/cell-3-visual_content/mean-3-visual_content:text">
            <a:extLst xmlns:a="http://schemas.openxmlformats.org/drawingml/2006/main">
              <a:ext uri="{FF2B5EF4-FFF2-40B4-BE49-F238E27FC236}">
                <a16:creationId xmlns:a16="http://schemas.microsoft.com/office/drawing/2014/main" id="{141AA427-0459-4A5F-8A7C-A5AF62BAADAB}"/>
              </a:ext>
            </a:extLst>
          </p:cNvPr>
          <p:cNvSpPr>
            <a:spLocks xmlns:a="http://schemas.openxmlformats.org/drawingml/2006/main" noGrp="1"/>
          </p:cNvSpPr>
          <p:nvPr/>
        </p:nvSpPr>
        <p:spPr>
          <a:xfrm xmlns:a="http://schemas.openxmlformats.org/drawingml/2006/main">
            <a:off x="4341653" y="172942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50.4</a:t>
            </a:r>
          </a:p>
        </p:txBody>
      </p:sp>
      <p:sp>
        <p:nvSpPr>
          <p:cNvPr id="81" name="0081:panel-a-r-at-1/cell-3-visual_content/sd-3-visual_content:text">
            <a:extLst xmlns:a="http://schemas.openxmlformats.org/drawingml/2006/main">
              <a:ext uri="{FF2B5EF4-FFF2-40B4-BE49-F238E27FC236}">
                <a16:creationId xmlns:a16="http://schemas.microsoft.com/office/drawing/2014/main" id="{073F1A21-04C9-4907-9B18-AC4BD6AFFCBE}"/>
              </a:ext>
            </a:extLst>
          </p:cNvPr>
          <p:cNvSpPr>
            <a:spLocks xmlns:a="http://schemas.openxmlformats.org/drawingml/2006/main" noGrp="1"/>
          </p:cNvSpPr>
          <p:nvPr/>
        </p:nvSpPr>
        <p:spPr>
          <a:xfrm xmlns:a="http://schemas.openxmlformats.org/drawingml/2006/main">
            <a:off x="4327937" y="186280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4.7</a:t>
            </a:r>
          </a:p>
        </p:txBody>
      </p:sp>
      <p:sp>
        <p:nvSpPr>
          <p:cNvPr id="82" name="0082:panel-a-r-at-1/cell-3-visual_style:rect">
            <a:extLst xmlns:a="http://schemas.openxmlformats.org/drawingml/2006/main">
              <a:ext uri="{FF2B5EF4-FFF2-40B4-BE49-F238E27FC236}">
                <a16:creationId xmlns:a16="http://schemas.microsoft.com/office/drawing/2014/main" id="{4D65E2A7-55BB-4684-88A2-62162F6BBC80}"/>
              </a:ext>
            </a:extLst>
          </p:cNvPr>
          <p:cNvSpPr>
            <a:spLocks xmlns:a="http://schemas.openxmlformats.org/drawingml/2006/main" noGrp="1"/>
          </p:cNvSpPr>
          <p:nvPr/>
        </p:nvSpPr>
        <p:spPr>
          <a:xfrm xmlns:a="http://schemas.openxmlformats.org/drawingml/2006/main">
            <a:off x="4826206" y="1689510"/>
            <a:ext cx="762033" cy="330280"/>
          </a:xfrm>
          <a:prstGeom xmlns:a="http://schemas.openxmlformats.org/drawingml/2006/main" prst="rect">
            <a:avLst/>
          </a:prstGeom>
          <a:solidFill xmlns:a="http://schemas.openxmlformats.org/drawingml/2006/main">
            <a:srgbClr val="6EB0D7"/>
          </a:solidFill>
          <a:ln xmlns:a="http://schemas.openxmlformats.org/drawingml/2006/main" w="6350">
            <a:solidFill>
              <a:srgbClr val="FFFFFF"/>
            </a:solidFill>
          </a:ln>
        </p:spPr>
      </p:sp>
      <p:sp>
        <p:nvSpPr>
          <p:cNvPr id="83" name="0083:panel-a-r-at-1/cell-3-visual_style/mean-3-visual_style:text">
            <a:extLst xmlns:a="http://schemas.openxmlformats.org/drawingml/2006/main">
              <a:ext uri="{FF2B5EF4-FFF2-40B4-BE49-F238E27FC236}">
                <a16:creationId xmlns:a16="http://schemas.microsoft.com/office/drawing/2014/main" id="{CD1763DA-570C-47D6-AE53-3F43E9FDF225}"/>
              </a:ext>
            </a:extLst>
          </p:cNvPr>
          <p:cNvSpPr>
            <a:spLocks xmlns:a="http://schemas.openxmlformats.org/drawingml/2006/main" noGrp="1"/>
          </p:cNvSpPr>
          <p:nvPr/>
        </p:nvSpPr>
        <p:spPr>
          <a:xfrm xmlns:a="http://schemas.openxmlformats.org/drawingml/2006/main">
            <a:off x="5103686" y="172942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49.2</a:t>
            </a:r>
          </a:p>
        </p:txBody>
      </p:sp>
      <p:sp>
        <p:nvSpPr>
          <p:cNvPr id="84" name="0084:panel-a-r-at-1/cell-3-visual_style/sd-3-visual_style:text">
            <a:extLst xmlns:a="http://schemas.openxmlformats.org/drawingml/2006/main">
              <a:ext uri="{FF2B5EF4-FFF2-40B4-BE49-F238E27FC236}">
                <a16:creationId xmlns:a16="http://schemas.microsoft.com/office/drawing/2014/main" id="{2454ED93-EB81-428C-9D92-D27066A75A35}"/>
              </a:ext>
            </a:extLst>
          </p:cNvPr>
          <p:cNvSpPr>
            <a:spLocks xmlns:a="http://schemas.openxmlformats.org/drawingml/2006/main" noGrp="1"/>
          </p:cNvSpPr>
          <p:nvPr/>
        </p:nvSpPr>
        <p:spPr>
          <a:xfrm xmlns:a="http://schemas.openxmlformats.org/drawingml/2006/main">
            <a:off x="5089970" y="186280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4.0</a:t>
            </a:r>
          </a:p>
        </p:txBody>
      </p:sp>
      <p:sp>
        <p:nvSpPr>
          <p:cNvPr id="85" name="0085:panel-a-r-at-1/cell-3-full:rect">
            <a:extLst xmlns:a="http://schemas.openxmlformats.org/drawingml/2006/main">
              <a:ext uri="{FF2B5EF4-FFF2-40B4-BE49-F238E27FC236}">
                <a16:creationId xmlns:a16="http://schemas.microsoft.com/office/drawing/2014/main" id="{326FBFD2-4C89-433D-A189-A398E793E450}"/>
              </a:ext>
            </a:extLst>
          </p:cNvPr>
          <p:cNvSpPr>
            <a:spLocks xmlns:a="http://schemas.openxmlformats.org/drawingml/2006/main" noGrp="1"/>
          </p:cNvSpPr>
          <p:nvPr/>
        </p:nvSpPr>
        <p:spPr>
          <a:xfrm xmlns:a="http://schemas.openxmlformats.org/drawingml/2006/main">
            <a:off x="5588239" y="1689510"/>
            <a:ext cx="762033" cy="330280"/>
          </a:xfrm>
          <a:prstGeom xmlns:a="http://schemas.openxmlformats.org/drawingml/2006/main" prst="rect">
            <a:avLst/>
          </a:prstGeom>
          <a:solidFill xmlns:a="http://schemas.openxmlformats.org/drawingml/2006/main">
            <a:srgbClr val="5CA2CF"/>
          </a:solidFill>
          <a:ln xmlns:a="http://schemas.openxmlformats.org/drawingml/2006/main" w="6350">
            <a:solidFill>
              <a:srgbClr val="FFFFFF"/>
            </a:solidFill>
          </a:ln>
        </p:spPr>
      </p:sp>
      <p:sp>
        <p:nvSpPr>
          <p:cNvPr id="86" name="0086:panel-a-r-at-1/cell-3-full/mean-3-full:text">
            <a:extLst xmlns:a="http://schemas.openxmlformats.org/drawingml/2006/main">
              <a:ext uri="{FF2B5EF4-FFF2-40B4-BE49-F238E27FC236}">
                <a16:creationId xmlns:a16="http://schemas.microsoft.com/office/drawing/2014/main" id="{9771A69A-3A65-439F-B8F7-646E813087BE}"/>
              </a:ext>
            </a:extLst>
          </p:cNvPr>
          <p:cNvSpPr>
            <a:spLocks xmlns:a="http://schemas.openxmlformats.org/drawingml/2006/main" noGrp="1"/>
          </p:cNvSpPr>
          <p:nvPr/>
        </p:nvSpPr>
        <p:spPr>
          <a:xfrm xmlns:a="http://schemas.openxmlformats.org/drawingml/2006/main">
            <a:off x="5865718" y="172942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55.0</a:t>
            </a:r>
          </a:p>
        </p:txBody>
      </p:sp>
      <p:sp>
        <p:nvSpPr>
          <p:cNvPr id="87" name="0087:panel-a-r-at-1/cell-3-full/sd-3-full:text">
            <a:extLst xmlns:a="http://schemas.openxmlformats.org/drawingml/2006/main">
              <a:ext uri="{FF2B5EF4-FFF2-40B4-BE49-F238E27FC236}">
                <a16:creationId xmlns:a16="http://schemas.microsoft.com/office/drawing/2014/main" id="{13A09711-14BE-4237-8F9A-EDAB24E6A095}"/>
              </a:ext>
            </a:extLst>
          </p:cNvPr>
          <p:cNvSpPr>
            <a:spLocks xmlns:a="http://schemas.openxmlformats.org/drawingml/2006/main" noGrp="1"/>
          </p:cNvSpPr>
          <p:nvPr/>
        </p:nvSpPr>
        <p:spPr>
          <a:xfrm xmlns:a="http://schemas.openxmlformats.org/drawingml/2006/main">
            <a:off x="5852002" y="186280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5.4</a:t>
            </a:r>
          </a:p>
        </p:txBody>
      </p:sp>
      <p:sp>
        <p:nvSpPr>
          <p:cNvPr id="88" name="0088:panel-a-r-at-1/row-4:text">
            <a:extLst xmlns:a="http://schemas.openxmlformats.org/drawingml/2006/main">
              <a:ext uri="{FF2B5EF4-FFF2-40B4-BE49-F238E27FC236}">
                <a16:creationId xmlns:a16="http://schemas.microsoft.com/office/drawing/2014/main" id="{374C3E12-BE84-4D62-832C-AD833A8EA19A}"/>
              </a:ext>
            </a:extLst>
          </p:cNvPr>
          <p:cNvSpPr>
            <a:spLocks xmlns:a="http://schemas.openxmlformats.org/drawingml/2006/main" noGrp="1"/>
          </p:cNvSpPr>
          <p:nvPr/>
        </p:nvSpPr>
        <p:spPr>
          <a:xfrm xmlns:a="http://schemas.openxmlformats.org/drawingml/2006/main">
            <a:off x="666092" y="2129568"/>
            <a:ext cx="10230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UAV 250 m → satellite</a:t>
            </a:r>
          </a:p>
        </p:txBody>
      </p:sp>
      <p:sp>
        <p:nvSpPr>
          <p:cNvPr id="89" name="0089:panel-a-r-at-1/cell-4-visual:rect">
            <a:extLst xmlns:a="http://schemas.openxmlformats.org/drawingml/2006/main">
              <a:ext uri="{FF2B5EF4-FFF2-40B4-BE49-F238E27FC236}">
                <a16:creationId xmlns:a16="http://schemas.microsoft.com/office/drawing/2014/main" id="{4DF29787-2F7B-4057-A320-EACCBC7091B2}"/>
              </a:ext>
            </a:extLst>
          </p:cNvPr>
          <p:cNvSpPr>
            <a:spLocks xmlns:a="http://schemas.openxmlformats.org/drawingml/2006/main" noGrp="1"/>
          </p:cNvSpPr>
          <p:nvPr/>
        </p:nvSpPr>
        <p:spPr>
          <a:xfrm xmlns:a="http://schemas.openxmlformats.org/drawingml/2006/main">
            <a:off x="1778076" y="2019790"/>
            <a:ext cx="762033" cy="330280"/>
          </a:xfrm>
          <a:prstGeom xmlns:a="http://schemas.openxmlformats.org/drawingml/2006/main" prst="rect">
            <a:avLst/>
          </a:prstGeom>
          <a:solidFill xmlns:a="http://schemas.openxmlformats.org/drawingml/2006/main">
            <a:srgbClr val="76B3D9"/>
          </a:solidFill>
          <a:ln xmlns:a="http://schemas.openxmlformats.org/drawingml/2006/main" w="6350">
            <a:solidFill>
              <a:srgbClr val="FFFFFF"/>
            </a:solidFill>
          </a:ln>
        </p:spPr>
      </p:sp>
      <p:sp>
        <p:nvSpPr>
          <p:cNvPr id="90" name="0090:panel-a-r-at-1/cell-4-visual/mean-4-visual:text">
            <a:extLst xmlns:a="http://schemas.openxmlformats.org/drawingml/2006/main">
              <a:ext uri="{FF2B5EF4-FFF2-40B4-BE49-F238E27FC236}">
                <a16:creationId xmlns:a16="http://schemas.microsoft.com/office/drawing/2014/main" id="{AC5CFE82-BFF3-43CE-9E33-1E6DC841276B}"/>
              </a:ext>
            </a:extLst>
          </p:cNvPr>
          <p:cNvSpPr>
            <a:spLocks xmlns:a="http://schemas.openxmlformats.org/drawingml/2006/main" noGrp="1"/>
          </p:cNvSpPr>
          <p:nvPr/>
        </p:nvSpPr>
        <p:spPr>
          <a:xfrm xmlns:a="http://schemas.openxmlformats.org/drawingml/2006/main">
            <a:off x="2055556" y="205970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47.0</a:t>
            </a:r>
          </a:p>
        </p:txBody>
      </p:sp>
      <p:sp>
        <p:nvSpPr>
          <p:cNvPr id="91" name="0091:panel-a-r-at-1/cell-4-visual/sd-4-visual:text">
            <a:extLst xmlns:a="http://schemas.openxmlformats.org/drawingml/2006/main">
              <a:ext uri="{FF2B5EF4-FFF2-40B4-BE49-F238E27FC236}">
                <a16:creationId xmlns:a16="http://schemas.microsoft.com/office/drawing/2014/main" id="{36F961BB-56B3-4131-B408-AEF5AB6D1749}"/>
              </a:ext>
            </a:extLst>
          </p:cNvPr>
          <p:cNvSpPr>
            <a:spLocks xmlns:a="http://schemas.openxmlformats.org/drawingml/2006/main" noGrp="1"/>
          </p:cNvSpPr>
          <p:nvPr/>
        </p:nvSpPr>
        <p:spPr>
          <a:xfrm xmlns:a="http://schemas.openxmlformats.org/drawingml/2006/main">
            <a:off x="2041840" y="219308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1.4</a:t>
            </a:r>
          </a:p>
        </p:txBody>
      </p:sp>
      <p:sp>
        <p:nvSpPr>
          <p:cNvPr id="92" name="0092:panel-a-r-at-1/cell-4-content:rect">
            <a:extLst xmlns:a="http://schemas.openxmlformats.org/drawingml/2006/main">
              <a:ext uri="{FF2B5EF4-FFF2-40B4-BE49-F238E27FC236}">
                <a16:creationId xmlns:a16="http://schemas.microsoft.com/office/drawing/2014/main" id="{9F035916-3644-45CA-B858-A25CC80A1D58}"/>
              </a:ext>
            </a:extLst>
          </p:cNvPr>
          <p:cNvSpPr>
            <a:spLocks xmlns:a="http://schemas.openxmlformats.org/drawingml/2006/main" noGrp="1"/>
          </p:cNvSpPr>
          <p:nvPr/>
        </p:nvSpPr>
        <p:spPr>
          <a:xfrm xmlns:a="http://schemas.openxmlformats.org/drawingml/2006/main">
            <a:off x="2540109" y="2019790"/>
            <a:ext cx="762033" cy="330280"/>
          </a:xfrm>
          <a:prstGeom xmlns:a="http://schemas.openxmlformats.org/drawingml/2006/main" prst="rect">
            <a:avLst/>
          </a:prstGeom>
          <a:solidFill xmlns:a="http://schemas.openxmlformats.org/drawingml/2006/main">
            <a:srgbClr val="F1F7FD"/>
          </a:solidFill>
          <a:ln xmlns:a="http://schemas.openxmlformats.org/drawingml/2006/main" w="6350">
            <a:solidFill>
              <a:srgbClr val="FFFFFF"/>
            </a:solidFill>
          </a:ln>
        </p:spPr>
      </p:sp>
      <p:sp>
        <p:nvSpPr>
          <p:cNvPr id="93" name="0093:panel-a-r-at-1/cell-4-content/mean-4-content:text">
            <a:extLst xmlns:a="http://schemas.openxmlformats.org/drawingml/2006/main">
              <a:ext uri="{FF2B5EF4-FFF2-40B4-BE49-F238E27FC236}">
                <a16:creationId xmlns:a16="http://schemas.microsoft.com/office/drawing/2014/main" id="{F0F8466A-17D7-4DF2-BB82-12B2E4891436}"/>
              </a:ext>
            </a:extLst>
          </p:cNvPr>
          <p:cNvSpPr>
            <a:spLocks xmlns:a="http://schemas.openxmlformats.org/drawingml/2006/main" noGrp="1"/>
          </p:cNvSpPr>
          <p:nvPr/>
        </p:nvSpPr>
        <p:spPr>
          <a:xfrm xmlns:a="http://schemas.openxmlformats.org/drawingml/2006/main">
            <a:off x="2845830" y="2059701"/>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2.9</a:t>
            </a:r>
          </a:p>
        </p:txBody>
      </p:sp>
      <p:sp>
        <p:nvSpPr>
          <p:cNvPr id="94" name="0094:panel-a-r-at-1/cell-4-content/sd-4-content:text">
            <a:extLst xmlns:a="http://schemas.openxmlformats.org/drawingml/2006/main">
              <a:ext uri="{FF2B5EF4-FFF2-40B4-BE49-F238E27FC236}">
                <a16:creationId xmlns:a16="http://schemas.microsoft.com/office/drawing/2014/main" id="{0C035D97-4FCE-45AB-921E-C2F14C36A524}"/>
              </a:ext>
            </a:extLst>
          </p:cNvPr>
          <p:cNvSpPr>
            <a:spLocks xmlns:a="http://schemas.openxmlformats.org/drawingml/2006/main" noGrp="1"/>
          </p:cNvSpPr>
          <p:nvPr/>
        </p:nvSpPr>
        <p:spPr>
          <a:xfrm xmlns:a="http://schemas.openxmlformats.org/drawingml/2006/main">
            <a:off x="2803872" y="219308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0.1</a:t>
            </a:r>
          </a:p>
        </p:txBody>
      </p:sp>
      <p:sp>
        <p:nvSpPr>
          <p:cNvPr id="95" name="0095:panel-a-r-at-1/cell-4-style:rect">
            <a:extLst xmlns:a="http://schemas.openxmlformats.org/drawingml/2006/main">
              <a:ext uri="{FF2B5EF4-FFF2-40B4-BE49-F238E27FC236}">
                <a16:creationId xmlns:a16="http://schemas.microsoft.com/office/drawing/2014/main" id="{88005B73-C39F-4231-81AD-0666732741B5}"/>
              </a:ext>
            </a:extLst>
          </p:cNvPr>
          <p:cNvSpPr>
            <a:spLocks xmlns:a="http://schemas.openxmlformats.org/drawingml/2006/main" noGrp="1"/>
          </p:cNvSpPr>
          <p:nvPr/>
        </p:nvSpPr>
        <p:spPr>
          <a:xfrm xmlns:a="http://schemas.openxmlformats.org/drawingml/2006/main">
            <a:off x="3302141" y="2019790"/>
            <a:ext cx="762033" cy="330280"/>
          </a:xfrm>
          <a:prstGeom xmlns:a="http://schemas.openxmlformats.org/drawingml/2006/main" prst="rect">
            <a:avLst/>
          </a:prstGeom>
          <a:solidFill xmlns:a="http://schemas.openxmlformats.org/drawingml/2006/main">
            <a:srgbClr val="F6FAFF"/>
          </a:solidFill>
          <a:ln xmlns:a="http://schemas.openxmlformats.org/drawingml/2006/main" w="6350">
            <a:solidFill>
              <a:srgbClr val="FFFFFF"/>
            </a:solidFill>
          </a:ln>
        </p:spPr>
      </p:sp>
      <p:sp>
        <p:nvSpPr>
          <p:cNvPr id="96" name="0096:panel-a-r-at-1/cell-4-style/mean-4-style:text">
            <a:extLst xmlns:a="http://schemas.openxmlformats.org/drawingml/2006/main">
              <a:ext uri="{FF2B5EF4-FFF2-40B4-BE49-F238E27FC236}">
                <a16:creationId xmlns:a16="http://schemas.microsoft.com/office/drawing/2014/main" id="{E81371C0-85D9-4CAD-B92C-4EE962C27125}"/>
              </a:ext>
            </a:extLst>
          </p:cNvPr>
          <p:cNvSpPr>
            <a:spLocks xmlns:a="http://schemas.openxmlformats.org/drawingml/2006/main" noGrp="1"/>
          </p:cNvSpPr>
          <p:nvPr/>
        </p:nvSpPr>
        <p:spPr>
          <a:xfrm xmlns:a="http://schemas.openxmlformats.org/drawingml/2006/main">
            <a:off x="3607862" y="2059701"/>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0.4</a:t>
            </a:r>
          </a:p>
        </p:txBody>
      </p:sp>
      <p:sp>
        <p:nvSpPr>
          <p:cNvPr id="97" name="0097:panel-a-r-at-1/cell-4-style/sd-4-style:text">
            <a:extLst xmlns:a="http://schemas.openxmlformats.org/drawingml/2006/main">
              <a:ext uri="{FF2B5EF4-FFF2-40B4-BE49-F238E27FC236}">
                <a16:creationId xmlns:a16="http://schemas.microsoft.com/office/drawing/2014/main" id="{150F4167-505D-46AB-BA2D-CF6F4333CF5C}"/>
              </a:ext>
            </a:extLst>
          </p:cNvPr>
          <p:cNvSpPr>
            <a:spLocks xmlns:a="http://schemas.openxmlformats.org/drawingml/2006/main" noGrp="1"/>
          </p:cNvSpPr>
          <p:nvPr/>
        </p:nvSpPr>
        <p:spPr>
          <a:xfrm xmlns:a="http://schemas.openxmlformats.org/drawingml/2006/main">
            <a:off x="3565905" y="219308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0.1</a:t>
            </a:r>
          </a:p>
        </p:txBody>
      </p:sp>
      <p:sp>
        <p:nvSpPr>
          <p:cNvPr id="98" name="0098:panel-a-r-at-1/cell-4-visual_content:rect">
            <a:extLst xmlns:a="http://schemas.openxmlformats.org/drawingml/2006/main">
              <a:ext uri="{FF2B5EF4-FFF2-40B4-BE49-F238E27FC236}">
                <a16:creationId xmlns:a16="http://schemas.microsoft.com/office/drawing/2014/main" id="{610AF129-7165-4DDA-AC2F-FD6C3DD4C1D5}"/>
              </a:ext>
            </a:extLst>
          </p:cNvPr>
          <p:cNvSpPr>
            <a:spLocks xmlns:a="http://schemas.openxmlformats.org/drawingml/2006/main" noGrp="1"/>
          </p:cNvSpPr>
          <p:nvPr/>
        </p:nvSpPr>
        <p:spPr>
          <a:xfrm xmlns:a="http://schemas.openxmlformats.org/drawingml/2006/main">
            <a:off x="4064174" y="2019790"/>
            <a:ext cx="762033" cy="330280"/>
          </a:xfrm>
          <a:prstGeom xmlns:a="http://schemas.openxmlformats.org/drawingml/2006/main" prst="rect">
            <a:avLst/>
          </a:prstGeom>
          <a:solidFill xmlns:a="http://schemas.openxmlformats.org/drawingml/2006/main">
            <a:srgbClr val="98C4E2"/>
          </a:solidFill>
          <a:ln xmlns:a="http://schemas.openxmlformats.org/drawingml/2006/main" w="6350">
            <a:solidFill>
              <a:srgbClr val="FFFFFF"/>
            </a:solidFill>
          </a:ln>
        </p:spPr>
      </p:sp>
      <p:sp>
        <p:nvSpPr>
          <p:cNvPr id="99" name="0099:panel-a-r-at-1/cell-4-visual_content/mean-4-visual_content:text">
            <a:extLst xmlns:a="http://schemas.openxmlformats.org/drawingml/2006/main">
              <a:ext uri="{FF2B5EF4-FFF2-40B4-BE49-F238E27FC236}">
                <a16:creationId xmlns:a16="http://schemas.microsoft.com/office/drawing/2014/main" id="{90ACF20D-0AB3-43E6-994C-E551FAA160F4}"/>
              </a:ext>
            </a:extLst>
          </p:cNvPr>
          <p:cNvSpPr>
            <a:spLocks xmlns:a="http://schemas.openxmlformats.org/drawingml/2006/main" noGrp="1"/>
          </p:cNvSpPr>
          <p:nvPr/>
        </p:nvSpPr>
        <p:spPr>
          <a:xfrm xmlns:a="http://schemas.openxmlformats.org/drawingml/2006/main">
            <a:off x="4341653" y="205970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37.6</a:t>
            </a:r>
          </a:p>
        </p:txBody>
      </p:sp>
      <p:sp>
        <p:nvSpPr>
          <p:cNvPr id="100" name="0100:panel-a-r-at-1/cell-4-visual_content/sd-4-visual_content:text">
            <a:extLst xmlns:a="http://schemas.openxmlformats.org/drawingml/2006/main">
              <a:ext uri="{FF2B5EF4-FFF2-40B4-BE49-F238E27FC236}">
                <a16:creationId xmlns:a16="http://schemas.microsoft.com/office/drawing/2014/main" id="{C479BC0E-BEF0-4C46-8370-7E5B136BD77E}"/>
              </a:ext>
            </a:extLst>
          </p:cNvPr>
          <p:cNvSpPr>
            <a:spLocks xmlns:a="http://schemas.openxmlformats.org/drawingml/2006/main" noGrp="1"/>
          </p:cNvSpPr>
          <p:nvPr/>
        </p:nvSpPr>
        <p:spPr>
          <a:xfrm xmlns:a="http://schemas.openxmlformats.org/drawingml/2006/main">
            <a:off x="4327937" y="219308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4.5</a:t>
            </a:r>
          </a:p>
        </p:txBody>
      </p:sp>
      <p:sp>
        <p:nvSpPr>
          <p:cNvPr id="101" name="0101:panel-a-r-at-1/cell-4-visual_style:rect">
            <a:extLst xmlns:a="http://schemas.openxmlformats.org/drawingml/2006/main">
              <a:ext uri="{FF2B5EF4-FFF2-40B4-BE49-F238E27FC236}">
                <a16:creationId xmlns:a16="http://schemas.microsoft.com/office/drawing/2014/main" id="{7357AC2A-C996-4237-AC6F-90B719AF2CBA}"/>
              </a:ext>
            </a:extLst>
          </p:cNvPr>
          <p:cNvSpPr>
            <a:spLocks xmlns:a="http://schemas.openxmlformats.org/drawingml/2006/main" noGrp="1"/>
          </p:cNvSpPr>
          <p:nvPr/>
        </p:nvSpPr>
        <p:spPr>
          <a:xfrm xmlns:a="http://schemas.openxmlformats.org/drawingml/2006/main">
            <a:off x="4826206" y="2019790"/>
            <a:ext cx="762033" cy="330280"/>
          </a:xfrm>
          <a:prstGeom xmlns:a="http://schemas.openxmlformats.org/drawingml/2006/main" prst="rect">
            <a:avLst/>
          </a:prstGeom>
          <a:solidFill xmlns:a="http://schemas.openxmlformats.org/drawingml/2006/main">
            <a:srgbClr val="97C4E2"/>
          </a:solidFill>
          <a:ln xmlns:a="http://schemas.openxmlformats.org/drawingml/2006/main" w="6350">
            <a:solidFill>
              <a:srgbClr val="FFFFFF"/>
            </a:solidFill>
          </a:ln>
        </p:spPr>
      </p:sp>
      <p:sp>
        <p:nvSpPr>
          <p:cNvPr id="102" name="0102:panel-a-r-at-1/cell-4-visual_style/mean-4-visual_style:text">
            <a:extLst xmlns:a="http://schemas.openxmlformats.org/drawingml/2006/main">
              <a:ext uri="{FF2B5EF4-FFF2-40B4-BE49-F238E27FC236}">
                <a16:creationId xmlns:a16="http://schemas.microsoft.com/office/drawing/2014/main" id="{130A5BA6-7A13-4E49-969F-5BBB19E75814}"/>
              </a:ext>
            </a:extLst>
          </p:cNvPr>
          <p:cNvSpPr>
            <a:spLocks xmlns:a="http://schemas.openxmlformats.org/drawingml/2006/main" noGrp="1"/>
          </p:cNvSpPr>
          <p:nvPr/>
        </p:nvSpPr>
        <p:spPr>
          <a:xfrm xmlns:a="http://schemas.openxmlformats.org/drawingml/2006/main">
            <a:off x="5103686" y="205970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37.9</a:t>
            </a:r>
          </a:p>
        </p:txBody>
      </p:sp>
      <p:sp>
        <p:nvSpPr>
          <p:cNvPr id="103" name="0103:panel-a-r-at-1/cell-4-visual_style/sd-4-visual_style:text">
            <a:extLst xmlns:a="http://schemas.openxmlformats.org/drawingml/2006/main">
              <a:ext uri="{FF2B5EF4-FFF2-40B4-BE49-F238E27FC236}">
                <a16:creationId xmlns:a16="http://schemas.microsoft.com/office/drawing/2014/main" id="{6159ECD6-1EB8-41C7-8879-9CA86B3107A4}"/>
              </a:ext>
            </a:extLst>
          </p:cNvPr>
          <p:cNvSpPr>
            <a:spLocks xmlns:a="http://schemas.openxmlformats.org/drawingml/2006/main" noGrp="1"/>
          </p:cNvSpPr>
          <p:nvPr/>
        </p:nvSpPr>
        <p:spPr>
          <a:xfrm xmlns:a="http://schemas.openxmlformats.org/drawingml/2006/main">
            <a:off x="5089970" y="219308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2.2</a:t>
            </a:r>
          </a:p>
        </p:txBody>
      </p:sp>
      <p:sp>
        <p:nvSpPr>
          <p:cNvPr id="104" name="0104:panel-a-r-at-1/cell-4-full:rect">
            <a:extLst xmlns:a="http://schemas.openxmlformats.org/drawingml/2006/main">
              <a:ext uri="{FF2B5EF4-FFF2-40B4-BE49-F238E27FC236}">
                <a16:creationId xmlns:a16="http://schemas.microsoft.com/office/drawing/2014/main" id="{2007E7F0-368E-4B92-BCD2-18EDBA9492AE}"/>
              </a:ext>
            </a:extLst>
          </p:cNvPr>
          <p:cNvSpPr>
            <a:spLocks xmlns:a="http://schemas.openxmlformats.org/drawingml/2006/main" noGrp="1"/>
          </p:cNvSpPr>
          <p:nvPr/>
        </p:nvSpPr>
        <p:spPr>
          <a:xfrm xmlns:a="http://schemas.openxmlformats.org/drawingml/2006/main">
            <a:off x="5588239" y="2019790"/>
            <a:ext cx="762033" cy="330280"/>
          </a:xfrm>
          <a:prstGeom xmlns:a="http://schemas.openxmlformats.org/drawingml/2006/main" prst="rect">
            <a:avLst/>
          </a:prstGeom>
          <a:solidFill xmlns:a="http://schemas.openxmlformats.org/drawingml/2006/main">
            <a:srgbClr val="9BC6E3"/>
          </a:solidFill>
          <a:ln xmlns:a="http://schemas.openxmlformats.org/drawingml/2006/main" w="6350">
            <a:solidFill>
              <a:srgbClr val="FFFFFF"/>
            </a:solidFill>
          </a:ln>
        </p:spPr>
      </p:sp>
      <p:sp>
        <p:nvSpPr>
          <p:cNvPr id="105" name="0105:panel-a-r-at-1/cell-4-full/mean-4-full:text">
            <a:extLst xmlns:a="http://schemas.openxmlformats.org/drawingml/2006/main">
              <a:ext uri="{FF2B5EF4-FFF2-40B4-BE49-F238E27FC236}">
                <a16:creationId xmlns:a16="http://schemas.microsoft.com/office/drawing/2014/main" id="{1D2D3118-4477-49DF-AAAF-969DD76E0D98}"/>
              </a:ext>
            </a:extLst>
          </p:cNvPr>
          <p:cNvSpPr>
            <a:spLocks xmlns:a="http://schemas.openxmlformats.org/drawingml/2006/main" noGrp="1"/>
          </p:cNvSpPr>
          <p:nvPr/>
        </p:nvSpPr>
        <p:spPr>
          <a:xfrm xmlns:a="http://schemas.openxmlformats.org/drawingml/2006/main">
            <a:off x="5865718" y="205970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36.7</a:t>
            </a:r>
          </a:p>
        </p:txBody>
      </p:sp>
      <p:sp>
        <p:nvSpPr>
          <p:cNvPr id="106" name="0106:panel-a-r-at-1/cell-4-full/sd-4-full:text">
            <a:extLst xmlns:a="http://schemas.openxmlformats.org/drawingml/2006/main">
              <a:ext uri="{FF2B5EF4-FFF2-40B4-BE49-F238E27FC236}">
                <a16:creationId xmlns:a16="http://schemas.microsoft.com/office/drawing/2014/main" id="{C1CC9CF3-8769-418B-B203-DB5AC90BFB29}"/>
              </a:ext>
            </a:extLst>
          </p:cNvPr>
          <p:cNvSpPr>
            <a:spLocks xmlns:a="http://schemas.openxmlformats.org/drawingml/2006/main" noGrp="1"/>
          </p:cNvSpPr>
          <p:nvPr/>
        </p:nvSpPr>
        <p:spPr>
          <a:xfrm xmlns:a="http://schemas.openxmlformats.org/drawingml/2006/main">
            <a:off x="5852002" y="219308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1.6</a:t>
            </a:r>
          </a:p>
        </p:txBody>
      </p:sp>
      <p:sp>
        <p:nvSpPr>
          <p:cNvPr id="107" name="0107:panel-a-r-at-1/row-5:text">
            <a:extLst xmlns:a="http://schemas.openxmlformats.org/drawingml/2006/main">
              <a:ext uri="{FF2B5EF4-FFF2-40B4-BE49-F238E27FC236}">
                <a16:creationId xmlns:a16="http://schemas.microsoft.com/office/drawing/2014/main" id="{60C171F3-1A3F-4489-9EB0-7D755EEB3EC0}"/>
              </a:ext>
            </a:extLst>
          </p:cNvPr>
          <p:cNvSpPr>
            <a:spLocks xmlns:a="http://schemas.openxmlformats.org/drawingml/2006/main" noGrp="1"/>
          </p:cNvSpPr>
          <p:nvPr/>
        </p:nvSpPr>
        <p:spPr>
          <a:xfrm xmlns:a="http://schemas.openxmlformats.org/drawingml/2006/main">
            <a:off x="649137" y="2459848"/>
            <a:ext cx="104003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Satellite → UAV 250 m</a:t>
            </a:r>
          </a:p>
        </p:txBody>
      </p:sp>
      <p:sp>
        <p:nvSpPr>
          <p:cNvPr id="108" name="0108:panel-a-r-at-1/cell-5-visual:rect">
            <a:extLst xmlns:a="http://schemas.openxmlformats.org/drawingml/2006/main">
              <a:ext uri="{FF2B5EF4-FFF2-40B4-BE49-F238E27FC236}">
                <a16:creationId xmlns:a16="http://schemas.microsoft.com/office/drawing/2014/main" id="{CB304543-E145-4843-88BC-7B476D692792}"/>
              </a:ext>
            </a:extLst>
          </p:cNvPr>
          <p:cNvSpPr>
            <a:spLocks xmlns:a="http://schemas.openxmlformats.org/drawingml/2006/main" noGrp="1"/>
          </p:cNvSpPr>
          <p:nvPr/>
        </p:nvSpPr>
        <p:spPr>
          <a:xfrm xmlns:a="http://schemas.openxmlformats.org/drawingml/2006/main">
            <a:off x="1778076" y="2350070"/>
            <a:ext cx="762033" cy="330280"/>
          </a:xfrm>
          <a:prstGeom xmlns:a="http://schemas.openxmlformats.org/drawingml/2006/main" prst="rect">
            <a:avLst/>
          </a:prstGeom>
          <a:solidFill xmlns:a="http://schemas.openxmlformats.org/drawingml/2006/main">
            <a:srgbClr val="327FBD"/>
          </a:solidFill>
          <a:ln xmlns:a="http://schemas.openxmlformats.org/drawingml/2006/main" w="6350">
            <a:solidFill>
              <a:srgbClr val="FFFFFF"/>
            </a:solidFill>
          </a:ln>
        </p:spPr>
      </p:sp>
      <p:sp>
        <p:nvSpPr>
          <p:cNvPr id="109" name="0109:panel-a-r-at-1/cell-5-visual/mean-5-visual:text">
            <a:extLst xmlns:a="http://schemas.openxmlformats.org/drawingml/2006/main">
              <a:ext uri="{FF2B5EF4-FFF2-40B4-BE49-F238E27FC236}">
                <a16:creationId xmlns:a16="http://schemas.microsoft.com/office/drawing/2014/main" id="{477D611F-BDD7-4AE2-8B16-DB42D628386B}"/>
              </a:ext>
            </a:extLst>
          </p:cNvPr>
          <p:cNvSpPr>
            <a:spLocks xmlns:a="http://schemas.openxmlformats.org/drawingml/2006/main" noGrp="1"/>
          </p:cNvSpPr>
          <p:nvPr/>
        </p:nvSpPr>
        <p:spPr>
          <a:xfrm xmlns:a="http://schemas.openxmlformats.org/drawingml/2006/main">
            <a:off x="2055556" y="238998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FFFFFF"/>
                </a:solidFill>
                <a:latin typeface="Arial"/>
                <a:ea typeface="Arial"/>
                <a:cs typeface="Arial"/>
              </a:defRPr>
            </a:pPr>
            <a:r>
              <a:rPr sz="800" b="1">
                <a:solidFill>
                  <a:srgbClr val="FFFFFF"/>
                </a:solidFill>
                <a:latin typeface="Arial"/>
                <a:ea typeface="Arial"/>
                <a:cs typeface="Arial"/>
              </a:rPr>
              <a:t>69.2</a:t>
            </a:r>
          </a:p>
        </p:txBody>
      </p:sp>
      <p:sp>
        <p:nvSpPr>
          <p:cNvPr id="110" name="0110:panel-a-r-at-1/cell-5-visual/sd-5-visual:text">
            <a:extLst xmlns:a="http://schemas.openxmlformats.org/drawingml/2006/main">
              <a:ext uri="{FF2B5EF4-FFF2-40B4-BE49-F238E27FC236}">
                <a16:creationId xmlns:a16="http://schemas.microsoft.com/office/drawing/2014/main" id="{3A3E8DA0-5FA2-45BC-B852-ACB658A233A7}"/>
              </a:ext>
            </a:extLst>
          </p:cNvPr>
          <p:cNvSpPr>
            <a:spLocks xmlns:a="http://schemas.openxmlformats.org/drawingml/2006/main" noGrp="1"/>
          </p:cNvSpPr>
          <p:nvPr/>
        </p:nvSpPr>
        <p:spPr>
          <a:xfrm xmlns:a="http://schemas.openxmlformats.org/drawingml/2006/main">
            <a:off x="2041840" y="252336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FFFFFF"/>
                </a:solidFill>
                <a:latin typeface="Arial"/>
                <a:ea typeface="Arial"/>
                <a:cs typeface="Arial"/>
              </a:defRPr>
            </a:pPr>
            <a:r>
              <a:rPr sz="800" b="0">
                <a:solidFill>
                  <a:srgbClr val="FFFFFF"/>
                </a:solidFill>
                <a:latin typeface="Arial"/>
                <a:ea typeface="Arial"/>
                <a:cs typeface="Arial"/>
              </a:rPr>
              <a:t>± 3.1</a:t>
            </a:r>
          </a:p>
        </p:txBody>
      </p:sp>
      <p:sp>
        <p:nvSpPr>
          <p:cNvPr id="111" name="0111:panel-a-r-at-1/cell-5-content:rect">
            <a:extLst xmlns:a="http://schemas.openxmlformats.org/drawingml/2006/main">
              <a:ext uri="{FF2B5EF4-FFF2-40B4-BE49-F238E27FC236}">
                <a16:creationId xmlns:a16="http://schemas.microsoft.com/office/drawing/2014/main" id="{2476B027-20B5-4BE8-9377-693C9F8B3C76}"/>
              </a:ext>
            </a:extLst>
          </p:cNvPr>
          <p:cNvSpPr>
            <a:spLocks xmlns:a="http://schemas.openxmlformats.org/drawingml/2006/main" noGrp="1"/>
          </p:cNvSpPr>
          <p:nvPr/>
        </p:nvSpPr>
        <p:spPr>
          <a:xfrm xmlns:a="http://schemas.openxmlformats.org/drawingml/2006/main">
            <a:off x="2540109" y="2350070"/>
            <a:ext cx="762033" cy="330280"/>
          </a:xfrm>
          <a:prstGeom xmlns:a="http://schemas.openxmlformats.org/drawingml/2006/main" prst="rect">
            <a:avLst/>
          </a:prstGeom>
          <a:solidFill xmlns:a="http://schemas.openxmlformats.org/drawingml/2006/main">
            <a:srgbClr val="ECF4FB"/>
          </a:solidFill>
          <a:ln xmlns:a="http://schemas.openxmlformats.org/drawingml/2006/main" w="6350">
            <a:solidFill>
              <a:srgbClr val="FFFFFF"/>
            </a:solidFill>
          </a:ln>
        </p:spPr>
      </p:sp>
      <p:sp>
        <p:nvSpPr>
          <p:cNvPr id="112" name="0112:panel-a-r-at-1/cell-5-content/mean-5-content:text">
            <a:extLst xmlns:a="http://schemas.openxmlformats.org/drawingml/2006/main">
              <a:ext uri="{FF2B5EF4-FFF2-40B4-BE49-F238E27FC236}">
                <a16:creationId xmlns:a16="http://schemas.microsoft.com/office/drawing/2014/main" id="{8F02D23D-7084-496A-A207-A58BA7C7F33E}"/>
              </a:ext>
            </a:extLst>
          </p:cNvPr>
          <p:cNvSpPr>
            <a:spLocks xmlns:a="http://schemas.openxmlformats.org/drawingml/2006/main" noGrp="1"/>
          </p:cNvSpPr>
          <p:nvPr/>
        </p:nvSpPr>
        <p:spPr>
          <a:xfrm xmlns:a="http://schemas.openxmlformats.org/drawingml/2006/main">
            <a:off x="2845830" y="2389981"/>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5.8</a:t>
            </a:r>
          </a:p>
        </p:txBody>
      </p:sp>
      <p:sp>
        <p:nvSpPr>
          <p:cNvPr id="113" name="0113:panel-a-r-at-1/cell-5-content/sd-5-content:text">
            <a:extLst xmlns:a="http://schemas.openxmlformats.org/drawingml/2006/main">
              <a:ext uri="{FF2B5EF4-FFF2-40B4-BE49-F238E27FC236}">
                <a16:creationId xmlns:a16="http://schemas.microsoft.com/office/drawing/2014/main" id="{607FD12A-8B2D-42D6-ABD9-3BD9D5A54EF4}"/>
              </a:ext>
            </a:extLst>
          </p:cNvPr>
          <p:cNvSpPr>
            <a:spLocks xmlns:a="http://schemas.openxmlformats.org/drawingml/2006/main" noGrp="1"/>
          </p:cNvSpPr>
          <p:nvPr/>
        </p:nvSpPr>
        <p:spPr>
          <a:xfrm xmlns:a="http://schemas.openxmlformats.org/drawingml/2006/main">
            <a:off x="2803872" y="252336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0.7</a:t>
            </a:r>
          </a:p>
        </p:txBody>
      </p:sp>
      <p:sp>
        <p:nvSpPr>
          <p:cNvPr id="114" name="0114:panel-a-r-at-1/cell-5-style:rect">
            <a:extLst xmlns:a="http://schemas.openxmlformats.org/drawingml/2006/main">
              <a:ext uri="{FF2B5EF4-FFF2-40B4-BE49-F238E27FC236}">
                <a16:creationId xmlns:a16="http://schemas.microsoft.com/office/drawing/2014/main" id="{11C7C831-BCFD-4622-BA0F-D653E3990CC2}"/>
              </a:ext>
            </a:extLst>
          </p:cNvPr>
          <p:cNvSpPr>
            <a:spLocks xmlns:a="http://schemas.openxmlformats.org/drawingml/2006/main" noGrp="1"/>
          </p:cNvSpPr>
          <p:nvPr/>
        </p:nvSpPr>
        <p:spPr>
          <a:xfrm xmlns:a="http://schemas.openxmlformats.org/drawingml/2006/main">
            <a:off x="3302141" y="2350070"/>
            <a:ext cx="762033" cy="330280"/>
          </a:xfrm>
          <a:prstGeom xmlns:a="http://schemas.openxmlformats.org/drawingml/2006/main" prst="rect">
            <a:avLst/>
          </a:prstGeom>
          <a:solidFill xmlns:a="http://schemas.openxmlformats.org/drawingml/2006/main">
            <a:srgbClr val="F3F8FE"/>
          </a:solidFill>
          <a:ln xmlns:a="http://schemas.openxmlformats.org/drawingml/2006/main" w="6350">
            <a:solidFill>
              <a:srgbClr val="FFFFFF"/>
            </a:solidFill>
          </a:ln>
        </p:spPr>
      </p:sp>
      <p:sp>
        <p:nvSpPr>
          <p:cNvPr id="115" name="0115:panel-a-r-at-1/cell-5-style/mean-5-style:text">
            <a:extLst xmlns:a="http://schemas.openxmlformats.org/drawingml/2006/main">
              <a:ext uri="{FF2B5EF4-FFF2-40B4-BE49-F238E27FC236}">
                <a16:creationId xmlns:a16="http://schemas.microsoft.com/office/drawing/2014/main" id="{FB907D79-83AE-45F9-8DC6-94F3876CD1F4}"/>
              </a:ext>
            </a:extLst>
          </p:cNvPr>
          <p:cNvSpPr>
            <a:spLocks xmlns:a="http://schemas.openxmlformats.org/drawingml/2006/main" noGrp="1"/>
          </p:cNvSpPr>
          <p:nvPr/>
        </p:nvSpPr>
        <p:spPr>
          <a:xfrm xmlns:a="http://schemas.openxmlformats.org/drawingml/2006/main">
            <a:off x="3607862" y="2389981"/>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2.1</a:t>
            </a:r>
          </a:p>
        </p:txBody>
      </p:sp>
      <p:sp>
        <p:nvSpPr>
          <p:cNvPr id="116" name="0116:panel-a-r-at-1/cell-5-style/sd-5-style:text">
            <a:extLst xmlns:a="http://schemas.openxmlformats.org/drawingml/2006/main">
              <a:ext uri="{FF2B5EF4-FFF2-40B4-BE49-F238E27FC236}">
                <a16:creationId xmlns:a16="http://schemas.microsoft.com/office/drawing/2014/main" id="{68A28C09-111A-420B-8D39-C2756EECBA79}"/>
              </a:ext>
            </a:extLst>
          </p:cNvPr>
          <p:cNvSpPr>
            <a:spLocks xmlns:a="http://schemas.openxmlformats.org/drawingml/2006/main" noGrp="1"/>
          </p:cNvSpPr>
          <p:nvPr/>
        </p:nvSpPr>
        <p:spPr>
          <a:xfrm xmlns:a="http://schemas.openxmlformats.org/drawingml/2006/main">
            <a:off x="3565905" y="252336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0.7</a:t>
            </a:r>
          </a:p>
        </p:txBody>
      </p:sp>
      <p:sp>
        <p:nvSpPr>
          <p:cNvPr id="117" name="0117:panel-a-r-at-1/cell-5-visual_content:rect">
            <a:extLst xmlns:a="http://schemas.openxmlformats.org/drawingml/2006/main">
              <a:ext uri="{FF2B5EF4-FFF2-40B4-BE49-F238E27FC236}">
                <a16:creationId xmlns:a16="http://schemas.microsoft.com/office/drawing/2014/main" id="{9FB6D6E1-5647-4938-8787-33B0E30FB0E8}"/>
              </a:ext>
            </a:extLst>
          </p:cNvPr>
          <p:cNvSpPr>
            <a:spLocks xmlns:a="http://schemas.openxmlformats.org/drawingml/2006/main" noGrp="1"/>
          </p:cNvSpPr>
          <p:nvPr/>
        </p:nvSpPr>
        <p:spPr>
          <a:xfrm xmlns:a="http://schemas.openxmlformats.org/drawingml/2006/main">
            <a:off x="4064174" y="2350070"/>
            <a:ext cx="762033" cy="330280"/>
          </a:xfrm>
          <a:prstGeom xmlns:a="http://schemas.openxmlformats.org/drawingml/2006/main" prst="rect">
            <a:avLst/>
          </a:prstGeom>
          <a:solidFill xmlns:a="http://schemas.openxmlformats.org/drawingml/2006/main">
            <a:srgbClr val="64A8D3"/>
          </a:solidFill>
          <a:ln xmlns:a="http://schemas.openxmlformats.org/drawingml/2006/main" w="6350">
            <a:solidFill>
              <a:srgbClr val="FFFFFF"/>
            </a:solidFill>
          </a:ln>
        </p:spPr>
      </p:sp>
      <p:sp>
        <p:nvSpPr>
          <p:cNvPr id="118" name="0118:panel-a-r-at-1/cell-5-visual_content/mean-5-visual_content:text">
            <a:extLst xmlns:a="http://schemas.openxmlformats.org/drawingml/2006/main">
              <a:ext uri="{FF2B5EF4-FFF2-40B4-BE49-F238E27FC236}">
                <a16:creationId xmlns:a16="http://schemas.microsoft.com/office/drawing/2014/main" id="{2FBEA803-5973-4854-A459-F411047BA585}"/>
              </a:ext>
            </a:extLst>
          </p:cNvPr>
          <p:cNvSpPr>
            <a:spLocks xmlns:a="http://schemas.openxmlformats.org/drawingml/2006/main" noGrp="1"/>
          </p:cNvSpPr>
          <p:nvPr/>
        </p:nvSpPr>
        <p:spPr>
          <a:xfrm xmlns:a="http://schemas.openxmlformats.org/drawingml/2006/main">
            <a:off x="4341653" y="238998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52.5</a:t>
            </a:r>
          </a:p>
        </p:txBody>
      </p:sp>
      <p:sp>
        <p:nvSpPr>
          <p:cNvPr id="119" name="0119:panel-a-r-at-1/cell-5-visual_content/sd-5-visual_content:text">
            <a:extLst xmlns:a="http://schemas.openxmlformats.org/drawingml/2006/main">
              <a:ext uri="{FF2B5EF4-FFF2-40B4-BE49-F238E27FC236}">
                <a16:creationId xmlns:a16="http://schemas.microsoft.com/office/drawing/2014/main" id="{4D743689-766A-4F42-953F-36DC48BB3D4B}"/>
              </a:ext>
            </a:extLst>
          </p:cNvPr>
          <p:cNvSpPr>
            <a:spLocks xmlns:a="http://schemas.openxmlformats.org/drawingml/2006/main" noGrp="1"/>
          </p:cNvSpPr>
          <p:nvPr/>
        </p:nvSpPr>
        <p:spPr>
          <a:xfrm xmlns:a="http://schemas.openxmlformats.org/drawingml/2006/main">
            <a:off x="4327937" y="252336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4.5</a:t>
            </a:r>
          </a:p>
        </p:txBody>
      </p:sp>
      <p:sp>
        <p:nvSpPr>
          <p:cNvPr id="120" name="0120:panel-a-r-at-1/cell-5-visual_style:rect">
            <a:extLst xmlns:a="http://schemas.openxmlformats.org/drawingml/2006/main">
              <a:ext uri="{FF2B5EF4-FFF2-40B4-BE49-F238E27FC236}">
                <a16:creationId xmlns:a16="http://schemas.microsoft.com/office/drawing/2014/main" id="{D61C2935-7416-4CA6-9555-D214E8BD9294}"/>
              </a:ext>
            </a:extLst>
          </p:cNvPr>
          <p:cNvSpPr>
            <a:spLocks xmlns:a="http://schemas.openxmlformats.org/drawingml/2006/main" noGrp="1"/>
          </p:cNvSpPr>
          <p:nvPr/>
        </p:nvSpPr>
        <p:spPr>
          <a:xfrm xmlns:a="http://schemas.openxmlformats.org/drawingml/2006/main">
            <a:off x="4826206" y="2350070"/>
            <a:ext cx="762033" cy="330280"/>
          </a:xfrm>
          <a:prstGeom xmlns:a="http://schemas.openxmlformats.org/drawingml/2006/main" prst="rect">
            <a:avLst/>
          </a:prstGeom>
          <a:solidFill xmlns:a="http://schemas.openxmlformats.org/drawingml/2006/main">
            <a:srgbClr val="5AA0CE"/>
          </a:solidFill>
          <a:ln xmlns:a="http://schemas.openxmlformats.org/drawingml/2006/main" w="6350">
            <a:solidFill>
              <a:srgbClr val="FFFFFF"/>
            </a:solidFill>
          </a:ln>
        </p:spPr>
      </p:sp>
      <p:sp>
        <p:nvSpPr>
          <p:cNvPr id="121" name="0121:panel-a-r-at-1/cell-5-visual_style/mean-5-visual_style:text">
            <a:extLst xmlns:a="http://schemas.openxmlformats.org/drawingml/2006/main">
              <a:ext uri="{FF2B5EF4-FFF2-40B4-BE49-F238E27FC236}">
                <a16:creationId xmlns:a16="http://schemas.microsoft.com/office/drawing/2014/main" id="{B4174F46-2C88-4387-A0EF-9EFC95798115}"/>
              </a:ext>
            </a:extLst>
          </p:cNvPr>
          <p:cNvSpPr>
            <a:spLocks xmlns:a="http://schemas.openxmlformats.org/drawingml/2006/main" noGrp="1"/>
          </p:cNvSpPr>
          <p:nvPr/>
        </p:nvSpPr>
        <p:spPr>
          <a:xfrm xmlns:a="http://schemas.openxmlformats.org/drawingml/2006/main">
            <a:off x="5103686" y="238998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55.8</a:t>
            </a:r>
          </a:p>
        </p:txBody>
      </p:sp>
      <p:sp>
        <p:nvSpPr>
          <p:cNvPr id="122" name="0122:panel-a-r-at-1/cell-5-visual_style/sd-5-visual_style:text">
            <a:extLst xmlns:a="http://schemas.openxmlformats.org/drawingml/2006/main">
              <a:ext uri="{FF2B5EF4-FFF2-40B4-BE49-F238E27FC236}">
                <a16:creationId xmlns:a16="http://schemas.microsoft.com/office/drawing/2014/main" id="{A9A7AFD6-90A1-4BF5-9B7E-5A8411D56880}"/>
              </a:ext>
            </a:extLst>
          </p:cNvPr>
          <p:cNvSpPr>
            <a:spLocks xmlns:a="http://schemas.openxmlformats.org/drawingml/2006/main" noGrp="1"/>
          </p:cNvSpPr>
          <p:nvPr/>
        </p:nvSpPr>
        <p:spPr>
          <a:xfrm xmlns:a="http://schemas.openxmlformats.org/drawingml/2006/main">
            <a:off x="5089970" y="252336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2.6</a:t>
            </a:r>
          </a:p>
        </p:txBody>
      </p:sp>
      <p:sp>
        <p:nvSpPr>
          <p:cNvPr id="123" name="0123:panel-a-r-at-1/cell-5-full:rect">
            <a:extLst xmlns:a="http://schemas.openxmlformats.org/drawingml/2006/main">
              <a:ext uri="{FF2B5EF4-FFF2-40B4-BE49-F238E27FC236}">
                <a16:creationId xmlns:a16="http://schemas.microsoft.com/office/drawing/2014/main" id="{367D9592-F565-452D-A4D4-12BC2B8C075C}"/>
              </a:ext>
            </a:extLst>
          </p:cNvPr>
          <p:cNvSpPr>
            <a:spLocks xmlns:a="http://schemas.openxmlformats.org/drawingml/2006/main" noGrp="1"/>
          </p:cNvSpPr>
          <p:nvPr/>
        </p:nvSpPr>
        <p:spPr>
          <a:xfrm xmlns:a="http://schemas.openxmlformats.org/drawingml/2006/main">
            <a:off x="5588239" y="2350070"/>
            <a:ext cx="762033" cy="330280"/>
          </a:xfrm>
          <a:prstGeom xmlns:a="http://schemas.openxmlformats.org/drawingml/2006/main" prst="rect">
            <a:avLst/>
          </a:prstGeom>
          <a:solidFill xmlns:a="http://schemas.openxmlformats.org/drawingml/2006/main">
            <a:srgbClr val="569DCD"/>
          </a:solidFill>
          <a:ln xmlns:a="http://schemas.openxmlformats.org/drawingml/2006/main" w="6350">
            <a:solidFill>
              <a:srgbClr val="FFFFFF"/>
            </a:solidFill>
          </a:ln>
        </p:spPr>
      </p:sp>
      <p:sp>
        <p:nvSpPr>
          <p:cNvPr id="124" name="0124:panel-a-r-at-1/cell-5-full/mean-5-full:text">
            <a:extLst xmlns:a="http://schemas.openxmlformats.org/drawingml/2006/main">
              <a:ext uri="{FF2B5EF4-FFF2-40B4-BE49-F238E27FC236}">
                <a16:creationId xmlns:a16="http://schemas.microsoft.com/office/drawing/2014/main" id="{61981F11-0D3C-4070-A942-9CDFF2437230}"/>
              </a:ext>
            </a:extLst>
          </p:cNvPr>
          <p:cNvSpPr>
            <a:spLocks xmlns:a="http://schemas.openxmlformats.org/drawingml/2006/main" noGrp="1"/>
          </p:cNvSpPr>
          <p:nvPr/>
        </p:nvSpPr>
        <p:spPr>
          <a:xfrm xmlns:a="http://schemas.openxmlformats.org/drawingml/2006/main">
            <a:off x="5865718" y="238998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FFFFFF"/>
                </a:solidFill>
                <a:latin typeface="Arial"/>
                <a:ea typeface="Arial"/>
                <a:cs typeface="Arial"/>
              </a:defRPr>
            </a:pPr>
            <a:r>
              <a:rPr sz="800" b="1">
                <a:solidFill>
                  <a:srgbClr val="FFFFFF"/>
                </a:solidFill>
                <a:latin typeface="Arial"/>
                <a:ea typeface="Arial"/>
                <a:cs typeface="Arial"/>
              </a:rPr>
              <a:t>57.1</a:t>
            </a:r>
          </a:p>
        </p:txBody>
      </p:sp>
      <p:sp>
        <p:nvSpPr>
          <p:cNvPr id="125" name="0125:panel-a-r-at-1/cell-5-full/sd-5-full:text">
            <a:extLst xmlns:a="http://schemas.openxmlformats.org/drawingml/2006/main">
              <a:ext uri="{FF2B5EF4-FFF2-40B4-BE49-F238E27FC236}">
                <a16:creationId xmlns:a16="http://schemas.microsoft.com/office/drawing/2014/main" id="{BA133008-0E44-487E-B708-2D2102076727}"/>
              </a:ext>
            </a:extLst>
          </p:cNvPr>
          <p:cNvSpPr>
            <a:spLocks xmlns:a="http://schemas.openxmlformats.org/drawingml/2006/main" noGrp="1"/>
          </p:cNvSpPr>
          <p:nvPr/>
        </p:nvSpPr>
        <p:spPr>
          <a:xfrm xmlns:a="http://schemas.openxmlformats.org/drawingml/2006/main">
            <a:off x="5852002" y="252336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FFFFFF"/>
                </a:solidFill>
                <a:latin typeface="Arial"/>
                <a:ea typeface="Arial"/>
                <a:cs typeface="Arial"/>
              </a:defRPr>
            </a:pPr>
            <a:r>
              <a:rPr sz="800" b="0">
                <a:solidFill>
                  <a:srgbClr val="FFFFFF"/>
                </a:solidFill>
                <a:latin typeface="Arial"/>
                <a:ea typeface="Arial"/>
                <a:cs typeface="Arial"/>
              </a:rPr>
              <a:t>± 4.0</a:t>
            </a:r>
          </a:p>
        </p:txBody>
      </p:sp>
      <p:sp>
        <p:nvSpPr>
          <p:cNvPr id="126" name="0126:panel-a-r-at-1/row-6:text">
            <a:extLst xmlns:a="http://schemas.openxmlformats.org/drawingml/2006/main">
              <a:ext uri="{FF2B5EF4-FFF2-40B4-BE49-F238E27FC236}">
                <a16:creationId xmlns:a16="http://schemas.microsoft.com/office/drawing/2014/main" id="{F3EC2B11-2890-47B7-B1D0-5B7D0A2BE310}"/>
              </a:ext>
            </a:extLst>
          </p:cNvPr>
          <p:cNvSpPr>
            <a:spLocks xmlns:a="http://schemas.openxmlformats.org/drawingml/2006/main" noGrp="1"/>
          </p:cNvSpPr>
          <p:nvPr/>
        </p:nvSpPr>
        <p:spPr>
          <a:xfrm xmlns:a="http://schemas.openxmlformats.org/drawingml/2006/main">
            <a:off x="666092" y="2790128"/>
            <a:ext cx="10230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UAV 300 m → satellite</a:t>
            </a:r>
          </a:p>
        </p:txBody>
      </p:sp>
      <p:sp>
        <p:nvSpPr>
          <p:cNvPr id="127" name="0127:panel-a-r-at-1/cell-6-visual:rect">
            <a:extLst xmlns:a="http://schemas.openxmlformats.org/drawingml/2006/main">
              <a:ext uri="{FF2B5EF4-FFF2-40B4-BE49-F238E27FC236}">
                <a16:creationId xmlns:a16="http://schemas.microsoft.com/office/drawing/2014/main" id="{4BBBB6BC-8CA3-419A-BC2F-D465FC5FA8ED}"/>
              </a:ext>
            </a:extLst>
          </p:cNvPr>
          <p:cNvSpPr>
            <a:spLocks xmlns:a="http://schemas.openxmlformats.org/drawingml/2006/main" noGrp="1"/>
          </p:cNvSpPr>
          <p:nvPr/>
        </p:nvSpPr>
        <p:spPr>
          <a:xfrm xmlns:a="http://schemas.openxmlformats.org/drawingml/2006/main">
            <a:off x="1778076" y="2680351"/>
            <a:ext cx="762033" cy="330280"/>
          </a:xfrm>
          <a:prstGeom xmlns:a="http://schemas.openxmlformats.org/drawingml/2006/main" prst="rect">
            <a:avLst/>
          </a:prstGeom>
          <a:solidFill xmlns:a="http://schemas.openxmlformats.org/drawingml/2006/main">
            <a:srgbClr val="6CAFD6"/>
          </a:solidFill>
          <a:ln xmlns:a="http://schemas.openxmlformats.org/drawingml/2006/main" w="6350">
            <a:solidFill>
              <a:srgbClr val="FFFFFF"/>
            </a:solidFill>
          </a:ln>
        </p:spPr>
      </p:sp>
      <p:sp>
        <p:nvSpPr>
          <p:cNvPr id="128" name="0128:panel-a-r-at-1/cell-6-visual/mean-6-visual:text">
            <a:extLst xmlns:a="http://schemas.openxmlformats.org/drawingml/2006/main">
              <a:ext uri="{FF2B5EF4-FFF2-40B4-BE49-F238E27FC236}">
                <a16:creationId xmlns:a16="http://schemas.microsoft.com/office/drawing/2014/main" id="{FF32B4D1-833A-4AFD-B30D-A034310A299F}"/>
              </a:ext>
            </a:extLst>
          </p:cNvPr>
          <p:cNvSpPr>
            <a:spLocks xmlns:a="http://schemas.openxmlformats.org/drawingml/2006/main" noGrp="1"/>
          </p:cNvSpPr>
          <p:nvPr/>
        </p:nvSpPr>
        <p:spPr>
          <a:xfrm xmlns:a="http://schemas.openxmlformats.org/drawingml/2006/main">
            <a:off x="2055556" y="272026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49.7</a:t>
            </a:r>
          </a:p>
        </p:txBody>
      </p:sp>
      <p:sp>
        <p:nvSpPr>
          <p:cNvPr id="129" name="0129:panel-a-r-at-1/cell-6-visual/sd-6-visual:text">
            <a:extLst xmlns:a="http://schemas.openxmlformats.org/drawingml/2006/main">
              <a:ext uri="{FF2B5EF4-FFF2-40B4-BE49-F238E27FC236}">
                <a16:creationId xmlns:a16="http://schemas.microsoft.com/office/drawing/2014/main" id="{F130D6F8-F960-4A45-A398-0DCE9B9840F9}"/>
              </a:ext>
            </a:extLst>
          </p:cNvPr>
          <p:cNvSpPr>
            <a:spLocks xmlns:a="http://schemas.openxmlformats.org/drawingml/2006/main" noGrp="1"/>
          </p:cNvSpPr>
          <p:nvPr/>
        </p:nvSpPr>
        <p:spPr>
          <a:xfrm xmlns:a="http://schemas.openxmlformats.org/drawingml/2006/main">
            <a:off x="2041840" y="285364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0.3</a:t>
            </a:r>
          </a:p>
        </p:txBody>
      </p:sp>
      <p:sp>
        <p:nvSpPr>
          <p:cNvPr id="130" name="0130:panel-a-r-at-1/cell-6-content:rect">
            <a:extLst xmlns:a="http://schemas.openxmlformats.org/drawingml/2006/main">
              <a:ext uri="{FF2B5EF4-FFF2-40B4-BE49-F238E27FC236}">
                <a16:creationId xmlns:a16="http://schemas.microsoft.com/office/drawing/2014/main" id="{1F661974-A026-417E-8C93-203DBF3740A2}"/>
              </a:ext>
            </a:extLst>
          </p:cNvPr>
          <p:cNvSpPr>
            <a:spLocks xmlns:a="http://schemas.openxmlformats.org/drawingml/2006/main" noGrp="1"/>
          </p:cNvSpPr>
          <p:nvPr/>
        </p:nvSpPr>
        <p:spPr>
          <a:xfrm xmlns:a="http://schemas.openxmlformats.org/drawingml/2006/main">
            <a:off x="2540109" y="2680351"/>
            <a:ext cx="762033" cy="330280"/>
          </a:xfrm>
          <a:prstGeom xmlns:a="http://schemas.openxmlformats.org/drawingml/2006/main" prst="rect">
            <a:avLst/>
          </a:prstGeom>
          <a:solidFill xmlns:a="http://schemas.openxmlformats.org/drawingml/2006/main">
            <a:srgbClr val="F0F6FD"/>
          </a:solidFill>
          <a:ln xmlns:a="http://schemas.openxmlformats.org/drawingml/2006/main" w="6350">
            <a:solidFill>
              <a:srgbClr val="FFFFFF"/>
            </a:solidFill>
          </a:ln>
        </p:spPr>
      </p:sp>
      <p:sp>
        <p:nvSpPr>
          <p:cNvPr id="131" name="0131:panel-a-r-at-1/cell-6-content/mean-6-content:text">
            <a:extLst xmlns:a="http://schemas.openxmlformats.org/drawingml/2006/main">
              <a:ext uri="{FF2B5EF4-FFF2-40B4-BE49-F238E27FC236}">
                <a16:creationId xmlns:a16="http://schemas.microsoft.com/office/drawing/2014/main" id="{0AD0FD1A-50C2-4F01-9891-51A363EEAC3E}"/>
              </a:ext>
            </a:extLst>
          </p:cNvPr>
          <p:cNvSpPr>
            <a:spLocks xmlns:a="http://schemas.openxmlformats.org/drawingml/2006/main" noGrp="1"/>
          </p:cNvSpPr>
          <p:nvPr/>
        </p:nvSpPr>
        <p:spPr>
          <a:xfrm xmlns:a="http://schemas.openxmlformats.org/drawingml/2006/main">
            <a:off x="2845830" y="2720261"/>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3.6</a:t>
            </a:r>
          </a:p>
        </p:txBody>
      </p:sp>
      <p:sp>
        <p:nvSpPr>
          <p:cNvPr id="132" name="0132:panel-a-r-at-1/cell-6-content/sd-6-content:text">
            <a:extLst xmlns:a="http://schemas.openxmlformats.org/drawingml/2006/main">
              <a:ext uri="{FF2B5EF4-FFF2-40B4-BE49-F238E27FC236}">
                <a16:creationId xmlns:a16="http://schemas.microsoft.com/office/drawing/2014/main" id="{717AE1C6-DF28-4332-9DA0-C91C277C3C56}"/>
              </a:ext>
            </a:extLst>
          </p:cNvPr>
          <p:cNvSpPr>
            <a:spLocks xmlns:a="http://schemas.openxmlformats.org/drawingml/2006/main" noGrp="1"/>
          </p:cNvSpPr>
          <p:nvPr/>
        </p:nvSpPr>
        <p:spPr>
          <a:xfrm xmlns:a="http://schemas.openxmlformats.org/drawingml/2006/main">
            <a:off x="2803872" y="285364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0.3</a:t>
            </a:r>
          </a:p>
        </p:txBody>
      </p:sp>
      <p:sp>
        <p:nvSpPr>
          <p:cNvPr id="133" name="0133:panel-a-r-at-1/cell-6-style:rect">
            <a:extLst xmlns:a="http://schemas.openxmlformats.org/drawingml/2006/main">
              <a:ext uri="{FF2B5EF4-FFF2-40B4-BE49-F238E27FC236}">
                <a16:creationId xmlns:a16="http://schemas.microsoft.com/office/drawing/2014/main" id="{0EF3E3B0-643C-4C07-B219-361FF1C1152E}"/>
              </a:ext>
            </a:extLst>
          </p:cNvPr>
          <p:cNvSpPr>
            <a:spLocks xmlns:a="http://schemas.openxmlformats.org/drawingml/2006/main" noGrp="1"/>
          </p:cNvSpPr>
          <p:nvPr/>
        </p:nvSpPr>
        <p:spPr>
          <a:xfrm xmlns:a="http://schemas.openxmlformats.org/drawingml/2006/main">
            <a:off x="3302141" y="2680351"/>
            <a:ext cx="762033" cy="330280"/>
          </a:xfrm>
          <a:prstGeom xmlns:a="http://schemas.openxmlformats.org/drawingml/2006/main" prst="rect">
            <a:avLst/>
          </a:prstGeom>
          <a:solidFill xmlns:a="http://schemas.openxmlformats.org/drawingml/2006/main">
            <a:srgbClr val="F6FAFF"/>
          </a:solidFill>
          <a:ln xmlns:a="http://schemas.openxmlformats.org/drawingml/2006/main" w="6350">
            <a:solidFill>
              <a:srgbClr val="FFFFFF"/>
            </a:solidFill>
          </a:ln>
        </p:spPr>
      </p:sp>
      <p:sp>
        <p:nvSpPr>
          <p:cNvPr id="134" name="0134:panel-a-r-at-1/cell-6-style/mean-6-style:text">
            <a:extLst xmlns:a="http://schemas.openxmlformats.org/drawingml/2006/main">
              <a:ext uri="{FF2B5EF4-FFF2-40B4-BE49-F238E27FC236}">
                <a16:creationId xmlns:a16="http://schemas.microsoft.com/office/drawing/2014/main" id="{4B7DADE1-E6BB-4E2E-BBB0-332730A95809}"/>
              </a:ext>
            </a:extLst>
          </p:cNvPr>
          <p:cNvSpPr>
            <a:spLocks xmlns:a="http://schemas.openxmlformats.org/drawingml/2006/main" noGrp="1"/>
          </p:cNvSpPr>
          <p:nvPr/>
        </p:nvSpPr>
        <p:spPr>
          <a:xfrm xmlns:a="http://schemas.openxmlformats.org/drawingml/2006/main">
            <a:off x="3607862" y="2720261"/>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0.5</a:t>
            </a:r>
          </a:p>
        </p:txBody>
      </p:sp>
      <p:sp>
        <p:nvSpPr>
          <p:cNvPr id="135" name="0135:panel-a-r-at-1/cell-6-style/sd-6-style:text">
            <a:extLst xmlns:a="http://schemas.openxmlformats.org/drawingml/2006/main">
              <a:ext uri="{FF2B5EF4-FFF2-40B4-BE49-F238E27FC236}">
                <a16:creationId xmlns:a16="http://schemas.microsoft.com/office/drawing/2014/main" id="{E3EE071F-B2E4-4C5B-BBA8-EC170623854D}"/>
              </a:ext>
            </a:extLst>
          </p:cNvPr>
          <p:cNvSpPr>
            <a:spLocks xmlns:a="http://schemas.openxmlformats.org/drawingml/2006/main" noGrp="1"/>
          </p:cNvSpPr>
          <p:nvPr/>
        </p:nvSpPr>
        <p:spPr>
          <a:xfrm xmlns:a="http://schemas.openxmlformats.org/drawingml/2006/main">
            <a:off x="3536234" y="2853643"/>
            <a:ext cx="29384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&lt;0.1</a:t>
            </a:r>
          </a:p>
        </p:txBody>
      </p:sp>
      <p:sp>
        <p:nvSpPr>
          <p:cNvPr id="136" name="0136:panel-a-r-at-1/cell-6-visual_content:rect">
            <a:extLst xmlns:a="http://schemas.openxmlformats.org/drawingml/2006/main">
              <a:ext uri="{FF2B5EF4-FFF2-40B4-BE49-F238E27FC236}">
                <a16:creationId xmlns:a16="http://schemas.microsoft.com/office/drawing/2014/main" id="{773F7A0E-5ECA-446A-83F0-4CFE0D89A0E7}"/>
              </a:ext>
            </a:extLst>
          </p:cNvPr>
          <p:cNvSpPr>
            <a:spLocks xmlns:a="http://schemas.openxmlformats.org/drawingml/2006/main" noGrp="1"/>
          </p:cNvSpPr>
          <p:nvPr/>
        </p:nvSpPr>
        <p:spPr>
          <a:xfrm xmlns:a="http://schemas.openxmlformats.org/drawingml/2006/main">
            <a:off x="4064174" y="2680351"/>
            <a:ext cx="762033" cy="330280"/>
          </a:xfrm>
          <a:prstGeom xmlns:a="http://schemas.openxmlformats.org/drawingml/2006/main" prst="rect">
            <a:avLst/>
          </a:prstGeom>
          <a:solidFill xmlns:a="http://schemas.openxmlformats.org/drawingml/2006/main">
            <a:srgbClr val="90C0E0"/>
          </a:solidFill>
          <a:ln xmlns:a="http://schemas.openxmlformats.org/drawingml/2006/main" w="6350">
            <a:solidFill>
              <a:srgbClr val="FFFFFF"/>
            </a:solidFill>
          </a:ln>
        </p:spPr>
      </p:sp>
      <p:sp>
        <p:nvSpPr>
          <p:cNvPr id="137" name="0137:panel-a-r-at-1/cell-6-visual_content/mean-6-visual_content:text">
            <a:extLst xmlns:a="http://schemas.openxmlformats.org/drawingml/2006/main">
              <a:ext uri="{FF2B5EF4-FFF2-40B4-BE49-F238E27FC236}">
                <a16:creationId xmlns:a16="http://schemas.microsoft.com/office/drawing/2014/main" id="{B069D0C2-0A07-47C6-A2F3-18BBFDE1BCF8}"/>
              </a:ext>
            </a:extLst>
          </p:cNvPr>
          <p:cNvSpPr>
            <a:spLocks xmlns:a="http://schemas.openxmlformats.org/drawingml/2006/main" noGrp="1"/>
          </p:cNvSpPr>
          <p:nvPr/>
        </p:nvSpPr>
        <p:spPr>
          <a:xfrm xmlns:a="http://schemas.openxmlformats.org/drawingml/2006/main">
            <a:off x="4341653" y="272026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40.0</a:t>
            </a:r>
          </a:p>
        </p:txBody>
      </p:sp>
      <p:sp>
        <p:nvSpPr>
          <p:cNvPr id="138" name="0138:panel-a-r-at-1/cell-6-visual_content/sd-6-visual_content:text">
            <a:extLst xmlns:a="http://schemas.openxmlformats.org/drawingml/2006/main">
              <a:ext uri="{FF2B5EF4-FFF2-40B4-BE49-F238E27FC236}">
                <a16:creationId xmlns:a16="http://schemas.microsoft.com/office/drawing/2014/main" id="{C7B8AC18-1CB1-4829-903E-4E06B52932B0}"/>
              </a:ext>
            </a:extLst>
          </p:cNvPr>
          <p:cNvSpPr>
            <a:spLocks xmlns:a="http://schemas.openxmlformats.org/drawingml/2006/main" noGrp="1"/>
          </p:cNvSpPr>
          <p:nvPr/>
        </p:nvSpPr>
        <p:spPr>
          <a:xfrm xmlns:a="http://schemas.openxmlformats.org/drawingml/2006/main">
            <a:off x="4327937" y="285364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4.2</a:t>
            </a:r>
          </a:p>
        </p:txBody>
      </p:sp>
      <p:sp>
        <p:nvSpPr>
          <p:cNvPr id="139" name="0139:panel-a-r-at-1/cell-6-visual_style:rect">
            <a:extLst xmlns:a="http://schemas.openxmlformats.org/drawingml/2006/main">
              <a:ext uri="{FF2B5EF4-FFF2-40B4-BE49-F238E27FC236}">
                <a16:creationId xmlns:a16="http://schemas.microsoft.com/office/drawing/2014/main" id="{B58B20E0-8CD6-4E03-914C-2C546220DF95}"/>
              </a:ext>
            </a:extLst>
          </p:cNvPr>
          <p:cNvSpPr>
            <a:spLocks xmlns:a="http://schemas.openxmlformats.org/drawingml/2006/main" noGrp="1"/>
          </p:cNvSpPr>
          <p:nvPr/>
        </p:nvSpPr>
        <p:spPr>
          <a:xfrm xmlns:a="http://schemas.openxmlformats.org/drawingml/2006/main">
            <a:off x="4826206" y="2680351"/>
            <a:ext cx="762033" cy="330280"/>
          </a:xfrm>
          <a:prstGeom xmlns:a="http://schemas.openxmlformats.org/drawingml/2006/main" prst="rect">
            <a:avLst/>
          </a:prstGeom>
          <a:solidFill xmlns:a="http://schemas.openxmlformats.org/drawingml/2006/main">
            <a:srgbClr val="92C1E1"/>
          </a:solidFill>
          <a:ln xmlns:a="http://schemas.openxmlformats.org/drawingml/2006/main" w="6350">
            <a:solidFill>
              <a:srgbClr val="FFFFFF"/>
            </a:solidFill>
          </a:ln>
        </p:spPr>
      </p:sp>
      <p:sp>
        <p:nvSpPr>
          <p:cNvPr id="140" name="0140:panel-a-r-at-1/cell-6-visual_style/mean-6-visual_style:text">
            <a:extLst xmlns:a="http://schemas.openxmlformats.org/drawingml/2006/main">
              <a:ext uri="{FF2B5EF4-FFF2-40B4-BE49-F238E27FC236}">
                <a16:creationId xmlns:a16="http://schemas.microsoft.com/office/drawing/2014/main" id="{791BA3D8-33BE-416E-9D1C-A2E8F66B21CF}"/>
              </a:ext>
            </a:extLst>
          </p:cNvPr>
          <p:cNvSpPr>
            <a:spLocks xmlns:a="http://schemas.openxmlformats.org/drawingml/2006/main" noGrp="1"/>
          </p:cNvSpPr>
          <p:nvPr/>
        </p:nvSpPr>
        <p:spPr>
          <a:xfrm xmlns:a="http://schemas.openxmlformats.org/drawingml/2006/main">
            <a:off x="5103686" y="272026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39.2</a:t>
            </a:r>
          </a:p>
        </p:txBody>
      </p:sp>
      <p:sp>
        <p:nvSpPr>
          <p:cNvPr id="141" name="0141:panel-a-r-at-1/cell-6-visual_style/sd-6-visual_style:text">
            <a:extLst xmlns:a="http://schemas.openxmlformats.org/drawingml/2006/main">
              <a:ext uri="{FF2B5EF4-FFF2-40B4-BE49-F238E27FC236}">
                <a16:creationId xmlns:a16="http://schemas.microsoft.com/office/drawing/2014/main" id="{BFF29694-4E66-42D2-83C4-7CD68C259493}"/>
              </a:ext>
            </a:extLst>
          </p:cNvPr>
          <p:cNvSpPr>
            <a:spLocks xmlns:a="http://schemas.openxmlformats.org/drawingml/2006/main" noGrp="1"/>
          </p:cNvSpPr>
          <p:nvPr/>
        </p:nvSpPr>
        <p:spPr>
          <a:xfrm xmlns:a="http://schemas.openxmlformats.org/drawingml/2006/main">
            <a:off x="5089970" y="285364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1.8</a:t>
            </a:r>
          </a:p>
        </p:txBody>
      </p:sp>
      <p:sp>
        <p:nvSpPr>
          <p:cNvPr id="142" name="0142:panel-a-r-at-1/cell-6-full:rect">
            <a:extLst xmlns:a="http://schemas.openxmlformats.org/drawingml/2006/main">
              <a:ext uri="{FF2B5EF4-FFF2-40B4-BE49-F238E27FC236}">
                <a16:creationId xmlns:a16="http://schemas.microsoft.com/office/drawing/2014/main" id="{886E9A2B-24CE-4DB6-A44C-20B16473D56B}"/>
              </a:ext>
            </a:extLst>
          </p:cNvPr>
          <p:cNvSpPr>
            <a:spLocks xmlns:a="http://schemas.openxmlformats.org/drawingml/2006/main" noGrp="1"/>
          </p:cNvSpPr>
          <p:nvPr/>
        </p:nvSpPr>
        <p:spPr>
          <a:xfrm xmlns:a="http://schemas.openxmlformats.org/drawingml/2006/main">
            <a:off x="5588239" y="2680351"/>
            <a:ext cx="762033" cy="330280"/>
          </a:xfrm>
          <a:prstGeom xmlns:a="http://schemas.openxmlformats.org/drawingml/2006/main" prst="rect">
            <a:avLst/>
          </a:prstGeom>
          <a:solidFill xmlns:a="http://schemas.openxmlformats.org/drawingml/2006/main">
            <a:srgbClr val="95C3E2"/>
          </a:solidFill>
          <a:ln xmlns:a="http://schemas.openxmlformats.org/drawingml/2006/main" w="6350">
            <a:solidFill>
              <a:srgbClr val="FFFFFF"/>
            </a:solidFill>
          </a:ln>
        </p:spPr>
      </p:sp>
      <p:sp>
        <p:nvSpPr>
          <p:cNvPr id="143" name="0143:panel-a-r-at-1/cell-6-full/mean-6-full:text">
            <a:extLst xmlns:a="http://schemas.openxmlformats.org/drawingml/2006/main">
              <a:ext uri="{FF2B5EF4-FFF2-40B4-BE49-F238E27FC236}">
                <a16:creationId xmlns:a16="http://schemas.microsoft.com/office/drawing/2014/main" id="{586831A2-1CF5-413B-BA07-F28360118BAB}"/>
              </a:ext>
            </a:extLst>
          </p:cNvPr>
          <p:cNvSpPr>
            <a:spLocks xmlns:a="http://schemas.openxmlformats.org/drawingml/2006/main" noGrp="1"/>
          </p:cNvSpPr>
          <p:nvPr/>
        </p:nvSpPr>
        <p:spPr>
          <a:xfrm xmlns:a="http://schemas.openxmlformats.org/drawingml/2006/main">
            <a:off x="5865718" y="272026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38.4</a:t>
            </a:r>
          </a:p>
        </p:txBody>
      </p:sp>
      <p:sp>
        <p:nvSpPr>
          <p:cNvPr id="144" name="0144:panel-a-r-at-1/cell-6-full/sd-6-full:text">
            <a:extLst xmlns:a="http://schemas.openxmlformats.org/drawingml/2006/main">
              <a:ext uri="{FF2B5EF4-FFF2-40B4-BE49-F238E27FC236}">
                <a16:creationId xmlns:a16="http://schemas.microsoft.com/office/drawing/2014/main" id="{31E5EC31-97F5-4E6C-8169-2931E2EB8F67}"/>
              </a:ext>
            </a:extLst>
          </p:cNvPr>
          <p:cNvSpPr>
            <a:spLocks xmlns:a="http://schemas.openxmlformats.org/drawingml/2006/main" noGrp="1"/>
          </p:cNvSpPr>
          <p:nvPr/>
        </p:nvSpPr>
        <p:spPr>
          <a:xfrm xmlns:a="http://schemas.openxmlformats.org/drawingml/2006/main">
            <a:off x="5852002" y="2853643"/>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0.8</a:t>
            </a:r>
          </a:p>
        </p:txBody>
      </p:sp>
      <p:sp>
        <p:nvSpPr>
          <p:cNvPr id="145" name="0145:panel-a-r-at-1/row-7:text">
            <a:extLst xmlns:a="http://schemas.openxmlformats.org/drawingml/2006/main">
              <a:ext uri="{FF2B5EF4-FFF2-40B4-BE49-F238E27FC236}">
                <a16:creationId xmlns:a16="http://schemas.microsoft.com/office/drawing/2014/main" id="{F1E9C6A2-55C0-4CE3-94E9-88DCBA8DB863}"/>
              </a:ext>
            </a:extLst>
          </p:cNvPr>
          <p:cNvSpPr>
            <a:spLocks xmlns:a="http://schemas.openxmlformats.org/drawingml/2006/main" noGrp="1"/>
          </p:cNvSpPr>
          <p:nvPr/>
        </p:nvSpPr>
        <p:spPr>
          <a:xfrm xmlns:a="http://schemas.openxmlformats.org/drawingml/2006/main">
            <a:off x="649137" y="3120408"/>
            <a:ext cx="104003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Satellite → UAV 300 m</a:t>
            </a:r>
          </a:p>
        </p:txBody>
      </p:sp>
      <p:sp>
        <p:nvSpPr>
          <p:cNvPr id="146" name="0146:panel-a-r-at-1/cell-7-visual:rect">
            <a:extLst xmlns:a="http://schemas.openxmlformats.org/drawingml/2006/main">
              <a:ext uri="{FF2B5EF4-FFF2-40B4-BE49-F238E27FC236}">
                <a16:creationId xmlns:a16="http://schemas.microsoft.com/office/drawing/2014/main" id="{5BFF3170-2D6F-4CA3-9B5C-A8E954107F70}"/>
              </a:ext>
            </a:extLst>
          </p:cNvPr>
          <p:cNvSpPr>
            <a:spLocks xmlns:a="http://schemas.openxmlformats.org/drawingml/2006/main" noGrp="1"/>
          </p:cNvSpPr>
          <p:nvPr/>
        </p:nvSpPr>
        <p:spPr>
          <a:xfrm xmlns:a="http://schemas.openxmlformats.org/drawingml/2006/main">
            <a:off x="1778076" y="3010631"/>
            <a:ext cx="762033" cy="330280"/>
          </a:xfrm>
          <a:prstGeom xmlns:a="http://schemas.openxmlformats.org/drawingml/2006/main" prst="rect">
            <a:avLst/>
          </a:prstGeom>
          <a:solidFill xmlns:a="http://schemas.openxmlformats.org/drawingml/2006/main">
            <a:srgbClr val="2574B7"/>
          </a:solidFill>
          <a:ln xmlns:a="http://schemas.openxmlformats.org/drawingml/2006/main" w="6350">
            <a:solidFill>
              <a:srgbClr val="FFFFFF"/>
            </a:solidFill>
          </a:ln>
        </p:spPr>
      </p:sp>
      <p:sp>
        <p:nvSpPr>
          <p:cNvPr id="147" name="0147:panel-a-r-at-1/cell-7-visual/mean-7-visual:text">
            <a:extLst xmlns:a="http://schemas.openxmlformats.org/drawingml/2006/main">
              <a:ext uri="{FF2B5EF4-FFF2-40B4-BE49-F238E27FC236}">
                <a16:creationId xmlns:a16="http://schemas.microsoft.com/office/drawing/2014/main" id="{0F0DA63B-08EC-424F-9D7C-3F3E43C22A07}"/>
              </a:ext>
            </a:extLst>
          </p:cNvPr>
          <p:cNvSpPr>
            <a:spLocks xmlns:a="http://schemas.openxmlformats.org/drawingml/2006/main" noGrp="1"/>
          </p:cNvSpPr>
          <p:nvPr/>
        </p:nvSpPr>
        <p:spPr>
          <a:xfrm xmlns:a="http://schemas.openxmlformats.org/drawingml/2006/main">
            <a:off x="2055556" y="305054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FFFFFF"/>
                </a:solidFill>
                <a:latin typeface="Arial"/>
                <a:ea typeface="Arial"/>
                <a:cs typeface="Arial"/>
              </a:defRPr>
            </a:pPr>
            <a:r>
              <a:rPr sz="800" b="1">
                <a:solidFill>
                  <a:srgbClr val="FFFFFF"/>
                </a:solidFill>
                <a:latin typeface="Arial"/>
                <a:ea typeface="Arial"/>
                <a:cs typeface="Arial"/>
              </a:rPr>
              <a:t>73.8</a:t>
            </a:r>
          </a:p>
        </p:txBody>
      </p:sp>
      <p:sp>
        <p:nvSpPr>
          <p:cNvPr id="148" name="0148:panel-a-r-at-1/cell-7-visual/sd-7-visual:text">
            <a:extLst xmlns:a="http://schemas.openxmlformats.org/drawingml/2006/main">
              <a:ext uri="{FF2B5EF4-FFF2-40B4-BE49-F238E27FC236}">
                <a16:creationId xmlns:a16="http://schemas.microsoft.com/office/drawing/2014/main" id="{C7046693-4AAE-4429-95DA-0546D7FA5CBD}"/>
              </a:ext>
            </a:extLst>
          </p:cNvPr>
          <p:cNvSpPr>
            <a:spLocks xmlns:a="http://schemas.openxmlformats.org/drawingml/2006/main" noGrp="1"/>
          </p:cNvSpPr>
          <p:nvPr/>
        </p:nvSpPr>
        <p:spPr>
          <a:xfrm xmlns:a="http://schemas.openxmlformats.org/drawingml/2006/main">
            <a:off x="2041840" y="3183924"/>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FFFFFF"/>
                </a:solidFill>
                <a:latin typeface="Arial"/>
                <a:ea typeface="Arial"/>
                <a:cs typeface="Arial"/>
              </a:defRPr>
            </a:pPr>
            <a:r>
              <a:rPr sz="800" b="0">
                <a:solidFill>
                  <a:srgbClr val="FFFFFF"/>
                </a:solidFill>
                <a:latin typeface="Arial"/>
                <a:ea typeface="Arial"/>
                <a:cs typeface="Arial"/>
              </a:rPr>
              <a:t>± 3.8</a:t>
            </a:r>
          </a:p>
        </p:txBody>
      </p:sp>
      <p:sp>
        <p:nvSpPr>
          <p:cNvPr id="149" name="0149:panel-a-r-at-1/cell-7-content:rect">
            <a:extLst xmlns:a="http://schemas.openxmlformats.org/drawingml/2006/main">
              <a:ext uri="{FF2B5EF4-FFF2-40B4-BE49-F238E27FC236}">
                <a16:creationId xmlns:a16="http://schemas.microsoft.com/office/drawing/2014/main" id="{A175139E-2E09-425F-93A4-7A45940ECB0F}"/>
              </a:ext>
            </a:extLst>
          </p:cNvPr>
          <p:cNvSpPr>
            <a:spLocks xmlns:a="http://schemas.openxmlformats.org/drawingml/2006/main" noGrp="1"/>
          </p:cNvSpPr>
          <p:nvPr/>
        </p:nvSpPr>
        <p:spPr>
          <a:xfrm xmlns:a="http://schemas.openxmlformats.org/drawingml/2006/main">
            <a:off x="2540109" y="3010631"/>
            <a:ext cx="762033" cy="330280"/>
          </a:xfrm>
          <a:prstGeom xmlns:a="http://schemas.openxmlformats.org/drawingml/2006/main" prst="rect">
            <a:avLst/>
          </a:prstGeom>
          <a:solidFill xmlns:a="http://schemas.openxmlformats.org/drawingml/2006/main">
            <a:srgbClr val="E4EFF9"/>
          </a:solidFill>
          <a:ln xmlns:a="http://schemas.openxmlformats.org/drawingml/2006/main" w="6350">
            <a:solidFill>
              <a:srgbClr val="FFFFFF"/>
            </a:solidFill>
          </a:ln>
        </p:spPr>
      </p:sp>
      <p:sp>
        <p:nvSpPr>
          <p:cNvPr id="150" name="0150:panel-a-r-at-1/cell-7-content/mean-7-content:text">
            <a:extLst xmlns:a="http://schemas.openxmlformats.org/drawingml/2006/main">
              <a:ext uri="{FF2B5EF4-FFF2-40B4-BE49-F238E27FC236}">
                <a16:creationId xmlns:a16="http://schemas.microsoft.com/office/drawing/2014/main" id="{7DA81918-4400-497B-9FE2-14D64930A38D}"/>
              </a:ext>
            </a:extLst>
          </p:cNvPr>
          <p:cNvSpPr>
            <a:spLocks xmlns:a="http://schemas.openxmlformats.org/drawingml/2006/main" noGrp="1"/>
          </p:cNvSpPr>
          <p:nvPr/>
        </p:nvSpPr>
        <p:spPr>
          <a:xfrm xmlns:a="http://schemas.openxmlformats.org/drawingml/2006/main">
            <a:off x="2845830" y="3050541"/>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9.6</a:t>
            </a:r>
          </a:p>
        </p:txBody>
      </p:sp>
      <p:sp>
        <p:nvSpPr>
          <p:cNvPr id="151" name="0151:panel-a-r-at-1/cell-7-content/sd-7-content:text">
            <a:extLst xmlns:a="http://schemas.openxmlformats.org/drawingml/2006/main">
              <a:ext uri="{FF2B5EF4-FFF2-40B4-BE49-F238E27FC236}">
                <a16:creationId xmlns:a16="http://schemas.microsoft.com/office/drawing/2014/main" id="{7167FADA-77B8-4930-806C-0E20B3D749BF}"/>
              </a:ext>
            </a:extLst>
          </p:cNvPr>
          <p:cNvSpPr>
            <a:spLocks xmlns:a="http://schemas.openxmlformats.org/drawingml/2006/main" noGrp="1"/>
          </p:cNvSpPr>
          <p:nvPr/>
        </p:nvSpPr>
        <p:spPr>
          <a:xfrm xmlns:a="http://schemas.openxmlformats.org/drawingml/2006/main">
            <a:off x="2803872" y="3183924"/>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0.7</a:t>
            </a:r>
          </a:p>
        </p:txBody>
      </p:sp>
      <p:sp>
        <p:nvSpPr>
          <p:cNvPr id="152" name="0152:panel-a-r-at-1/cell-7-style:rect">
            <a:extLst xmlns:a="http://schemas.openxmlformats.org/drawingml/2006/main">
              <a:ext uri="{FF2B5EF4-FFF2-40B4-BE49-F238E27FC236}">
                <a16:creationId xmlns:a16="http://schemas.microsoft.com/office/drawing/2014/main" id="{2666EBE0-B880-4564-BA18-14CCBAD8D6DD}"/>
              </a:ext>
            </a:extLst>
          </p:cNvPr>
          <p:cNvSpPr>
            <a:spLocks xmlns:a="http://schemas.openxmlformats.org/drawingml/2006/main" noGrp="1"/>
          </p:cNvSpPr>
          <p:nvPr/>
        </p:nvSpPr>
        <p:spPr>
          <a:xfrm xmlns:a="http://schemas.openxmlformats.org/drawingml/2006/main">
            <a:off x="3302141" y="3010631"/>
            <a:ext cx="762033" cy="330280"/>
          </a:xfrm>
          <a:prstGeom xmlns:a="http://schemas.openxmlformats.org/drawingml/2006/main" prst="rect">
            <a:avLst/>
          </a:prstGeom>
          <a:solidFill xmlns:a="http://schemas.openxmlformats.org/drawingml/2006/main">
            <a:srgbClr val="F7FBFF"/>
          </a:solidFill>
          <a:ln xmlns:a="http://schemas.openxmlformats.org/drawingml/2006/main" w="6350">
            <a:solidFill>
              <a:srgbClr val="FFFFFF"/>
            </a:solidFill>
          </a:ln>
        </p:spPr>
      </p:sp>
      <p:sp>
        <p:nvSpPr>
          <p:cNvPr id="153" name="0153:panel-a-r-at-1/cell-7-style/mean-7-style:text">
            <a:extLst xmlns:a="http://schemas.openxmlformats.org/drawingml/2006/main">
              <a:ext uri="{FF2B5EF4-FFF2-40B4-BE49-F238E27FC236}">
                <a16:creationId xmlns:a16="http://schemas.microsoft.com/office/drawing/2014/main" id="{BF47D052-6CEB-4B48-84A8-C148C2861019}"/>
              </a:ext>
            </a:extLst>
          </p:cNvPr>
          <p:cNvSpPr>
            <a:spLocks xmlns:a="http://schemas.openxmlformats.org/drawingml/2006/main" noGrp="1"/>
          </p:cNvSpPr>
          <p:nvPr/>
        </p:nvSpPr>
        <p:spPr>
          <a:xfrm xmlns:a="http://schemas.openxmlformats.org/drawingml/2006/main">
            <a:off x="3607862" y="3050541"/>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0.0</a:t>
            </a:r>
          </a:p>
        </p:txBody>
      </p:sp>
      <p:sp>
        <p:nvSpPr>
          <p:cNvPr id="154" name="0154:panel-a-r-at-1/cell-7-style/sd-7-style:text">
            <a:extLst xmlns:a="http://schemas.openxmlformats.org/drawingml/2006/main">
              <a:ext uri="{FF2B5EF4-FFF2-40B4-BE49-F238E27FC236}">
                <a16:creationId xmlns:a16="http://schemas.microsoft.com/office/drawing/2014/main" id="{213D8C4D-FFDD-4F56-AC6E-0D0CD3421193}"/>
              </a:ext>
            </a:extLst>
          </p:cNvPr>
          <p:cNvSpPr>
            <a:spLocks xmlns:a="http://schemas.openxmlformats.org/drawingml/2006/main" noGrp="1"/>
          </p:cNvSpPr>
          <p:nvPr/>
        </p:nvSpPr>
        <p:spPr>
          <a:xfrm xmlns:a="http://schemas.openxmlformats.org/drawingml/2006/main">
            <a:off x="3565905" y="3183924"/>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0.0</a:t>
            </a:r>
          </a:p>
        </p:txBody>
      </p:sp>
      <p:sp>
        <p:nvSpPr>
          <p:cNvPr id="155" name="0155:panel-a-r-at-1/cell-7-visual_content:rect">
            <a:extLst xmlns:a="http://schemas.openxmlformats.org/drawingml/2006/main">
              <a:ext uri="{FF2B5EF4-FFF2-40B4-BE49-F238E27FC236}">
                <a16:creationId xmlns:a16="http://schemas.microsoft.com/office/drawing/2014/main" id="{9CE86FBF-A9C6-4C12-9C92-8CE509894654}"/>
              </a:ext>
            </a:extLst>
          </p:cNvPr>
          <p:cNvSpPr>
            <a:spLocks xmlns:a="http://schemas.openxmlformats.org/drawingml/2006/main" noGrp="1"/>
          </p:cNvSpPr>
          <p:nvPr/>
        </p:nvSpPr>
        <p:spPr>
          <a:xfrm xmlns:a="http://schemas.openxmlformats.org/drawingml/2006/main">
            <a:off x="4064174" y="3010631"/>
            <a:ext cx="762033" cy="330280"/>
          </a:xfrm>
          <a:prstGeom xmlns:a="http://schemas.openxmlformats.org/drawingml/2006/main" prst="rect">
            <a:avLst/>
          </a:prstGeom>
          <a:solidFill xmlns:a="http://schemas.openxmlformats.org/drawingml/2006/main">
            <a:srgbClr val="529ACB"/>
          </a:solidFill>
          <a:ln xmlns:a="http://schemas.openxmlformats.org/drawingml/2006/main" w="6350">
            <a:solidFill>
              <a:srgbClr val="FFFFFF"/>
            </a:solidFill>
          </a:ln>
        </p:spPr>
      </p:sp>
      <p:sp>
        <p:nvSpPr>
          <p:cNvPr id="156" name="0156:panel-a-r-at-1/cell-7-visual_content/mean-7-visual_content:text">
            <a:extLst xmlns:a="http://schemas.openxmlformats.org/drawingml/2006/main">
              <a:ext uri="{FF2B5EF4-FFF2-40B4-BE49-F238E27FC236}">
                <a16:creationId xmlns:a16="http://schemas.microsoft.com/office/drawing/2014/main" id="{C98561B1-94E2-44FF-985B-3B2820DA6E05}"/>
              </a:ext>
            </a:extLst>
          </p:cNvPr>
          <p:cNvSpPr>
            <a:spLocks xmlns:a="http://schemas.openxmlformats.org/drawingml/2006/main" noGrp="1"/>
          </p:cNvSpPr>
          <p:nvPr/>
        </p:nvSpPr>
        <p:spPr>
          <a:xfrm xmlns:a="http://schemas.openxmlformats.org/drawingml/2006/main">
            <a:off x="4341653" y="305054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FFFFFF"/>
                </a:solidFill>
                <a:latin typeface="Arial"/>
                <a:ea typeface="Arial"/>
                <a:cs typeface="Arial"/>
              </a:defRPr>
            </a:pPr>
            <a:r>
              <a:rPr sz="800" b="1">
                <a:solidFill>
                  <a:srgbClr val="FFFFFF"/>
                </a:solidFill>
                <a:latin typeface="Arial"/>
                <a:ea typeface="Arial"/>
                <a:cs typeface="Arial"/>
              </a:rPr>
              <a:t>58.3</a:t>
            </a:r>
          </a:p>
        </p:txBody>
      </p:sp>
      <p:sp>
        <p:nvSpPr>
          <p:cNvPr id="157" name="0157:panel-a-r-at-1/cell-7-visual_content/sd-7-visual_content:text">
            <a:extLst xmlns:a="http://schemas.openxmlformats.org/drawingml/2006/main">
              <a:ext uri="{FF2B5EF4-FFF2-40B4-BE49-F238E27FC236}">
                <a16:creationId xmlns:a16="http://schemas.microsoft.com/office/drawing/2014/main" id="{148312E3-1DD7-4C68-9D07-5FFC9C146DFB}"/>
              </a:ext>
            </a:extLst>
          </p:cNvPr>
          <p:cNvSpPr>
            <a:spLocks xmlns:a="http://schemas.openxmlformats.org/drawingml/2006/main" noGrp="1"/>
          </p:cNvSpPr>
          <p:nvPr/>
        </p:nvSpPr>
        <p:spPr>
          <a:xfrm xmlns:a="http://schemas.openxmlformats.org/drawingml/2006/main">
            <a:off x="4327937" y="3183924"/>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FFFFFF"/>
                </a:solidFill>
                <a:latin typeface="Arial"/>
                <a:ea typeface="Arial"/>
                <a:cs typeface="Arial"/>
              </a:defRPr>
            </a:pPr>
            <a:r>
              <a:rPr sz="800" b="0">
                <a:solidFill>
                  <a:srgbClr val="FFFFFF"/>
                </a:solidFill>
                <a:latin typeface="Arial"/>
                <a:ea typeface="Arial"/>
                <a:cs typeface="Arial"/>
              </a:rPr>
              <a:t>± 2.6</a:t>
            </a:r>
          </a:p>
        </p:txBody>
      </p:sp>
      <p:sp>
        <p:nvSpPr>
          <p:cNvPr id="158" name="0158:panel-a-r-at-1/cell-7-visual_style:rect">
            <a:extLst xmlns:a="http://schemas.openxmlformats.org/drawingml/2006/main">
              <a:ext uri="{FF2B5EF4-FFF2-40B4-BE49-F238E27FC236}">
                <a16:creationId xmlns:a16="http://schemas.microsoft.com/office/drawing/2014/main" id="{0767CA61-7396-4BC9-9C41-B0035DB0ED6C}"/>
              </a:ext>
            </a:extLst>
          </p:cNvPr>
          <p:cNvSpPr>
            <a:spLocks xmlns:a="http://schemas.openxmlformats.org/drawingml/2006/main" noGrp="1"/>
          </p:cNvSpPr>
          <p:nvPr/>
        </p:nvSpPr>
        <p:spPr>
          <a:xfrm xmlns:a="http://schemas.openxmlformats.org/drawingml/2006/main">
            <a:off x="4826206" y="3010631"/>
            <a:ext cx="762033" cy="330280"/>
          </a:xfrm>
          <a:prstGeom xmlns:a="http://schemas.openxmlformats.org/drawingml/2006/main" prst="rect">
            <a:avLst/>
          </a:prstGeom>
          <a:solidFill xmlns:a="http://schemas.openxmlformats.org/drawingml/2006/main">
            <a:srgbClr val="5199CA"/>
          </a:solidFill>
          <a:ln xmlns:a="http://schemas.openxmlformats.org/drawingml/2006/main" w="6350">
            <a:solidFill>
              <a:srgbClr val="FFFFFF"/>
            </a:solidFill>
          </a:ln>
        </p:spPr>
      </p:sp>
      <p:sp>
        <p:nvSpPr>
          <p:cNvPr id="159" name="0159:panel-a-r-at-1/cell-7-visual_style/mean-7-visual_style:text">
            <a:extLst xmlns:a="http://schemas.openxmlformats.org/drawingml/2006/main">
              <a:ext uri="{FF2B5EF4-FFF2-40B4-BE49-F238E27FC236}">
                <a16:creationId xmlns:a16="http://schemas.microsoft.com/office/drawing/2014/main" id="{AB78B3EA-6F31-462B-8914-196F0D2B2BA5}"/>
              </a:ext>
            </a:extLst>
          </p:cNvPr>
          <p:cNvSpPr>
            <a:spLocks xmlns:a="http://schemas.openxmlformats.org/drawingml/2006/main" noGrp="1"/>
          </p:cNvSpPr>
          <p:nvPr/>
        </p:nvSpPr>
        <p:spPr>
          <a:xfrm xmlns:a="http://schemas.openxmlformats.org/drawingml/2006/main">
            <a:off x="5103686" y="305054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FFFFFF"/>
                </a:solidFill>
                <a:latin typeface="Arial"/>
                <a:ea typeface="Arial"/>
                <a:cs typeface="Arial"/>
              </a:defRPr>
            </a:pPr>
            <a:r>
              <a:rPr sz="800" b="1">
                <a:solidFill>
                  <a:srgbClr val="FFFFFF"/>
                </a:solidFill>
                <a:latin typeface="Arial"/>
                <a:ea typeface="Arial"/>
                <a:cs typeface="Arial"/>
              </a:rPr>
              <a:t>58.8</a:t>
            </a:r>
          </a:p>
        </p:txBody>
      </p:sp>
      <p:sp>
        <p:nvSpPr>
          <p:cNvPr id="160" name="0160:panel-a-r-at-1/cell-7-visual_style/sd-7-visual_style:text">
            <a:extLst xmlns:a="http://schemas.openxmlformats.org/drawingml/2006/main">
              <a:ext uri="{FF2B5EF4-FFF2-40B4-BE49-F238E27FC236}">
                <a16:creationId xmlns:a16="http://schemas.microsoft.com/office/drawing/2014/main" id="{E00F5A4F-0FD5-4AEB-9D97-8C0262FCD513}"/>
              </a:ext>
            </a:extLst>
          </p:cNvPr>
          <p:cNvSpPr>
            <a:spLocks xmlns:a="http://schemas.openxmlformats.org/drawingml/2006/main" noGrp="1"/>
          </p:cNvSpPr>
          <p:nvPr/>
        </p:nvSpPr>
        <p:spPr>
          <a:xfrm xmlns:a="http://schemas.openxmlformats.org/drawingml/2006/main">
            <a:off x="5089970" y="3183924"/>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FFFFFF"/>
                </a:solidFill>
                <a:latin typeface="Arial"/>
                <a:ea typeface="Arial"/>
                <a:cs typeface="Arial"/>
              </a:defRPr>
            </a:pPr>
            <a:r>
              <a:rPr sz="800" b="0">
                <a:solidFill>
                  <a:srgbClr val="FFFFFF"/>
                </a:solidFill>
                <a:latin typeface="Arial"/>
                <a:ea typeface="Arial"/>
                <a:cs typeface="Arial"/>
              </a:rPr>
              <a:t>± 0.0</a:t>
            </a:r>
          </a:p>
        </p:txBody>
      </p:sp>
      <p:sp>
        <p:nvSpPr>
          <p:cNvPr id="161" name="0161:panel-a-r-at-1/cell-7-full:rect">
            <a:extLst xmlns:a="http://schemas.openxmlformats.org/drawingml/2006/main">
              <a:ext uri="{FF2B5EF4-FFF2-40B4-BE49-F238E27FC236}">
                <a16:creationId xmlns:a16="http://schemas.microsoft.com/office/drawing/2014/main" id="{4D9B953D-1F67-4BDC-B562-70990B3F2B0D}"/>
              </a:ext>
            </a:extLst>
          </p:cNvPr>
          <p:cNvSpPr>
            <a:spLocks xmlns:a="http://schemas.openxmlformats.org/drawingml/2006/main" noGrp="1"/>
          </p:cNvSpPr>
          <p:nvPr/>
        </p:nvSpPr>
        <p:spPr>
          <a:xfrm xmlns:a="http://schemas.openxmlformats.org/drawingml/2006/main">
            <a:off x="5588239" y="3010631"/>
            <a:ext cx="762033" cy="330280"/>
          </a:xfrm>
          <a:prstGeom xmlns:a="http://schemas.openxmlformats.org/drawingml/2006/main" prst="rect">
            <a:avLst/>
          </a:prstGeom>
          <a:solidFill xmlns:a="http://schemas.openxmlformats.org/drawingml/2006/main">
            <a:srgbClr val="529ACB"/>
          </a:solidFill>
          <a:ln xmlns:a="http://schemas.openxmlformats.org/drawingml/2006/main" w="6350">
            <a:solidFill>
              <a:srgbClr val="FFFFFF"/>
            </a:solidFill>
          </a:ln>
        </p:spPr>
      </p:sp>
      <p:sp>
        <p:nvSpPr>
          <p:cNvPr id="162" name="0162:panel-a-r-at-1/cell-7-full/mean-7-full:text">
            <a:extLst xmlns:a="http://schemas.openxmlformats.org/drawingml/2006/main">
              <a:ext uri="{FF2B5EF4-FFF2-40B4-BE49-F238E27FC236}">
                <a16:creationId xmlns:a16="http://schemas.microsoft.com/office/drawing/2014/main" id="{ED53F622-C8A6-4303-AF61-A9C69E122D6A}"/>
              </a:ext>
            </a:extLst>
          </p:cNvPr>
          <p:cNvSpPr>
            <a:spLocks xmlns:a="http://schemas.openxmlformats.org/drawingml/2006/main" noGrp="1"/>
          </p:cNvSpPr>
          <p:nvPr/>
        </p:nvSpPr>
        <p:spPr>
          <a:xfrm xmlns:a="http://schemas.openxmlformats.org/drawingml/2006/main">
            <a:off x="5865718" y="3050541"/>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FFFFFF"/>
                </a:solidFill>
                <a:latin typeface="Arial"/>
                <a:ea typeface="Arial"/>
                <a:cs typeface="Arial"/>
              </a:defRPr>
            </a:pPr>
            <a:r>
              <a:rPr sz="800" b="1">
                <a:solidFill>
                  <a:srgbClr val="FFFFFF"/>
                </a:solidFill>
                <a:latin typeface="Arial"/>
                <a:ea typeface="Arial"/>
                <a:cs typeface="Arial"/>
              </a:rPr>
              <a:t>58.3</a:t>
            </a:r>
          </a:p>
        </p:txBody>
      </p:sp>
      <p:sp>
        <p:nvSpPr>
          <p:cNvPr id="163" name="0163:panel-a-r-at-1/cell-7-full/sd-7-full:text">
            <a:extLst xmlns:a="http://schemas.openxmlformats.org/drawingml/2006/main">
              <a:ext uri="{FF2B5EF4-FFF2-40B4-BE49-F238E27FC236}">
                <a16:creationId xmlns:a16="http://schemas.microsoft.com/office/drawing/2014/main" id="{4DAAACA3-01AF-4E6C-BCC5-24063844AF12}"/>
              </a:ext>
            </a:extLst>
          </p:cNvPr>
          <p:cNvSpPr>
            <a:spLocks xmlns:a="http://schemas.openxmlformats.org/drawingml/2006/main" noGrp="1"/>
          </p:cNvSpPr>
          <p:nvPr/>
        </p:nvSpPr>
        <p:spPr>
          <a:xfrm xmlns:a="http://schemas.openxmlformats.org/drawingml/2006/main">
            <a:off x="5852002" y="3183924"/>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FFFFFF"/>
                </a:solidFill>
                <a:latin typeface="Arial"/>
                <a:ea typeface="Arial"/>
                <a:cs typeface="Arial"/>
              </a:defRPr>
            </a:pPr>
            <a:r>
              <a:rPr sz="800" b="0">
                <a:solidFill>
                  <a:srgbClr val="FFFFFF"/>
                </a:solidFill>
                <a:latin typeface="Arial"/>
                <a:ea typeface="Arial"/>
                <a:cs typeface="Arial"/>
              </a:rPr>
              <a:t>± 1.4</a:t>
            </a:r>
          </a:p>
        </p:txBody>
      </p:sp>
      <p:sp>
        <p:nvSpPr>
          <p:cNvPr id="164" name="0164:panel-a-r-at-1/r-at-1-color-scale/color-step-0:rect">
            <a:extLst xmlns:a="http://schemas.openxmlformats.org/drawingml/2006/main">
              <a:ext uri="{FF2B5EF4-FFF2-40B4-BE49-F238E27FC236}">
                <a16:creationId xmlns:a16="http://schemas.microsoft.com/office/drawing/2014/main" id="{4D6FC935-9B95-4F91-92B2-81723B032B0F}"/>
              </a:ext>
            </a:extLst>
          </p:cNvPr>
          <p:cNvSpPr>
            <a:spLocks xmlns:a="http://schemas.openxmlformats.org/drawingml/2006/main" noGrp="1"/>
          </p:cNvSpPr>
          <p:nvPr/>
        </p:nvSpPr>
        <p:spPr>
          <a:xfrm xmlns:a="http://schemas.openxmlformats.org/drawingml/2006/main">
            <a:off x="3556152" y="3467942"/>
            <a:ext cx="29211" cy="63515"/>
          </a:xfrm>
          <a:prstGeom xmlns:a="http://schemas.openxmlformats.org/drawingml/2006/main" prst="rect">
            <a:avLst/>
          </a:prstGeom>
          <a:solidFill xmlns:a="http://schemas.openxmlformats.org/drawingml/2006/main">
            <a:srgbClr val="F6FAFF"/>
          </a:solidFill>
          <a:ln xmlns:a="http://schemas.openxmlformats.org/drawingml/2006/main" w="6350">
            <a:noFill/>
          </a:ln>
        </p:spPr>
      </p:sp>
      <p:sp>
        <p:nvSpPr>
          <p:cNvPr id="165" name="0165:panel-a-r-at-1/r-at-1-color-scale/color-step-1:rect">
            <a:extLst xmlns:a="http://schemas.openxmlformats.org/drawingml/2006/main">
              <a:ext uri="{FF2B5EF4-FFF2-40B4-BE49-F238E27FC236}">
                <a16:creationId xmlns:a16="http://schemas.microsoft.com/office/drawing/2014/main" id="{4EB5C008-AC57-4CBD-8A76-BD0BABAD80F9}"/>
              </a:ext>
            </a:extLst>
          </p:cNvPr>
          <p:cNvSpPr>
            <a:spLocks xmlns:a="http://schemas.openxmlformats.org/drawingml/2006/main" noGrp="1"/>
          </p:cNvSpPr>
          <p:nvPr/>
        </p:nvSpPr>
        <p:spPr>
          <a:xfrm xmlns:a="http://schemas.openxmlformats.org/drawingml/2006/main">
            <a:off x="3584093" y="3467942"/>
            <a:ext cx="29211" cy="63515"/>
          </a:xfrm>
          <a:prstGeom xmlns:a="http://schemas.openxmlformats.org/drawingml/2006/main" prst="rect">
            <a:avLst/>
          </a:prstGeom>
          <a:solidFill xmlns:a="http://schemas.openxmlformats.org/drawingml/2006/main">
            <a:srgbClr val="F4F9FE"/>
          </a:solidFill>
          <a:ln xmlns:a="http://schemas.openxmlformats.org/drawingml/2006/main" w="6350">
            <a:noFill/>
          </a:ln>
        </p:spPr>
      </p:sp>
      <p:sp>
        <p:nvSpPr>
          <p:cNvPr id="166" name="0166:panel-a-r-at-1/r-at-1-color-scale/color-step-2:rect">
            <a:extLst xmlns:a="http://schemas.openxmlformats.org/drawingml/2006/main">
              <a:ext uri="{FF2B5EF4-FFF2-40B4-BE49-F238E27FC236}">
                <a16:creationId xmlns:a16="http://schemas.microsoft.com/office/drawing/2014/main" id="{EB10F9E2-2ABB-49B7-A315-7E16250D95B6}"/>
              </a:ext>
            </a:extLst>
          </p:cNvPr>
          <p:cNvSpPr>
            <a:spLocks xmlns:a="http://schemas.openxmlformats.org/drawingml/2006/main" noGrp="1"/>
          </p:cNvSpPr>
          <p:nvPr/>
        </p:nvSpPr>
        <p:spPr>
          <a:xfrm xmlns:a="http://schemas.openxmlformats.org/drawingml/2006/main">
            <a:off x="3612034" y="3467942"/>
            <a:ext cx="29211" cy="63515"/>
          </a:xfrm>
          <a:prstGeom xmlns:a="http://schemas.openxmlformats.org/drawingml/2006/main" prst="rect">
            <a:avLst/>
          </a:prstGeom>
          <a:solidFill xmlns:a="http://schemas.openxmlformats.org/drawingml/2006/main">
            <a:srgbClr val="F2F8FD"/>
          </a:solidFill>
          <a:ln xmlns:a="http://schemas.openxmlformats.org/drawingml/2006/main" w="6350">
            <a:noFill/>
          </a:ln>
        </p:spPr>
      </p:sp>
      <p:sp>
        <p:nvSpPr>
          <p:cNvPr id="167" name="0167:panel-a-r-at-1/r-at-1-color-scale/color-step-3:rect">
            <a:extLst xmlns:a="http://schemas.openxmlformats.org/drawingml/2006/main">
              <a:ext uri="{FF2B5EF4-FFF2-40B4-BE49-F238E27FC236}">
                <a16:creationId xmlns:a16="http://schemas.microsoft.com/office/drawing/2014/main" id="{3A6EB0EA-F1FE-4CFC-9B82-BB91B8F092B2}"/>
              </a:ext>
            </a:extLst>
          </p:cNvPr>
          <p:cNvSpPr>
            <a:spLocks xmlns:a="http://schemas.openxmlformats.org/drawingml/2006/main" noGrp="1"/>
          </p:cNvSpPr>
          <p:nvPr/>
        </p:nvSpPr>
        <p:spPr>
          <a:xfrm xmlns:a="http://schemas.openxmlformats.org/drawingml/2006/main">
            <a:off x="3639976" y="3467942"/>
            <a:ext cx="29211" cy="63515"/>
          </a:xfrm>
          <a:prstGeom xmlns:a="http://schemas.openxmlformats.org/drawingml/2006/main" prst="rect">
            <a:avLst/>
          </a:prstGeom>
          <a:solidFill xmlns:a="http://schemas.openxmlformats.org/drawingml/2006/main">
            <a:srgbClr val="F0F7FD"/>
          </a:solidFill>
          <a:ln xmlns:a="http://schemas.openxmlformats.org/drawingml/2006/main" w="6350">
            <a:noFill/>
          </a:ln>
        </p:spPr>
      </p:sp>
      <p:sp>
        <p:nvSpPr>
          <p:cNvPr id="168" name="0168:panel-a-r-at-1/r-at-1-color-scale/color-step-4:rect">
            <a:extLst xmlns:a="http://schemas.openxmlformats.org/drawingml/2006/main">
              <a:ext uri="{FF2B5EF4-FFF2-40B4-BE49-F238E27FC236}">
                <a16:creationId xmlns:a16="http://schemas.microsoft.com/office/drawing/2014/main" id="{B3ADC591-3611-4EF7-A0C2-4374F53442D5}"/>
              </a:ext>
            </a:extLst>
          </p:cNvPr>
          <p:cNvSpPr>
            <a:spLocks xmlns:a="http://schemas.openxmlformats.org/drawingml/2006/main" noGrp="1"/>
          </p:cNvSpPr>
          <p:nvPr/>
        </p:nvSpPr>
        <p:spPr>
          <a:xfrm xmlns:a="http://schemas.openxmlformats.org/drawingml/2006/main">
            <a:off x="3667917" y="3467942"/>
            <a:ext cx="29211" cy="63515"/>
          </a:xfrm>
          <a:prstGeom xmlns:a="http://schemas.openxmlformats.org/drawingml/2006/main" prst="rect">
            <a:avLst/>
          </a:prstGeom>
          <a:solidFill xmlns:a="http://schemas.openxmlformats.org/drawingml/2006/main">
            <a:srgbClr val="EEF5FC"/>
          </a:solidFill>
          <a:ln xmlns:a="http://schemas.openxmlformats.org/drawingml/2006/main" w="6350">
            <a:noFill/>
          </a:ln>
        </p:spPr>
      </p:sp>
      <p:sp>
        <p:nvSpPr>
          <p:cNvPr id="169" name="0169:panel-a-r-at-1/r-at-1-color-scale/color-step-5:rect">
            <a:extLst xmlns:a="http://schemas.openxmlformats.org/drawingml/2006/main">
              <a:ext uri="{FF2B5EF4-FFF2-40B4-BE49-F238E27FC236}">
                <a16:creationId xmlns:a16="http://schemas.microsoft.com/office/drawing/2014/main" id="{547D78E4-E2F0-4ADC-869E-68799F468992}"/>
              </a:ext>
            </a:extLst>
          </p:cNvPr>
          <p:cNvSpPr>
            <a:spLocks xmlns:a="http://schemas.openxmlformats.org/drawingml/2006/main" noGrp="1"/>
          </p:cNvSpPr>
          <p:nvPr/>
        </p:nvSpPr>
        <p:spPr>
          <a:xfrm xmlns:a="http://schemas.openxmlformats.org/drawingml/2006/main">
            <a:off x="3695858" y="3467942"/>
            <a:ext cx="29211" cy="63515"/>
          </a:xfrm>
          <a:prstGeom xmlns:a="http://schemas.openxmlformats.org/drawingml/2006/main" prst="rect">
            <a:avLst/>
          </a:prstGeom>
          <a:solidFill xmlns:a="http://schemas.openxmlformats.org/drawingml/2006/main">
            <a:srgbClr val="ECF4FB"/>
          </a:solidFill>
          <a:ln xmlns:a="http://schemas.openxmlformats.org/drawingml/2006/main" w="6350">
            <a:noFill/>
          </a:ln>
        </p:spPr>
      </p:sp>
      <p:sp>
        <p:nvSpPr>
          <p:cNvPr id="170" name="0170:panel-a-r-at-1/r-at-1-color-scale/color-step-6:rect">
            <a:extLst xmlns:a="http://schemas.openxmlformats.org/drawingml/2006/main">
              <a:ext uri="{FF2B5EF4-FFF2-40B4-BE49-F238E27FC236}">
                <a16:creationId xmlns:a16="http://schemas.microsoft.com/office/drawing/2014/main" id="{5879D92B-9966-4DCF-9974-B9A4D94FA344}"/>
              </a:ext>
            </a:extLst>
          </p:cNvPr>
          <p:cNvSpPr>
            <a:spLocks xmlns:a="http://schemas.openxmlformats.org/drawingml/2006/main" noGrp="1"/>
          </p:cNvSpPr>
          <p:nvPr/>
        </p:nvSpPr>
        <p:spPr>
          <a:xfrm xmlns:a="http://schemas.openxmlformats.org/drawingml/2006/main">
            <a:off x="3723799" y="3467942"/>
            <a:ext cx="29211" cy="63515"/>
          </a:xfrm>
          <a:prstGeom xmlns:a="http://schemas.openxmlformats.org/drawingml/2006/main" prst="rect">
            <a:avLst/>
          </a:prstGeom>
          <a:solidFill xmlns:a="http://schemas.openxmlformats.org/drawingml/2006/main">
            <a:srgbClr val="EAF3FB"/>
          </a:solidFill>
          <a:ln xmlns:a="http://schemas.openxmlformats.org/drawingml/2006/main" w="6350">
            <a:noFill/>
          </a:ln>
        </p:spPr>
      </p:sp>
      <p:sp>
        <p:nvSpPr>
          <p:cNvPr id="171" name="0171:panel-a-r-at-1/r-at-1-color-scale/color-step-7:rect">
            <a:extLst xmlns:a="http://schemas.openxmlformats.org/drawingml/2006/main">
              <a:ext uri="{FF2B5EF4-FFF2-40B4-BE49-F238E27FC236}">
                <a16:creationId xmlns:a16="http://schemas.microsoft.com/office/drawing/2014/main" id="{AC1FB626-D642-4BE6-83B2-9C7DCEDD601A}"/>
              </a:ext>
            </a:extLst>
          </p:cNvPr>
          <p:cNvSpPr>
            <a:spLocks xmlns:a="http://schemas.openxmlformats.org/drawingml/2006/main" noGrp="1"/>
          </p:cNvSpPr>
          <p:nvPr/>
        </p:nvSpPr>
        <p:spPr>
          <a:xfrm xmlns:a="http://schemas.openxmlformats.org/drawingml/2006/main">
            <a:off x="3751740" y="3467942"/>
            <a:ext cx="29211" cy="63515"/>
          </a:xfrm>
          <a:prstGeom xmlns:a="http://schemas.openxmlformats.org/drawingml/2006/main" prst="rect">
            <a:avLst/>
          </a:prstGeom>
          <a:solidFill xmlns:a="http://schemas.openxmlformats.org/drawingml/2006/main">
            <a:srgbClr val="E8F1FA"/>
          </a:solidFill>
          <a:ln xmlns:a="http://schemas.openxmlformats.org/drawingml/2006/main" w="6350">
            <a:noFill/>
          </a:ln>
        </p:spPr>
      </p:sp>
      <p:sp>
        <p:nvSpPr>
          <p:cNvPr id="172" name="0172:panel-a-r-at-1/r-at-1-color-scale/color-step-8:rect">
            <a:extLst xmlns:a="http://schemas.openxmlformats.org/drawingml/2006/main">
              <a:ext uri="{FF2B5EF4-FFF2-40B4-BE49-F238E27FC236}">
                <a16:creationId xmlns:a16="http://schemas.microsoft.com/office/drawing/2014/main" id="{0BF66AD4-EB34-4B74-AA18-46B1E4383B85}"/>
              </a:ext>
            </a:extLst>
          </p:cNvPr>
          <p:cNvSpPr>
            <a:spLocks xmlns:a="http://schemas.openxmlformats.org/drawingml/2006/main" noGrp="1"/>
          </p:cNvSpPr>
          <p:nvPr/>
        </p:nvSpPr>
        <p:spPr>
          <a:xfrm xmlns:a="http://schemas.openxmlformats.org/drawingml/2006/main">
            <a:off x="3779682" y="3467942"/>
            <a:ext cx="29211" cy="63515"/>
          </a:xfrm>
          <a:prstGeom xmlns:a="http://schemas.openxmlformats.org/drawingml/2006/main" prst="rect">
            <a:avLst/>
          </a:prstGeom>
          <a:solidFill xmlns:a="http://schemas.openxmlformats.org/drawingml/2006/main">
            <a:srgbClr val="E6F0FA"/>
          </a:solidFill>
          <a:ln xmlns:a="http://schemas.openxmlformats.org/drawingml/2006/main" w="6350">
            <a:noFill/>
          </a:ln>
        </p:spPr>
      </p:sp>
      <p:sp>
        <p:nvSpPr>
          <p:cNvPr id="173" name="0173:panel-a-r-at-1/r-at-1-color-scale/color-step-9:rect">
            <a:extLst xmlns:a="http://schemas.openxmlformats.org/drawingml/2006/main">
              <a:ext uri="{FF2B5EF4-FFF2-40B4-BE49-F238E27FC236}">
                <a16:creationId xmlns:a16="http://schemas.microsoft.com/office/drawing/2014/main" id="{649B7304-48C7-4BCE-98A9-65B5DA420F4A}"/>
              </a:ext>
            </a:extLst>
          </p:cNvPr>
          <p:cNvSpPr>
            <a:spLocks xmlns:a="http://schemas.openxmlformats.org/drawingml/2006/main" noGrp="1"/>
          </p:cNvSpPr>
          <p:nvPr/>
        </p:nvSpPr>
        <p:spPr>
          <a:xfrm xmlns:a="http://schemas.openxmlformats.org/drawingml/2006/main">
            <a:off x="3807623" y="3467942"/>
            <a:ext cx="29211" cy="63515"/>
          </a:xfrm>
          <a:prstGeom xmlns:a="http://schemas.openxmlformats.org/drawingml/2006/main" prst="rect">
            <a:avLst/>
          </a:prstGeom>
          <a:solidFill xmlns:a="http://schemas.openxmlformats.org/drawingml/2006/main">
            <a:srgbClr val="E4EFF9"/>
          </a:solidFill>
          <a:ln xmlns:a="http://schemas.openxmlformats.org/drawingml/2006/main" w="6350">
            <a:noFill/>
          </a:ln>
        </p:spPr>
      </p:sp>
      <p:sp>
        <p:nvSpPr>
          <p:cNvPr id="174" name="0174:panel-a-r-at-1/r-at-1-color-scale/color-step-10:rect">
            <a:extLst xmlns:a="http://schemas.openxmlformats.org/drawingml/2006/main">
              <a:ext uri="{FF2B5EF4-FFF2-40B4-BE49-F238E27FC236}">
                <a16:creationId xmlns:a16="http://schemas.microsoft.com/office/drawing/2014/main" id="{22040836-E150-47A0-9E1C-5753C1CA62EF}"/>
              </a:ext>
            </a:extLst>
          </p:cNvPr>
          <p:cNvSpPr>
            <a:spLocks xmlns:a="http://schemas.openxmlformats.org/drawingml/2006/main" noGrp="1"/>
          </p:cNvSpPr>
          <p:nvPr/>
        </p:nvSpPr>
        <p:spPr>
          <a:xfrm xmlns:a="http://schemas.openxmlformats.org/drawingml/2006/main">
            <a:off x="3835564" y="3467942"/>
            <a:ext cx="29211" cy="63515"/>
          </a:xfrm>
          <a:prstGeom xmlns:a="http://schemas.openxmlformats.org/drawingml/2006/main" prst="rect">
            <a:avLst/>
          </a:prstGeom>
          <a:solidFill xmlns:a="http://schemas.openxmlformats.org/drawingml/2006/main">
            <a:srgbClr val="E2EEF8"/>
          </a:solidFill>
          <a:ln xmlns:a="http://schemas.openxmlformats.org/drawingml/2006/main" w="6350">
            <a:noFill/>
          </a:ln>
        </p:spPr>
      </p:sp>
      <p:sp>
        <p:nvSpPr>
          <p:cNvPr id="175" name="0175:panel-a-r-at-1/r-at-1-color-scale/color-step-11:rect">
            <a:extLst xmlns:a="http://schemas.openxmlformats.org/drawingml/2006/main">
              <a:ext uri="{FF2B5EF4-FFF2-40B4-BE49-F238E27FC236}">
                <a16:creationId xmlns:a16="http://schemas.microsoft.com/office/drawing/2014/main" id="{DED2C6ED-AEB7-4694-AE60-D454EAF3FB6B}"/>
              </a:ext>
            </a:extLst>
          </p:cNvPr>
          <p:cNvSpPr>
            <a:spLocks xmlns:a="http://schemas.openxmlformats.org/drawingml/2006/main" noGrp="1"/>
          </p:cNvSpPr>
          <p:nvPr/>
        </p:nvSpPr>
        <p:spPr>
          <a:xfrm xmlns:a="http://schemas.openxmlformats.org/drawingml/2006/main">
            <a:off x="3863505" y="3467942"/>
            <a:ext cx="29211" cy="63515"/>
          </a:xfrm>
          <a:prstGeom xmlns:a="http://schemas.openxmlformats.org/drawingml/2006/main" prst="rect">
            <a:avLst/>
          </a:prstGeom>
          <a:solidFill xmlns:a="http://schemas.openxmlformats.org/drawingml/2006/main">
            <a:srgbClr val="E0ECF8"/>
          </a:solidFill>
          <a:ln xmlns:a="http://schemas.openxmlformats.org/drawingml/2006/main" w="6350">
            <a:noFill/>
          </a:ln>
        </p:spPr>
      </p:sp>
      <p:sp>
        <p:nvSpPr>
          <p:cNvPr id="176" name="0176:panel-a-r-at-1/r-at-1-color-scale/color-step-12:rect">
            <a:extLst xmlns:a="http://schemas.openxmlformats.org/drawingml/2006/main">
              <a:ext uri="{FF2B5EF4-FFF2-40B4-BE49-F238E27FC236}">
                <a16:creationId xmlns:a16="http://schemas.microsoft.com/office/drawing/2014/main" id="{40E05FCC-6F78-4622-8079-BD92B5927366}"/>
              </a:ext>
            </a:extLst>
          </p:cNvPr>
          <p:cNvSpPr>
            <a:spLocks xmlns:a="http://schemas.openxmlformats.org/drawingml/2006/main" noGrp="1"/>
          </p:cNvSpPr>
          <p:nvPr/>
        </p:nvSpPr>
        <p:spPr>
          <a:xfrm xmlns:a="http://schemas.openxmlformats.org/drawingml/2006/main">
            <a:off x="3891446" y="3467942"/>
            <a:ext cx="29211" cy="63515"/>
          </a:xfrm>
          <a:prstGeom xmlns:a="http://schemas.openxmlformats.org/drawingml/2006/main" prst="rect">
            <a:avLst/>
          </a:prstGeom>
          <a:solidFill xmlns:a="http://schemas.openxmlformats.org/drawingml/2006/main">
            <a:srgbClr val="DEEBF7"/>
          </a:solidFill>
          <a:ln xmlns:a="http://schemas.openxmlformats.org/drawingml/2006/main" w="6350">
            <a:noFill/>
          </a:ln>
        </p:spPr>
      </p:sp>
      <p:sp>
        <p:nvSpPr>
          <p:cNvPr id="177" name="0177:panel-a-r-at-1/r-at-1-color-scale/color-step-13:rect">
            <a:extLst xmlns:a="http://schemas.openxmlformats.org/drawingml/2006/main">
              <a:ext uri="{FF2B5EF4-FFF2-40B4-BE49-F238E27FC236}">
                <a16:creationId xmlns:a16="http://schemas.microsoft.com/office/drawing/2014/main" id="{E37F257D-11A8-4C23-BC09-0B7C7405975B}"/>
              </a:ext>
            </a:extLst>
          </p:cNvPr>
          <p:cNvSpPr>
            <a:spLocks xmlns:a="http://schemas.openxmlformats.org/drawingml/2006/main" noGrp="1"/>
          </p:cNvSpPr>
          <p:nvPr/>
        </p:nvSpPr>
        <p:spPr>
          <a:xfrm xmlns:a="http://schemas.openxmlformats.org/drawingml/2006/main">
            <a:off x="3919388" y="3467942"/>
            <a:ext cx="29211" cy="63515"/>
          </a:xfrm>
          <a:prstGeom xmlns:a="http://schemas.openxmlformats.org/drawingml/2006/main" prst="rect">
            <a:avLst/>
          </a:prstGeom>
          <a:solidFill xmlns:a="http://schemas.openxmlformats.org/drawingml/2006/main">
            <a:srgbClr val="DDEAF6"/>
          </a:solidFill>
          <a:ln xmlns:a="http://schemas.openxmlformats.org/drawingml/2006/main" w="6350">
            <a:noFill/>
          </a:ln>
        </p:spPr>
      </p:sp>
      <p:sp>
        <p:nvSpPr>
          <p:cNvPr id="178" name="0178:panel-a-r-at-1/r-at-1-color-scale/color-step-14:rect">
            <a:extLst xmlns:a="http://schemas.openxmlformats.org/drawingml/2006/main">
              <a:ext uri="{FF2B5EF4-FFF2-40B4-BE49-F238E27FC236}">
                <a16:creationId xmlns:a16="http://schemas.microsoft.com/office/drawing/2014/main" id="{173B7DCF-797D-43EE-8F7E-9FEEAE145D3D}"/>
              </a:ext>
            </a:extLst>
          </p:cNvPr>
          <p:cNvSpPr>
            <a:spLocks xmlns:a="http://schemas.openxmlformats.org/drawingml/2006/main" noGrp="1"/>
          </p:cNvSpPr>
          <p:nvPr/>
        </p:nvSpPr>
        <p:spPr>
          <a:xfrm xmlns:a="http://schemas.openxmlformats.org/drawingml/2006/main">
            <a:off x="3947329" y="3467942"/>
            <a:ext cx="29211" cy="63515"/>
          </a:xfrm>
          <a:prstGeom xmlns:a="http://schemas.openxmlformats.org/drawingml/2006/main" prst="rect">
            <a:avLst/>
          </a:prstGeom>
          <a:solidFill xmlns:a="http://schemas.openxmlformats.org/drawingml/2006/main">
            <a:srgbClr val="DBE8F6"/>
          </a:solidFill>
          <a:ln xmlns:a="http://schemas.openxmlformats.org/drawingml/2006/main" w="6350">
            <a:noFill/>
          </a:ln>
        </p:spPr>
      </p:sp>
      <p:sp>
        <p:nvSpPr>
          <p:cNvPr id="179" name="0179:panel-a-r-at-1/r-at-1-color-scale/color-step-15:rect">
            <a:extLst xmlns:a="http://schemas.openxmlformats.org/drawingml/2006/main">
              <a:ext uri="{FF2B5EF4-FFF2-40B4-BE49-F238E27FC236}">
                <a16:creationId xmlns:a16="http://schemas.microsoft.com/office/drawing/2014/main" id="{2F74D3A1-EABC-407D-A53D-5AEBEC9A560E}"/>
              </a:ext>
            </a:extLst>
          </p:cNvPr>
          <p:cNvSpPr>
            <a:spLocks xmlns:a="http://schemas.openxmlformats.org/drawingml/2006/main" noGrp="1"/>
          </p:cNvSpPr>
          <p:nvPr/>
        </p:nvSpPr>
        <p:spPr>
          <a:xfrm xmlns:a="http://schemas.openxmlformats.org/drawingml/2006/main">
            <a:off x="3975270" y="3467942"/>
            <a:ext cx="29211" cy="63515"/>
          </a:xfrm>
          <a:prstGeom xmlns:a="http://schemas.openxmlformats.org/drawingml/2006/main" prst="rect">
            <a:avLst/>
          </a:prstGeom>
          <a:solidFill xmlns:a="http://schemas.openxmlformats.org/drawingml/2006/main">
            <a:srgbClr val="D9E7F5"/>
          </a:solidFill>
          <a:ln xmlns:a="http://schemas.openxmlformats.org/drawingml/2006/main" w="6350">
            <a:noFill/>
          </a:ln>
        </p:spPr>
      </p:sp>
      <p:sp>
        <p:nvSpPr>
          <p:cNvPr id="180" name="0180:panel-a-r-at-1/r-at-1-color-scale/color-step-16:rect">
            <a:extLst xmlns:a="http://schemas.openxmlformats.org/drawingml/2006/main">
              <a:ext uri="{FF2B5EF4-FFF2-40B4-BE49-F238E27FC236}">
                <a16:creationId xmlns:a16="http://schemas.microsoft.com/office/drawing/2014/main" id="{CC06A9CD-7D53-4702-96F3-9DCE885AD74D}"/>
              </a:ext>
            </a:extLst>
          </p:cNvPr>
          <p:cNvSpPr>
            <a:spLocks xmlns:a="http://schemas.openxmlformats.org/drawingml/2006/main" noGrp="1"/>
          </p:cNvSpPr>
          <p:nvPr/>
        </p:nvSpPr>
        <p:spPr>
          <a:xfrm xmlns:a="http://schemas.openxmlformats.org/drawingml/2006/main">
            <a:off x="4003211" y="3467942"/>
            <a:ext cx="29211" cy="63515"/>
          </a:xfrm>
          <a:prstGeom xmlns:a="http://schemas.openxmlformats.org/drawingml/2006/main" prst="rect">
            <a:avLst/>
          </a:prstGeom>
          <a:solidFill xmlns:a="http://schemas.openxmlformats.org/drawingml/2006/main">
            <a:srgbClr val="D7E6F4"/>
          </a:solidFill>
          <a:ln xmlns:a="http://schemas.openxmlformats.org/drawingml/2006/main" w="6350">
            <a:noFill/>
          </a:ln>
        </p:spPr>
      </p:sp>
      <p:sp>
        <p:nvSpPr>
          <p:cNvPr id="181" name="0181:panel-a-r-at-1/r-at-1-color-scale/color-step-17:rect">
            <a:extLst xmlns:a="http://schemas.openxmlformats.org/drawingml/2006/main">
              <a:ext uri="{FF2B5EF4-FFF2-40B4-BE49-F238E27FC236}">
                <a16:creationId xmlns:a16="http://schemas.microsoft.com/office/drawing/2014/main" id="{86463352-8164-4653-B268-CF6D32EE2F9C}"/>
              </a:ext>
            </a:extLst>
          </p:cNvPr>
          <p:cNvSpPr>
            <a:spLocks xmlns:a="http://schemas.openxmlformats.org/drawingml/2006/main" noGrp="1"/>
          </p:cNvSpPr>
          <p:nvPr/>
        </p:nvSpPr>
        <p:spPr>
          <a:xfrm xmlns:a="http://schemas.openxmlformats.org/drawingml/2006/main">
            <a:off x="4031152" y="3467942"/>
            <a:ext cx="29211" cy="63515"/>
          </a:xfrm>
          <a:prstGeom xmlns:a="http://schemas.openxmlformats.org/drawingml/2006/main" prst="rect">
            <a:avLst/>
          </a:prstGeom>
          <a:solidFill xmlns:a="http://schemas.openxmlformats.org/drawingml/2006/main">
            <a:srgbClr val="D5E5F4"/>
          </a:solidFill>
          <a:ln xmlns:a="http://schemas.openxmlformats.org/drawingml/2006/main" w="6350">
            <a:noFill/>
          </a:ln>
        </p:spPr>
      </p:sp>
      <p:sp>
        <p:nvSpPr>
          <p:cNvPr id="182" name="0182:panel-a-r-at-1/r-at-1-color-scale/color-step-18:rect">
            <a:extLst xmlns:a="http://schemas.openxmlformats.org/drawingml/2006/main">
              <a:ext uri="{FF2B5EF4-FFF2-40B4-BE49-F238E27FC236}">
                <a16:creationId xmlns:a16="http://schemas.microsoft.com/office/drawing/2014/main" id="{EF222546-5E5F-4AD8-9774-554D70BA6600}"/>
              </a:ext>
            </a:extLst>
          </p:cNvPr>
          <p:cNvSpPr>
            <a:spLocks xmlns:a="http://schemas.openxmlformats.org/drawingml/2006/main" noGrp="1"/>
          </p:cNvSpPr>
          <p:nvPr/>
        </p:nvSpPr>
        <p:spPr>
          <a:xfrm xmlns:a="http://schemas.openxmlformats.org/drawingml/2006/main">
            <a:off x="4059094" y="3467942"/>
            <a:ext cx="29211" cy="63515"/>
          </a:xfrm>
          <a:prstGeom xmlns:a="http://schemas.openxmlformats.org/drawingml/2006/main" prst="rect">
            <a:avLst/>
          </a:prstGeom>
          <a:solidFill xmlns:a="http://schemas.openxmlformats.org/drawingml/2006/main">
            <a:srgbClr val="D3E3F3"/>
          </a:solidFill>
          <a:ln xmlns:a="http://schemas.openxmlformats.org/drawingml/2006/main" w="6350">
            <a:noFill/>
          </a:ln>
        </p:spPr>
      </p:sp>
      <p:sp>
        <p:nvSpPr>
          <p:cNvPr id="183" name="0183:panel-a-r-at-1/r-at-1-color-scale/color-step-19:rect">
            <a:extLst xmlns:a="http://schemas.openxmlformats.org/drawingml/2006/main">
              <a:ext uri="{FF2B5EF4-FFF2-40B4-BE49-F238E27FC236}">
                <a16:creationId xmlns:a16="http://schemas.microsoft.com/office/drawing/2014/main" id="{9021AF41-1092-403B-B188-DF173616F615}"/>
              </a:ext>
            </a:extLst>
          </p:cNvPr>
          <p:cNvSpPr>
            <a:spLocks xmlns:a="http://schemas.openxmlformats.org/drawingml/2006/main" noGrp="1"/>
          </p:cNvSpPr>
          <p:nvPr/>
        </p:nvSpPr>
        <p:spPr>
          <a:xfrm xmlns:a="http://schemas.openxmlformats.org/drawingml/2006/main">
            <a:off x="4087035" y="3467942"/>
            <a:ext cx="29211" cy="63515"/>
          </a:xfrm>
          <a:prstGeom xmlns:a="http://schemas.openxmlformats.org/drawingml/2006/main" prst="rect">
            <a:avLst/>
          </a:prstGeom>
          <a:solidFill xmlns:a="http://schemas.openxmlformats.org/drawingml/2006/main">
            <a:srgbClr val="D1E2F3"/>
          </a:solidFill>
          <a:ln xmlns:a="http://schemas.openxmlformats.org/drawingml/2006/main" w="6350">
            <a:noFill/>
          </a:ln>
        </p:spPr>
      </p:sp>
      <p:sp>
        <p:nvSpPr>
          <p:cNvPr id="184" name="0184:panel-a-r-at-1/r-at-1-color-scale/color-step-20:rect">
            <a:extLst xmlns:a="http://schemas.openxmlformats.org/drawingml/2006/main">
              <a:ext uri="{FF2B5EF4-FFF2-40B4-BE49-F238E27FC236}">
                <a16:creationId xmlns:a16="http://schemas.microsoft.com/office/drawing/2014/main" id="{8D5C5968-53A5-475B-922F-F26057F772BB}"/>
              </a:ext>
            </a:extLst>
          </p:cNvPr>
          <p:cNvSpPr>
            <a:spLocks xmlns:a="http://schemas.openxmlformats.org/drawingml/2006/main" noGrp="1"/>
          </p:cNvSpPr>
          <p:nvPr/>
        </p:nvSpPr>
        <p:spPr>
          <a:xfrm xmlns:a="http://schemas.openxmlformats.org/drawingml/2006/main">
            <a:off x="4114976" y="3467942"/>
            <a:ext cx="29211" cy="63515"/>
          </a:xfrm>
          <a:prstGeom xmlns:a="http://schemas.openxmlformats.org/drawingml/2006/main" prst="rect">
            <a:avLst/>
          </a:prstGeom>
          <a:solidFill xmlns:a="http://schemas.openxmlformats.org/drawingml/2006/main">
            <a:srgbClr val="CFE1F2"/>
          </a:solidFill>
          <a:ln xmlns:a="http://schemas.openxmlformats.org/drawingml/2006/main" w="6350">
            <a:noFill/>
          </a:ln>
        </p:spPr>
      </p:sp>
      <p:sp>
        <p:nvSpPr>
          <p:cNvPr id="185" name="0185:panel-a-r-at-1/r-at-1-color-scale/color-step-21:rect">
            <a:extLst xmlns:a="http://schemas.openxmlformats.org/drawingml/2006/main">
              <a:ext uri="{FF2B5EF4-FFF2-40B4-BE49-F238E27FC236}">
                <a16:creationId xmlns:a16="http://schemas.microsoft.com/office/drawing/2014/main" id="{EA75DFC5-9EF8-4B4A-A5FE-0B2F9688DC81}"/>
              </a:ext>
            </a:extLst>
          </p:cNvPr>
          <p:cNvSpPr>
            <a:spLocks xmlns:a="http://schemas.openxmlformats.org/drawingml/2006/main" noGrp="1"/>
          </p:cNvSpPr>
          <p:nvPr/>
        </p:nvSpPr>
        <p:spPr>
          <a:xfrm xmlns:a="http://schemas.openxmlformats.org/drawingml/2006/main">
            <a:off x="4142917" y="3467942"/>
            <a:ext cx="29211" cy="63515"/>
          </a:xfrm>
          <a:prstGeom xmlns:a="http://schemas.openxmlformats.org/drawingml/2006/main" prst="rect">
            <a:avLst/>
          </a:prstGeom>
          <a:solidFill xmlns:a="http://schemas.openxmlformats.org/drawingml/2006/main">
            <a:srgbClr val="CDDFF1"/>
          </a:solidFill>
          <a:ln xmlns:a="http://schemas.openxmlformats.org/drawingml/2006/main" w="6350">
            <a:noFill/>
          </a:ln>
        </p:spPr>
      </p:sp>
      <p:sp>
        <p:nvSpPr>
          <p:cNvPr id="186" name="0186:panel-a-r-at-1/r-at-1-color-scale/color-step-22:rect">
            <a:extLst xmlns:a="http://schemas.openxmlformats.org/drawingml/2006/main">
              <a:ext uri="{FF2B5EF4-FFF2-40B4-BE49-F238E27FC236}">
                <a16:creationId xmlns:a16="http://schemas.microsoft.com/office/drawing/2014/main" id="{D4477CD0-D23F-43B0-9A2A-CC9BBAF19B41}"/>
              </a:ext>
            </a:extLst>
          </p:cNvPr>
          <p:cNvSpPr>
            <a:spLocks xmlns:a="http://schemas.openxmlformats.org/drawingml/2006/main" noGrp="1"/>
          </p:cNvSpPr>
          <p:nvPr/>
        </p:nvSpPr>
        <p:spPr>
          <a:xfrm xmlns:a="http://schemas.openxmlformats.org/drawingml/2006/main">
            <a:off x="4170858" y="3467942"/>
            <a:ext cx="29211" cy="63515"/>
          </a:xfrm>
          <a:prstGeom xmlns:a="http://schemas.openxmlformats.org/drawingml/2006/main" prst="rect">
            <a:avLst/>
          </a:prstGeom>
          <a:solidFill xmlns:a="http://schemas.openxmlformats.org/drawingml/2006/main">
            <a:srgbClr val="CBDEF1"/>
          </a:solidFill>
          <a:ln xmlns:a="http://schemas.openxmlformats.org/drawingml/2006/main" w="6350">
            <a:noFill/>
          </a:ln>
        </p:spPr>
      </p:sp>
      <p:sp>
        <p:nvSpPr>
          <p:cNvPr id="187" name="0187:panel-a-r-at-1/r-at-1-color-scale/color-step-23:rect">
            <a:extLst xmlns:a="http://schemas.openxmlformats.org/drawingml/2006/main">
              <a:ext uri="{FF2B5EF4-FFF2-40B4-BE49-F238E27FC236}">
                <a16:creationId xmlns:a16="http://schemas.microsoft.com/office/drawing/2014/main" id="{E9C06D56-F281-4F25-82FE-198B08C977BB}"/>
              </a:ext>
            </a:extLst>
          </p:cNvPr>
          <p:cNvSpPr>
            <a:spLocks xmlns:a="http://schemas.openxmlformats.org/drawingml/2006/main" noGrp="1"/>
          </p:cNvSpPr>
          <p:nvPr/>
        </p:nvSpPr>
        <p:spPr>
          <a:xfrm xmlns:a="http://schemas.openxmlformats.org/drawingml/2006/main">
            <a:off x="4198800" y="3467942"/>
            <a:ext cx="29211" cy="63515"/>
          </a:xfrm>
          <a:prstGeom xmlns:a="http://schemas.openxmlformats.org/drawingml/2006/main" prst="rect">
            <a:avLst/>
          </a:prstGeom>
          <a:solidFill xmlns:a="http://schemas.openxmlformats.org/drawingml/2006/main">
            <a:srgbClr val="C9DDF0"/>
          </a:solidFill>
          <a:ln xmlns:a="http://schemas.openxmlformats.org/drawingml/2006/main" w="6350">
            <a:noFill/>
          </a:ln>
        </p:spPr>
      </p:sp>
      <p:sp>
        <p:nvSpPr>
          <p:cNvPr id="188" name="0188:panel-a-r-at-1/r-at-1-color-scale/color-step-24:rect">
            <a:extLst xmlns:a="http://schemas.openxmlformats.org/drawingml/2006/main">
              <a:ext uri="{FF2B5EF4-FFF2-40B4-BE49-F238E27FC236}">
                <a16:creationId xmlns:a16="http://schemas.microsoft.com/office/drawing/2014/main" id="{3AFCFBE7-3F5F-4878-8A73-5B8DAB71B4B6}"/>
              </a:ext>
            </a:extLst>
          </p:cNvPr>
          <p:cNvSpPr>
            <a:spLocks xmlns:a="http://schemas.openxmlformats.org/drawingml/2006/main" noGrp="1"/>
          </p:cNvSpPr>
          <p:nvPr/>
        </p:nvSpPr>
        <p:spPr>
          <a:xfrm xmlns:a="http://schemas.openxmlformats.org/drawingml/2006/main">
            <a:off x="4226741" y="3467942"/>
            <a:ext cx="29211" cy="63515"/>
          </a:xfrm>
          <a:prstGeom xmlns:a="http://schemas.openxmlformats.org/drawingml/2006/main" prst="rect">
            <a:avLst/>
          </a:prstGeom>
          <a:solidFill xmlns:a="http://schemas.openxmlformats.org/drawingml/2006/main">
            <a:srgbClr val="C7DCEF"/>
          </a:solidFill>
          <a:ln xmlns:a="http://schemas.openxmlformats.org/drawingml/2006/main" w="6350">
            <a:noFill/>
          </a:ln>
        </p:spPr>
      </p:sp>
      <p:sp>
        <p:nvSpPr>
          <p:cNvPr id="189" name="0189:panel-a-r-at-1/r-at-1-color-scale/color-step-25:rect">
            <a:extLst xmlns:a="http://schemas.openxmlformats.org/drawingml/2006/main">
              <a:ext uri="{FF2B5EF4-FFF2-40B4-BE49-F238E27FC236}">
                <a16:creationId xmlns:a16="http://schemas.microsoft.com/office/drawing/2014/main" id="{3814862B-9160-4DA8-8F60-4C57385E4F39}"/>
              </a:ext>
            </a:extLst>
          </p:cNvPr>
          <p:cNvSpPr>
            <a:spLocks xmlns:a="http://schemas.openxmlformats.org/drawingml/2006/main" noGrp="1"/>
          </p:cNvSpPr>
          <p:nvPr/>
        </p:nvSpPr>
        <p:spPr>
          <a:xfrm xmlns:a="http://schemas.openxmlformats.org/drawingml/2006/main">
            <a:off x="4254682" y="3467942"/>
            <a:ext cx="29211" cy="63515"/>
          </a:xfrm>
          <a:prstGeom xmlns:a="http://schemas.openxmlformats.org/drawingml/2006/main" prst="rect">
            <a:avLst/>
          </a:prstGeom>
          <a:solidFill xmlns:a="http://schemas.openxmlformats.org/drawingml/2006/main">
            <a:srgbClr val="C4DAEE"/>
          </a:solidFill>
          <a:ln xmlns:a="http://schemas.openxmlformats.org/drawingml/2006/main" w="6350">
            <a:noFill/>
          </a:ln>
        </p:spPr>
      </p:sp>
      <p:sp>
        <p:nvSpPr>
          <p:cNvPr id="190" name="0190:panel-a-r-at-1/r-at-1-color-scale/color-step-26:rect">
            <a:extLst xmlns:a="http://schemas.openxmlformats.org/drawingml/2006/main">
              <a:ext uri="{FF2B5EF4-FFF2-40B4-BE49-F238E27FC236}">
                <a16:creationId xmlns:a16="http://schemas.microsoft.com/office/drawing/2014/main" id="{E4497AC2-9AF5-473B-A9FC-215E6923B0D1}"/>
              </a:ext>
            </a:extLst>
          </p:cNvPr>
          <p:cNvSpPr>
            <a:spLocks xmlns:a="http://schemas.openxmlformats.org/drawingml/2006/main" noGrp="1"/>
          </p:cNvSpPr>
          <p:nvPr/>
        </p:nvSpPr>
        <p:spPr>
          <a:xfrm xmlns:a="http://schemas.openxmlformats.org/drawingml/2006/main">
            <a:off x="4282623" y="3467942"/>
            <a:ext cx="29211" cy="63515"/>
          </a:xfrm>
          <a:prstGeom xmlns:a="http://schemas.openxmlformats.org/drawingml/2006/main" prst="rect">
            <a:avLst/>
          </a:prstGeom>
          <a:solidFill xmlns:a="http://schemas.openxmlformats.org/drawingml/2006/main">
            <a:srgbClr val="C1D8EE"/>
          </a:solidFill>
          <a:ln xmlns:a="http://schemas.openxmlformats.org/drawingml/2006/main" w="6350">
            <a:noFill/>
          </a:ln>
        </p:spPr>
      </p:sp>
      <p:sp>
        <p:nvSpPr>
          <p:cNvPr id="191" name="0191:panel-a-r-at-1/r-at-1-color-scale/color-step-27:rect">
            <a:extLst xmlns:a="http://schemas.openxmlformats.org/drawingml/2006/main">
              <a:ext uri="{FF2B5EF4-FFF2-40B4-BE49-F238E27FC236}">
                <a16:creationId xmlns:a16="http://schemas.microsoft.com/office/drawing/2014/main" id="{D8075006-5DF3-47B1-A9A5-B532807418CD}"/>
              </a:ext>
            </a:extLst>
          </p:cNvPr>
          <p:cNvSpPr>
            <a:spLocks xmlns:a="http://schemas.openxmlformats.org/drawingml/2006/main" noGrp="1"/>
          </p:cNvSpPr>
          <p:nvPr/>
        </p:nvSpPr>
        <p:spPr>
          <a:xfrm xmlns:a="http://schemas.openxmlformats.org/drawingml/2006/main">
            <a:off x="4310564" y="3467942"/>
            <a:ext cx="29211" cy="63515"/>
          </a:xfrm>
          <a:prstGeom xmlns:a="http://schemas.openxmlformats.org/drawingml/2006/main" prst="rect">
            <a:avLst/>
          </a:prstGeom>
          <a:solidFill xmlns:a="http://schemas.openxmlformats.org/drawingml/2006/main">
            <a:srgbClr val="BDD6EC"/>
          </a:solidFill>
          <a:ln xmlns:a="http://schemas.openxmlformats.org/drawingml/2006/main" w="6350">
            <a:noFill/>
          </a:ln>
        </p:spPr>
      </p:sp>
      <p:sp>
        <p:nvSpPr>
          <p:cNvPr id="192" name="0192:panel-a-r-at-1/r-at-1-color-scale/color-step-28:rect">
            <a:extLst xmlns:a="http://schemas.openxmlformats.org/drawingml/2006/main">
              <a:ext uri="{FF2B5EF4-FFF2-40B4-BE49-F238E27FC236}">
                <a16:creationId xmlns:a16="http://schemas.microsoft.com/office/drawing/2014/main" id="{7BC8176B-8888-4C2C-9433-04418E53F981}"/>
              </a:ext>
            </a:extLst>
          </p:cNvPr>
          <p:cNvSpPr>
            <a:spLocks xmlns:a="http://schemas.openxmlformats.org/drawingml/2006/main" noGrp="1"/>
          </p:cNvSpPr>
          <p:nvPr/>
        </p:nvSpPr>
        <p:spPr>
          <a:xfrm xmlns:a="http://schemas.openxmlformats.org/drawingml/2006/main">
            <a:off x="4338506" y="3467942"/>
            <a:ext cx="29211" cy="63515"/>
          </a:xfrm>
          <a:prstGeom xmlns:a="http://schemas.openxmlformats.org/drawingml/2006/main" prst="rect">
            <a:avLst/>
          </a:prstGeom>
          <a:solidFill xmlns:a="http://schemas.openxmlformats.org/drawingml/2006/main">
            <a:srgbClr val="B9D5EC"/>
          </a:solidFill>
          <a:ln xmlns:a="http://schemas.openxmlformats.org/drawingml/2006/main" w="6350">
            <a:noFill/>
          </a:ln>
        </p:spPr>
      </p:sp>
      <p:sp>
        <p:nvSpPr>
          <p:cNvPr id="193" name="0193:panel-a-r-at-1/r-at-1-color-scale/color-step-29:rect">
            <a:extLst xmlns:a="http://schemas.openxmlformats.org/drawingml/2006/main">
              <a:ext uri="{FF2B5EF4-FFF2-40B4-BE49-F238E27FC236}">
                <a16:creationId xmlns:a16="http://schemas.microsoft.com/office/drawing/2014/main" id="{0538DFAC-64B6-4787-90BA-912072064A5E}"/>
              </a:ext>
            </a:extLst>
          </p:cNvPr>
          <p:cNvSpPr>
            <a:spLocks xmlns:a="http://schemas.openxmlformats.org/drawingml/2006/main" noGrp="1"/>
          </p:cNvSpPr>
          <p:nvPr/>
        </p:nvSpPr>
        <p:spPr>
          <a:xfrm xmlns:a="http://schemas.openxmlformats.org/drawingml/2006/main">
            <a:off x="4366447" y="3467942"/>
            <a:ext cx="29211" cy="63515"/>
          </a:xfrm>
          <a:prstGeom xmlns:a="http://schemas.openxmlformats.org/drawingml/2006/main" prst="rect">
            <a:avLst/>
          </a:prstGeom>
          <a:solidFill xmlns:a="http://schemas.openxmlformats.org/drawingml/2006/main">
            <a:srgbClr val="B6D3EA"/>
          </a:solidFill>
          <a:ln xmlns:a="http://schemas.openxmlformats.org/drawingml/2006/main" w="6350">
            <a:noFill/>
          </a:ln>
        </p:spPr>
      </p:sp>
      <p:sp>
        <p:nvSpPr>
          <p:cNvPr id="194" name="0194:panel-a-r-at-1/r-at-1-color-scale/color-step-30:rect">
            <a:extLst xmlns:a="http://schemas.openxmlformats.org/drawingml/2006/main">
              <a:ext uri="{FF2B5EF4-FFF2-40B4-BE49-F238E27FC236}">
                <a16:creationId xmlns:a16="http://schemas.microsoft.com/office/drawing/2014/main" id="{F86FF535-EAAE-41EA-98F9-D8CDDDC6EE85}"/>
              </a:ext>
            </a:extLst>
          </p:cNvPr>
          <p:cNvSpPr>
            <a:spLocks xmlns:a="http://schemas.openxmlformats.org/drawingml/2006/main" noGrp="1"/>
          </p:cNvSpPr>
          <p:nvPr/>
        </p:nvSpPr>
        <p:spPr>
          <a:xfrm xmlns:a="http://schemas.openxmlformats.org/drawingml/2006/main">
            <a:off x="4394388" y="3467942"/>
            <a:ext cx="29211" cy="63515"/>
          </a:xfrm>
          <a:prstGeom xmlns:a="http://schemas.openxmlformats.org/drawingml/2006/main" prst="rect">
            <a:avLst/>
          </a:prstGeom>
          <a:solidFill xmlns:a="http://schemas.openxmlformats.org/drawingml/2006/main">
            <a:srgbClr val="B2D1EA"/>
          </a:solidFill>
          <a:ln xmlns:a="http://schemas.openxmlformats.org/drawingml/2006/main" w="6350">
            <a:noFill/>
          </a:ln>
        </p:spPr>
      </p:sp>
      <p:sp>
        <p:nvSpPr>
          <p:cNvPr id="195" name="0195:panel-a-r-at-1/r-at-1-color-scale/color-step-31:rect">
            <a:extLst xmlns:a="http://schemas.openxmlformats.org/drawingml/2006/main">
              <a:ext uri="{FF2B5EF4-FFF2-40B4-BE49-F238E27FC236}">
                <a16:creationId xmlns:a16="http://schemas.microsoft.com/office/drawing/2014/main" id="{CB68E299-2B64-44BB-A693-D924DA9BFADE}"/>
              </a:ext>
            </a:extLst>
          </p:cNvPr>
          <p:cNvSpPr>
            <a:spLocks xmlns:a="http://schemas.openxmlformats.org/drawingml/2006/main" noGrp="1"/>
          </p:cNvSpPr>
          <p:nvPr/>
        </p:nvSpPr>
        <p:spPr>
          <a:xfrm xmlns:a="http://schemas.openxmlformats.org/drawingml/2006/main">
            <a:off x="4422329" y="3467942"/>
            <a:ext cx="29211" cy="63515"/>
          </a:xfrm>
          <a:prstGeom xmlns:a="http://schemas.openxmlformats.org/drawingml/2006/main" prst="rect">
            <a:avLst/>
          </a:prstGeom>
          <a:solidFill xmlns:a="http://schemas.openxmlformats.org/drawingml/2006/main">
            <a:srgbClr val="AECFE8"/>
          </a:solidFill>
          <a:ln xmlns:a="http://schemas.openxmlformats.org/drawingml/2006/main" w="6350">
            <a:noFill/>
          </a:ln>
        </p:spPr>
      </p:sp>
      <p:sp>
        <p:nvSpPr>
          <p:cNvPr id="196" name="0196:panel-a-r-at-1/r-at-1-color-scale/color-step-32:rect">
            <a:extLst xmlns:a="http://schemas.openxmlformats.org/drawingml/2006/main">
              <a:ext uri="{FF2B5EF4-FFF2-40B4-BE49-F238E27FC236}">
                <a16:creationId xmlns:a16="http://schemas.microsoft.com/office/drawing/2014/main" id="{AE0BA2BB-9B24-47F4-A6A4-EA89D65A7075}"/>
              </a:ext>
            </a:extLst>
          </p:cNvPr>
          <p:cNvSpPr>
            <a:spLocks xmlns:a="http://schemas.openxmlformats.org/drawingml/2006/main" noGrp="1"/>
          </p:cNvSpPr>
          <p:nvPr/>
        </p:nvSpPr>
        <p:spPr>
          <a:xfrm xmlns:a="http://schemas.openxmlformats.org/drawingml/2006/main">
            <a:off x="4450270" y="3467942"/>
            <a:ext cx="29211" cy="63515"/>
          </a:xfrm>
          <a:prstGeom xmlns:a="http://schemas.openxmlformats.org/drawingml/2006/main" prst="rect">
            <a:avLst/>
          </a:prstGeom>
          <a:solidFill xmlns:a="http://schemas.openxmlformats.org/drawingml/2006/main">
            <a:srgbClr val="ABCEE8"/>
          </a:solidFill>
          <a:ln xmlns:a="http://schemas.openxmlformats.org/drawingml/2006/main" w="6350">
            <a:noFill/>
          </a:ln>
        </p:spPr>
      </p:sp>
      <p:sp>
        <p:nvSpPr>
          <p:cNvPr id="197" name="0197:panel-a-r-at-1/r-at-1-color-scale/color-step-33:rect">
            <a:extLst xmlns:a="http://schemas.openxmlformats.org/drawingml/2006/main">
              <a:ext uri="{FF2B5EF4-FFF2-40B4-BE49-F238E27FC236}">
                <a16:creationId xmlns:a16="http://schemas.microsoft.com/office/drawing/2014/main" id="{8D6418A9-CD87-49DF-8CE2-F6970369B705}"/>
              </a:ext>
            </a:extLst>
          </p:cNvPr>
          <p:cNvSpPr>
            <a:spLocks xmlns:a="http://schemas.openxmlformats.org/drawingml/2006/main" noGrp="1"/>
          </p:cNvSpPr>
          <p:nvPr/>
        </p:nvSpPr>
        <p:spPr>
          <a:xfrm xmlns:a="http://schemas.openxmlformats.org/drawingml/2006/main">
            <a:off x="4478211" y="3467942"/>
            <a:ext cx="29211" cy="63515"/>
          </a:xfrm>
          <a:prstGeom xmlns:a="http://schemas.openxmlformats.org/drawingml/2006/main" prst="rect">
            <a:avLst/>
          </a:prstGeom>
          <a:solidFill xmlns:a="http://schemas.openxmlformats.org/drawingml/2006/main">
            <a:srgbClr val="A7CCE6"/>
          </a:solidFill>
          <a:ln xmlns:a="http://schemas.openxmlformats.org/drawingml/2006/main" w="6350">
            <a:noFill/>
          </a:ln>
        </p:spPr>
      </p:sp>
      <p:sp>
        <p:nvSpPr>
          <p:cNvPr id="198" name="0198:panel-a-r-at-1/r-at-1-color-scale/color-step-34:rect">
            <a:extLst xmlns:a="http://schemas.openxmlformats.org/drawingml/2006/main">
              <a:ext uri="{FF2B5EF4-FFF2-40B4-BE49-F238E27FC236}">
                <a16:creationId xmlns:a16="http://schemas.microsoft.com/office/drawing/2014/main" id="{DD26B327-FA30-4048-B119-6CD9B6BC1E99}"/>
              </a:ext>
            </a:extLst>
          </p:cNvPr>
          <p:cNvSpPr>
            <a:spLocks xmlns:a="http://schemas.openxmlformats.org/drawingml/2006/main" noGrp="1"/>
          </p:cNvSpPr>
          <p:nvPr/>
        </p:nvSpPr>
        <p:spPr>
          <a:xfrm xmlns:a="http://schemas.openxmlformats.org/drawingml/2006/main">
            <a:off x="4506153" y="3467942"/>
            <a:ext cx="29211" cy="63515"/>
          </a:xfrm>
          <a:prstGeom xmlns:a="http://schemas.openxmlformats.org/drawingml/2006/main" prst="rect">
            <a:avLst/>
          </a:prstGeom>
          <a:solidFill xmlns:a="http://schemas.openxmlformats.org/drawingml/2006/main">
            <a:srgbClr val="A3CAE6"/>
          </a:solidFill>
          <a:ln xmlns:a="http://schemas.openxmlformats.org/drawingml/2006/main" w="6350">
            <a:noFill/>
          </a:ln>
        </p:spPr>
      </p:sp>
      <p:sp>
        <p:nvSpPr>
          <p:cNvPr id="199" name="0199:panel-a-r-at-1/r-at-1-color-scale/color-step-35:rect">
            <a:extLst xmlns:a="http://schemas.openxmlformats.org/drawingml/2006/main">
              <a:ext uri="{FF2B5EF4-FFF2-40B4-BE49-F238E27FC236}">
                <a16:creationId xmlns:a16="http://schemas.microsoft.com/office/drawing/2014/main" id="{6AEF0AE5-6061-432C-9CCE-9C20F97B0C2B}"/>
              </a:ext>
            </a:extLst>
          </p:cNvPr>
          <p:cNvSpPr>
            <a:spLocks xmlns:a="http://schemas.openxmlformats.org/drawingml/2006/main" noGrp="1"/>
          </p:cNvSpPr>
          <p:nvPr/>
        </p:nvSpPr>
        <p:spPr>
          <a:xfrm xmlns:a="http://schemas.openxmlformats.org/drawingml/2006/main">
            <a:off x="4534094" y="3467942"/>
            <a:ext cx="29211" cy="63515"/>
          </a:xfrm>
          <a:prstGeom xmlns:a="http://schemas.openxmlformats.org/drawingml/2006/main" prst="rect">
            <a:avLst/>
          </a:prstGeom>
          <a:solidFill xmlns:a="http://schemas.openxmlformats.org/drawingml/2006/main">
            <a:srgbClr val="A0C8E4"/>
          </a:solidFill>
          <a:ln xmlns:a="http://schemas.openxmlformats.org/drawingml/2006/main" w="6350">
            <a:noFill/>
          </a:ln>
        </p:spPr>
      </p:sp>
      <p:sp>
        <p:nvSpPr>
          <p:cNvPr id="200" name="0200:panel-a-r-at-1/r-at-1-color-scale/color-step-36:rect">
            <a:extLst xmlns:a="http://schemas.openxmlformats.org/drawingml/2006/main">
              <a:ext uri="{FF2B5EF4-FFF2-40B4-BE49-F238E27FC236}">
                <a16:creationId xmlns:a16="http://schemas.microsoft.com/office/drawing/2014/main" id="{1DA16562-78DA-43FA-B2B4-63C07C2FD2C0}"/>
              </a:ext>
            </a:extLst>
          </p:cNvPr>
          <p:cNvSpPr>
            <a:spLocks xmlns:a="http://schemas.openxmlformats.org/drawingml/2006/main" noGrp="1"/>
          </p:cNvSpPr>
          <p:nvPr/>
        </p:nvSpPr>
        <p:spPr>
          <a:xfrm xmlns:a="http://schemas.openxmlformats.org/drawingml/2006/main">
            <a:off x="4562035" y="3467942"/>
            <a:ext cx="29211" cy="63515"/>
          </a:xfrm>
          <a:prstGeom xmlns:a="http://schemas.openxmlformats.org/drawingml/2006/main" prst="rect">
            <a:avLst/>
          </a:prstGeom>
          <a:solidFill xmlns:a="http://schemas.openxmlformats.org/drawingml/2006/main">
            <a:srgbClr val="9CC6E4"/>
          </a:solidFill>
          <a:ln xmlns:a="http://schemas.openxmlformats.org/drawingml/2006/main" w="6350">
            <a:noFill/>
          </a:ln>
        </p:spPr>
      </p:sp>
      <p:sp>
        <p:nvSpPr>
          <p:cNvPr id="201" name="0201:panel-a-r-at-1/r-at-1-color-scale/color-step-37:rect">
            <a:extLst xmlns:a="http://schemas.openxmlformats.org/drawingml/2006/main">
              <a:ext uri="{FF2B5EF4-FFF2-40B4-BE49-F238E27FC236}">
                <a16:creationId xmlns:a16="http://schemas.microsoft.com/office/drawing/2014/main" id="{3C29D88B-395B-4B05-8454-935AF6188A69}"/>
              </a:ext>
            </a:extLst>
          </p:cNvPr>
          <p:cNvSpPr>
            <a:spLocks xmlns:a="http://schemas.openxmlformats.org/drawingml/2006/main" noGrp="1"/>
          </p:cNvSpPr>
          <p:nvPr/>
        </p:nvSpPr>
        <p:spPr>
          <a:xfrm xmlns:a="http://schemas.openxmlformats.org/drawingml/2006/main">
            <a:off x="4589976" y="3467942"/>
            <a:ext cx="29211" cy="63515"/>
          </a:xfrm>
          <a:prstGeom xmlns:a="http://schemas.openxmlformats.org/drawingml/2006/main" prst="rect">
            <a:avLst/>
          </a:prstGeom>
          <a:solidFill xmlns:a="http://schemas.openxmlformats.org/drawingml/2006/main">
            <a:srgbClr val="98C4E2"/>
          </a:solidFill>
          <a:ln xmlns:a="http://schemas.openxmlformats.org/drawingml/2006/main" w="6350">
            <a:noFill/>
          </a:ln>
        </p:spPr>
      </p:sp>
      <p:sp>
        <p:nvSpPr>
          <p:cNvPr id="202" name="0202:panel-a-r-at-1/r-at-1-color-scale/color-step-38:rect">
            <a:extLst xmlns:a="http://schemas.openxmlformats.org/drawingml/2006/main">
              <a:ext uri="{FF2B5EF4-FFF2-40B4-BE49-F238E27FC236}">
                <a16:creationId xmlns:a16="http://schemas.microsoft.com/office/drawing/2014/main" id="{7C186315-93E1-49C3-8697-3FD622AAAF5A}"/>
              </a:ext>
            </a:extLst>
          </p:cNvPr>
          <p:cNvSpPr>
            <a:spLocks xmlns:a="http://schemas.openxmlformats.org/drawingml/2006/main" noGrp="1"/>
          </p:cNvSpPr>
          <p:nvPr/>
        </p:nvSpPr>
        <p:spPr>
          <a:xfrm xmlns:a="http://schemas.openxmlformats.org/drawingml/2006/main">
            <a:off x="4617917" y="3467942"/>
            <a:ext cx="29211" cy="63515"/>
          </a:xfrm>
          <a:prstGeom xmlns:a="http://schemas.openxmlformats.org/drawingml/2006/main" prst="rect">
            <a:avLst/>
          </a:prstGeom>
          <a:solidFill xmlns:a="http://schemas.openxmlformats.org/drawingml/2006/main">
            <a:srgbClr val="95C3E2"/>
          </a:solidFill>
          <a:ln xmlns:a="http://schemas.openxmlformats.org/drawingml/2006/main" w="6350">
            <a:noFill/>
          </a:ln>
        </p:spPr>
      </p:sp>
      <p:sp>
        <p:nvSpPr>
          <p:cNvPr id="203" name="0203:panel-a-r-at-1/r-at-1-color-scale/color-step-39:rect">
            <a:extLst xmlns:a="http://schemas.openxmlformats.org/drawingml/2006/main">
              <a:ext uri="{FF2B5EF4-FFF2-40B4-BE49-F238E27FC236}">
                <a16:creationId xmlns:a16="http://schemas.microsoft.com/office/drawing/2014/main" id="{B7871754-C94E-475B-9740-D73C782E7CD6}"/>
              </a:ext>
            </a:extLst>
          </p:cNvPr>
          <p:cNvSpPr>
            <a:spLocks xmlns:a="http://schemas.openxmlformats.org/drawingml/2006/main" noGrp="1"/>
          </p:cNvSpPr>
          <p:nvPr/>
        </p:nvSpPr>
        <p:spPr>
          <a:xfrm xmlns:a="http://schemas.openxmlformats.org/drawingml/2006/main">
            <a:off x="4645859" y="3467942"/>
            <a:ext cx="29211" cy="63515"/>
          </a:xfrm>
          <a:prstGeom xmlns:a="http://schemas.openxmlformats.org/drawingml/2006/main" prst="rect">
            <a:avLst/>
          </a:prstGeom>
          <a:solidFill xmlns:a="http://schemas.openxmlformats.org/drawingml/2006/main">
            <a:srgbClr val="91C1E0"/>
          </a:solidFill>
          <a:ln xmlns:a="http://schemas.openxmlformats.org/drawingml/2006/main" w="6350">
            <a:noFill/>
          </a:ln>
        </p:spPr>
      </p:sp>
      <p:sp>
        <p:nvSpPr>
          <p:cNvPr id="204" name="0204:panel-a-r-at-1/r-at-1-color-scale/color-step-40:rect">
            <a:extLst xmlns:a="http://schemas.openxmlformats.org/drawingml/2006/main">
              <a:ext uri="{FF2B5EF4-FFF2-40B4-BE49-F238E27FC236}">
                <a16:creationId xmlns:a16="http://schemas.microsoft.com/office/drawing/2014/main" id="{FB813368-D0A1-461F-BE79-759DCD4428D0}"/>
              </a:ext>
            </a:extLst>
          </p:cNvPr>
          <p:cNvSpPr>
            <a:spLocks xmlns:a="http://schemas.openxmlformats.org/drawingml/2006/main" noGrp="1"/>
          </p:cNvSpPr>
          <p:nvPr/>
        </p:nvSpPr>
        <p:spPr>
          <a:xfrm xmlns:a="http://schemas.openxmlformats.org/drawingml/2006/main">
            <a:off x="4673800" y="3467942"/>
            <a:ext cx="29211" cy="63515"/>
          </a:xfrm>
          <a:prstGeom xmlns:a="http://schemas.openxmlformats.org/drawingml/2006/main" prst="rect">
            <a:avLst/>
          </a:prstGeom>
          <a:solidFill xmlns:a="http://schemas.openxmlformats.org/drawingml/2006/main">
            <a:srgbClr val="8EBFE0"/>
          </a:solidFill>
          <a:ln xmlns:a="http://schemas.openxmlformats.org/drawingml/2006/main" w="6350">
            <a:noFill/>
          </a:ln>
        </p:spPr>
      </p:sp>
      <p:sp>
        <p:nvSpPr>
          <p:cNvPr id="205" name="0205:panel-a-r-at-1/r-at-1-color-scale/color-step-41:rect">
            <a:extLst xmlns:a="http://schemas.openxmlformats.org/drawingml/2006/main">
              <a:ext uri="{FF2B5EF4-FFF2-40B4-BE49-F238E27FC236}">
                <a16:creationId xmlns:a16="http://schemas.microsoft.com/office/drawing/2014/main" id="{401FF230-2F3B-4959-8A8C-110C36BDACBD}"/>
              </a:ext>
            </a:extLst>
          </p:cNvPr>
          <p:cNvSpPr>
            <a:spLocks xmlns:a="http://schemas.openxmlformats.org/drawingml/2006/main" noGrp="1"/>
          </p:cNvSpPr>
          <p:nvPr/>
        </p:nvSpPr>
        <p:spPr>
          <a:xfrm xmlns:a="http://schemas.openxmlformats.org/drawingml/2006/main">
            <a:off x="4701741" y="3467942"/>
            <a:ext cx="29211" cy="63515"/>
          </a:xfrm>
          <a:prstGeom xmlns:a="http://schemas.openxmlformats.org/drawingml/2006/main" prst="rect">
            <a:avLst/>
          </a:prstGeom>
          <a:solidFill xmlns:a="http://schemas.openxmlformats.org/drawingml/2006/main">
            <a:srgbClr val="8ABDDE"/>
          </a:solidFill>
          <a:ln xmlns:a="http://schemas.openxmlformats.org/drawingml/2006/main" w="6350">
            <a:noFill/>
          </a:ln>
        </p:spPr>
      </p:sp>
      <p:sp>
        <p:nvSpPr>
          <p:cNvPr id="206" name="0206:panel-a-r-at-1/r-at-1-color-scale/color-step-42:rect">
            <a:extLst xmlns:a="http://schemas.openxmlformats.org/drawingml/2006/main">
              <a:ext uri="{FF2B5EF4-FFF2-40B4-BE49-F238E27FC236}">
                <a16:creationId xmlns:a16="http://schemas.microsoft.com/office/drawing/2014/main" id="{D8904C38-FEE0-4452-8C0E-1722ADD3440E}"/>
              </a:ext>
            </a:extLst>
          </p:cNvPr>
          <p:cNvSpPr>
            <a:spLocks xmlns:a="http://schemas.openxmlformats.org/drawingml/2006/main" noGrp="1"/>
          </p:cNvSpPr>
          <p:nvPr/>
        </p:nvSpPr>
        <p:spPr>
          <a:xfrm xmlns:a="http://schemas.openxmlformats.org/drawingml/2006/main">
            <a:off x="4729682" y="3467942"/>
            <a:ext cx="29211" cy="63515"/>
          </a:xfrm>
          <a:prstGeom xmlns:a="http://schemas.openxmlformats.org/drawingml/2006/main" prst="rect">
            <a:avLst/>
          </a:prstGeom>
          <a:solidFill xmlns:a="http://schemas.openxmlformats.org/drawingml/2006/main">
            <a:srgbClr val="86BCDE"/>
          </a:solidFill>
          <a:ln xmlns:a="http://schemas.openxmlformats.org/drawingml/2006/main" w="6350">
            <a:noFill/>
          </a:ln>
        </p:spPr>
      </p:sp>
      <p:sp>
        <p:nvSpPr>
          <p:cNvPr id="207" name="0207:panel-a-r-at-1/r-at-1-color-scale/color-step-43:rect">
            <a:extLst xmlns:a="http://schemas.openxmlformats.org/drawingml/2006/main">
              <a:ext uri="{FF2B5EF4-FFF2-40B4-BE49-F238E27FC236}">
                <a16:creationId xmlns:a16="http://schemas.microsoft.com/office/drawing/2014/main" id="{372E0870-8649-482B-82FE-067C5B91BEC4}"/>
              </a:ext>
            </a:extLst>
          </p:cNvPr>
          <p:cNvSpPr>
            <a:spLocks xmlns:a="http://schemas.openxmlformats.org/drawingml/2006/main" noGrp="1"/>
          </p:cNvSpPr>
          <p:nvPr/>
        </p:nvSpPr>
        <p:spPr>
          <a:xfrm xmlns:a="http://schemas.openxmlformats.org/drawingml/2006/main">
            <a:off x="4757623" y="3467942"/>
            <a:ext cx="29211" cy="63515"/>
          </a:xfrm>
          <a:prstGeom xmlns:a="http://schemas.openxmlformats.org/drawingml/2006/main" prst="rect">
            <a:avLst/>
          </a:prstGeom>
          <a:solidFill xmlns:a="http://schemas.openxmlformats.org/drawingml/2006/main">
            <a:srgbClr val="83BADC"/>
          </a:solidFill>
          <a:ln xmlns:a="http://schemas.openxmlformats.org/drawingml/2006/main" w="6350">
            <a:noFill/>
          </a:ln>
        </p:spPr>
      </p:sp>
      <p:sp>
        <p:nvSpPr>
          <p:cNvPr id="208" name="0208:panel-a-r-at-1/r-at-1-color-scale/color-step-44:rect">
            <a:extLst xmlns:a="http://schemas.openxmlformats.org/drawingml/2006/main">
              <a:ext uri="{FF2B5EF4-FFF2-40B4-BE49-F238E27FC236}">
                <a16:creationId xmlns:a16="http://schemas.microsoft.com/office/drawing/2014/main" id="{D3ED0A47-A2C1-44C5-A1F9-B018D8636D2C}"/>
              </a:ext>
            </a:extLst>
          </p:cNvPr>
          <p:cNvSpPr>
            <a:spLocks xmlns:a="http://schemas.openxmlformats.org/drawingml/2006/main" noGrp="1"/>
          </p:cNvSpPr>
          <p:nvPr/>
        </p:nvSpPr>
        <p:spPr>
          <a:xfrm xmlns:a="http://schemas.openxmlformats.org/drawingml/2006/main">
            <a:off x="4785565" y="3467942"/>
            <a:ext cx="29211" cy="63515"/>
          </a:xfrm>
          <a:prstGeom xmlns:a="http://schemas.openxmlformats.org/drawingml/2006/main" prst="rect">
            <a:avLst/>
          </a:prstGeom>
          <a:solidFill xmlns:a="http://schemas.openxmlformats.org/drawingml/2006/main">
            <a:srgbClr val="7FB8DC"/>
          </a:solidFill>
          <a:ln xmlns:a="http://schemas.openxmlformats.org/drawingml/2006/main" w="6350">
            <a:noFill/>
          </a:ln>
        </p:spPr>
      </p:sp>
      <p:sp>
        <p:nvSpPr>
          <p:cNvPr id="209" name="0209:panel-a-r-at-1/r-at-1-color-scale/color-step-45:rect">
            <a:extLst xmlns:a="http://schemas.openxmlformats.org/drawingml/2006/main">
              <a:ext uri="{FF2B5EF4-FFF2-40B4-BE49-F238E27FC236}">
                <a16:creationId xmlns:a16="http://schemas.microsoft.com/office/drawing/2014/main" id="{DA80BF69-C0A2-4C08-81B9-011C52617CE5}"/>
              </a:ext>
            </a:extLst>
          </p:cNvPr>
          <p:cNvSpPr>
            <a:spLocks xmlns:a="http://schemas.openxmlformats.org/drawingml/2006/main" noGrp="1"/>
          </p:cNvSpPr>
          <p:nvPr/>
        </p:nvSpPr>
        <p:spPr>
          <a:xfrm xmlns:a="http://schemas.openxmlformats.org/drawingml/2006/main">
            <a:off x="4813506" y="3467942"/>
            <a:ext cx="29211" cy="63515"/>
          </a:xfrm>
          <a:prstGeom xmlns:a="http://schemas.openxmlformats.org/drawingml/2006/main" prst="rect">
            <a:avLst/>
          </a:prstGeom>
          <a:solidFill xmlns:a="http://schemas.openxmlformats.org/drawingml/2006/main">
            <a:srgbClr val="7BB6DA"/>
          </a:solidFill>
          <a:ln xmlns:a="http://schemas.openxmlformats.org/drawingml/2006/main" w="6350">
            <a:noFill/>
          </a:ln>
        </p:spPr>
      </p:sp>
      <p:sp>
        <p:nvSpPr>
          <p:cNvPr id="210" name="0210:panel-a-r-at-1/r-at-1-color-scale/color-step-46:rect">
            <a:extLst xmlns:a="http://schemas.openxmlformats.org/drawingml/2006/main">
              <a:ext uri="{FF2B5EF4-FFF2-40B4-BE49-F238E27FC236}">
                <a16:creationId xmlns:a16="http://schemas.microsoft.com/office/drawing/2014/main" id="{12FFA578-620C-4E27-8B44-C26DBDDBAA2A}"/>
              </a:ext>
            </a:extLst>
          </p:cNvPr>
          <p:cNvSpPr>
            <a:spLocks xmlns:a="http://schemas.openxmlformats.org/drawingml/2006/main" noGrp="1"/>
          </p:cNvSpPr>
          <p:nvPr/>
        </p:nvSpPr>
        <p:spPr>
          <a:xfrm xmlns:a="http://schemas.openxmlformats.org/drawingml/2006/main">
            <a:off x="4841447" y="3467942"/>
            <a:ext cx="29211" cy="63515"/>
          </a:xfrm>
          <a:prstGeom xmlns:a="http://schemas.openxmlformats.org/drawingml/2006/main" prst="rect">
            <a:avLst/>
          </a:prstGeom>
          <a:solidFill xmlns:a="http://schemas.openxmlformats.org/drawingml/2006/main">
            <a:srgbClr val="78B4DA"/>
          </a:solidFill>
          <a:ln xmlns:a="http://schemas.openxmlformats.org/drawingml/2006/main" w="6350">
            <a:noFill/>
          </a:ln>
        </p:spPr>
      </p:sp>
      <p:sp>
        <p:nvSpPr>
          <p:cNvPr id="211" name="0211:panel-a-r-at-1/r-at-1-color-scale/color-step-47:rect">
            <a:extLst xmlns:a="http://schemas.openxmlformats.org/drawingml/2006/main">
              <a:ext uri="{FF2B5EF4-FFF2-40B4-BE49-F238E27FC236}">
                <a16:creationId xmlns:a16="http://schemas.microsoft.com/office/drawing/2014/main" id="{C5C3870F-3E45-4DBB-9C9D-4E7D6DF9C92B}"/>
              </a:ext>
            </a:extLst>
          </p:cNvPr>
          <p:cNvSpPr>
            <a:spLocks xmlns:a="http://schemas.openxmlformats.org/drawingml/2006/main" noGrp="1"/>
          </p:cNvSpPr>
          <p:nvPr/>
        </p:nvSpPr>
        <p:spPr>
          <a:xfrm xmlns:a="http://schemas.openxmlformats.org/drawingml/2006/main">
            <a:off x="4869388" y="3467942"/>
            <a:ext cx="29211" cy="63515"/>
          </a:xfrm>
          <a:prstGeom xmlns:a="http://schemas.openxmlformats.org/drawingml/2006/main" prst="rect">
            <a:avLst/>
          </a:prstGeom>
          <a:solidFill xmlns:a="http://schemas.openxmlformats.org/drawingml/2006/main">
            <a:srgbClr val="74B2D8"/>
          </a:solidFill>
          <a:ln xmlns:a="http://schemas.openxmlformats.org/drawingml/2006/main" w="6350">
            <a:noFill/>
          </a:ln>
        </p:spPr>
      </p:sp>
      <p:sp>
        <p:nvSpPr>
          <p:cNvPr id="212" name="0212:panel-a-r-at-1/r-at-1-color-scale/color-step-48:rect">
            <a:extLst xmlns:a="http://schemas.openxmlformats.org/drawingml/2006/main">
              <a:ext uri="{FF2B5EF4-FFF2-40B4-BE49-F238E27FC236}">
                <a16:creationId xmlns:a16="http://schemas.microsoft.com/office/drawing/2014/main" id="{16EB3A39-A7C6-477D-A78C-AB52626FA0B2}"/>
              </a:ext>
            </a:extLst>
          </p:cNvPr>
          <p:cNvSpPr>
            <a:spLocks xmlns:a="http://schemas.openxmlformats.org/drawingml/2006/main" noGrp="1"/>
          </p:cNvSpPr>
          <p:nvPr/>
        </p:nvSpPr>
        <p:spPr>
          <a:xfrm xmlns:a="http://schemas.openxmlformats.org/drawingml/2006/main">
            <a:off x="4897329" y="3467942"/>
            <a:ext cx="29211" cy="63515"/>
          </a:xfrm>
          <a:prstGeom xmlns:a="http://schemas.openxmlformats.org/drawingml/2006/main" prst="rect">
            <a:avLst/>
          </a:prstGeom>
          <a:solidFill xmlns:a="http://schemas.openxmlformats.org/drawingml/2006/main">
            <a:srgbClr val="70B1D8"/>
          </a:solidFill>
          <a:ln xmlns:a="http://schemas.openxmlformats.org/drawingml/2006/main" w="6350">
            <a:noFill/>
          </a:ln>
        </p:spPr>
      </p:sp>
      <p:sp>
        <p:nvSpPr>
          <p:cNvPr id="213" name="0213:panel-a-r-at-1/r-at-1-color-scale/color-step-49:rect">
            <a:extLst xmlns:a="http://schemas.openxmlformats.org/drawingml/2006/main">
              <a:ext uri="{FF2B5EF4-FFF2-40B4-BE49-F238E27FC236}">
                <a16:creationId xmlns:a16="http://schemas.microsoft.com/office/drawing/2014/main" id="{D9A9A952-9FA0-41CB-B672-126448E2CD0D}"/>
              </a:ext>
            </a:extLst>
          </p:cNvPr>
          <p:cNvSpPr>
            <a:spLocks xmlns:a="http://schemas.openxmlformats.org/drawingml/2006/main" noGrp="1"/>
          </p:cNvSpPr>
          <p:nvPr/>
        </p:nvSpPr>
        <p:spPr>
          <a:xfrm xmlns:a="http://schemas.openxmlformats.org/drawingml/2006/main">
            <a:off x="4925271" y="3467942"/>
            <a:ext cx="29211" cy="63515"/>
          </a:xfrm>
          <a:prstGeom xmlns:a="http://schemas.openxmlformats.org/drawingml/2006/main" prst="rect">
            <a:avLst/>
          </a:prstGeom>
          <a:solidFill xmlns:a="http://schemas.openxmlformats.org/drawingml/2006/main">
            <a:srgbClr val="6DAFD6"/>
          </a:solidFill>
          <a:ln xmlns:a="http://schemas.openxmlformats.org/drawingml/2006/main" w="6350">
            <a:noFill/>
          </a:ln>
        </p:spPr>
      </p:sp>
      <p:sp>
        <p:nvSpPr>
          <p:cNvPr id="214" name="0214:panel-a-r-at-1/r-at-1-color-scale/color-step-50:rect">
            <a:extLst xmlns:a="http://schemas.openxmlformats.org/drawingml/2006/main">
              <a:ext uri="{FF2B5EF4-FFF2-40B4-BE49-F238E27FC236}">
                <a16:creationId xmlns:a16="http://schemas.microsoft.com/office/drawing/2014/main" id="{57344547-9E5B-414E-8D8B-88F65F1A1EA7}"/>
              </a:ext>
            </a:extLst>
          </p:cNvPr>
          <p:cNvSpPr>
            <a:spLocks xmlns:a="http://schemas.openxmlformats.org/drawingml/2006/main" noGrp="1"/>
          </p:cNvSpPr>
          <p:nvPr/>
        </p:nvSpPr>
        <p:spPr>
          <a:xfrm xmlns:a="http://schemas.openxmlformats.org/drawingml/2006/main">
            <a:off x="4953212" y="3467942"/>
            <a:ext cx="29211" cy="63515"/>
          </a:xfrm>
          <a:prstGeom xmlns:a="http://schemas.openxmlformats.org/drawingml/2006/main" prst="rect">
            <a:avLst/>
          </a:prstGeom>
          <a:solidFill xmlns:a="http://schemas.openxmlformats.org/drawingml/2006/main">
            <a:srgbClr val="6AADD5"/>
          </a:solidFill>
          <a:ln xmlns:a="http://schemas.openxmlformats.org/drawingml/2006/main" w="6350">
            <a:noFill/>
          </a:ln>
        </p:spPr>
      </p:sp>
      <p:sp>
        <p:nvSpPr>
          <p:cNvPr id="215" name="0215:panel-a-r-at-1/r-at-1-color-scale/color-step-51:rect">
            <a:extLst xmlns:a="http://schemas.openxmlformats.org/drawingml/2006/main">
              <a:ext uri="{FF2B5EF4-FFF2-40B4-BE49-F238E27FC236}">
                <a16:creationId xmlns:a16="http://schemas.microsoft.com/office/drawing/2014/main" id="{B8211E78-4169-465D-A504-05F62F11DD41}"/>
              </a:ext>
            </a:extLst>
          </p:cNvPr>
          <p:cNvSpPr>
            <a:spLocks xmlns:a="http://schemas.openxmlformats.org/drawingml/2006/main" noGrp="1"/>
          </p:cNvSpPr>
          <p:nvPr/>
        </p:nvSpPr>
        <p:spPr>
          <a:xfrm xmlns:a="http://schemas.openxmlformats.org/drawingml/2006/main">
            <a:off x="4981153" y="3467942"/>
            <a:ext cx="29211" cy="63515"/>
          </a:xfrm>
          <a:prstGeom xmlns:a="http://schemas.openxmlformats.org/drawingml/2006/main" prst="rect">
            <a:avLst/>
          </a:prstGeom>
          <a:solidFill xmlns:a="http://schemas.openxmlformats.org/drawingml/2006/main">
            <a:srgbClr val="67AAD4"/>
          </a:solidFill>
          <a:ln xmlns:a="http://schemas.openxmlformats.org/drawingml/2006/main" w="6350">
            <a:noFill/>
          </a:ln>
        </p:spPr>
      </p:sp>
      <p:sp>
        <p:nvSpPr>
          <p:cNvPr id="216" name="0216:panel-a-r-at-1/r-at-1-color-scale/color-step-52:rect">
            <a:extLst xmlns:a="http://schemas.openxmlformats.org/drawingml/2006/main">
              <a:ext uri="{FF2B5EF4-FFF2-40B4-BE49-F238E27FC236}">
                <a16:creationId xmlns:a16="http://schemas.microsoft.com/office/drawing/2014/main" id="{6AFF7306-ACE7-4C1B-A49C-593FFA870A12}"/>
              </a:ext>
            </a:extLst>
          </p:cNvPr>
          <p:cNvSpPr>
            <a:spLocks xmlns:a="http://schemas.openxmlformats.org/drawingml/2006/main" noGrp="1"/>
          </p:cNvSpPr>
          <p:nvPr/>
        </p:nvSpPr>
        <p:spPr>
          <a:xfrm xmlns:a="http://schemas.openxmlformats.org/drawingml/2006/main">
            <a:off x="5009094" y="3467942"/>
            <a:ext cx="29211" cy="63515"/>
          </a:xfrm>
          <a:prstGeom xmlns:a="http://schemas.openxmlformats.org/drawingml/2006/main" prst="rect">
            <a:avLst/>
          </a:prstGeom>
          <a:solidFill xmlns:a="http://schemas.openxmlformats.org/drawingml/2006/main">
            <a:srgbClr val="64A8D3"/>
          </a:solidFill>
          <a:ln xmlns:a="http://schemas.openxmlformats.org/drawingml/2006/main" w="6350">
            <a:noFill/>
          </a:ln>
        </p:spPr>
      </p:sp>
      <p:sp>
        <p:nvSpPr>
          <p:cNvPr id="217" name="0217:panel-a-r-at-1/r-at-1-color-scale/color-step-53:rect">
            <a:extLst xmlns:a="http://schemas.openxmlformats.org/drawingml/2006/main">
              <a:ext uri="{FF2B5EF4-FFF2-40B4-BE49-F238E27FC236}">
                <a16:creationId xmlns:a16="http://schemas.microsoft.com/office/drawing/2014/main" id="{2AA306E3-994C-4C0E-95AB-ADE1D8D5076A}"/>
              </a:ext>
            </a:extLst>
          </p:cNvPr>
          <p:cNvSpPr>
            <a:spLocks xmlns:a="http://schemas.openxmlformats.org/drawingml/2006/main" noGrp="1"/>
          </p:cNvSpPr>
          <p:nvPr/>
        </p:nvSpPr>
        <p:spPr>
          <a:xfrm xmlns:a="http://schemas.openxmlformats.org/drawingml/2006/main">
            <a:off x="5037035" y="3467942"/>
            <a:ext cx="29211" cy="63515"/>
          </a:xfrm>
          <a:prstGeom xmlns:a="http://schemas.openxmlformats.org/drawingml/2006/main" prst="rect">
            <a:avLst/>
          </a:prstGeom>
          <a:solidFill xmlns:a="http://schemas.openxmlformats.org/drawingml/2006/main">
            <a:srgbClr val="61A5D1"/>
          </a:solidFill>
          <a:ln xmlns:a="http://schemas.openxmlformats.org/drawingml/2006/main" w="6350">
            <a:noFill/>
          </a:ln>
        </p:spPr>
      </p:sp>
      <p:sp>
        <p:nvSpPr>
          <p:cNvPr id="218" name="0218:panel-a-r-at-1/r-at-1-color-scale/color-step-54:rect">
            <a:extLst xmlns:a="http://schemas.openxmlformats.org/drawingml/2006/main">
              <a:ext uri="{FF2B5EF4-FFF2-40B4-BE49-F238E27FC236}">
                <a16:creationId xmlns:a16="http://schemas.microsoft.com/office/drawing/2014/main" id="{FECC2914-5232-4FDC-ABB6-56604C900D83}"/>
              </a:ext>
            </a:extLst>
          </p:cNvPr>
          <p:cNvSpPr>
            <a:spLocks xmlns:a="http://schemas.openxmlformats.org/drawingml/2006/main" noGrp="1"/>
          </p:cNvSpPr>
          <p:nvPr/>
        </p:nvSpPr>
        <p:spPr>
          <a:xfrm xmlns:a="http://schemas.openxmlformats.org/drawingml/2006/main">
            <a:off x="5064977" y="3467942"/>
            <a:ext cx="29211" cy="63515"/>
          </a:xfrm>
          <a:prstGeom xmlns:a="http://schemas.openxmlformats.org/drawingml/2006/main" prst="rect">
            <a:avLst/>
          </a:prstGeom>
          <a:solidFill xmlns:a="http://schemas.openxmlformats.org/drawingml/2006/main">
            <a:srgbClr val="5EA3D0"/>
          </a:solidFill>
          <a:ln xmlns:a="http://schemas.openxmlformats.org/drawingml/2006/main" w="6350">
            <a:noFill/>
          </a:ln>
        </p:spPr>
      </p:sp>
      <p:sp>
        <p:nvSpPr>
          <p:cNvPr id="219" name="0219:panel-a-r-at-1/r-at-1-color-scale/color-step-55:rect">
            <a:extLst xmlns:a="http://schemas.openxmlformats.org/drawingml/2006/main">
              <a:ext uri="{FF2B5EF4-FFF2-40B4-BE49-F238E27FC236}">
                <a16:creationId xmlns:a16="http://schemas.microsoft.com/office/drawing/2014/main" id="{14660C73-DABC-45C8-8B3E-917CF8F0977D}"/>
              </a:ext>
            </a:extLst>
          </p:cNvPr>
          <p:cNvSpPr>
            <a:spLocks xmlns:a="http://schemas.openxmlformats.org/drawingml/2006/main" noGrp="1"/>
          </p:cNvSpPr>
          <p:nvPr/>
        </p:nvSpPr>
        <p:spPr>
          <a:xfrm xmlns:a="http://schemas.openxmlformats.org/drawingml/2006/main">
            <a:off x="5092918" y="3467942"/>
            <a:ext cx="29211" cy="63515"/>
          </a:xfrm>
          <a:prstGeom xmlns:a="http://schemas.openxmlformats.org/drawingml/2006/main" prst="rect">
            <a:avLst/>
          </a:prstGeom>
          <a:solidFill xmlns:a="http://schemas.openxmlformats.org/drawingml/2006/main">
            <a:srgbClr val="5BA1CF"/>
          </a:solidFill>
          <a:ln xmlns:a="http://schemas.openxmlformats.org/drawingml/2006/main" w="6350">
            <a:noFill/>
          </a:ln>
        </p:spPr>
      </p:sp>
      <p:sp>
        <p:nvSpPr>
          <p:cNvPr id="220" name="0220:panel-a-r-at-1/r-at-1-color-scale/color-step-56:rect">
            <a:extLst xmlns:a="http://schemas.openxmlformats.org/drawingml/2006/main">
              <a:ext uri="{FF2B5EF4-FFF2-40B4-BE49-F238E27FC236}">
                <a16:creationId xmlns:a16="http://schemas.microsoft.com/office/drawing/2014/main" id="{81E0D84E-BC97-4F95-AE89-C7FA1227C844}"/>
              </a:ext>
            </a:extLst>
          </p:cNvPr>
          <p:cNvSpPr>
            <a:spLocks xmlns:a="http://schemas.openxmlformats.org/drawingml/2006/main" noGrp="1"/>
          </p:cNvSpPr>
          <p:nvPr/>
        </p:nvSpPr>
        <p:spPr>
          <a:xfrm xmlns:a="http://schemas.openxmlformats.org/drawingml/2006/main">
            <a:off x="5120859" y="3467942"/>
            <a:ext cx="29211" cy="63515"/>
          </a:xfrm>
          <a:prstGeom xmlns:a="http://schemas.openxmlformats.org/drawingml/2006/main" prst="rect">
            <a:avLst/>
          </a:prstGeom>
          <a:solidFill xmlns:a="http://schemas.openxmlformats.org/drawingml/2006/main">
            <a:srgbClr val="589ECD"/>
          </a:solidFill>
          <a:ln xmlns:a="http://schemas.openxmlformats.org/drawingml/2006/main" w="6350">
            <a:noFill/>
          </a:ln>
        </p:spPr>
      </p:sp>
      <p:sp>
        <p:nvSpPr>
          <p:cNvPr id="221" name="0221:panel-a-r-at-1/r-at-1-color-scale/color-step-57:rect">
            <a:extLst xmlns:a="http://schemas.openxmlformats.org/drawingml/2006/main">
              <a:ext uri="{FF2B5EF4-FFF2-40B4-BE49-F238E27FC236}">
                <a16:creationId xmlns:a16="http://schemas.microsoft.com/office/drawing/2014/main" id="{81A853AE-27FA-42CC-8655-71F4FA452F4F}"/>
              </a:ext>
            </a:extLst>
          </p:cNvPr>
          <p:cNvSpPr>
            <a:spLocks xmlns:a="http://schemas.openxmlformats.org/drawingml/2006/main" noGrp="1"/>
          </p:cNvSpPr>
          <p:nvPr/>
        </p:nvSpPr>
        <p:spPr>
          <a:xfrm xmlns:a="http://schemas.openxmlformats.org/drawingml/2006/main">
            <a:off x="5148800" y="3467942"/>
            <a:ext cx="29211" cy="63515"/>
          </a:xfrm>
          <a:prstGeom xmlns:a="http://schemas.openxmlformats.org/drawingml/2006/main" prst="rect">
            <a:avLst/>
          </a:prstGeom>
          <a:solidFill xmlns:a="http://schemas.openxmlformats.org/drawingml/2006/main">
            <a:srgbClr val="559CCC"/>
          </a:solidFill>
          <a:ln xmlns:a="http://schemas.openxmlformats.org/drawingml/2006/main" w="6350">
            <a:noFill/>
          </a:ln>
        </p:spPr>
      </p:sp>
      <p:sp>
        <p:nvSpPr>
          <p:cNvPr id="222" name="0222:panel-a-r-at-1/r-at-1-color-scale/color-step-58:rect">
            <a:extLst xmlns:a="http://schemas.openxmlformats.org/drawingml/2006/main">
              <a:ext uri="{FF2B5EF4-FFF2-40B4-BE49-F238E27FC236}">
                <a16:creationId xmlns:a16="http://schemas.microsoft.com/office/drawing/2014/main" id="{8B11FD0B-A780-41BE-B7BB-6131A87CDCBB}"/>
              </a:ext>
            </a:extLst>
          </p:cNvPr>
          <p:cNvSpPr>
            <a:spLocks xmlns:a="http://schemas.openxmlformats.org/drawingml/2006/main" noGrp="1"/>
          </p:cNvSpPr>
          <p:nvPr/>
        </p:nvSpPr>
        <p:spPr>
          <a:xfrm xmlns:a="http://schemas.openxmlformats.org/drawingml/2006/main">
            <a:off x="5176741" y="3467942"/>
            <a:ext cx="29211" cy="63515"/>
          </a:xfrm>
          <a:prstGeom xmlns:a="http://schemas.openxmlformats.org/drawingml/2006/main" prst="rect">
            <a:avLst/>
          </a:prstGeom>
          <a:solidFill xmlns:a="http://schemas.openxmlformats.org/drawingml/2006/main">
            <a:srgbClr val="5299CB"/>
          </a:solidFill>
          <a:ln xmlns:a="http://schemas.openxmlformats.org/drawingml/2006/main" w="6350">
            <a:noFill/>
          </a:ln>
        </p:spPr>
      </p:sp>
      <p:sp>
        <p:nvSpPr>
          <p:cNvPr id="223" name="0223:panel-a-r-at-1/r-at-1-color-scale/color-step-59:rect">
            <a:extLst xmlns:a="http://schemas.openxmlformats.org/drawingml/2006/main">
              <a:ext uri="{FF2B5EF4-FFF2-40B4-BE49-F238E27FC236}">
                <a16:creationId xmlns:a16="http://schemas.microsoft.com/office/drawing/2014/main" id="{AEBF42F5-F477-4E86-893D-82EBF5D386DD}"/>
              </a:ext>
            </a:extLst>
          </p:cNvPr>
          <p:cNvSpPr>
            <a:spLocks xmlns:a="http://schemas.openxmlformats.org/drawingml/2006/main" noGrp="1"/>
          </p:cNvSpPr>
          <p:nvPr/>
        </p:nvSpPr>
        <p:spPr>
          <a:xfrm xmlns:a="http://schemas.openxmlformats.org/drawingml/2006/main">
            <a:off x="5204683" y="3467942"/>
            <a:ext cx="29211" cy="63515"/>
          </a:xfrm>
          <a:prstGeom xmlns:a="http://schemas.openxmlformats.org/drawingml/2006/main" prst="rect">
            <a:avLst/>
          </a:prstGeom>
          <a:solidFill xmlns:a="http://schemas.openxmlformats.org/drawingml/2006/main">
            <a:srgbClr val="4F97C9"/>
          </a:solidFill>
          <a:ln xmlns:a="http://schemas.openxmlformats.org/drawingml/2006/main" w="6350">
            <a:noFill/>
          </a:ln>
        </p:spPr>
      </p:sp>
      <p:sp>
        <p:nvSpPr>
          <p:cNvPr id="224" name="0224:panel-a-r-at-1/r-at-1-color-scale/color-step-60:rect">
            <a:extLst xmlns:a="http://schemas.openxmlformats.org/drawingml/2006/main">
              <a:ext uri="{FF2B5EF4-FFF2-40B4-BE49-F238E27FC236}">
                <a16:creationId xmlns:a16="http://schemas.microsoft.com/office/drawing/2014/main" id="{AAA7C2DE-1DFF-4AEE-AB3D-237E6C2CCBAB}"/>
              </a:ext>
            </a:extLst>
          </p:cNvPr>
          <p:cNvSpPr>
            <a:spLocks xmlns:a="http://schemas.openxmlformats.org/drawingml/2006/main" noGrp="1"/>
          </p:cNvSpPr>
          <p:nvPr/>
        </p:nvSpPr>
        <p:spPr>
          <a:xfrm xmlns:a="http://schemas.openxmlformats.org/drawingml/2006/main">
            <a:off x="5232624" y="3467942"/>
            <a:ext cx="29211" cy="63515"/>
          </a:xfrm>
          <a:prstGeom xmlns:a="http://schemas.openxmlformats.org/drawingml/2006/main" prst="rect">
            <a:avLst/>
          </a:prstGeom>
          <a:solidFill xmlns:a="http://schemas.openxmlformats.org/drawingml/2006/main">
            <a:srgbClr val="4C94C8"/>
          </a:solidFill>
          <a:ln xmlns:a="http://schemas.openxmlformats.org/drawingml/2006/main" w="6350">
            <a:noFill/>
          </a:ln>
        </p:spPr>
      </p:sp>
      <p:sp>
        <p:nvSpPr>
          <p:cNvPr id="225" name="0225:panel-a-r-at-1/r-at-1-color-scale/color-step-61:rect">
            <a:extLst xmlns:a="http://schemas.openxmlformats.org/drawingml/2006/main">
              <a:ext uri="{FF2B5EF4-FFF2-40B4-BE49-F238E27FC236}">
                <a16:creationId xmlns:a16="http://schemas.microsoft.com/office/drawing/2014/main" id="{FC4D3036-0427-4CA0-A2CF-FEE40FC86380}"/>
              </a:ext>
            </a:extLst>
          </p:cNvPr>
          <p:cNvSpPr>
            <a:spLocks xmlns:a="http://schemas.openxmlformats.org/drawingml/2006/main" noGrp="1"/>
          </p:cNvSpPr>
          <p:nvPr/>
        </p:nvSpPr>
        <p:spPr>
          <a:xfrm xmlns:a="http://schemas.openxmlformats.org/drawingml/2006/main">
            <a:off x="5260565" y="3467942"/>
            <a:ext cx="29211" cy="63515"/>
          </a:xfrm>
          <a:prstGeom xmlns:a="http://schemas.openxmlformats.org/drawingml/2006/main" prst="rect">
            <a:avLst/>
          </a:prstGeom>
          <a:solidFill xmlns:a="http://schemas.openxmlformats.org/drawingml/2006/main">
            <a:srgbClr val="4992C7"/>
          </a:solidFill>
          <a:ln xmlns:a="http://schemas.openxmlformats.org/drawingml/2006/main" w="6350">
            <a:noFill/>
          </a:ln>
        </p:spPr>
      </p:sp>
      <p:sp>
        <p:nvSpPr>
          <p:cNvPr id="226" name="0226:panel-a-r-at-1/r-at-1-color-scale/color-step-62:rect">
            <a:extLst xmlns:a="http://schemas.openxmlformats.org/drawingml/2006/main">
              <a:ext uri="{FF2B5EF4-FFF2-40B4-BE49-F238E27FC236}">
                <a16:creationId xmlns:a16="http://schemas.microsoft.com/office/drawing/2014/main" id="{A6445CDC-FAFF-4090-8250-6112C6446980}"/>
              </a:ext>
            </a:extLst>
          </p:cNvPr>
          <p:cNvSpPr>
            <a:spLocks xmlns:a="http://schemas.openxmlformats.org/drawingml/2006/main" noGrp="1"/>
          </p:cNvSpPr>
          <p:nvPr/>
        </p:nvSpPr>
        <p:spPr>
          <a:xfrm xmlns:a="http://schemas.openxmlformats.org/drawingml/2006/main">
            <a:off x="5288506" y="3467942"/>
            <a:ext cx="29211" cy="63515"/>
          </a:xfrm>
          <a:prstGeom xmlns:a="http://schemas.openxmlformats.org/drawingml/2006/main" prst="rect">
            <a:avLst/>
          </a:prstGeom>
          <a:solidFill xmlns:a="http://schemas.openxmlformats.org/drawingml/2006/main">
            <a:srgbClr val="4690C6"/>
          </a:solidFill>
          <a:ln xmlns:a="http://schemas.openxmlformats.org/drawingml/2006/main" w="6350">
            <a:noFill/>
          </a:ln>
        </p:spPr>
      </p:sp>
      <p:sp>
        <p:nvSpPr>
          <p:cNvPr id="227" name="0227:panel-a-r-at-1/r-at-1-color-scale/color-step-63:rect">
            <a:extLst xmlns:a="http://schemas.openxmlformats.org/drawingml/2006/main">
              <a:ext uri="{FF2B5EF4-FFF2-40B4-BE49-F238E27FC236}">
                <a16:creationId xmlns:a16="http://schemas.microsoft.com/office/drawing/2014/main" id="{862611DD-C365-444D-9B6A-4BFBCD3D0AFD}"/>
              </a:ext>
            </a:extLst>
          </p:cNvPr>
          <p:cNvSpPr>
            <a:spLocks xmlns:a="http://schemas.openxmlformats.org/drawingml/2006/main" noGrp="1"/>
          </p:cNvSpPr>
          <p:nvPr/>
        </p:nvSpPr>
        <p:spPr>
          <a:xfrm xmlns:a="http://schemas.openxmlformats.org/drawingml/2006/main">
            <a:off x="5316447" y="3467942"/>
            <a:ext cx="29211" cy="63515"/>
          </a:xfrm>
          <a:prstGeom xmlns:a="http://schemas.openxmlformats.org/drawingml/2006/main" prst="rect">
            <a:avLst/>
          </a:prstGeom>
          <a:solidFill xmlns:a="http://schemas.openxmlformats.org/drawingml/2006/main">
            <a:srgbClr val="438DC4"/>
          </a:solidFill>
          <a:ln xmlns:a="http://schemas.openxmlformats.org/drawingml/2006/main" w="6350">
            <a:noFill/>
          </a:ln>
        </p:spPr>
      </p:sp>
      <p:sp>
        <p:nvSpPr>
          <p:cNvPr id="228" name="0228:panel-a-r-at-1/r-at-1-color-scale/color-step-64:rect">
            <a:extLst xmlns:a="http://schemas.openxmlformats.org/drawingml/2006/main">
              <a:ext uri="{FF2B5EF4-FFF2-40B4-BE49-F238E27FC236}">
                <a16:creationId xmlns:a16="http://schemas.microsoft.com/office/drawing/2014/main" id="{82C3798F-7168-402D-B898-520AEFEFDCFB}"/>
              </a:ext>
            </a:extLst>
          </p:cNvPr>
          <p:cNvSpPr>
            <a:spLocks xmlns:a="http://schemas.openxmlformats.org/drawingml/2006/main" noGrp="1"/>
          </p:cNvSpPr>
          <p:nvPr/>
        </p:nvSpPr>
        <p:spPr>
          <a:xfrm xmlns:a="http://schemas.openxmlformats.org/drawingml/2006/main">
            <a:off x="5344389" y="3467942"/>
            <a:ext cx="29211" cy="63515"/>
          </a:xfrm>
          <a:prstGeom xmlns:a="http://schemas.openxmlformats.org/drawingml/2006/main" prst="rect">
            <a:avLst/>
          </a:prstGeom>
          <a:solidFill xmlns:a="http://schemas.openxmlformats.org/drawingml/2006/main">
            <a:srgbClr val="408BC3"/>
          </a:solidFill>
          <a:ln xmlns:a="http://schemas.openxmlformats.org/drawingml/2006/main" w="6350">
            <a:noFill/>
          </a:ln>
        </p:spPr>
      </p:sp>
      <p:sp>
        <p:nvSpPr>
          <p:cNvPr id="229" name="0229:panel-a-r-at-1/r-at-1-color-scale/color-step-65:rect">
            <a:extLst xmlns:a="http://schemas.openxmlformats.org/drawingml/2006/main">
              <a:ext uri="{FF2B5EF4-FFF2-40B4-BE49-F238E27FC236}">
                <a16:creationId xmlns:a16="http://schemas.microsoft.com/office/drawing/2014/main" id="{4F89DEC3-09DF-4E24-B25A-63C22004F881}"/>
              </a:ext>
            </a:extLst>
          </p:cNvPr>
          <p:cNvSpPr>
            <a:spLocks xmlns:a="http://schemas.openxmlformats.org/drawingml/2006/main" noGrp="1"/>
          </p:cNvSpPr>
          <p:nvPr/>
        </p:nvSpPr>
        <p:spPr>
          <a:xfrm xmlns:a="http://schemas.openxmlformats.org/drawingml/2006/main">
            <a:off x="5372330" y="3467942"/>
            <a:ext cx="29211" cy="63515"/>
          </a:xfrm>
          <a:prstGeom xmlns:a="http://schemas.openxmlformats.org/drawingml/2006/main" prst="rect">
            <a:avLst/>
          </a:prstGeom>
          <a:solidFill xmlns:a="http://schemas.openxmlformats.org/drawingml/2006/main">
            <a:srgbClr val="3D88C2"/>
          </a:solidFill>
          <a:ln xmlns:a="http://schemas.openxmlformats.org/drawingml/2006/main" w="6350">
            <a:noFill/>
          </a:ln>
        </p:spPr>
      </p:sp>
      <p:sp>
        <p:nvSpPr>
          <p:cNvPr id="230" name="0230:panel-a-r-at-1/r-at-1-color-scale/color-step-66:rect">
            <a:extLst xmlns:a="http://schemas.openxmlformats.org/drawingml/2006/main">
              <a:ext uri="{FF2B5EF4-FFF2-40B4-BE49-F238E27FC236}">
                <a16:creationId xmlns:a16="http://schemas.microsoft.com/office/drawing/2014/main" id="{5B32E3C8-1F0B-4CF0-872F-2BBA90C54F06}"/>
              </a:ext>
            </a:extLst>
          </p:cNvPr>
          <p:cNvSpPr>
            <a:spLocks xmlns:a="http://schemas.openxmlformats.org/drawingml/2006/main" noGrp="1"/>
          </p:cNvSpPr>
          <p:nvPr/>
        </p:nvSpPr>
        <p:spPr>
          <a:xfrm xmlns:a="http://schemas.openxmlformats.org/drawingml/2006/main">
            <a:off x="5400271" y="3467942"/>
            <a:ext cx="29211" cy="63515"/>
          </a:xfrm>
          <a:prstGeom xmlns:a="http://schemas.openxmlformats.org/drawingml/2006/main" prst="rect">
            <a:avLst/>
          </a:prstGeom>
          <a:solidFill xmlns:a="http://schemas.openxmlformats.org/drawingml/2006/main">
            <a:srgbClr val="3A86C0"/>
          </a:solidFill>
          <a:ln xmlns:a="http://schemas.openxmlformats.org/drawingml/2006/main" w="6350">
            <a:noFill/>
          </a:ln>
        </p:spPr>
      </p:sp>
      <p:sp>
        <p:nvSpPr>
          <p:cNvPr id="231" name="0231:panel-a-r-at-1/r-at-1-color-scale/color-step-67:rect">
            <a:extLst xmlns:a="http://schemas.openxmlformats.org/drawingml/2006/main">
              <a:ext uri="{FF2B5EF4-FFF2-40B4-BE49-F238E27FC236}">
                <a16:creationId xmlns:a16="http://schemas.microsoft.com/office/drawing/2014/main" id="{7B79C1D9-184F-4FA7-A3E3-869DA345D134}"/>
              </a:ext>
            </a:extLst>
          </p:cNvPr>
          <p:cNvSpPr>
            <a:spLocks xmlns:a="http://schemas.openxmlformats.org/drawingml/2006/main" noGrp="1"/>
          </p:cNvSpPr>
          <p:nvPr/>
        </p:nvSpPr>
        <p:spPr>
          <a:xfrm xmlns:a="http://schemas.openxmlformats.org/drawingml/2006/main">
            <a:off x="5428212" y="3467942"/>
            <a:ext cx="29211" cy="63515"/>
          </a:xfrm>
          <a:prstGeom xmlns:a="http://schemas.openxmlformats.org/drawingml/2006/main" prst="rect">
            <a:avLst/>
          </a:prstGeom>
          <a:solidFill xmlns:a="http://schemas.openxmlformats.org/drawingml/2006/main">
            <a:srgbClr val="3783BF"/>
          </a:solidFill>
          <a:ln xmlns:a="http://schemas.openxmlformats.org/drawingml/2006/main" w="6350">
            <a:noFill/>
          </a:ln>
        </p:spPr>
      </p:sp>
      <p:sp>
        <p:nvSpPr>
          <p:cNvPr id="232" name="0232:panel-a-r-at-1/r-at-1-color-scale/color-step-68:rect">
            <a:extLst xmlns:a="http://schemas.openxmlformats.org/drawingml/2006/main">
              <a:ext uri="{FF2B5EF4-FFF2-40B4-BE49-F238E27FC236}">
                <a16:creationId xmlns:a16="http://schemas.microsoft.com/office/drawing/2014/main" id="{3F8211B5-61BD-4A7D-972F-3834DA2F9D91}"/>
              </a:ext>
            </a:extLst>
          </p:cNvPr>
          <p:cNvSpPr>
            <a:spLocks xmlns:a="http://schemas.openxmlformats.org/drawingml/2006/main" noGrp="1"/>
          </p:cNvSpPr>
          <p:nvPr/>
        </p:nvSpPr>
        <p:spPr>
          <a:xfrm xmlns:a="http://schemas.openxmlformats.org/drawingml/2006/main">
            <a:off x="5456153" y="3467942"/>
            <a:ext cx="29211" cy="63515"/>
          </a:xfrm>
          <a:prstGeom xmlns:a="http://schemas.openxmlformats.org/drawingml/2006/main" prst="rect">
            <a:avLst/>
          </a:prstGeom>
          <a:solidFill xmlns:a="http://schemas.openxmlformats.org/drawingml/2006/main">
            <a:srgbClr val="3481BE"/>
          </a:solidFill>
          <a:ln xmlns:a="http://schemas.openxmlformats.org/drawingml/2006/main" w="6350">
            <a:noFill/>
          </a:ln>
        </p:spPr>
      </p:sp>
      <p:sp>
        <p:nvSpPr>
          <p:cNvPr id="233" name="0233:panel-a-r-at-1/r-at-1-color-scale/color-step-69:rect">
            <a:extLst xmlns:a="http://schemas.openxmlformats.org/drawingml/2006/main">
              <a:ext uri="{FF2B5EF4-FFF2-40B4-BE49-F238E27FC236}">
                <a16:creationId xmlns:a16="http://schemas.microsoft.com/office/drawing/2014/main" id="{6414B206-D1CC-4052-910C-77FB49A39955}"/>
              </a:ext>
            </a:extLst>
          </p:cNvPr>
          <p:cNvSpPr>
            <a:spLocks xmlns:a="http://schemas.openxmlformats.org/drawingml/2006/main" noGrp="1"/>
          </p:cNvSpPr>
          <p:nvPr/>
        </p:nvSpPr>
        <p:spPr>
          <a:xfrm xmlns:a="http://schemas.openxmlformats.org/drawingml/2006/main">
            <a:off x="5484094" y="3467942"/>
            <a:ext cx="29211" cy="63515"/>
          </a:xfrm>
          <a:prstGeom xmlns:a="http://schemas.openxmlformats.org/drawingml/2006/main" prst="rect">
            <a:avLst/>
          </a:prstGeom>
          <a:solidFill xmlns:a="http://schemas.openxmlformats.org/drawingml/2006/main">
            <a:srgbClr val="317EBC"/>
          </a:solidFill>
          <a:ln xmlns:a="http://schemas.openxmlformats.org/drawingml/2006/main" w="6350">
            <a:noFill/>
          </a:ln>
        </p:spPr>
      </p:sp>
      <p:sp>
        <p:nvSpPr>
          <p:cNvPr id="234" name="0234:panel-a-r-at-1/r-at-1-color-scale/color-step-70:rect">
            <a:extLst xmlns:a="http://schemas.openxmlformats.org/drawingml/2006/main">
              <a:ext uri="{FF2B5EF4-FFF2-40B4-BE49-F238E27FC236}">
                <a16:creationId xmlns:a16="http://schemas.microsoft.com/office/drawing/2014/main" id="{E8E369E1-484F-4473-B2CC-D9E8B5EB9540}"/>
              </a:ext>
            </a:extLst>
          </p:cNvPr>
          <p:cNvSpPr>
            <a:spLocks xmlns:a="http://schemas.openxmlformats.org/drawingml/2006/main" noGrp="1"/>
          </p:cNvSpPr>
          <p:nvPr/>
        </p:nvSpPr>
        <p:spPr>
          <a:xfrm xmlns:a="http://schemas.openxmlformats.org/drawingml/2006/main">
            <a:off x="5512036" y="3467942"/>
            <a:ext cx="29211" cy="63515"/>
          </a:xfrm>
          <a:prstGeom xmlns:a="http://schemas.openxmlformats.org/drawingml/2006/main" prst="rect">
            <a:avLst/>
          </a:prstGeom>
          <a:solidFill xmlns:a="http://schemas.openxmlformats.org/drawingml/2006/main">
            <a:srgbClr val="2E7CBB"/>
          </a:solidFill>
          <a:ln xmlns:a="http://schemas.openxmlformats.org/drawingml/2006/main" w="6350">
            <a:noFill/>
          </a:ln>
        </p:spPr>
      </p:sp>
      <p:sp>
        <p:nvSpPr>
          <p:cNvPr id="235" name="0235:panel-a-r-at-1/r-at-1-color-scale/color-step-71:rect">
            <a:extLst xmlns:a="http://schemas.openxmlformats.org/drawingml/2006/main">
              <a:ext uri="{FF2B5EF4-FFF2-40B4-BE49-F238E27FC236}">
                <a16:creationId xmlns:a16="http://schemas.microsoft.com/office/drawing/2014/main" id="{6E754895-9AE6-4A88-B166-E5F640705770}"/>
              </a:ext>
            </a:extLst>
          </p:cNvPr>
          <p:cNvSpPr>
            <a:spLocks xmlns:a="http://schemas.openxmlformats.org/drawingml/2006/main" noGrp="1"/>
          </p:cNvSpPr>
          <p:nvPr/>
        </p:nvSpPr>
        <p:spPr>
          <a:xfrm xmlns:a="http://schemas.openxmlformats.org/drawingml/2006/main">
            <a:off x="5539977" y="3467942"/>
            <a:ext cx="29211" cy="63515"/>
          </a:xfrm>
          <a:prstGeom xmlns:a="http://schemas.openxmlformats.org/drawingml/2006/main" prst="rect">
            <a:avLst/>
          </a:prstGeom>
          <a:solidFill xmlns:a="http://schemas.openxmlformats.org/drawingml/2006/main">
            <a:srgbClr val="2B7ABA"/>
          </a:solidFill>
          <a:ln xmlns:a="http://schemas.openxmlformats.org/drawingml/2006/main" w="6350">
            <a:noFill/>
          </a:ln>
        </p:spPr>
      </p:sp>
      <p:sp>
        <p:nvSpPr>
          <p:cNvPr id="236" name="0236:panel-a-r-at-1/r-at-1-color-scale/color-step-72:rect">
            <a:extLst xmlns:a="http://schemas.openxmlformats.org/drawingml/2006/main">
              <a:ext uri="{FF2B5EF4-FFF2-40B4-BE49-F238E27FC236}">
                <a16:creationId xmlns:a16="http://schemas.microsoft.com/office/drawing/2014/main" id="{85B088FE-96E7-4E0F-BFF4-A5A40FB9D2F2}"/>
              </a:ext>
            </a:extLst>
          </p:cNvPr>
          <p:cNvSpPr>
            <a:spLocks xmlns:a="http://schemas.openxmlformats.org/drawingml/2006/main" noGrp="1"/>
          </p:cNvSpPr>
          <p:nvPr/>
        </p:nvSpPr>
        <p:spPr>
          <a:xfrm xmlns:a="http://schemas.openxmlformats.org/drawingml/2006/main">
            <a:off x="5567918" y="3467942"/>
            <a:ext cx="29211" cy="63515"/>
          </a:xfrm>
          <a:prstGeom xmlns:a="http://schemas.openxmlformats.org/drawingml/2006/main" prst="rect">
            <a:avLst/>
          </a:prstGeom>
          <a:solidFill xmlns:a="http://schemas.openxmlformats.org/drawingml/2006/main">
            <a:srgbClr val="2877B8"/>
          </a:solidFill>
          <a:ln xmlns:a="http://schemas.openxmlformats.org/drawingml/2006/main" w="6350">
            <a:noFill/>
          </a:ln>
        </p:spPr>
      </p:sp>
      <p:sp>
        <p:nvSpPr>
          <p:cNvPr id="237" name="0237:panel-a-r-at-1/r-at-1-color-scale/color-step-73:rect">
            <a:extLst xmlns:a="http://schemas.openxmlformats.org/drawingml/2006/main">
              <a:ext uri="{FF2B5EF4-FFF2-40B4-BE49-F238E27FC236}">
                <a16:creationId xmlns:a16="http://schemas.microsoft.com/office/drawing/2014/main" id="{F3FF9004-1920-47D1-BB50-03617AAE7249}"/>
              </a:ext>
            </a:extLst>
          </p:cNvPr>
          <p:cNvSpPr>
            <a:spLocks xmlns:a="http://schemas.openxmlformats.org/drawingml/2006/main" noGrp="1"/>
          </p:cNvSpPr>
          <p:nvPr/>
        </p:nvSpPr>
        <p:spPr>
          <a:xfrm xmlns:a="http://schemas.openxmlformats.org/drawingml/2006/main">
            <a:off x="5595859" y="3467942"/>
            <a:ext cx="29211" cy="63515"/>
          </a:xfrm>
          <a:prstGeom xmlns:a="http://schemas.openxmlformats.org/drawingml/2006/main" prst="rect">
            <a:avLst/>
          </a:prstGeom>
          <a:solidFill xmlns:a="http://schemas.openxmlformats.org/drawingml/2006/main">
            <a:srgbClr val="2575B7"/>
          </a:solidFill>
          <a:ln xmlns:a="http://schemas.openxmlformats.org/drawingml/2006/main" w="6350">
            <a:noFill/>
          </a:ln>
        </p:spPr>
      </p:sp>
      <p:sp>
        <p:nvSpPr>
          <p:cNvPr id="238" name="0238:panel-a-r-at-1/r-at-1-color-scale/color-step-74:rect">
            <a:extLst xmlns:a="http://schemas.openxmlformats.org/drawingml/2006/main">
              <a:ext uri="{FF2B5EF4-FFF2-40B4-BE49-F238E27FC236}">
                <a16:creationId xmlns:a16="http://schemas.microsoft.com/office/drawing/2014/main" id="{B55D771F-64EF-40BC-972C-5D8273F6E434}"/>
              </a:ext>
            </a:extLst>
          </p:cNvPr>
          <p:cNvSpPr>
            <a:spLocks xmlns:a="http://schemas.openxmlformats.org/drawingml/2006/main" noGrp="1"/>
          </p:cNvSpPr>
          <p:nvPr/>
        </p:nvSpPr>
        <p:spPr>
          <a:xfrm xmlns:a="http://schemas.openxmlformats.org/drawingml/2006/main">
            <a:off x="5623800" y="3467942"/>
            <a:ext cx="29211" cy="63515"/>
          </a:xfrm>
          <a:prstGeom xmlns:a="http://schemas.openxmlformats.org/drawingml/2006/main" prst="rect">
            <a:avLst/>
          </a:prstGeom>
          <a:solidFill xmlns:a="http://schemas.openxmlformats.org/drawingml/2006/main">
            <a:srgbClr val="2272B6"/>
          </a:solidFill>
          <a:ln xmlns:a="http://schemas.openxmlformats.org/drawingml/2006/main" w="6350">
            <a:noFill/>
          </a:ln>
        </p:spPr>
      </p:sp>
      <p:sp>
        <p:nvSpPr>
          <p:cNvPr id="239" name="0239:panel-a-r-at-1/r-at-1-color-scale/color-step-75:rect">
            <a:extLst xmlns:a="http://schemas.openxmlformats.org/drawingml/2006/main">
              <a:ext uri="{FF2B5EF4-FFF2-40B4-BE49-F238E27FC236}">
                <a16:creationId xmlns:a16="http://schemas.microsoft.com/office/drawing/2014/main" id="{8B63DEAE-035A-4F80-8014-41E46F85ECB4}"/>
              </a:ext>
            </a:extLst>
          </p:cNvPr>
          <p:cNvSpPr>
            <a:spLocks xmlns:a="http://schemas.openxmlformats.org/drawingml/2006/main" noGrp="1"/>
          </p:cNvSpPr>
          <p:nvPr/>
        </p:nvSpPr>
        <p:spPr>
          <a:xfrm xmlns:a="http://schemas.openxmlformats.org/drawingml/2006/main">
            <a:off x="5651742" y="3467942"/>
            <a:ext cx="29211" cy="63515"/>
          </a:xfrm>
          <a:prstGeom xmlns:a="http://schemas.openxmlformats.org/drawingml/2006/main" prst="rect">
            <a:avLst/>
          </a:prstGeom>
          <a:solidFill xmlns:a="http://schemas.openxmlformats.org/drawingml/2006/main">
            <a:srgbClr val="2070B4"/>
          </a:solidFill>
          <a:ln xmlns:a="http://schemas.openxmlformats.org/drawingml/2006/main" w="6350">
            <a:noFill/>
          </a:ln>
        </p:spPr>
      </p:sp>
      <p:sp>
        <p:nvSpPr>
          <p:cNvPr id="240" name="0240:panel-a-r-at-1/r-at-1-color-scale/color-step-76:rect">
            <a:extLst xmlns:a="http://schemas.openxmlformats.org/drawingml/2006/main">
              <a:ext uri="{FF2B5EF4-FFF2-40B4-BE49-F238E27FC236}">
                <a16:creationId xmlns:a16="http://schemas.microsoft.com/office/drawing/2014/main" id="{F336E3AF-07B2-4523-8F19-485A9B806084}"/>
              </a:ext>
            </a:extLst>
          </p:cNvPr>
          <p:cNvSpPr>
            <a:spLocks xmlns:a="http://schemas.openxmlformats.org/drawingml/2006/main" noGrp="1"/>
          </p:cNvSpPr>
          <p:nvPr/>
        </p:nvSpPr>
        <p:spPr>
          <a:xfrm xmlns:a="http://schemas.openxmlformats.org/drawingml/2006/main">
            <a:off x="5679683" y="3467942"/>
            <a:ext cx="29211" cy="63515"/>
          </a:xfrm>
          <a:prstGeom xmlns:a="http://schemas.openxmlformats.org/drawingml/2006/main" prst="rect">
            <a:avLst/>
          </a:prstGeom>
          <a:solidFill xmlns:a="http://schemas.openxmlformats.org/drawingml/2006/main">
            <a:srgbClr val="206DB1"/>
          </a:solidFill>
          <a:ln xmlns:a="http://schemas.openxmlformats.org/drawingml/2006/main" w="6350">
            <a:noFill/>
          </a:ln>
        </p:spPr>
      </p:sp>
      <p:sp>
        <p:nvSpPr>
          <p:cNvPr id="241" name="0241:panel-a-r-at-1/r-at-1-color-scale/color-step-77:rect">
            <a:extLst xmlns:a="http://schemas.openxmlformats.org/drawingml/2006/main">
              <a:ext uri="{FF2B5EF4-FFF2-40B4-BE49-F238E27FC236}">
                <a16:creationId xmlns:a16="http://schemas.microsoft.com/office/drawing/2014/main" id="{8666EAFA-4521-4F85-A3FD-5F8CEACDC182}"/>
              </a:ext>
            </a:extLst>
          </p:cNvPr>
          <p:cNvSpPr>
            <a:spLocks xmlns:a="http://schemas.openxmlformats.org/drawingml/2006/main" noGrp="1"/>
          </p:cNvSpPr>
          <p:nvPr/>
        </p:nvSpPr>
        <p:spPr>
          <a:xfrm xmlns:a="http://schemas.openxmlformats.org/drawingml/2006/main">
            <a:off x="5707624" y="3467942"/>
            <a:ext cx="29211" cy="63515"/>
          </a:xfrm>
          <a:prstGeom xmlns:a="http://schemas.openxmlformats.org/drawingml/2006/main" prst="rect">
            <a:avLst/>
          </a:prstGeom>
          <a:solidFill xmlns:a="http://schemas.openxmlformats.org/drawingml/2006/main">
            <a:srgbClr val="1E6AAE"/>
          </a:solidFill>
          <a:ln xmlns:a="http://schemas.openxmlformats.org/drawingml/2006/main" w="6350">
            <a:noFill/>
          </a:ln>
        </p:spPr>
      </p:sp>
      <p:sp>
        <p:nvSpPr>
          <p:cNvPr id="242" name="0242:panel-a-r-at-1/r-at-1-color-scale/color-step-78:rect">
            <a:extLst xmlns:a="http://schemas.openxmlformats.org/drawingml/2006/main">
              <a:ext uri="{FF2B5EF4-FFF2-40B4-BE49-F238E27FC236}">
                <a16:creationId xmlns:a16="http://schemas.microsoft.com/office/drawing/2014/main" id="{415BEF0A-8A6D-4C73-8BA6-28711C12B701}"/>
              </a:ext>
            </a:extLst>
          </p:cNvPr>
          <p:cNvSpPr>
            <a:spLocks xmlns:a="http://schemas.openxmlformats.org/drawingml/2006/main" noGrp="1"/>
          </p:cNvSpPr>
          <p:nvPr/>
        </p:nvSpPr>
        <p:spPr>
          <a:xfrm xmlns:a="http://schemas.openxmlformats.org/drawingml/2006/main">
            <a:off x="5735565" y="3467942"/>
            <a:ext cx="29211" cy="63515"/>
          </a:xfrm>
          <a:prstGeom xmlns:a="http://schemas.openxmlformats.org/drawingml/2006/main" prst="rect">
            <a:avLst/>
          </a:prstGeom>
          <a:solidFill xmlns:a="http://schemas.openxmlformats.org/drawingml/2006/main">
            <a:srgbClr val="1D68AB"/>
          </a:solidFill>
          <a:ln xmlns:a="http://schemas.openxmlformats.org/drawingml/2006/main" w="6350">
            <a:noFill/>
          </a:ln>
        </p:spPr>
      </p:sp>
      <p:sp>
        <p:nvSpPr>
          <p:cNvPr id="243" name="0243:panel-a-r-at-1/r-at-1-color-scale/color-step-79:rect">
            <a:extLst xmlns:a="http://schemas.openxmlformats.org/drawingml/2006/main">
              <a:ext uri="{FF2B5EF4-FFF2-40B4-BE49-F238E27FC236}">
                <a16:creationId xmlns:a16="http://schemas.microsoft.com/office/drawing/2014/main" id="{AE7B0F06-D2D2-4013-A55B-9984041398B3}"/>
              </a:ext>
            </a:extLst>
          </p:cNvPr>
          <p:cNvSpPr>
            <a:spLocks xmlns:a="http://schemas.openxmlformats.org/drawingml/2006/main" noGrp="1"/>
          </p:cNvSpPr>
          <p:nvPr/>
        </p:nvSpPr>
        <p:spPr>
          <a:xfrm xmlns:a="http://schemas.openxmlformats.org/drawingml/2006/main">
            <a:off x="5763506" y="3467942"/>
            <a:ext cx="29211" cy="63515"/>
          </a:xfrm>
          <a:prstGeom xmlns:a="http://schemas.openxmlformats.org/drawingml/2006/main" prst="rect">
            <a:avLst/>
          </a:prstGeom>
          <a:solidFill xmlns:a="http://schemas.openxmlformats.org/drawingml/2006/main">
            <a:srgbClr val="1C65A8"/>
          </a:solidFill>
          <a:ln xmlns:a="http://schemas.openxmlformats.org/drawingml/2006/main" w="6350">
            <a:noFill/>
          </a:ln>
        </p:spPr>
      </p:sp>
      <p:sp>
        <p:nvSpPr>
          <p:cNvPr id="244" name="0244:panel-a-r-at-1/r-at-1-color-scale/color-step-80:rect">
            <a:extLst xmlns:a="http://schemas.openxmlformats.org/drawingml/2006/main">
              <a:ext uri="{FF2B5EF4-FFF2-40B4-BE49-F238E27FC236}">
                <a16:creationId xmlns:a16="http://schemas.microsoft.com/office/drawing/2014/main" id="{7A258113-766F-4CBD-862A-65D3AA0080F3}"/>
              </a:ext>
            </a:extLst>
          </p:cNvPr>
          <p:cNvSpPr>
            <a:spLocks xmlns:a="http://schemas.openxmlformats.org/drawingml/2006/main" noGrp="1"/>
          </p:cNvSpPr>
          <p:nvPr/>
        </p:nvSpPr>
        <p:spPr>
          <a:xfrm xmlns:a="http://schemas.openxmlformats.org/drawingml/2006/main">
            <a:off x="5791448" y="3467942"/>
            <a:ext cx="29211" cy="63515"/>
          </a:xfrm>
          <a:prstGeom xmlns:a="http://schemas.openxmlformats.org/drawingml/2006/main" prst="rect">
            <a:avLst/>
          </a:prstGeom>
          <a:solidFill xmlns:a="http://schemas.openxmlformats.org/drawingml/2006/main">
            <a:srgbClr val="1B63A5"/>
          </a:solidFill>
          <a:ln xmlns:a="http://schemas.openxmlformats.org/drawingml/2006/main" w="6350">
            <a:noFill/>
          </a:ln>
        </p:spPr>
      </p:sp>
      <p:sp>
        <p:nvSpPr>
          <p:cNvPr id="245" name="0245:panel-a-r-at-1/r-at-1-color-scale/color-step-81:rect">
            <a:extLst xmlns:a="http://schemas.openxmlformats.org/drawingml/2006/main">
              <a:ext uri="{FF2B5EF4-FFF2-40B4-BE49-F238E27FC236}">
                <a16:creationId xmlns:a16="http://schemas.microsoft.com/office/drawing/2014/main" id="{227ED556-5574-48B5-8541-05F85FE373EB}"/>
              </a:ext>
            </a:extLst>
          </p:cNvPr>
          <p:cNvSpPr>
            <a:spLocks xmlns:a="http://schemas.openxmlformats.org/drawingml/2006/main" noGrp="1"/>
          </p:cNvSpPr>
          <p:nvPr/>
        </p:nvSpPr>
        <p:spPr>
          <a:xfrm xmlns:a="http://schemas.openxmlformats.org/drawingml/2006/main">
            <a:off x="5819389" y="3467942"/>
            <a:ext cx="29211" cy="63515"/>
          </a:xfrm>
          <a:prstGeom xmlns:a="http://schemas.openxmlformats.org/drawingml/2006/main" prst="rect">
            <a:avLst/>
          </a:prstGeom>
          <a:solidFill xmlns:a="http://schemas.openxmlformats.org/drawingml/2006/main">
            <a:srgbClr val="1B60A2"/>
          </a:solidFill>
          <a:ln xmlns:a="http://schemas.openxmlformats.org/drawingml/2006/main" w="6350">
            <a:noFill/>
          </a:ln>
        </p:spPr>
      </p:sp>
      <p:sp>
        <p:nvSpPr>
          <p:cNvPr id="246" name="0246:panel-a-r-at-1/r-at-1-color-scale/color-step-82:rect">
            <a:extLst xmlns:a="http://schemas.openxmlformats.org/drawingml/2006/main">
              <a:ext uri="{FF2B5EF4-FFF2-40B4-BE49-F238E27FC236}">
                <a16:creationId xmlns:a16="http://schemas.microsoft.com/office/drawing/2014/main" id="{52191B86-AD75-48AB-B331-6CA58004BB4C}"/>
              </a:ext>
            </a:extLst>
          </p:cNvPr>
          <p:cNvSpPr>
            <a:spLocks xmlns:a="http://schemas.openxmlformats.org/drawingml/2006/main" noGrp="1"/>
          </p:cNvSpPr>
          <p:nvPr/>
        </p:nvSpPr>
        <p:spPr>
          <a:xfrm xmlns:a="http://schemas.openxmlformats.org/drawingml/2006/main">
            <a:off x="5847330" y="3467942"/>
            <a:ext cx="29211" cy="63515"/>
          </a:xfrm>
          <a:prstGeom xmlns:a="http://schemas.openxmlformats.org/drawingml/2006/main" prst="rect">
            <a:avLst/>
          </a:prstGeom>
          <a:solidFill xmlns:a="http://schemas.openxmlformats.org/drawingml/2006/main">
            <a:srgbClr val="1A5E9F"/>
          </a:solidFill>
          <a:ln xmlns:a="http://schemas.openxmlformats.org/drawingml/2006/main" w="6350">
            <a:noFill/>
          </a:ln>
        </p:spPr>
      </p:sp>
      <p:sp>
        <p:nvSpPr>
          <p:cNvPr id="247" name="0247:panel-a-r-at-1/r-at-1-color-scale/color-step-83:rect">
            <a:extLst xmlns:a="http://schemas.openxmlformats.org/drawingml/2006/main">
              <a:ext uri="{FF2B5EF4-FFF2-40B4-BE49-F238E27FC236}">
                <a16:creationId xmlns:a16="http://schemas.microsoft.com/office/drawing/2014/main" id="{18838FC3-E875-4EC7-AF38-8764DD742E66}"/>
              </a:ext>
            </a:extLst>
          </p:cNvPr>
          <p:cNvSpPr>
            <a:spLocks xmlns:a="http://schemas.openxmlformats.org/drawingml/2006/main" noGrp="1"/>
          </p:cNvSpPr>
          <p:nvPr/>
        </p:nvSpPr>
        <p:spPr>
          <a:xfrm xmlns:a="http://schemas.openxmlformats.org/drawingml/2006/main">
            <a:off x="5875271" y="3467942"/>
            <a:ext cx="29211" cy="63515"/>
          </a:xfrm>
          <a:prstGeom xmlns:a="http://schemas.openxmlformats.org/drawingml/2006/main" prst="rect">
            <a:avLst/>
          </a:prstGeom>
          <a:solidFill xmlns:a="http://schemas.openxmlformats.org/drawingml/2006/main">
            <a:srgbClr val="195B9C"/>
          </a:solidFill>
          <a:ln xmlns:a="http://schemas.openxmlformats.org/drawingml/2006/main" w="6350">
            <a:noFill/>
          </a:ln>
        </p:spPr>
      </p:sp>
      <p:sp>
        <p:nvSpPr>
          <p:cNvPr id="248" name="0248:panel-a-r-at-1/r-at-1-color-scale/color-step-84:rect">
            <a:extLst xmlns:a="http://schemas.openxmlformats.org/drawingml/2006/main">
              <a:ext uri="{FF2B5EF4-FFF2-40B4-BE49-F238E27FC236}">
                <a16:creationId xmlns:a16="http://schemas.microsoft.com/office/drawing/2014/main" id="{E41C5486-9A47-4A8F-AFE9-614400428766}"/>
              </a:ext>
            </a:extLst>
          </p:cNvPr>
          <p:cNvSpPr>
            <a:spLocks xmlns:a="http://schemas.openxmlformats.org/drawingml/2006/main" noGrp="1"/>
          </p:cNvSpPr>
          <p:nvPr/>
        </p:nvSpPr>
        <p:spPr>
          <a:xfrm xmlns:a="http://schemas.openxmlformats.org/drawingml/2006/main">
            <a:off x="5903212" y="3467942"/>
            <a:ext cx="29211" cy="63515"/>
          </a:xfrm>
          <a:prstGeom xmlns:a="http://schemas.openxmlformats.org/drawingml/2006/main" prst="rect">
            <a:avLst/>
          </a:prstGeom>
          <a:solidFill xmlns:a="http://schemas.openxmlformats.org/drawingml/2006/main">
            <a:srgbClr val="185899"/>
          </a:solidFill>
          <a:ln xmlns:a="http://schemas.openxmlformats.org/drawingml/2006/main" w="6350">
            <a:noFill/>
          </a:ln>
        </p:spPr>
      </p:sp>
      <p:sp>
        <p:nvSpPr>
          <p:cNvPr id="249" name="0249:panel-a-r-at-1/r-at-1-color-scale/color-step-85:rect">
            <a:extLst xmlns:a="http://schemas.openxmlformats.org/drawingml/2006/main">
              <a:ext uri="{FF2B5EF4-FFF2-40B4-BE49-F238E27FC236}">
                <a16:creationId xmlns:a16="http://schemas.microsoft.com/office/drawing/2014/main" id="{8360AE2C-10F7-461D-AFDB-A5330E83C264}"/>
              </a:ext>
            </a:extLst>
          </p:cNvPr>
          <p:cNvSpPr>
            <a:spLocks xmlns:a="http://schemas.openxmlformats.org/drawingml/2006/main" noGrp="1"/>
          </p:cNvSpPr>
          <p:nvPr/>
        </p:nvSpPr>
        <p:spPr>
          <a:xfrm xmlns:a="http://schemas.openxmlformats.org/drawingml/2006/main">
            <a:off x="5931154" y="3467942"/>
            <a:ext cx="29211" cy="63515"/>
          </a:xfrm>
          <a:prstGeom xmlns:a="http://schemas.openxmlformats.org/drawingml/2006/main" prst="rect">
            <a:avLst/>
          </a:prstGeom>
          <a:solidFill xmlns:a="http://schemas.openxmlformats.org/drawingml/2006/main">
            <a:srgbClr val="165696"/>
          </a:solidFill>
          <a:ln xmlns:a="http://schemas.openxmlformats.org/drawingml/2006/main" w="6350">
            <a:noFill/>
          </a:ln>
        </p:spPr>
      </p:sp>
      <p:sp>
        <p:nvSpPr>
          <p:cNvPr id="250" name="0250:panel-a-r-at-1/r-at-1-color-scale/color-step-86:rect">
            <a:extLst xmlns:a="http://schemas.openxmlformats.org/drawingml/2006/main">
              <a:ext uri="{FF2B5EF4-FFF2-40B4-BE49-F238E27FC236}">
                <a16:creationId xmlns:a16="http://schemas.microsoft.com/office/drawing/2014/main" id="{4599D608-984C-4A02-8157-3F364A87B324}"/>
              </a:ext>
            </a:extLst>
          </p:cNvPr>
          <p:cNvSpPr>
            <a:spLocks xmlns:a="http://schemas.openxmlformats.org/drawingml/2006/main" noGrp="1"/>
          </p:cNvSpPr>
          <p:nvPr/>
        </p:nvSpPr>
        <p:spPr>
          <a:xfrm xmlns:a="http://schemas.openxmlformats.org/drawingml/2006/main">
            <a:off x="5959095" y="3467942"/>
            <a:ext cx="29211" cy="63515"/>
          </a:xfrm>
          <a:prstGeom xmlns:a="http://schemas.openxmlformats.org/drawingml/2006/main" prst="rect">
            <a:avLst/>
          </a:prstGeom>
          <a:solidFill xmlns:a="http://schemas.openxmlformats.org/drawingml/2006/main">
            <a:srgbClr val="165393"/>
          </a:solidFill>
          <a:ln xmlns:a="http://schemas.openxmlformats.org/drawingml/2006/main" w="6350">
            <a:noFill/>
          </a:ln>
        </p:spPr>
      </p:sp>
      <p:sp>
        <p:nvSpPr>
          <p:cNvPr id="251" name="0251:panel-a-r-at-1/r-at-1-color-scale/color-step-87:rect">
            <a:extLst xmlns:a="http://schemas.openxmlformats.org/drawingml/2006/main">
              <a:ext uri="{FF2B5EF4-FFF2-40B4-BE49-F238E27FC236}">
                <a16:creationId xmlns:a16="http://schemas.microsoft.com/office/drawing/2014/main" id="{41EFFD63-BFDC-4684-A16B-D04A1353EF25}"/>
              </a:ext>
            </a:extLst>
          </p:cNvPr>
          <p:cNvSpPr>
            <a:spLocks xmlns:a="http://schemas.openxmlformats.org/drawingml/2006/main" noGrp="1"/>
          </p:cNvSpPr>
          <p:nvPr/>
        </p:nvSpPr>
        <p:spPr>
          <a:xfrm xmlns:a="http://schemas.openxmlformats.org/drawingml/2006/main">
            <a:off x="5987036" y="3467942"/>
            <a:ext cx="29211" cy="63515"/>
          </a:xfrm>
          <a:prstGeom xmlns:a="http://schemas.openxmlformats.org/drawingml/2006/main" prst="rect">
            <a:avLst/>
          </a:prstGeom>
          <a:solidFill xmlns:a="http://schemas.openxmlformats.org/drawingml/2006/main">
            <a:srgbClr val="145090"/>
          </a:solidFill>
          <a:ln xmlns:a="http://schemas.openxmlformats.org/drawingml/2006/main" w="6350">
            <a:noFill/>
          </a:ln>
        </p:spPr>
      </p:sp>
      <p:sp>
        <p:nvSpPr>
          <p:cNvPr id="252" name="0252:panel-a-r-at-1/r-at-1-color-scale/color-step-88:rect">
            <a:extLst xmlns:a="http://schemas.openxmlformats.org/drawingml/2006/main">
              <a:ext uri="{FF2B5EF4-FFF2-40B4-BE49-F238E27FC236}">
                <a16:creationId xmlns:a16="http://schemas.microsoft.com/office/drawing/2014/main" id="{AA08ABD7-929D-4112-9F72-D67CD128BD18}"/>
              </a:ext>
            </a:extLst>
          </p:cNvPr>
          <p:cNvSpPr>
            <a:spLocks xmlns:a="http://schemas.openxmlformats.org/drawingml/2006/main" noGrp="1"/>
          </p:cNvSpPr>
          <p:nvPr/>
        </p:nvSpPr>
        <p:spPr>
          <a:xfrm xmlns:a="http://schemas.openxmlformats.org/drawingml/2006/main">
            <a:off x="6014977" y="3467942"/>
            <a:ext cx="29211" cy="63515"/>
          </a:xfrm>
          <a:prstGeom xmlns:a="http://schemas.openxmlformats.org/drawingml/2006/main" prst="rect">
            <a:avLst/>
          </a:prstGeom>
          <a:solidFill xmlns:a="http://schemas.openxmlformats.org/drawingml/2006/main">
            <a:srgbClr val="144E8D"/>
          </a:solidFill>
          <a:ln xmlns:a="http://schemas.openxmlformats.org/drawingml/2006/main" w="6350">
            <a:noFill/>
          </a:ln>
        </p:spPr>
      </p:sp>
      <p:sp>
        <p:nvSpPr>
          <p:cNvPr id="253" name="0253:panel-a-r-at-1/r-at-1-color-scale/color-step-89:rect">
            <a:extLst xmlns:a="http://schemas.openxmlformats.org/drawingml/2006/main">
              <a:ext uri="{FF2B5EF4-FFF2-40B4-BE49-F238E27FC236}">
                <a16:creationId xmlns:a16="http://schemas.microsoft.com/office/drawing/2014/main" id="{31EABFD1-A401-475E-9BB9-47BECDF60CC4}"/>
              </a:ext>
            </a:extLst>
          </p:cNvPr>
          <p:cNvSpPr>
            <a:spLocks xmlns:a="http://schemas.openxmlformats.org/drawingml/2006/main" noGrp="1"/>
          </p:cNvSpPr>
          <p:nvPr/>
        </p:nvSpPr>
        <p:spPr>
          <a:xfrm xmlns:a="http://schemas.openxmlformats.org/drawingml/2006/main">
            <a:off x="6042918" y="3467942"/>
            <a:ext cx="29211" cy="63515"/>
          </a:xfrm>
          <a:prstGeom xmlns:a="http://schemas.openxmlformats.org/drawingml/2006/main" prst="rect">
            <a:avLst/>
          </a:prstGeom>
          <a:solidFill xmlns:a="http://schemas.openxmlformats.org/drawingml/2006/main">
            <a:srgbClr val="124B8A"/>
          </a:solidFill>
          <a:ln xmlns:a="http://schemas.openxmlformats.org/drawingml/2006/main" w="6350">
            <a:noFill/>
          </a:ln>
        </p:spPr>
      </p:sp>
      <p:sp>
        <p:nvSpPr>
          <p:cNvPr id="254" name="0254:panel-a-r-at-1/r-at-1-color-scale/color-step-90:rect">
            <a:extLst xmlns:a="http://schemas.openxmlformats.org/drawingml/2006/main">
              <a:ext uri="{FF2B5EF4-FFF2-40B4-BE49-F238E27FC236}">
                <a16:creationId xmlns:a16="http://schemas.microsoft.com/office/drawing/2014/main" id="{18444274-A0A5-4D6A-A22B-1DBE08E559AC}"/>
              </a:ext>
            </a:extLst>
          </p:cNvPr>
          <p:cNvSpPr>
            <a:spLocks xmlns:a="http://schemas.openxmlformats.org/drawingml/2006/main" noGrp="1"/>
          </p:cNvSpPr>
          <p:nvPr/>
        </p:nvSpPr>
        <p:spPr>
          <a:xfrm xmlns:a="http://schemas.openxmlformats.org/drawingml/2006/main">
            <a:off x="6070860" y="3467942"/>
            <a:ext cx="29211" cy="63515"/>
          </a:xfrm>
          <a:prstGeom xmlns:a="http://schemas.openxmlformats.org/drawingml/2006/main" prst="rect">
            <a:avLst/>
          </a:prstGeom>
          <a:solidFill xmlns:a="http://schemas.openxmlformats.org/drawingml/2006/main">
            <a:srgbClr val="114987"/>
          </a:solidFill>
          <a:ln xmlns:a="http://schemas.openxmlformats.org/drawingml/2006/main" w="6350">
            <a:noFill/>
          </a:ln>
        </p:spPr>
      </p:sp>
      <p:sp>
        <p:nvSpPr>
          <p:cNvPr id="255" name="0255:panel-a-r-at-1/r-at-1-color-scale/color-step-91:rect">
            <a:extLst xmlns:a="http://schemas.openxmlformats.org/drawingml/2006/main">
              <a:ext uri="{FF2B5EF4-FFF2-40B4-BE49-F238E27FC236}">
                <a16:creationId xmlns:a16="http://schemas.microsoft.com/office/drawing/2014/main" id="{6FE7FC8F-88CE-4706-B077-2551AE60CA93}"/>
              </a:ext>
            </a:extLst>
          </p:cNvPr>
          <p:cNvSpPr>
            <a:spLocks xmlns:a="http://schemas.openxmlformats.org/drawingml/2006/main" noGrp="1"/>
          </p:cNvSpPr>
          <p:nvPr/>
        </p:nvSpPr>
        <p:spPr>
          <a:xfrm xmlns:a="http://schemas.openxmlformats.org/drawingml/2006/main">
            <a:off x="6098801" y="3467942"/>
            <a:ext cx="29211" cy="63515"/>
          </a:xfrm>
          <a:prstGeom xmlns:a="http://schemas.openxmlformats.org/drawingml/2006/main" prst="rect">
            <a:avLst/>
          </a:prstGeom>
          <a:solidFill xmlns:a="http://schemas.openxmlformats.org/drawingml/2006/main">
            <a:srgbClr val="104684"/>
          </a:solidFill>
          <a:ln xmlns:a="http://schemas.openxmlformats.org/drawingml/2006/main" w="6350">
            <a:noFill/>
          </a:ln>
        </p:spPr>
      </p:sp>
      <p:sp>
        <p:nvSpPr>
          <p:cNvPr id="256" name="0256:panel-a-r-at-1/r-at-1-color-scale/color-step-92:rect">
            <a:extLst xmlns:a="http://schemas.openxmlformats.org/drawingml/2006/main">
              <a:ext uri="{FF2B5EF4-FFF2-40B4-BE49-F238E27FC236}">
                <a16:creationId xmlns:a16="http://schemas.microsoft.com/office/drawing/2014/main" id="{681F7053-B04A-49AB-ADB9-05ECC569896C}"/>
              </a:ext>
            </a:extLst>
          </p:cNvPr>
          <p:cNvSpPr>
            <a:spLocks xmlns:a="http://schemas.openxmlformats.org/drawingml/2006/main" noGrp="1"/>
          </p:cNvSpPr>
          <p:nvPr/>
        </p:nvSpPr>
        <p:spPr>
          <a:xfrm xmlns:a="http://schemas.openxmlformats.org/drawingml/2006/main">
            <a:off x="6126742" y="3467942"/>
            <a:ext cx="29211" cy="63515"/>
          </a:xfrm>
          <a:prstGeom xmlns:a="http://schemas.openxmlformats.org/drawingml/2006/main" prst="rect">
            <a:avLst/>
          </a:prstGeom>
          <a:solidFill xmlns:a="http://schemas.openxmlformats.org/drawingml/2006/main">
            <a:srgbClr val="0F4381"/>
          </a:solidFill>
          <a:ln xmlns:a="http://schemas.openxmlformats.org/drawingml/2006/main" w="6350">
            <a:noFill/>
          </a:ln>
        </p:spPr>
      </p:sp>
      <p:sp>
        <p:nvSpPr>
          <p:cNvPr id="257" name="0257:panel-a-r-at-1/r-at-1-color-scale/color-step-93:rect">
            <a:extLst xmlns:a="http://schemas.openxmlformats.org/drawingml/2006/main">
              <a:ext uri="{FF2B5EF4-FFF2-40B4-BE49-F238E27FC236}">
                <a16:creationId xmlns:a16="http://schemas.microsoft.com/office/drawing/2014/main" id="{A8BFB87F-69B8-4940-AE60-6F8EE9BAD8AB}"/>
              </a:ext>
            </a:extLst>
          </p:cNvPr>
          <p:cNvSpPr>
            <a:spLocks xmlns:a="http://schemas.openxmlformats.org/drawingml/2006/main" noGrp="1"/>
          </p:cNvSpPr>
          <p:nvPr/>
        </p:nvSpPr>
        <p:spPr>
          <a:xfrm xmlns:a="http://schemas.openxmlformats.org/drawingml/2006/main">
            <a:off x="6154683" y="3467942"/>
            <a:ext cx="29211" cy="63515"/>
          </a:xfrm>
          <a:prstGeom xmlns:a="http://schemas.openxmlformats.org/drawingml/2006/main" prst="rect">
            <a:avLst/>
          </a:prstGeom>
          <a:solidFill xmlns:a="http://schemas.openxmlformats.org/drawingml/2006/main">
            <a:srgbClr val="0E417E"/>
          </a:solidFill>
          <a:ln xmlns:a="http://schemas.openxmlformats.org/drawingml/2006/main" w="6350">
            <a:noFill/>
          </a:ln>
        </p:spPr>
      </p:sp>
      <p:sp>
        <p:nvSpPr>
          <p:cNvPr id="258" name="0258:panel-a-r-at-1/r-at-1-color-scale/color-step-94:rect">
            <a:extLst xmlns:a="http://schemas.openxmlformats.org/drawingml/2006/main">
              <a:ext uri="{FF2B5EF4-FFF2-40B4-BE49-F238E27FC236}">
                <a16:creationId xmlns:a16="http://schemas.microsoft.com/office/drawing/2014/main" id="{84A22F32-B3BB-4EBA-8A7E-C77FFDA44E83}"/>
              </a:ext>
            </a:extLst>
          </p:cNvPr>
          <p:cNvSpPr>
            <a:spLocks xmlns:a="http://schemas.openxmlformats.org/drawingml/2006/main" noGrp="1"/>
          </p:cNvSpPr>
          <p:nvPr/>
        </p:nvSpPr>
        <p:spPr>
          <a:xfrm xmlns:a="http://schemas.openxmlformats.org/drawingml/2006/main">
            <a:off x="6182624" y="3467942"/>
            <a:ext cx="29211" cy="63515"/>
          </a:xfrm>
          <a:prstGeom xmlns:a="http://schemas.openxmlformats.org/drawingml/2006/main" prst="rect">
            <a:avLst/>
          </a:prstGeom>
          <a:solidFill xmlns:a="http://schemas.openxmlformats.org/drawingml/2006/main">
            <a:srgbClr val="0E3E7B"/>
          </a:solidFill>
          <a:ln xmlns:a="http://schemas.openxmlformats.org/drawingml/2006/main" w="6350">
            <a:noFill/>
          </a:ln>
        </p:spPr>
      </p:sp>
      <p:sp>
        <p:nvSpPr>
          <p:cNvPr id="259" name="0259:panel-a-r-at-1/r-at-1-color-scale/color-step-95:rect">
            <a:extLst xmlns:a="http://schemas.openxmlformats.org/drawingml/2006/main">
              <a:ext uri="{FF2B5EF4-FFF2-40B4-BE49-F238E27FC236}">
                <a16:creationId xmlns:a16="http://schemas.microsoft.com/office/drawing/2014/main" id="{F6A738F9-BCD2-4977-87A3-AC91DF08D08E}"/>
              </a:ext>
            </a:extLst>
          </p:cNvPr>
          <p:cNvSpPr>
            <a:spLocks xmlns:a="http://schemas.openxmlformats.org/drawingml/2006/main" noGrp="1"/>
          </p:cNvSpPr>
          <p:nvPr/>
        </p:nvSpPr>
        <p:spPr>
          <a:xfrm xmlns:a="http://schemas.openxmlformats.org/drawingml/2006/main">
            <a:off x="6210566" y="3467942"/>
            <a:ext cx="29211" cy="63515"/>
          </a:xfrm>
          <a:prstGeom xmlns:a="http://schemas.openxmlformats.org/drawingml/2006/main" prst="rect">
            <a:avLst/>
          </a:prstGeom>
          <a:solidFill xmlns:a="http://schemas.openxmlformats.org/drawingml/2006/main">
            <a:srgbClr val="0D3C78"/>
          </a:solidFill>
          <a:ln xmlns:a="http://schemas.openxmlformats.org/drawingml/2006/main" w="6350">
            <a:noFill/>
          </a:ln>
        </p:spPr>
      </p:sp>
      <p:sp>
        <p:nvSpPr>
          <p:cNvPr id="260" name="0260:panel-a-r-at-1/r-at-1-color-scale/color-step-96:rect">
            <a:extLst xmlns:a="http://schemas.openxmlformats.org/drawingml/2006/main">
              <a:ext uri="{FF2B5EF4-FFF2-40B4-BE49-F238E27FC236}">
                <a16:creationId xmlns:a16="http://schemas.microsoft.com/office/drawing/2014/main" id="{DE662B6F-B630-4D31-B928-646BB9A6FEAF}"/>
              </a:ext>
            </a:extLst>
          </p:cNvPr>
          <p:cNvSpPr>
            <a:spLocks xmlns:a="http://schemas.openxmlformats.org/drawingml/2006/main" noGrp="1"/>
          </p:cNvSpPr>
          <p:nvPr/>
        </p:nvSpPr>
        <p:spPr>
          <a:xfrm xmlns:a="http://schemas.openxmlformats.org/drawingml/2006/main">
            <a:off x="6238507" y="3467942"/>
            <a:ext cx="29211" cy="63515"/>
          </a:xfrm>
          <a:prstGeom xmlns:a="http://schemas.openxmlformats.org/drawingml/2006/main" prst="rect">
            <a:avLst/>
          </a:prstGeom>
          <a:solidFill xmlns:a="http://schemas.openxmlformats.org/drawingml/2006/main">
            <a:srgbClr val="0C3975"/>
          </a:solidFill>
          <a:ln xmlns:a="http://schemas.openxmlformats.org/drawingml/2006/main" w="6350">
            <a:noFill/>
          </a:ln>
        </p:spPr>
      </p:sp>
      <p:sp>
        <p:nvSpPr>
          <p:cNvPr id="261" name="0261:panel-a-r-at-1/r-at-1-color-scale/color-step-97:rect">
            <a:extLst xmlns:a="http://schemas.openxmlformats.org/drawingml/2006/main">
              <a:ext uri="{FF2B5EF4-FFF2-40B4-BE49-F238E27FC236}">
                <a16:creationId xmlns:a16="http://schemas.microsoft.com/office/drawing/2014/main" id="{B68A8A8D-A3B7-401B-894E-81035F76BE8A}"/>
              </a:ext>
            </a:extLst>
          </p:cNvPr>
          <p:cNvSpPr>
            <a:spLocks xmlns:a="http://schemas.openxmlformats.org/drawingml/2006/main" noGrp="1"/>
          </p:cNvSpPr>
          <p:nvPr/>
        </p:nvSpPr>
        <p:spPr>
          <a:xfrm xmlns:a="http://schemas.openxmlformats.org/drawingml/2006/main">
            <a:off x="6266448" y="3467942"/>
            <a:ext cx="29211" cy="63515"/>
          </a:xfrm>
          <a:prstGeom xmlns:a="http://schemas.openxmlformats.org/drawingml/2006/main" prst="rect">
            <a:avLst/>
          </a:prstGeom>
          <a:solidFill xmlns:a="http://schemas.openxmlformats.org/drawingml/2006/main">
            <a:srgbClr val="0B3772"/>
          </a:solidFill>
          <a:ln xmlns:a="http://schemas.openxmlformats.org/drawingml/2006/main" w="6350">
            <a:noFill/>
          </a:ln>
        </p:spPr>
      </p:sp>
      <p:sp>
        <p:nvSpPr>
          <p:cNvPr id="262" name="0262:panel-a-r-at-1/r-at-1-color-scale/color-step-98:rect">
            <a:extLst xmlns:a="http://schemas.openxmlformats.org/drawingml/2006/main">
              <a:ext uri="{FF2B5EF4-FFF2-40B4-BE49-F238E27FC236}">
                <a16:creationId xmlns:a16="http://schemas.microsoft.com/office/drawing/2014/main" id="{3BEE1824-72A5-46CA-BADA-77D39B7B5E06}"/>
              </a:ext>
            </a:extLst>
          </p:cNvPr>
          <p:cNvSpPr>
            <a:spLocks xmlns:a="http://schemas.openxmlformats.org/drawingml/2006/main" noGrp="1"/>
          </p:cNvSpPr>
          <p:nvPr/>
        </p:nvSpPr>
        <p:spPr>
          <a:xfrm xmlns:a="http://schemas.openxmlformats.org/drawingml/2006/main">
            <a:off x="6294389" y="3467942"/>
            <a:ext cx="29211" cy="63515"/>
          </a:xfrm>
          <a:prstGeom xmlns:a="http://schemas.openxmlformats.org/drawingml/2006/main" prst="rect">
            <a:avLst/>
          </a:prstGeom>
          <a:solidFill xmlns:a="http://schemas.openxmlformats.org/drawingml/2006/main">
            <a:srgbClr val="0A346F"/>
          </a:solidFill>
          <a:ln xmlns:a="http://schemas.openxmlformats.org/drawingml/2006/main" w="6350">
            <a:noFill/>
          </a:ln>
        </p:spPr>
      </p:sp>
      <p:sp>
        <p:nvSpPr>
          <p:cNvPr id="263" name="0263:panel-a-r-at-1/r-at-1-color-scale/color-step-99:rect">
            <a:extLst xmlns:a="http://schemas.openxmlformats.org/drawingml/2006/main">
              <a:ext uri="{FF2B5EF4-FFF2-40B4-BE49-F238E27FC236}">
                <a16:creationId xmlns:a16="http://schemas.microsoft.com/office/drawing/2014/main" id="{2AE2D51F-708A-40F3-ABE4-F36ECBE7061A}"/>
              </a:ext>
            </a:extLst>
          </p:cNvPr>
          <p:cNvSpPr>
            <a:spLocks xmlns:a="http://schemas.openxmlformats.org/drawingml/2006/main" noGrp="1"/>
          </p:cNvSpPr>
          <p:nvPr/>
        </p:nvSpPr>
        <p:spPr>
          <a:xfrm xmlns:a="http://schemas.openxmlformats.org/drawingml/2006/main">
            <a:off x="6322330" y="3467942"/>
            <a:ext cx="29211" cy="63515"/>
          </a:xfrm>
          <a:prstGeom xmlns:a="http://schemas.openxmlformats.org/drawingml/2006/main" prst="rect">
            <a:avLst/>
          </a:prstGeom>
          <a:solidFill xmlns:a="http://schemas.openxmlformats.org/drawingml/2006/main">
            <a:srgbClr val="08316C"/>
          </a:solidFill>
          <a:ln xmlns:a="http://schemas.openxmlformats.org/drawingml/2006/main" w="6350">
            <a:noFill/>
          </a:ln>
        </p:spPr>
      </p:sp>
      <p:sp>
        <p:nvSpPr>
          <p:cNvPr id="264" name="0264:panel-a-r-at-1/r-at-1-color-scale/color-title:text">
            <a:extLst xmlns:a="http://schemas.openxmlformats.org/drawingml/2006/main">
              <a:ext uri="{FF2B5EF4-FFF2-40B4-BE49-F238E27FC236}">
                <a16:creationId xmlns:a16="http://schemas.microsoft.com/office/drawing/2014/main" id="{BAF479AF-73F4-4DC7-87CD-25DD4195BFBA}"/>
              </a:ext>
            </a:extLst>
          </p:cNvPr>
          <p:cNvSpPr>
            <a:spLocks xmlns:a="http://schemas.openxmlformats.org/drawingml/2006/main" noGrp="1"/>
          </p:cNvSpPr>
          <p:nvPr/>
        </p:nvSpPr>
        <p:spPr>
          <a:xfrm xmlns:a="http://schemas.openxmlformats.org/drawingml/2006/main">
            <a:off x="1778076" y="3437985"/>
            <a:ext cx="71047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R@1 mean (%)</a:t>
            </a:r>
          </a:p>
        </p:txBody>
      </p:sp>
      <p:sp>
        <p:nvSpPr>
          <p:cNvPr id="265" name="0265:panel-a-r-at-1/r-at-1-color-scale/color-tick-0:text">
            <a:extLst xmlns:a="http://schemas.openxmlformats.org/drawingml/2006/main">
              <a:ext uri="{FF2B5EF4-FFF2-40B4-BE49-F238E27FC236}">
                <a16:creationId xmlns:a16="http://schemas.microsoft.com/office/drawing/2014/main" id="{7A94244B-5DCD-4A7F-8A9D-F4CE26CE6779}"/>
              </a:ext>
            </a:extLst>
          </p:cNvPr>
          <p:cNvSpPr>
            <a:spLocks xmlns:a="http://schemas.openxmlformats.org/drawingml/2006/main" noGrp="1"/>
          </p:cNvSpPr>
          <p:nvPr/>
        </p:nvSpPr>
        <p:spPr>
          <a:xfrm xmlns:a="http://schemas.openxmlformats.org/drawingml/2006/main">
            <a:off x="3523148" y="3590422"/>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266" name="0266:panel-a-r-at-1/r-at-1-color-scale/color-tick-25:text">
            <a:extLst xmlns:a="http://schemas.openxmlformats.org/drawingml/2006/main">
              <a:ext uri="{FF2B5EF4-FFF2-40B4-BE49-F238E27FC236}">
                <a16:creationId xmlns:a16="http://schemas.microsoft.com/office/drawing/2014/main" id="{C03D8D32-C1F6-4DC5-97DA-ECDFCADFC7F8}"/>
              </a:ext>
            </a:extLst>
          </p:cNvPr>
          <p:cNvSpPr>
            <a:spLocks xmlns:a="http://schemas.openxmlformats.org/drawingml/2006/main" noGrp="1"/>
          </p:cNvSpPr>
          <p:nvPr/>
        </p:nvSpPr>
        <p:spPr>
          <a:xfrm xmlns:a="http://schemas.openxmlformats.org/drawingml/2006/main">
            <a:off x="4193484" y="3590422"/>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267" name="0267:panel-a-r-at-1/r-at-1-color-scale/color-tick-50:text">
            <a:extLst xmlns:a="http://schemas.openxmlformats.org/drawingml/2006/main">
              <a:ext uri="{FF2B5EF4-FFF2-40B4-BE49-F238E27FC236}">
                <a16:creationId xmlns:a16="http://schemas.microsoft.com/office/drawing/2014/main" id="{528875EC-8BFF-4483-B930-010355D49303}"/>
              </a:ext>
            </a:extLst>
          </p:cNvPr>
          <p:cNvSpPr>
            <a:spLocks xmlns:a="http://schemas.openxmlformats.org/drawingml/2006/main" noGrp="1"/>
          </p:cNvSpPr>
          <p:nvPr/>
        </p:nvSpPr>
        <p:spPr>
          <a:xfrm xmlns:a="http://schemas.openxmlformats.org/drawingml/2006/main">
            <a:off x="4892014" y="3590422"/>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68" name="0268:panel-a-r-at-1/r-at-1-color-scale/color-tick-75:text">
            <a:extLst xmlns:a="http://schemas.openxmlformats.org/drawingml/2006/main">
              <a:ext uri="{FF2B5EF4-FFF2-40B4-BE49-F238E27FC236}">
                <a16:creationId xmlns:a16="http://schemas.microsoft.com/office/drawing/2014/main" id="{1628FE79-0ACC-4FD6-B335-E71F172202BF}"/>
              </a:ext>
            </a:extLst>
          </p:cNvPr>
          <p:cNvSpPr>
            <a:spLocks xmlns:a="http://schemas.openxmlformats.org/drawingml/2006/main" noGrp="1"/>
          </p:cNvSpPr>
          <p:nvPr/>
        </p:nvSpPr>
        <p:spPr>
          <a:xfrm xmlns:a="http://schemas.openxmlformats.org/drawingml/2006/main">
            <a:off x="5590544" y="3590422"/>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69" name="0269:panel-a-r-at-1/r-at-1-color-scale/color-tick-100:text">
            <a:extLst xmlns:a="http://schemas.openxmlformats.org/drawingml/2006/main">
              <a:ext uri="{FF2B5EF4-FFF2-40B4-BE49-F238E27FC236}">
                <a16:creationId xmlns:a16="http://schemas.microsoft.com/office/drawing/2014/main" id="{53241EB1-D4C6-4970-8190-F226A8815E38}"/>
              </a:ext>
            </a:extLst>
          </p:cNvPr>
          <p:cNvSpPr>
            <a:spLocks xmlns:a="http://schemas.openxmlformats.org/drawingml/2006/main" noGrp="1"/>
          </p:cNvSpPr>
          <p:nvPr/>
        </p:nvSpPr>
        <p:spPr>
          <a:xfrm xmlns:a="http://schemas.openxmlformats.org/drawingml/2006/main">
            <a:off x="6260832" y="3590422"/>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0" name="0270:panel-b-map/panel-b-title:text">
            <a:extLst xmlns:a="http://schemas.openxmlformats.org/drawingml/2006/main">
              <a:ext uri="{FF2B5EF4-FFF2-40B4-BE49-F238E27FC236}">
                <a16:creationId xmlns:a16="http://schemas.microsoft.com/office/drawing/2014/main" id="{B4A6BF87-8CF7-499B-A4E7-6B7619ECAAA9}"/>
              </a:ext>
            </a:extLst>
          </p:cNvPr>
          <p:cNvSpPr>
            <a:spLocks xmlns:a="http://schemas.openxmlformats.org/drawingml/2006/main" noGrp="1"/>
          </p:cNvSpPr>
          <p:nvPr/>
        </p:nvSpPr>
        <p:spPr>
          <a:xfrm xmlns:a="http://schemas.openxmlformats.org/drawingml/2006/main">
            <a:off x="203209" y="3883612"/>
            <a:ext cx="1074325"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(b) Official mAP (%)</a:t>
            </a:r>
          </a:p>
        </p:txBody>
      </p:sp>
      <p:sp>
        <p:nvSpPr>
          <p:cNvPr id="271" name="0271:panel-b-map/grid-0:line">
            <a:extLst xmlns:a="http://schemas.openxmlformats.org/drawingml/2006/main">
              <a:ext uri="{FF2B5EF4-FFF2-40B4-BE49-F238E27FC236}">
                <a16:creationId xmlns:a16="http://schemas.microsoft.com/office/drawing/2014/main" id="{AC84DE54-3B6C-4620-87B6-6BEF0D93F18B}"/>
              </a:ext>
            </a:extLst>
          </p:cNvPr>
          <p:cNvSpPr>
            <a:spLocks xmlns:a="http://schemas.openxmlformats.org/drawingml/2006/main" noGrp="1"/>
          </p:cNvSpPr>
          <p:nvPr/>
        </p:nvSpPr>
        <p:spPr>
          <a:xfrm xmlns:a="http://schemas.openxmlformats.org/drawingml/2006/main">
            <a:off x="1778076" y="4153908"/>
            <a:ext cx="0" cy="3251989"/>
          </a:xfrm>
          <a:prstGeom xmlns:a="http://schemas.openxmlformats.org/drawingml/2006/main" prst="line">
            <a:avLst/>
          </a:prstGeom>
          <a:noFill xmlns:a="http://schemas.openxmlformats.org/drawingml/2006/main"/>
          <a:ln xmlns:a="http://schemas.openxmlformats.org/drawingml/2006/main" w="6350">
            <a:solidFill>
              <a:srgbClr val="D7DCE0"/>
            </a:solidFill>
          </a:ln>
        </p:spPr>
      </p:sp>
      <p:sp>
        <p:nvSpPr>
          <p:cNvPr id="272" name="0272:panel-b-map/tick-0:text">
            <a:extLst xmlns:a="http://schemas.openxmlformats.org/drawingml/2006/main">
              <a:ext uri="{FF2B5EF4-FFF2-40B4-BE49-F238E27FC236}">
                <a16:creationId xmlns:a16="http://schemas.microsoft.com/office/drawing/2014/main" id="{8B31AB44-44D2-4896-9FF6-189F8F807922}"/>
              </a:ext>
            </a:extLst>
          </p:cNvPr>
          <p:cNvSpPr>
            <a:spLocks xmlns:a="http://schemas.openxmlformats.org/drawingml/2006/main" noGrp="1"/>
          </p:cNvSpPr>
          <p:nvPr/>
        </p:nvSpPr>
        <p:spPr>
          <a:xfrm xmlns:a="http://schemas.openxmlformats.org/drawingml/2006/main">
            <a:off x="1745072" y="7477566"/>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273" name="0273:panel-b-map/grid-20:line">
            <a:extLst xmlns:a="http://schemas.openxmlformats.org/drawingml/2006/main">
              <a:ext uri="{FF2B5EF4-FFF2-40B4-BE49-F238E27FC236}">
                <a16:creationId xmlns:a16="http://schemas.microsoft.com/office/drawing/2014/main" id="{23D20155-33ED-4C12-8510-94D17497F291}"/>
              </a:ext>
            </a:extLst>
          </p:cNvPr>
          <p:cNvSpPr>
            <a:spLocks xmlns:a="http://schemas.openxmlformats.org/drawingml/2006/main" noGrp="1"/>
          </p:cNvSpPr>
          <p:nvPr/>
        </p:nvSpPr>
        <p:spPr>
          <a:xfrm xmlns:a="http://schemas.openxmlformats.org/drawingml/2006/main">
            <a:off x="2692515" y="4153908"/>
            <a:ext cx="0" cy="3251989"/>
          </a:xfrm>
          <a:prstGeom xmlns:a="http://schemas.openxmlformats.org/drawingml/2006/main" prst="line">
            <a:avLst/>
          </a:prstGeom>
          <a:noFill xmlns:a="http://schemas.openxmlformats.org/drawingml/2006/main"/>
          <a:ln xmlns:a="http://schemas.openxmlformats.org/drawingml/2006/main" w="6350">
            <a:solidFill>
              <a:srgbClr val="D7DCE0"/>
            </a:solidFill>
          </a:ln>
        </p:spPr>
      </p:sp>
      <p:sp>
        <p:nvSpPr>
          <p:cNvPr id="274" name="0274:panel-b-map/tick-20:text">
            <a:extLst xmlns:a="http://schemas.openxmlformats.org/drawingml/2006/main">
              <a:ext uri="{FF2B5EF4-FFF2-40B4-BE49-F238E27FC236}">
                <a16:creationId xmlns:a16="http://schemas.microsoft.com/office/drawing/2014/main" id="{EAC102FB-D28E-4AFE-96AC-2F9398D79A72}"/>
              </a:ext>
            </a:extLst>
          </p:cNvPr>
          <p:cNvSpPr>
            <a:spLocks xmlns:a="http://schemas.openxmlformats.org/drawingml/2006/main" noGrp="1"/>
          </p:cNvSpPr>
          <p:nvPr/>
        </p:nvSpPr>
        <p:spPr>
          <a:xfrm xmlns:a="http://schemas.openxmlformats.org/drawingml/2006/main">
            <a:off x="2631317" y="7477566"/>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a:t>
            </a:r>
          </a:p>
        </p:txBody>
      </p:sp>
      <p:sp>
        <p:nvSpPr>
          <p:cNvPr id="275" name="0275:panel-b-map/grid-40:line">
            <a:extLst xmlns:a="http://schemas.openxmlformats.org/drawingml/2006/main">
              <a:ext uri="{FF2B5EF4-FFF2-40B4-BE49-F238E27FC236}">
                <a16:creationId xmlns:a16="http://schemas.microsoft.com/office/drawing/2014/main" id="{54AF38DC-CD54-45F6-A78D-46494C6CCB82}"/>
              </a:ext>
            </a:extLst>
          </p:cNvPr>
          <p:cNvSpPr>
            <a:spLocks xmlns:a="http://schemas.openxmlformats.org/drawingml/2006/main" noGrp="1"/>
          </p:cNvSpPr>
          <p:nvPr/>
        </p:nvSpPr>
        <p:spPr>
          <a:xfrm xmlns:a="http://schemas.openxmlformats.org/drawingml/2006/main">
            <a:off x="3606954" y="4153908"/>
            <a:ext cx="0" cy="3251989"/>
          </a:xfrm>
          <a:prstGeom xmlns:a="http://schemas.openxmlformats.org/drawingml/2006/main" prst="line">
            <a:avLst/>
          </a:prstGeom>
          <a:noFill xmlns:a="http://schemas.openxmlformats.org/drawingml/2006/main"/>
          <a:ln xmlns:a="http://schemas.openxmlformats.org/drawingml/2006/main" w="6350">
            <a:solidFill>
              <a:srgbClr val="D7DCE0"/>
            </a:solidFill>
          </a:ln>
        </p:spPr>
      </p:sp>
      <p:sp>
        <p:nvSpPr>
          <p:cNvPr id="276" name="0276:panel-b-map/tick-40:text">
            <a:extLst xmlns:a="http://schemas.openxmlformats.org/drawingml/2006/main">
              <a:ext uri="{FF2B5EF4-FFF2-40B4-BE49-F238E27FC236}">
                <a16:creationId xmlns:a16="http://schemas.microsoft.com/office/drawing/2014/main" id="{8BFFDD84-A473-40C1-BE05-5B2B6879A88D}"/>
              </a:ext>
            </a:extLst>
          </p:cNvPr>
          <p:cNvSpPr>
            <a:spLocks xmlns:a="http://schemas.openxmlformats.org/drawingml/2006/main" noGrp="1"/>
          </p:cNvSpPr>
          <p:nvPr/>
        </p:nvSpPr>
        <p:spPr>
          <a:xfrm xmlns:a="http://schemas.openxmlformats.org/drawingml/2006/main">
            <a:off x="3545756" y="7477566"/>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a:t>
            </a:r>
          </a:p>
        </p:txBody>
      </p:sp>
      <p:sp>
        <p:nvSpPr>
          <p:cNvPr id="277" name="0277:panel-b-map/grid-60:line">
            <a:extLst xmlns:a="http://schemas.openxmlformats.org/drawingml/2006/main">
              <a:ext uri="{FF2B5EF4-FFF2-40B4-BE49-F238E27FC236}">
                <a16:creationId xmlns:a16="http://schemas.microsoft.com/office/drawing/2014/main" id="{2FF46B56-EFEF-4D44-AEA6-E391B31429FF}"/>
              </a:ext>
            </a:extLst>
          </p:cNvPr>
          <p:cNvSpPr>
            <a:spLocks xmlns:a="http://schemas.openxmlformats.org/drawingml/2006/main" noGrp="1"/>
          </p:cNvSpPr>
          <p:nvPr/>
        </p:nvSpPr>
        <p:spPr>
          <a:xfrm xmlns:a="http://schemas.openxmlformats.org/drawingml/2006/main">
            <a:off x="4521393" y="4153908"/>
            <a:ext cx="0" cy="3251989"/>
          </a:xfrm>
          <a:prstGeom xmlns:a="http://schemas.openxmlformats.org/drawingml/2006/main" prst="line">
            <a:avLst/>
          </a:prstGeom>
          <a:noFill xmlns:a="http://schemas.openxmlformats.org/drawingml/2006/main"/>
          <a:ln xmlns:a="http://schemas.openxmlformats.org/drawingml/2006/main" w="6350">
            <a:solidFill>
              <a:srgbClr val="D7DCE0"/>
            </a:solidFill>
          </a:ln>
        </p:spPr>
      </p:sp>
      <p:sp>
        <p:nvSpPr>
          <p:cNvPr id="278" name="0278:panel-b-map/tick-60:text">
            <a:extLst xmlns:a="http://schemas.openxmlformats.org/drawingml/2006/main">
              <a:ext uri="{FF2B5EF4-FFF2-40B4-BE49-F238E27FC236}">
                <a16:creationId xmlns:a16="http://schemas.microsoft.com/office/drawing/2014/main" id="{71425DB4-DB12-4462-B1AC-E313447EA484}"/>
              </a:ext>
            </a:extLst>
          </p:cNvPr>
          <p:cNvSpPr>
            <a:spLocks xmlns:a="http://schemas.openxmlformats.org/drawingml/2006/main" noGrp="1"/>
          </p:cNvSpPr>
          <p:nvPr/>
        </p:nvSpPr>
        <p:spPr>
          <a:xfrm xmlns:a="http://schemas.openxmlformats.org/drawingml/2006/main">
            <a:off x="4460195" y="7477566"/>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60</a:t>
            </a:r>
          </a:p>
        </p:txBody>
      </p:sp>
      <p:sp>
        <p:nvSpPr>
          <p:cNvPr id="279" name="0279:panel-b-map/grid-80:line">
            <a:extLst xmlns:a="http://schemas.openxmlformats.org/drawingml/2006/main">
              <a:ext uri="{FF2B5EF4-FFF2-40B4-BE49-F238E27FC236}">
                <a16:creationId xmlns:a16="http://schemas.microsoft.com/office/drawing/2014/main" id="{86F0E580-FCBB-4FAD-93FD-BBCFB5A9A209}"/>
              </a:ext>
            </a:extLst>
          </p:cNvPr>
          <p:cNvSpPr>
            <a:spLocks xmlns:a="http://schemas.openxmlformats.org/drawingml/2006/main" noGrp="1"/>
          </p:cNvSpPr>
          <p:nvPr/>
        </p:nvSpPr>
        <p:spPr>
          <a:xfrm xmlns:a="http://schemas.openxmlformats.org/drawingml/2006/main">
            <a:off x="5435832" y="4153908"/>
            <a:ext cx="0" cy="3251989"/>
          </a:xfrm>
          <a:prstGeom xmlns:a="http://schemas.openxmlformats.org/drawingml/2006/main" prst="line">
            <a:avLst/>
          </a:prstGeom>
          <a:noFill xmlns:a="http://schemas.openxmlformats.org/drawingml/2006/main"/>
          <a:ln xmlns:a="http://schemas.openxmlformats.org/drawingml/2006/main" w="6350">
            <a:solidFill>
              <a:srgbClr val="D7DCE0"/>
            </a:solidFill>
          </a:ln>
        </p:spPr>
      </p:sp>
      <p:sp>
        <p:nvSpPr>
          <p:cNvPr id="280" name="0280:panel-b-map/tick-80:text">
            <a:extLst xmlns:a="http://schemas.openxmlformats.org/drawingml/2006/main">
              <a:ext uri="{FF2B5EF4-FFF2-40B4-BE49-F238E27FC236}">
                <a16:creationId xmlns:a16="http://schemas.microsoft.com/office/drawing/2014/main" id="{F868571B-C9E8-40FB-8067-5D9EDC3027E9}"/>
              </a:ext>
            </a:extLst>
          </p:cNvPr>
          <p:cNvSpPr>
            <a:spLocks xmlns:a="http://schemas.openxmlformats.org/drawingml/2006/main" noGrp="1"/>
          </p:cNvSpPr>
          <p:nvPr/>
        </p:nvSpPr>
        <p:spPr>
          <a:xfrm xmlns:a="http://schemas.openxmlformats.org/drawingml/2006/main">
            <a:off x="5374634" y="7477566"/>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a:t>
            </a:r>
          </a:p>
        </p:txBody>
      </p:sp>
      <p:sp>
        <p:nvSpPr>
          <p:cNvPr id="281" name="0281:panel-b-map/grid-100:line">
            <a:extLst xmlns:a="http://schemas.openxmlformats.org/drawingml/2006/main">
              <a:ext uri="{FF2B5EF4-FFF2-40B4-BE49-F238E27FC236}">
                <a16:creationId xmlns:a16="http://schemas.microsoft.com/office/drawing/2014/main" id="{D7E9DA07-D012-41FE-A9F0-55609EA64FF8}"/>
              </a:ext>
            </a:extLst>
          </p:cNvPr>
          <p:cNvSpPr>
            <a:spLocks xmlns:a="http://schemas.openxmlformats.org/drawingml/2006/main" noGrp="1"/>
          </p:cNvSpPr>
          <p:nvPr/>
        </p:nvSpPr>
        <p:spPr>
          <a:xfrm xmlns:a="http://schemas.openxmlformats.org/drawingml/2006/main">
            <a:off x="6350272" y="4153908"/>
            <a:ext cx="0" cy="3251989"/>
          </a:xfrm>
          <a:prstGeom xmlns:a="http://schemas.openxmlformats.org/drawingml/2006/main" prst="line">
            <a:avLst/>
          </a:prstGeom>
          <a:noFill xmlns:a="http://schemas.openxmlformats.org/drawingml/2006/main"/>
          <a:ln xmlns:a="http://schemas.openxmlformats.org/drawingml/2006/main" w="6350">
            <a:solidFill>
              <a:srgbClr val="D7DCE0"/>
            </a:solidFill>
          </a:ln>
        </p:spPr>
      </p:sp>
      <p:sp>
        <p:nvSpPr>
          <p:cNvPr id="282" name="0282:panel-b-map/tick-100:text">
            <a:extLst xmlns:a="http://schemas.openxmlformats.org/drawingml/2006/main">
              <a:ext uri="{FF2B5EF4-FFF2-40B4-BE49-F238E27FC236}">
                <a16:creationId xmlns:a16="http://schemas.microsoft.com/office/drawing/2014/main" id="{AFAEC74E-A806-4B1D-BA46-BB606E484C24}"/>
              </a:ext>
            </a:extLst>
          </p:cNvPr>
          <p:cNvSpPr>
            <a:spLocks xmlns:a="http://schemas.openxmlformats.org/drawingml/2006/main" noGrp="1"/>
          </p:cNvSpPr>
          <p:nvPr/>
        </p:nvSpPr>
        <p:spPr>
          <a:xfrm xmlns:a="http://schemas.openxmlformats.org/drawingml/2006/main">
            <a:off x="6260832" y="7477566"/>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83" name="0283:panel-b-map/task-0:text">
            <a:extLst xmlns:a="http://schemas.openxmlformats.org/drawingml/2006/main">
              <a:ext uri="{FF2B5EF4-FFF2-40B4-BE49-F238E27FC236}">
                <a16:creationId xmlns:a16="http://schemas.microsoft.com/office/drawing/2014/main" id="{E0152102-20EA-4622-99F2-428DA559BF1D}"/>
              </a:ext>
            </a:extLst>
          </p:cNvPr>
          <p:cNvSpPr>
            <a:spLocks xmlns:a="http://schemas.openxmlformats.org/drawingml/2006/main" noGrp="1"/>
          </p:cNvSpPr>
          <p:nvPr/>
        </p:nvSpPr>
        <p:spPr>
          <a:xfrm xmlns:a="http://schemas.openxmlformats.org/drawingml/2006/main">
            <a:off x="666092" y="4295443"/>
            <a:ext cx="10230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UAV 150 m → satellite</a:t>
            </a:r>
          </a:p>
        </p:txBody>
      </p:sp>
      <p:sp>
        <p:nvSpPr>
          <p:cNvPr id="284" name="0284:panel-b-map/interval-0-visual:line">
            <a:extLst xmlns:a="http://schemas.openxmlformats.org/drawingml/2006/main">
              <a:ext uri="{FF2B5EF4-FFF2-40B4-BE49-F238E27FC236}">
                <a16:creationId xmlns:a16="http://schemas.microsoft.com/office/drawing/2014/main" id="{EE62EAE1-3D0A-4771-9143-8BE5F8B3D60D}"/>
              </a:ext>
            </a:extLst>
          </p:cNvPr>
          <p:cNvSpPr>
            <a:spLocks xmlns:a="http://schemas.openxmlformats.org/drawingml/2006/main" noGrp="1"/>
          </p:cNvSpPr>
          <p:nvPr/>
        </p:nvSpPr>
        <p:spPr>
          <a:xfrm xmlns:a="http://schemas.openxmlformats.org/drawingml/2006/main">
            <a:off x="3665377" y="4230127"/>
            <a:ext cx="240040" cy="0"/>
          </a:xfrm>
          <a:prstGeom xmlns:a="http://schemas.openxmlformats.org/drawingml/2006/main" prst="line">
            <a:avLst/>
          </a:prstGeom>
          <a:noFill xmlns:a="http://schemas.openxmlformats.org/drawingml/2006/main"/>
          <a:ln xmlns:a="http://schemas.openxmlformats.org/drawingml/2006/main" w="11430">
            <a:solidFill>
              <a:srgbClr val="484878"/>
            </a:solidFill>
          </a:ln>
        </p:spPr>
      </p:sp>
      <p:sp>
        <p:nvSpPr>
          <p:cNvPr id="285" name="0285:panel-b-map/interval-0-visual:line">
            <a:extLst xmlns:a="http://schemas.openxmlformats.org/drawingml/2006/main">
              <a:ext uri="{FF2B5EF4-FFF2-40B4-BE49-F238E27FC236}">
                <a16:creationId xmlns:a16="http://schemas.microsoft.com/office/drawing/2014/main" id="{14A5DBAF-8E9C-4410-85E8-C8A639CAC961}"/>
              </a:ext>
            </a:extLst>
          </p:cNvPr>
          <p:cNvSpPr>
            <a:spLocks xmlns:a="http://schemas.openxmlformats.org/drawingml/2006/main" noGrp="1"/>
          </p:cNvSpPr>
          <p:nvPr/>
        </p:nvSpPr>
        <p:spPr>
          <a:xfrm xmlns:a="http://schemas.openxmlformats.org/drawingml/2006/main">
            <a:off x="3665377" y="4204721"/>
            <a:ext cx="0" cy="50812"/>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286" name="0286:panel-b-map/interval-0-visual:line">
            <a:extLst xmlns:a="http://schemas.openxmlformats.org/drawingml/2006/main">
              <a:ext uri="{FF2B5EF4-FFF2-40B4-BE49-F238E27FC236}">
                <a16:creationId xmlns:a16="http://schemas.microsoft.com/office/drawing/2014/main" id="{589A63E8-13D5-4EF2-B0F5-DC81EB69B7ED}"/>
              </a:ext>
            </a:extLst>
          </p:cNvPr>
          <p:cNvSpPr>
            <a:spLocks xmlns:a="http://schemas.openxmlformats.org/drawingml/2006/main" noGrp="1"/>
          </p:cNvSpPr>
          <p:nvPr/>
        </p:nvSpPr>
        <p:spPr>
          <a:xfrm xmlns:a="http://schemas.openxmlformats.org/drawingml/2006/main">
            <a:off x="3905417" y="4204721"/>
            <a:ext cx="0" cy="50812"/>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287" name="0287:panel-b-map/interval-0-visual:circle">
            <a:extLst xmlns:a="http://schemas.openxmlformats.org/drawingml/2006/main">
              <a:ext uri="{FF2B5EF4-FFF2-40B4-BE49-F238E27FC236}">
                <a16:creationId xmlns:a16="http://schemas.microsoft.com/office/drawing/2014/main" id="{6B982681-ADDC-41EA-AC17-E6AA445A1E01}"/>
              </a:ext>
            </a:extLst>
          </p:cNvPr>
          <p:cNvSpPr>
            <a:spLocks xmlns:a="http://schemas.openxmlformats.org/drawingml/2006/main" noGrp="1"/>
          </p:cNvSpPr>
          <p:nvPr/>
        </p:nvSpPr>
        <p:spPr>
          <a:xfrm xmlns:a="http://schemas.openxmlformats.org/drawingml/2006/main">
            <a:off x="3759361" y="4204721"/>
            <a:ext cx="50802" cy="50812"/>
          </a:xfrm>
          <a:prstGeom xmlns:a="http://schemas.openxmlformats.org/drawingml/2006/main" prst="ellipse">
            <a:avLst/>
          </a:prstGeom>
          <a:solidFill xmlns:a="http://schemas.openxmlformats.org/drawingml/2006/main">
            <a:srgbClr val="484878"/>
          </a:solidFill>
          <a:ln xmlns:a="http://schemas.openxmlformats.org/drawingml/2006/main" w="0">
            <a:noFill/>
          </a:ln>
        </p:spPr>
      </p:sp>
      <p:sp>
        <p:nvSpPr>
          <p:cNvPr id="288" name="0288:panel-b-map/interval-0-content:line">
            <a:extLst xmlns:a="http://schemas.openxmlformats.org/drawingml/2006/main">
              <a:ext uri="{FF2B5EF4-FFF2-40B4-BE49-F238E27FC236}">
                <a16:creationId xmlns:a16="http://schemas.microsoft.com/office/drawing/2014/main" id="{CA59AE48-7588-4C5C-BC36-CBEEC53BEC27}"/>
              </a:ext>
            </a:extLst>
          </p:cNvPr>
          <p:cNvSpPr>
            <a:spLocks xmlns:a="http://schemas.openxmlformats.org/drawingml/2006/main" noGrp="1"/>
          </p:cNvSpPr>
          <p:nvPr/>
        </p:nvSpPr>
        <p:spPr>
          <a:xfrm xmlns:a="http://schemas.openxmlformats.org/drawingml/2006/main">
            <a:off x="2018116" y="4280939"/>
            <a:ext cx="2540" cy="0"/>
          </a:xfrm>
          <a:prstGeom xmlns:a="http://schemas.openxmlformats.org/drawingml/2006/main" prst="line">
            <a:avLst/>
          </a:prstGeom>
          <a:noFill xmlns:a="http://schemas.openxmlformats.org/drawingml/2006/main"/>
          <a:ln xmlns:a="http://schemas.openxmlformats.org/drawingml/2006/main" w="11430">
            <a:solidFill>
              <a:srgbClr val="927B45"/>
            </a:solidFill>
          </a:ln>
        </p:spPr>
      </p:sp>
      <p:sp>
        <p:nvSpPr>
          <p:cNvPr id="289" name="0289:panel-b-map/interval-0-content:line">
            <a:extLst xmlns:a="http://schemas.openxmlformats.org/drawingml/2006/main">
              <a:ext uri="{FF2B5EF4-FFF2-40B4-BE49-F238E27FC236}">
                <a16:creationId xmlns:a16="http://schemas.microsoft.com/office/drawing/2014/main" id="{A458EB1E-3E42-4A1C-BC6B-0A3041DCD30B}"/>
              </a:ext>
            </a:extLst>
          </p:cNvPr>
          <p:cNvSpPr>
            <a:spLocks xmlns:a="http://schemas.openxmlformats.org/drawingml/2006/main" noGrp="1"/>
          </p:cNvSpPr>
          <p:nvPr/>
        </p:nvSpPr>
        <p:spPr>
          <a:xfrm xmlns:a="http://schemas.openxmlformats.org/drawingml/2006/main">
            <a:off x="2018116" y="4255533"/>
            <a:ext cx="0" cy="50812"/>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290" name="0290:panel-b-map/interval-0-content:line">
            <a:extLst xmlns:a="http://schemas.openxmlformats.org/drawingml/2006/main">
              <a:ext uri="{FF2B5EF4-FFF2-40B4-BE49-F238E27FC236}">
                <a16:creationId xmlns:a16="http://schemas.microsoft.com/office/drawing/2014/main" id="{DFDD64CA-81FC-49B8-9031-1ACEE7B4E63F}"/>
              </a:ext>
            </a:extLst>
          </p:cNvPr>
          <p:cNvSpPr>
            <a:spLocks xmlns:a="http://schemas.openxmlformats.org/drawingml/2006/main" noGrp="1"/>
          </p:cNvSpPr>
          <p:nvPr/>
        </p:nvSpPr>
        <p:spPr>
          <a:xfrm xmlns:a="http://schemas.openxmlformats.org/drawingml/2006/main">
            <a:off x="2020656" y="4255533"/>
            <a:ext cx="0" cy="50812"/>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291" name="0291:panel-b-map/interval-0-content:rect">
            <a:extLst xmlns:a="http://schemas.openxmlformats.org/drawingml/2006/main">
              <a:ext uri="{FF2B5EF4-FFF2-40B4-BE49-F238E27FC236}">
                <a16:creationId xmlns:a16="http://schemas.microsoft.com/office/drawing/2014/main" id="{E0E952C9-D550-4646-A6CA-88BD19286E63}"/>
              </a:ext>
            </a:extLst>
          </p:cNvPr>
          <p:cNvSpPr>
            <a:spLocks xmlns:a="http://schemas.openxmlformats.org/drawingml/2006/main" noGrp="1"/>
          </p:cNvSpPr>
          <p:nvPr/>
        </p:nvSpPr>
        <p:spPr>
          <a:xfrm xmlns:a="http://schemas.openxmlformats.org/drawingml/2006/main">
            <a:off x="1993985" y="4255533"/>
            <a:ext cx="50802" cy="50812"/>
          </a:xfrm>
          <a:prstGeom xmlns:a="http://schemas.openxmlformats.org/drawingml/2006/main" prst="rect">
            <a:avLst/>
          </a:prstGeom>
          <a:solidFill xmlns:a="http://schemas.openxmlformats.org/drawingml/2006/main">
            <a:srgbClr val="927B45"/>
          </a:solidFill>
          <a:ln xmlns:a="http://schemas.openxmlformats.org/drawingml/2006/main" w="6350">
            <a:noFill/>
          </a:ln>
        </p:spPr>
      </p:sp>
      <p:sp>
        <p:nvSpPr>
          <p:cNvPr id="292" name="0292:panel-b-map/interval-0-style:line">
            <a:extLst xmlns:a="http://schemas.openxmlformats.org/drawingml/2006/main">
              <a:ext uri="{FF2B5EF4-FFF2-40B4-BE49-F238E27FC236}">
                <a16:creationId xmlns:a16="http://schemas.microsoft.com/office/drawing/2014/main" id="{7D033B4D-79D6-4C05-ABC7-BAB4CCDABC93}"/>
              </a:ext>
            </a:extLst>
          </p:cNvPr>
          <p:cNvSpPr>
            <a:spLocks xmlns:a="http://schemas.openxmlformats.org/drawingml/2006/main" noGrp="1"/>
          </p:cNvSpPr>
          <p:nvPr/>
        </p:nvSpPr>
        <p:spPr>
          <a:xfrm xmlns:a="http://schemas.openxmlformats.org/drawingml/2006/main">
            <a:off x="1853009" y="4331752"/>
            <a:ext cx="5080" cy="0"/>
          </a:xfrm>
          <a:prstGeom xmlns:a="http://schemas.openxmlformats.org/drawingml/2006/main" prst="line">
            <a:avLst/>
          </a:prstGeom>
          <a:noFill xmlns:a="http://schemas.openxmlformats.org/drawingml/2006/main"/>
          <a:ln xmlns:a="http://schemas.openxmlformats.org/drawingml/2006/main" w="11430">
            <a:solidFill>
              <a:srgbClr val="7B6A91"/>
            </a:solidFill>
          </a:ln>
        </p:spPr>
      </p:sp>
      <p:sp>
        <p:nvSpPr>
          <p:cNvPr id="293" name="0293:panel-b-map/interval-0-style:line">
            <a:extLst xmlns:a="http://schemas.openxmlformats.org/drawingml/2006/main">
              <a:ext uri="{FF2B5EF4-FFF2-40B4-BE49-F238E27FC236}">
                <a16:creationId xmlns:a16="http://schemas.microsoft.com/office/drawing/2014/main" id="{F5487793-450A-4038-A548-1A0A51F55CF1}"/>
              </a:ext>
            </a:extLst>
          </p:cNvPr>
          <p:cNvSpPr>
            <a:spLocks xmlns:a="http://schemas.openxmlformats.org/drawingml/2006/main" noGrp="1"/>
          </p:cNvSpPr>
          <p:nvPr/>
        </p:nvSpPr>
        <p:spPr>
          <a:xfrm xmlns:a="http://schemas.openxmlformats.org/drawingml/2006/main">
            <a:off x="1853009" y="4306345"/>
            <a:ext cx="0" cy="50812"/>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294" name="0294:panel-b-map/interval-0-style:line">
            <a:extLst xmlns:a="http://schemas.openxmlformats.org/drawingml/2006/main">
              <a:ext uri="{FF2B5EF4-FFF2-40B4-BE49-F238E27FC236}">
                <a16:creationId xmlns:a16="http://schemas.microsoft.com/office/drawing/2014/main" id="{20435FE4-AAF3-4AF8-B44F-6746B3C03846}"/>
              </a:ext>
            </a:extLst>
          </p:cNvPr>
          <p:cNvSpPr>
            <a:spLocks xmlns:a="http://schemas.openxmlformats.org/drawingml/2006/main" noGrp="1"/>
          </p:cNvSpPr>
          <p:nvPr/>
        </p:nvSpPr>
        <p:spPr>
          <a:xfrm xmlns:a="http://schemas.openxmlformats.org/drawingml/2006/main">
            <a:off x="1858089" y="4306345"/>
            <a:ext cx="0" cy="50812"/>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295" name="0295:panel-b-map/interval-0-style:polygon">
            <a:extLst xmlns:a="http://schemas.openxmlformats.org/drawingml/2006/main">
              <a:ext uri="{FF2B5EF4-FFF2-40B4-BE49-F238E27FC236}">
                <a16:creationId xmlns:a16="http://schemas.microsoft.com/office/drawing/2014/main" id="{A2872954-9259-4A17-8A99-4A0593F4C095}"/>
              </a:ext>
            </a:extLst>
          </p:cNvPr>
          <p:cNvSpPr>
            <a:spLocks xmlns:a="http://schemas.openxmlformats.org/drawingml/2006/main" noGrp="1"/>
          </p:cNvSpPr>
          <p:nvPr/>
        </p:nvSpPr>
        <p:spPr>
          <a:xfrm xmlns:a="http://schemas.openxmlformats.org/drawingml/2006/main">
            <a:off x="1821258" y="4297453"/>
            <a:ext cx="68583" cy="59704"/>
          </a:xfrm>
          <a:custGeom xmlns:a="http://schemas.openxmlformats.org/drawingml/2006/main">
            <a:pathLst>
              <a:path w="68583" h="59704">
                <a:moveTo>
                  <a:pt x="34291" y="0"/>
                </a:moveTo>
                <a:lnTo>
                  <a:pt x="68583" y="59704"/>
                </a:lnTo>
                <a:lnTo>
                  <a:pt x="0" y="59704"/>
                </a:lnTo>
                <a:close/>
              </a:path>
            </a:pathLst>
          </a:custGeom>
          <a:solidFill xmlns:a="http://schemas.openxmlformats.org/drawingml/2006/main">
            <a:srgbClr val="7B6A91"/>
          </a:solidFill>
          <a:ln xmlns:a="http://schemas.openxmlformats.org/drawingml/2006/main" w="0">
            <a:noFill/>
          </a:ln>
        </p:spPr>
      </p:sp>
      <p:sp>
        <p:nvSpPr>
          <p:cNvPr id="296" name="0296:panel-b-map/interval-0-visual_content:line">
            <a:extLst xmlns:a="http://schemas.openxmlformats.org/drawingml/2006/main">
              <a:ext uri="{FF2B5EF4-FFF2-40B4-BE49-F238E27FC236}">
                <a16:creationId xmlns:a16="http://schemas.microsoft.com/office/drawing/2014/main" id="{D2780834-BDFD-4296-9590-3A2EFB47B072}"/>
              </a:ext>
            </a:extLst>
          </p:cNvPr>
          <p:cNvSpPr>
            <a:spLocks xmlns:a="http://schemas.openxmlformats.org/drawingml/2006/main" noGrp="1"/>
          </p:cNvSpPr>
          <p:nvPr/>
        </p:nvSpPr>
        <p:spPr>
          <a:xfrm xmlns:a="http://schemas.openxmlformats.org/drawingml/2006/main">
            <a:off x="3286901" y="4382564"/>
            <a:ext cx="336564" cy="0"/>
          </a:xfrm>
          <a:prstGeom xmlns:a="http://schemas.openxmlformats.org/drawingml/2006/main" prst="line">
            <a:avLst/>
          </a:prstGeom>
          <a:noFill xmlns:a="http://schemas.openxmlformats.org/drawingml/2006/main"/>
          <a:ln xmlns:a="http://schemas.openxmlformats.org/drawingml/2006/main" w="11430">
            <a:solidFill>
              <a:srgbClr val="378183"/>
            </a:solidFill>
          </a:ln>
        </p:spPr>
      </p:sp>
      <p:sp>
        <p:nvSpPr>
          <p:cNvPr id="297" name="0297:panel-b-map/interval-0-visual_content:line">
            <a:extLst xmlns:a="http://schemas.openxmlformats.org/drawingml/2006/main">
              <a:ext uri="{FF2B5EF4-FFF2-40B4-BE49-F238E27FC236}">
                <a16:creationId xmlns:a16="http://schemas.microsoft.com/office/drawing/2014/main" id="{C2B217A8-1283-4048-BDF6-611D5B9A812F}"/>
              </a:ext>
            </a:extLst>
          </p:cNvPr>
          <p:cNvSpPr>
            <a:spLocks xmlns:a="http://schemas.openxmlformats.org/drawingml/2006/main" noGrp="1"/>
          </p:cNvSpPr>
          <p:nvPr/>
        </p:nvSpPr>
        <p:spPr>
          <a:xfrm xmlns:a="http://schemas.openxmlformats.org/drawingml/2006/main">
            <a:off x="3286901" y="4357158"/>
            <a:ext cx="0" cy="50812"/>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298" name="0298:panel-b-map/interval-0-visual_content:line">
            <a:extLst xmlns:a="http://schemas.openxmlformats.org/drawingml/2006/main">
              <a:ext uri="{FF2B5EF4-FFF2-40B4-BE49-F238E27FC236}">
                <a16:creationId xmlns:a16="http://schemas.microsoft.com/office/drawing/2014/main" id="{791CB4F2-9F12-4A66-898A-68FB04FB5CFB}"/>
              </a:ext>
            </a:extLst>
          </p:cNvPr>
          <p:cNvSpPr>
            <a:spLocks xmlns:a="http://schemas.openxmlformats.org/drawingml/2006/main" noGrp="1"/>
          </p:cNvSpPr>
          <p:nvPr/>
        </p:nvSpPr>
        <p:spPr>
          <a:xfrm xmlns:a="http://schemas.openxmlformats.org/drawingml/2006/main">
            <a:off x="3623465" y="4357158"/>
            <a:ext cx="0" cy="50812"/>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299" name="0299:panel-b-map/interval-0-visual_content:polygon">
            <a:extLst xmlns:a="http://schemas.openxmlformats.org/drawingml/2006/main">
              <a:ext uri="{FF2B5EF4-FFF2-40B4-BE49-F238E27FC236}">
                <a16:creationId xmlns:a16="http://schemas.microsoft.com/office/drawing/2014/main" id="{C6B32F42-DDCF-42E2-B698-7E46FCC01129}"/>
              </a:ext>
            </a:extLst>
          </p:cNvPr>
          <p:cNvSpPr>
            <a:spLocks xmlns:a="http://schemas.openxmlformats.org/drawingml/2006/main" noGrp="1"/>
          </p:cNvSpPr>
          <p:nvPr/>
        </p:nvSpPr>
        <p:spPr>
          <a:xfrm xmlns:a="http://schemas.openxmlformats.org/drawingml/2006/main">
            <a:off x="3421526" y="4348266"/>
            <a:ext cx="68583" cy="68597"/>
          </a:xfrm>
          <a:custGeom xmlns:a="http://schemas.openxmlformats.org/drawingml/2006/main">
            <a:pathLst>
              <a:path w="68583" h="68597">
                <a:moveTo>
                  <a:pt x="34291" y="0"/>
                </a:moveTo>
                <a:lnTo>
                  <a:pt x="68583" y="34298"/>
                </a:lnTo>
                <a:lnTo>
                  <a:pt x="34291" y="68597"/>
                </a:lnTo>
                <a:lnTo>
                  <a:pt x="0" y="34298"/>
                </a:lnTo>
                <a:close/>
              </a:path>
            </a:pathLst>
          </a:custGeom>
          <a:solidFill xmlns:a="http://schemas.openxmlformats.org/drawingml/2006/main">
            <a:srgbClr val="378183"/>
          </a:solidFill>
          <a:ln xmlns:a="http://schemas.openxmlformats.org/drawingml/2006/main" w="0">
            <a:noFill/>
          </a:ln>
        </p:spPr>
      </p:sp>
      <p:sp>
        <p:nvSpPr>
          <p:cNvPr id="300" name="0300:panel-b-map/interval-0-visual_style:line">
            <a:extLst xmlns:a="http://schemas.openxmlformats.org/drawingml/2006/main">
              <a:ext uri="{FF2B5EF4-FFF2-40B4-BE49-F238E27FC236}">
                <a16:creationId xmlns:a16="http://schemas.microsoft.com/office/drawing/2014/main" id="{6C475D01-2000-402E-945B-A3A11E4F858C}"/>
              </a:ext>
            </a:extLst>
          </p:cNvPr>
          <p:cNvSpPr>
            <a:spLocks xmlns:a="http://schemas.openxmlformats.org/drawingml/2006/main" noGrp="1"/>
          </p:cNvSpPr>
          <p:nvPr/>
        </p:nvSpPr>
        <p:spPr>
          <a:xfrm xmlns:a="http://schemas.openxmlformats.org/drawingml/2006/main">
            <a:off x="3375804" y="4433376"/>
            <a:ext cx="36832" cy="0"/>
          </a:xfrm>
          <a:prstGeom xmlns:a="http://schemas.openxmlformats.org/drawingml/2006/main" prst="line">
            <a:avLst/>
          </a:prstGeom>
          <a:noFill xmlns:a="http://schemas.openxmlformats.org/drawingml/2006/main"/>
          <a:ln xmlns:a="http://schemas.openxmlformats.org/drawingml/2006/main" w="11430">
            <a:solidFill>
              <a:srgbClr val="B5678E"/>
            </a:solidFill>
          </a:ln>
        </p:spPr>
      </p:sp>
      <p:sp>
        <p:nvSpPr>
          <p:cNvPr id="301" name="0301:panel-b-map/interval-0-visual_style:line">
            <a:extLst xmlns:a="http://schemas.openxmlformats.org/drawingml/2006/main">
              <a:ext uri="{FF2B5EF4-FFF2-40B4-BE49-F238E27FC236}">
                <a16:creationId xmlns:a16="http://schemas.microsoft.com/office/drawing/2014/main" id="{EEA9E781-A5CA-40A4-A9B9-00E782F31A0F}"/>
              </a:ext>
            </a:extLst>
          </p:cNvPr>
          <p:cNvSpPr>
            <a:spLocks xmlns:a="http://schemas.openxmlformats.org/drawingml/2006/main" noGrp="1"/>
          </p:cNvSpPr>
          <p:nvPr/>
        </p:nvSpPr>
        <p:spPr>
          <a:xfrm xmlns:a="http://schemas.openxmlformats.org/drawingml/2006/main">
            <a:off x="3375804" y="4407970"/>
            <a:ext cx="0" cy="50812"/>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302" name="0302:panel-b-map/interval-0-visual_style:line">
            <a:extLst xmlns:a="http://schemas.openxmlformats.org/drawingml/2006/main">
              <a:ext uri="{FF2B5EF4-FFF2-40B4-BE49-F238E27FC236}">
                <a16:creationId xmlns:a16="http://schemas.microsoft.com/office/drawing/2014/main" id="{B13FB064-4C79-40D8-AE37-2E76ADFF2A00}"/>
              </a:ext>
            </a:extLst>
          </p:cNvPr>
          <p:cNvSpPr>
            <a:spLocks xmlns:a="http://schemas.openxmlformats.org/drawingml/2006/main" noGrp="1"/>
          </p:cNvSpPr>
          <p:nvPr/>
        </p:nvSpPr>
        <p:spPr>
          <a:xfrm xmlns:a="http://schemas.openxmlformats.org/drawingml/2006/main">
            <a:off x="3412636" y="4407970"/>
            <a:ext cx="0" cy="50812"/>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303" name="0303:panel-b-map/interval-0-visual_style:polygon">
            <a:extLst xmlns:a="http://schemas.openxmlformats.org/drawingml/2006/main">
              <a:ext uri="{FF2B5EF4-FFF2-40B4-BE49-F238E27FC236}">
                <a16:creationId xmlns:a16="http://schemas.microsoft.com/office/drawing/2014/main" id="{68093712-F765-4B3F-B07F-95E1C2AC160F}"/>
              </a:ext>
            </a:extLst>
          </p:cNvPr>
          <p:cNvSpPr>
            <a:spLocks xmlns:a="http://schemas.openxmlformats.org/drawingml/2006/main" noGrp="1"/>
          </p:cNvSpPr>
          <p:nvPr/>
        </p:nvSpPr>
        <p:spPr>
          <a:xfrm xmlns:a="http://schemas.openxmlformats.org/drawingml/2006/main">
            <a:off x="3360564" y="4407970"/>
            <a:ext cx="68583" cy="59704"/>
          </a:xfrm>
          <a:custGeom xmlns:a="http://schemas.openxmlformats.org/drawingml/2006/main">
            <a:pathLst>
              <a:path w="68583" h="59704">
                <a:moveTo>
                  <a:pt x="34291" y="59704"/>
                </a:moveTo>
                <a:lnTo>
                  <a:pt x="68583" y="0"/>
                </a:lnTo>
                <a:lnTo>
                  <a:pt x="0" y="0"/>
                </a:lnTo>
                <a:close/>
              </a:path>
            </a:pathLst>
          </a:custGeom>
          <a:solidFill xmlns:a="http://schemas.openxmlformats.org/drawingml/2006/main">
            <a:srgbClr val="B5678E"/>
          </a:solidFill>
          <a:ln xmlns:a="http://schemas.openxmlformats.org/drawingml/2006/main" w="0">
            <a:noFill/>
          </a:ln>
        </p:spPr>
      </p:sp>
      <p:sp>
        <p:nvSpPr>
          <p:cNvPr id="304" name="0304:panel-b-map/interval-0-full:line">
            <a:extLst xmlns:a="http://schemas.openxmlformats.org/drawingml/2006/main">
              <a:ext uri="{FF2B5EF4-FFF2-40B4-BE49-F238E27FC236}">
                <a16:creationId xmlns:a16="http://schemas.microsoft.com/office/drawing/2014/main" id="{A8E74CC6-52BC-46E2-9CE8-4E8431A67B13}"/>
              </a:ext>
            </a:extLst>
          </p:cNvPr>
          <p:cNvSpPr>
            <a:spLocks xmlns:a="http://schemas.openxmlformats.org/drawingml/2006/main" noGrp="1"/>
          </p:cNvSpPr>
          <p:nvPr/>
        </p:nvSpPr>
        <p:spPr>
          <a:xfrm xmlns:a="http://schemas.openxmlformats.org/drawingml/2006/main">
            <a:off x="3397395" y="4484189"/>
            <a:ext cx="110495" cy="0"/>
          </a:xfrm>
          <a:prstGeom xmlns:a="http://schemas.openxmlformats.org/drawingml/2006/main" prst="line">
            <a:avLst/>
          </a:prstGeom>
          <a:noFill xmlns:a="http://schemas.openxmlformats.org/drawingml/2006/main"/>
          <a:ln xmlns:a="http://schemas.openxmlformats.org/drawingml/2006/main" w="11430">
            <a:solidFill>
              <a:srgbClr val="0F4D92"/>
            </a:solidFill>
          </a:ln>
        </p:spPr>
      </p:sp>
      <p:sp>
        <p:nvSpPr>
          <p:cNvPr id="305" name="0305:panel-b-map/interval-0-full:line">
            <a:extLst xmlns:a="http://schemas.openxmlformats.org/drawingml/2006/main">
              <a:ext uri="{FF2B5EF4-FFF2-40B4-BE49-F238E27FC236}">
                <a16:creationId xmlns:a16="http://schemas.microsoft.com/office/drawing/2014/main" id="{8D0AC575-4A6D-48EA-8961-7E9F12D04F32}"/>
              </a:ext>
            </a:extLst>
          </p:cNvPr>
          <p:cNvSpPr>
            <a:spLocks xmlns:a="http://schemas.openxmlformats.org/drawingml/2006/main" noGrp="1"/>
          </p:cNvSpPr>
          <p:nvPr/>
        </p:nvSpPr>
        <p:spPr>
          <a:xfrm xmlns:a="http://schemas.openxmlformats.org/drawingml/2006/main">
            <a:off x="3397395" y="4458782"/>
            <a:ext cx="0" cy="50812"/>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306" name="0306:panel-b-map/interval-0-full:line">
            <a:extLst xmlns:a="http://schemas.openxmlformats.org/drawingml/2006/main">
              <a:ext uri="{FF2B5EF4-FFF2-40B4-BE49-F238E27FC236}">
                <a16:creationId xmlns:a16="http://schemas.microsoft.com/office/drawing/2014/main" id="{61C15431-5E2D-489A-BF7B-6B04D0C9A123}"/>
              </a:ext>
            </a:extLst>
          </p:cNvPr>
          <p:cNvSpPr>
            <a:spLocks xmlns:a="http://schemas.openxmlformats.org/drawingml/2006/main" noGrp="1"/>
          </p:cNvSpPr>
          <p:nvPr/>
        </p:nvSpPr>
        <p:spPr>
          <a:xfrm xmlns:a="http://schemas.openxmlformats.org/drawingml/2006/main">
            <a:off x="3507890" y="4458782"/>
            <a:ext cx="0" cy="50812"/>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307" name="0307:panel-b-map/interval-0-full:line">
            <a:extLst xmlns:a="http://schemas.openxmlformats.org/drawingml/2006/main">
              <a:ext uri="{FF2B5EF4-FFF2-40B4-BE49-F238E27FC236}">
                <a16:creationId xmlns:a16="http://schemas.microsoft.com/office/drawing/2014/main" id="{4C8CE207-76BF-419E-BB0E-3025DB8A88CA}"/>
              </a:ext>
            </a:extLst>
          </p:cNvPr>
          <p:cNvSpPr>
            <a:spLocks xmlns:a="http://schemas.openxmlformats.org/drawingml/2006/main" noGrp="1"/>
          </p:cNvSpPr>
          <p:nvPr/>
        </p:nvSpPr>
        <p:spPr>
          <a:xfrm xmlns:a="http://schemas.openxmlformats.org/drawingml/2006/main">
            <a:off x="3421526" y="4484189"/>
            <a:ext cx="63503" cy="0"/>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308" name="0308:panel-b-map/interval-0-full:line">
            <a:extLst xmlns:a="http://schemas.openxmlformats.org/drawingml/2006/main">
              <a:ext uri="{FF2B5EF4-FFF2-40B4-BE49-F238E27FC236}">
                <a16:creationId xmlns:a16="http://schemas.microsoft.com/office/drawing/2014/main" id="{C5AA682B-71E2-4709-9E1E-12CB921B6D21}"/>
              </a:ext>
            </a:extLst>
          </p:cNvPr>
          <p:cNvSpPr>
            <a:spLocks xmlns:a="http://schemas.openxmlformats.org/drawingml/2006/main" noGrp="1"/>
          </p:cNvSpPr>
          <p:nvPr/>
        </p:nvSpPr>
        <p:spPr>
          <a:xfrm xmlns:a="http://schemas.openxmlformats.org/drawingml/2006/main">
            <a:off x="3453278" y="4452431"/>
            <a:ext cx="0" cy="63515"/>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309" name="0309:panel-b-map/task-1:text">
            <a:extLst xmlns:a="http://schemas.openxmlformats.org/drawingml/2006/main">
              <a:ext uri="{FF2B5EF4-FFF2-40B4-BE49-F238E27FC236}">
                <a16:creationId xmlns:a16="http://schemas.microsoft.com/office/drawing/2014/main" id="{452F1974-28C0-40C3-A91F-AF9B8DD86582}"/>
              </a:ext>
            </a:extLst>
          </p:cNvPr>
          <p:cNvSpPr>
            <a:spLocks xmlns:a="http://schemas.openxmlformats.org/drawingml/2006/main" noGrp="1"/>
          </p:cNvSpPr>
          <p:nvPr/>
        </p:nvSpPr>
        <p:spPr>
          <a:xfrm xmlns:a="http://schemas.openxmlformats.org/drawingml/2006/main">
            <a:off x="649137" y="4701942"/>
            <a:ext cx="104003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Satellite → UAV 150 m</a:t>
            </a:r>
          </a:p>
        </p:txBody>
      </p:sp>
      <p:sp>
        <p:nvSpPr>
          <p:cNvPr id="310" name="0310:panel-b-map/interval-1-visual:line">
            <a:extLst xmlns:a="http://schemas.openxmlformats.org/drawingml/2006/main">
              <a:ext uri="{FF2B5EF4-FFF2-40B4-BE49-F238E27FC236}">
                <a16:creationId xmlns:a16="http://schemas.microsoft.com/office/drawing/2014/main" id="{CEBC0689-1B98-42C1-ADC5-70418A02A530}"/>
              </a:ext>
            </a:extLst>
          </p:cNvPr>
          <p:cNvSpPr>
            <a:spLocks xmlns:a="http://schemas.openxmlformats.org/drawingml/2006/main" noGrp="1"/>
          </p:cNvSpPr>
          <p:nvPr/>
        </p:nvSpPr>
        <p:spPr>
          <a:xfrm xmlns:a="http://schemas.openxmlformats.org/drawingml/2006/main">
            <a:off x="3487569" y="4636626"/>
            <a:ext cx="195588" cy="0"/>
          </a:xfrm>
          <a:prstGeom xmlns:a="http://schemas.openxmlformats.org/drawingml/2006/main" prst="line">
            <a:avLst/>
          </a:prstGeom>
          <a:noFill xmlns:a="http://schemas.openxmlformats.org/drawingml/2006/main"/>
          <a:ln xmlns:a="http://schemas.openxmlformats.org/drawingml/2006/main" w="11430">
            <a:solidFill>
              <a:srgbClr val="484878"/>
            </a:solidFill>
          </a:ln>
        </p:spPr>
      </p:sp>
      <p:sp>
        <p:nvSpPr>
          <p:cNvPr id="311" name="0311:panel-b-map/interval-1-visual:line">
            <a:extLst xmlns:a="http://schemas.openxmlformats.org/drawingml/2006/main">
              <a:ext uri="{FF2B5EF4-FFF2-40B4-BE49-F238E27FC236}">
                <a16:creationId xmlns:a16="http://schemas.microsoft.com/office/drawing/2014/main" id="{A567EA12-B552-4F81-97CF-FCDD9CE8D79A}"/>
              </a:ext>
            </a:extLst>
          </p:cNvPr>
          <p:cNvSpPr>
            <a:spLocks xmlns:a="http://schemas.openxmlformats.org/drawingml/2006/main" noGrp="1"/>
          </p:cNvSpPr>
          <p:nvPr/>
        </p:nvSpPr>
        <p:spPr>
          <a:xfrm xmlns:a="http://schemas.openxmlformats.org/drawingml/2006/main">
            <a:off x="3487569" y="4611219"/>
            <a:ext cx="0" cy="50812"/>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312" name="0312:panel-b-map/interval-1-visual:line">
            <a:extLst xmlns:a="http://schemas.openxmlformats.org/drawingml/2006/main">
              <a:ext uri="{FF2B5EF4-FFF2-40B4-BE49-F238E27FC236}">
                <a16:creationId xmlns:a16="http://schemas.microsoft.com/office/drawing/2014/main" id="{BD41F813-875F-4CAF-B35F-C862514369AB}"/>
              </a:ext>
            </a:extLst>
          </p:cNvPr>
          <p:cNvSpPr>
            <a:spLocks xmlns:a="http://schemas.openxmlformats.org/drawingml/2006/main" noGrp="1"/>
          </p:cNvSpPr>
          <p:nvPr/>
        </p:nvSpPr>
        <p:spPr>
          <a:xfrm xmlns:a="http://schemas.openxmlformats.org/drawingml/2006/main">
            <a:off x="3683157" y="4611219"/>
            <a:ext cx="0" cy="50812"/>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313" name="0313:panel-b-map/interval-1-visual:circle">
            <a:extLst xmlns:a="http://schemas.openxmlformats.org/drawingml/2006/main">
              <a:ext uri="{FF2B5EF4-FFF2-40B4-BE49-F238E27FC236}">
                <a16:creationId xmlns:a16="http://schemas.microsoft.com/office/drawing/2014/main" id="{9B9F4861-4983-4138-B49C-495EE9A3F650}"/>
              </a:ext>
            </a:extLst>
          </p:cNvPr>
          <p:cNvSpPr>
            <a:spLocks xmlns:a="http://schemas.openxmlformats.org/drawingml/2006/main" noGrp="1"/>
          </p:cNvSpPr>
          <p:nvPr/>
        </p:nvSpPr>
        <p:spPr>
          <a:xfrm xmlns:a="http://schemas.openxmlformats.org/drawingml/2006/main">
            <a:off x="3559962" y="4611219"/>
            <a:ext cx="50802" cy="50812"/>
          </a:xfrm>
          <a:prstGeom xmlns:a="http://schemas.openxmlformats.org/drawingml/2006/main" prst="ellipse">
            <a:avLst/>
          </a:prstGeom>
          <a:solidFill xmlns:a="http://schemas.openxmlformats.org/drawingml/2006/main">
            <a:srgbClr val="484878"/>
          </a:solidFill>
          <a:ln xmlns:a="http://schemas.openxmlformats.org/drawingml/2006/main" w="0">
            <a:noFill/>
          </a:ln>
        </p:spPr>
      </p:sp>
      <p:sp>
        <p:nvSpPr>
          <p:cNvPr id="314" name="0314:panel-b-map/interval-1-content:line">
            <a:extLst xmlns:a="http://schemas.openxmlformats.org/drawingml/2006/main">
              <a:ext uri="{FF2B5EF4-FFF2-40B4-BE49-F238E27FC236}">
                <a16:creationId xmlns:a16="http://schemas.microsoft.com/office/drawing/2014/main" id="{531D872E-0E30-4342-AC05-5C74135A3D21}"/>
              </a:ext>
            </a:extLst>
          </p:cNvPr>
          <p:cNvSpPr>
            <a:spLocks xmlns:a="http://schemas.openxmlformats.org/drawingml/2006/main" noGrp="1"/>
          </p:cNvSpPr>
          <p:nvPr/>
        </p:nvSpPr>
        <p:spPr>
          <a:xfrm xmlns:a="http://schemas.openxmlformats.org/drawingml/2006/main">
            <a:off x="1962234" y="4687438"/>
            <a:ext cx="2540" cy="0"/>
          </a:xfrm>
          <a:prstGeom xmlns:a="http://schemas.openxmlformats.org/drawingml/2006/main" prst="line">
            <a:avLst/>
          </a:prstGeom>
          <a:noFill xmlns:a="http://schemas.openxmlformats.org/drawingml/2006/main"/>
          <a:ln xmlns:a="http://schemas.openxmlformats.org/drawingml/2006/main" w="11430">
            <a:solidFill>
              <a:srgbClr val="927B45"/>
            </a:solidFill>
          </a:ln>
        </p:spPr>
      </p:sp>
      <p:sp>
        <p:nvSpPr>
          <p:cNvPr id="315" name="0315:panel-b-map/interval-1-content:line">
            <a:extLst xmlns:a="http://schemas.openxmlformats.org/drawingml/2006/main">
              <a:ext uri="{FF2B5EF4-FFF2-40B4-BE49-F238E27FC236}">
                <a16:creationId xmlns:a16="http://schemas.microsoft.com/office/drawing/2014/main" id="{65710E3B-74AE-4247-A89D-00D1FF594464}"/>
              </a:ext>
            </a:extLst>
          </p:cNvPr>
          <p:cNvSpPr>
            <a:spLocks xmlns:a="http://schemas.openxmlformats.org/drawingml/2006/main" noGrp="1"/>
          </p:cNvSpPr>
          <p:nvPr/>
        </p:nvSpPr>
        <p:spPr>
          <a:xfrm xmlns:a="http://schemas.openxmlformats.org/drawingml/2006/main">
            <a:off x="1962234" y="4662032"/>
            <a:ext cx="0" cy="50812"/>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316" name="0316:panel-b-map/interval-1-content:line">
            <a:extLst xmlns:a="http://schemas.openxmlformats.org/drawingml/2006/main">
              <a:ext uri="{FF2B5EF4-FFF2-40B4-BE49-F238E27FC236}">
                <a16:creationId xmlns:a16="http://schemas.microsoft.com/office/drawing/2014/main" id="{4C1A96D8-4923-4208-8F9A-81D5FCED1193}"/>
              </a:ext>
            </a:extLst>
          </p:cNvPr>
          <p:cNvSpPr>
            <a:spLocks xmlns:a="http://schemas.openxmlformats.org/drawingml/2006/main" noGrp="1"/>
          </p:cNvSpPr>
          <p:nvPr/>
        </p:nvSpPr>
        <p:spPr>
          <a:xfrm xmlns:a="http://schemas.openxmlformats.org/drawingml/2006/main">
            <a:off x="1964774" y="4662032"/>
            <a:ext cx="0" cy="50812"/>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317" name="0317:panel-b-map/interval-1-content:rect">
            <a:extLst xmlns:a="http://schemas.openxmlformats.org/drawingml/2006/main">
              <a:ext uri="{FF2B5EF4-FFF2-40B4-BE49-F238E27FC236}">
                <a16:creationId xmlns:a16="http://schemas.microsoft.com/office/drawing/2014/main" id="{AF994BEE-8236-486A-B54E-48BFD3B2BE5C}"/>
              </a:ext>
            </a:extLst>
          </p:cNvPr>
          <p:cNvSpPr>
            <a:spLocks xmlns:a="http://schemas.openxmlformats.org/drawingml/2006/main" noGrp="1"/>
          </p:cNvSpPr>
          <p:nvPr/>
        </p:nvSpPr>
        <p:spPr>
          <a:xfrm xmlns:a="http://schemas.openxmlformats.org/drawingml/2006/main">
            <a:off x="1938103" y="4662032"/>
            <a:ext cx="50802" cy="50812"/>
          </a:xfrm>
          <a:prstGeom xmlns:a="http://schemas.openxmlformats.org/drawingml/2006/main" prst="rect">
            <a:avLst/>
          </a:prstGeom>
          <a:solidFill xmlns:a="http://schemas.openxmlformats.org/drawingml/2006/main">
            <a:srgbClr val="927B45"/>
          </a:solidFill>
          <a:ln xmlns:a="http://schemas.openxmlformats.org/drawingml/2006/main" w="6350">
            <a:noFill/>
          </a:ln>
        </p:spPr>
      </p:sp>
      <p:sp>
        <p:nvSpPr>
          <p:cNvPr id="318" name="0318:panel-b-map/interval-1-style:line">
            <a:extLst xmlns:a="http://schemas.openxmlformats.org/drawingml/2006/main">
              <a:ext uri="{FF2B5EF4-FFF2-40B4-BE49-F238E27FC236}">
                <a16:creationId xmlns:a16="http://schemas.microsoft.com/office/drawing/2014/main" id="{5C28787F-54F2-4D84-A55D-64111E292673}"/>
              </a:ext>
            </a:extLst>
          </p:cNvPr>
          <p:cNvSpPr>
            <a:spLocks xmlns:a="http://schemas.openxmlformats.org/drawingml/2006/main" noGrp="1"/>
          </p:cNvSpPr>
          <p:nvPr/>
        </p:nvSpPr>
        <p:spPr>
          <a:xfrm xmlns:a="http://schemas.openxmlformats.org/drawingml/2006/main">
            <a:off x="1841579" y="4738250"/>
            <a:ext cx="5080" cy="0"/>
          </a:xfrm>
          <a:prstGeom xmlns:a="http://schemas.openxmlformats.org/drawingml/2006/main" prst="line">
            <a:avLst/>
          </a:prstGeom>
          <a:noFill xmlns:a="http://schemas.openxmlformats.org/drawingml/2006/main"/>
          <a:ln xmlns:a="http://schemas.openxmlformats.org/drawingml/2006/main" w="11430">
            <a:solidFill>
              <a:srgbClr val="7B6A91"/>
            </a:solidFill>
          </a:ln>
        </p:spPr>
      </p:sp>
      <p:sp>
        <p:nvSpPr>
          <p:cNvPr id="319" name="0319:panel-b-map/interval-1-style:line">
            <a:extLst xmlns:a="http://schemas.openxmlformats.org/drawingml/2006/main">
              <a:ext uri="{FF2B5EF4-FFF2-40B4-BE49-F238E27FC236}">
                <a16:creationId xmlns:a16="http://schemas.microsoft.com/office/drawing/2014/main" id="{62048E94-A408-42D1-814E-FBFE54AB906E}"/>
              </a:ext>
            </a:extLst>
          </p:cNvPr>
          <p:cNvSpPr>
            <a:spLocks xmlns:a="http://schemas.openxmlformats.org/drawingml/2006/main" noGrp="1"/>
          </p:cNvSpPr>
          <p:nvPr/>
        </p:nvSpPr>
        <p:spPr>
          <a:xfrm xmlns:a="http://schemas.openxmlformats.org/drawingml/2006/main">
            <a:off x="1841579" y="4712844"/>
            <a:ext cx="0" cy="50812"/>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320" name="0320:panel-b-map/interval-1-style:line">
            <a:extLst xmlns:a="http://schemas.openxmlformats.org/drawingml/2006/main">
              <a:ext uri="{FF2B5EF4-FFF2-40B4-BE49-F238E27FC236}">
                <a16:creationId xmlns:a16="http://schemas.microsoft.com/office/drawing/2014/main" id="{B8F49B7A-D786-4667-9EEC-4FE7C3B58BD8}"/>
              </a:ext>
            </a:extLst>
          </p:cNvPr>
          <p:cNvSpPr>
            <a:spLocks xmlns:a="http://schemas.openxmlformats.org/drawingml/2006/main" noGrp="1"/>
          </p:cNvSpPr>
          <p:nvPr/>
        </p:nvSpPr>
        <p:spPr>
          <a:xfrm xmlns:a="http://schemas.openxmlformats.org/drawingml/2006/main">
            <a:off x="1846659" y="4712844"/>
            <a:ext cx="0" cy="50812"/>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321" name="0321:panel-b-map/interval-1-style:polygon">
            <a:extLst xmlns:a="http://schemas.openxmlformats.org/drawingml/2006/main">
              <a:ext uri="{FF2B5EF4-FFF2-40B4-BE49-F238E27FC236}">
                <a16:creationId xmlns:a16="http://schemas.microsoft.com/office/drawing/2014/main" id="{67EAF1BF-50CB-41BB-81F0-9F28E70CE523}"/>
              </a:ext>
            </a:extLst>
          </p:cNvPr>
          <p:cNvSpPr>
            <a:spLocks xmlns:a="http://schemas.openxmlformats.org/drawingml/2006/main" noGrp="1"/>
          </p:cNvSpPr>
          <p:nvPr/>
        </p:nvSpPr>
        <p:spPr>
          <a:xfrm xmlns:a="http://schemas.openxmlformats.org/drawingml/2006/main">
            <a:off x="1809827" y="4703952"/>
            <a:ext cx="68583" cy="59704"/>
          </a:xfrm>
          <a:custGeom xmlns:a="http://schemas.openxmlformats.org/drawingml/2006/main">
            <a:pathLst>
              <a:path w="68583" h="59704">
                <a:moveTo>
                  <a:pt x="34291" y="0"/>
                </a:moveTo>
                <a:lnTo>
                  <a:pt x="68583" y="59704"/>
                </a:lnTo>
                <a:lnTo>
                  <a:pt x="0" y="59704"/>
                </a:lnTo>
                <a:close/>
              </a:path>
            </a:pathLst>
          </a:custGeom>
          <a:solidFill xmlns:a="http://schemas.openxmlformats.org/drawingml/2006/main">
            <a:srgbClr val="7B6A91"/>
          </a:solidFill>
          <a:ln xmlns:a="http://schemas.openxmlformats.org/drawingml/2006/main" w="0">
            <a:noFill/>
          </a:ln>
        </p:spPr>
      </p:sp>
      <p:sp>
        <p:nvSpPr>
          <p:cNvPr id="322" name="0322:panel-b-map/interval-1-visual_content:line">
            <a:extLst xmlns:a="http://schemas.openxmlformats.org/drawingml/2006/main">
              <a:ext uri="{FF2B5EF4-FFF2-40B4-BE49-F238E27FC236}">
                <a16:creationId xmlns:a16="http://schemas.microsoft.com/office/drawing/2014/main" id="{538C5EBB-A3F4-4613-B41A-5D706795EC34}"/>
              </a:ext>
            </a:extLst>
          </p:cNvPr>
          <p:cNvSpPr>
            <a:spLocks xmlns:a="http://schemas.openxmlformats.org/drawingml/2006/main" noGrp="1"/>
          </p:cNvSpPr>
          <p:nvPr/>
        </p:nvSpPr>
        <p:spPr>
          <a:xfrm xmlns:a="http://schemas.openxmlformats.org/drawingml/2006/main">
            <a:off x="3100203" y="4789063"/>
            <a:ext cx="168917" cy="0"/>
          </a:xfrm>
          <a:prstGeom xmlns:a="http://schemas.openxmlformats.org/drawingml/2006/main" prst="line">
            <a:avLst/>
          </a:prstGeom>
          <a:noFill xmlns:a="http://schemas.openxmlformats.org/drawingml/2006/main"/>
          <a:ln xmlns:a="http://schemas.openxmlformats.org/drawingml/2006/main" w="11430">
            <a:solidFill>
              <a:srgbClr val="378183"/>
            </a:solidFill>
          </a:ln>
        </p:spPr>
      </p:sp>
      <p:sp>
        <p:nvSpPr>
          <p:cNvPr id="323" name="0323:panel-b-map/interval-1-visual_content:line">
            <a:extLst xmlns:a="http://schemas.openxmlformats.org/drawingml/2006/main">
              <a:ext uri="{FF2B5EF4-FFF2-40B4-BE49-F238E27FC236}">
                <a16:creationId xmlns:a16="http://schemas.microsoft.com/office/drawing/2014/main" id="{9C4E4D9C-F242-421D-A7D4-70790C1FBBB1}"/>
              </a:ext>
            </a:extLst>
          </p:cNvPr>
          <p:cNvSpPr>
            <a:spLocks xmlns:a="http://schemas.openxmlformats.org/drawingml/2006/main" noGrp="1"/>
          </p:cNvSpPr>
          <p:nvPr/>
        </p:nvSpPr>
        <p:spPr>
          <a:xfrm xmlns:a="http://schemas.openxmlformats.org/drawingml/2006/main">
            <a:off x="3100203" y="4763656"/>
            <a:ext cx="0" cy="50812"/>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324" name="0324:panel-b-map/interval-1-visual_content:line">
            <a:extLst xmlns:a="http://schemas.openxmlformats.org/drawingml/2006/main">
              <a:ext uri="{FF2B5EF4-FFF2-40B4-BE49-F238E27FC236}">
                <a16:creationId xmlns:a16="http://schemas.microsoft.com/office/drawing/2014/main" id="{C1DDB93D-31BD-49E6-93B6-63156B9C4C5C}"/>
              </a:ext>
            </a:extLst>
          </p:cNvPr>
          <p:cNvSpPr>
            <a:spLocks xmlns:a="http://schemas.openxmlformats.org/drawingml/2006/main" noGrp="1"/>
          </p:cNvSpPr>
          <p:nvPr/>
        </p:nvSpPr>
        <p:spPr>
          <a:xfrm xmlns:a="http://schemas.openxmlformats.org/drawingml/2006/main">
            <a:off x="3269120" y="4763656"/>
            <a:ext cx="0" cy="50812"/>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325" name="0325:panel-b-map/interval-1-visual_content:polygon">
            <a:extLst xmlns:a="http://schemas.openxmlformats.org/drawingml/2006/main">
              <a:ext uri="{FF2B5EF4-FFF2-40B4-BE49-F238E27FC236}">
                <a16:creationId xmlns:a16="http://schemas.microsoft.com/office/drawing/2014/main" id="{D45BA45F-3D76-4275-94FA-E134A3BE448B}"/>
              </a:ext>
            </a:extLst>
          </p:cNvPr>
          <p:cNvSpPr>
            <a:spLocks xmlns:a="http://schemas.openxmlformats.org/drawingml/2006/main" noGrp="1"/>
          </p:cNvSpPr>
          <p:nvPr/>
        </p:nvSpPr>
        <p:spPr>
          <a:xfrm xmlns:a="http://schemas.openxmlformats.org/drawingml/2006/main">
            <a:off x="3151005" y="4754764"/>
            <a:ext cx="68583" cy="68597"/>
          </a:xfrm>
          <a:custGeom xmlns:a="http://schemas.openxmlformats.org/drawingml/2006/main">
            <a:pathLst>
              <a:path w="68583" h="68597">
                <a:moveTo>
                  <a:pt x="34291" y="0"/>
                </a:moveTo>
                <a:lnTo>
                  <a:pt x="68583" y="34298"/>
                </a:lnTo>
                <a:lnTo>
                  <a:pt x="34291" y="68597"/>
                </a:lnTo>
                <a:lnTo>
                  <a:pt x="0" y="34298"/>
                </a:lnTo>
                <a:close/>
              </a:path>
            </a:pathLst>
          </a:custGeom>
          <a:solidFill xmlns:a="http://schemas.openxmlformats.org/drawingml/2006/main">
            <a:srgbClr val="378183"/>
          </a:solidFill>
          <a:ln xmlns:a="http://schemas.openxmlformats.org/drawingml/2006/main" w="0">
            <a:noFill/>
          </a:ln>
        </p:spPr>
      </p:sp>
      <p:sp>
        <p:nvSpPr>
          <p:cNvPr id="326" name="0326:panel-b-map/interval-1-visual_style:line">
            <a:extLst xmlns:a="http://schemas.openxmlformats.org/drawingml/2006/main">
              <a:ext uri="{FF2B5EF4-FFF2-40B4-BE49-F238E27FC236}">
                <a16:creationId xmlns:a16="http://schemas.microsoft.com/office/drawing/2014/main" id="{C4730721-4217-4C53-A775-1B8205244FBF}"/>
              </a:ext>
            </a:extLst>
          </p:cNvPr>
          <p:cNvSpPr>
            <a:spLocks xmlns:a="http://schemas.openxmlformats.org/drawingml/2006/main" noGrp="1"/>
          </p:cNvSpPr>
          <p:nvPr/>
        </p:nvSpPr>
        <p:spPr>
          <a:xfrm xmlns:a="http://schemas.openxmlformats.org/drawingml/2006/main">
            <a:off x="3172596" y="4839875"/>
            <a:ext cx="35562" cy="0"/>
          </a:xfrm>
          <a:prstGeom xmlns:a="http://schemas.openxmlformats.org/drawingml/2006/main" prst="line">
            <a:avLst/>
          </a:prstGeom>
          <a:noFill xmlns:a="http://schemas.openxmlformats.org/drawingml/2006/main"/>
          <a:ln xmlns:a="http://schemas.openxmlformats.org/drawingml/2006/main" w="11430">
            <a:solidFill>
              <a:srgbClr val="B5678E"/>
            </a:solidFill>
          </a:ln>
        </p:spPr>
      </p:sp>
      <p:sp>
        <p:nvSpPr>
          <p:cNvPr id="327" name="0327:panel-b-map/interval-1-visual_style:line">
            <a:extLst xmlns:a="http://schemas.openxmlformats.org/drawingml/2006/main">
              <a:ext uri="{FF2B5EF4-FFF2-40B4-BE49-F238E27FC236}">
                <a16:creationId xmlns:a16="http://schemas.microsoft.com/office/drawing/2014/main" id="{FED85707-5E90-4450-93C8-28F3A45C237E}"/>
              </a:ext>
            </a:extLst>
          </p:cNvPr>
          <p:cNvSpPr>
            <a:spLocks xmlns:a="http://schemas.openxmlformats.org/drawingml/2006/main" noGrp="1"/>
          </p:cNvSpPr>
          <p:nvPr/>
        </p:nvSpPr>
        <p:spPr>
          <a:xfrm xmlns:a="http://schemas.openxmlformats.org/drawingml/2006/main">
            <a:off x="3172596" y="4814469"/>
            <a:ext cx="0" cy="50812"/>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328" name="0328:panel-b-map/interval-1-visual_style:line">
            <a:extLst xmlns:a="http://schemas.openxmlformats.org/drawingml/2006/main">
              <a:ext uri="{FF2B5EF4-FFF2-40B4-BE49-F238E27FC236}">
                <a16:creationId xmlns:a16="http://schemas.microsoft.com/office/drawing/2014/main" id="{59EBDB39-00BB-4AC6-8D7E-74A38D9C4478}"/>
              </a:ext>
            </a:extLst>
          </p:cNvPr>
          <p:cNvSpPr>
            <a:spLocks xmlns:a="http://schemas.openxmlformats.org/drawingml/2006/main" noGrp="1"/>
          </p:cNvSpPr>
          <p:nvPr/>
        </p:nvSpPr>
        <p:spPr>
          <a:xfrm xmlns:a="http://schemas.openxmlformats.org/drawingml/2006/main">
            <a:off x="3208157" y="4814469"/>
            <a:ext cx="0" cy="50812"/>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329" name="0329:panel-b-map/interval-1-visual_style:polygon">
            <a:extLst xmlns:a="http://schemas.openxmlformats.org/drawingml/2006/main">
              <a:ext uri="{FF2B5EF4-FFF2-40B4-BE49-F238E27FC236}">
                <a16:creationId xmlns:a16="http://schemas.microsoft.com/office/drawing/2014/main" id="{983C8E2A-13DD-4EBD-B654-0776E0967A07}"/>
              </a:ext>
            </a:extLst>
          </p:cNvPr>
          <p:cNvSpPr>
            <a:spLocks xmlns:a="http://schemas.openxmlformats.org/drawingml/2006/main" noGrp="1"/>
          </p:cNvSpPr>
          <p:nvPr/>
        </p:nvSpPr>
        <p:spPr>
          <a:xfrm xmlns:a="http://schemas.openxmlformats.org/drawingml/2006/main">
            <a:off x="3156085" y="4814469"/>
            <a:ext cx="68583" cy="59704"/>
          </a:xfrm>
          <a:custGeom xmlns:a="http://schemas.openxmlformats.org/drawingml/2006/main">
            <a:pathLst>
              <a:path w="68583" h="59704">
                <a:moveTo>
                  <a:pt x="34291" y="59704"/>
                </a:moveTo>
                <a:lnTo>
                  <a:pt x="68583" y="0"/>
                </a:lnTo>
                <a:lnTo>
                  <a:pt x="0" y="0"/>
                </a:lnTo>
                <a:close/>
              </a:path>
            </a:pathLst>
          </a:custGeom>
          <a:solidFill xmlns:a="http://schemas.openxmlformats.org/drawingml/2006/main">
            <a:srgbClr val="B5678E"/>
          </a:solidFill>
          <a:ln xmlns:a="http://schemas.openxmlformats.org/drawingml/2006/main" w="0">
            <a:noFill/>
          </a:ln>
        </p:spPr>
      </p:sp>
      <p:sp>
        <p:nvSpPr>
          <p:cNvPr id="330" name="0330:panel-b-map/interval-1-full:line">
            <a:extLst xmlns:a="http://schemas.openxmlformats.org/drawingml/2006/main">
              <a:ext uri="{FF2B5EF4-FFF2-40B4-BE49-F238E27FC236}">
                <a16:creationId xmlns:a16="http://schemas.microsoft.com/office/drawing/2014/main" id="{9EF797F7-41FE-4EE7-9899-1306ED0351F4}"/>
              </a:ext>
            </a:extLst>
          </p:cNvPr>
          <p:cNvSpPr>
            <a:spLocks xmlns:a="http://schemas.openxmlformats.org/drawingml/2006/main" noGrp="1"/>
          </p:cNvSpPr>
          <p:nvPr/>
        </p:nvSpPr>
        <p:spPr>
          <a:xfrm xmlns:a="http://schemas.openxmlformats.org/drawingml/2006/main">
            <a:off x="3242449" y="4890687"/>
            <a:ext cx="105415" cy="0"/>
          </a:xfrm>
          <a:prstGeom xmlns:a="http://schemas.openxmlformats.org/drawingml/2006/main" prst="line">
            <a:avLst/>
          </a:prstGeom>
          <a:noFill xmlns:a="http://schemas.openxmlformats.org/drawingml/2006/main"/>
          <a:ln xmlns:a="http://schemas.openxmlformats.org/drawingml/2006/main" w="11430">
            <a:solidFill>
              <a:srgbClr val="0F4D92"/>
            </a:solidFill>
          </a:ln>
        </p:spPr>
      </p:sp>
      <p:sp>
        <p:nvSpPr>
          <p:cNvPr id="331" name="0331:panel-b-map/interval-1-full:line">
            <a:extLst xmlns:a="http://schemas.openxmlformats.org/drawingml/2006/main">
              <a:ext uri="{FF2B5EF4-FFF2-40B4-BE49-F238E27FC236}">
                <a16:creationId xmlns:a16="http://schemas.microsoft.com/office/drawing/2014/main" id="{CDC77728-CFA4-4093-A73A-8661C76D5834}"/>
              </a:ext>
            </a:extLst>
          </p:cNvPr>
          <p:cNvSpPr>
            <a:spLocks xmlns:a="http://schemas.openxmlformats.org/drawingml/2006/main" noGrp="1"/>
          </p:cNvSpPr>
          <p:nvPr/>
        </p:nvSpPr>
        <p:spPr>
          <a:xfrm xmlns:a="http://schemas.openxmlformats.org/drawingml/2006/main">
            <a:off x="3242449" y="4865281"/>
            <a:ext cx="0" cy="50812"/>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332" name="0332:panel-b-map/interval-1-full:line">
            <a:extLst xmlns:a="http://schemas.openxmlformats.org/drawingml/2006/main">
              <a:ext uri="{FF2B5EF4-FFF2-40B4-BE49-F238E27FC236}">
                <a16:creationId xmlns:a16="http://schemas.microsoft.com/office/drawing/2014/main" id="{1F7BEF01-5F91-4950-A823-4E06A7A534DA}"/>
              </a:ext>
            </a:extLst>
          </p:cNvPr>
          <p:cNvSpPr>
            <a:spLocks xmlns:a="http://schemas.openxmlformats.org/drawingml/2006/main" noGrp="1"/>
          </p:cNvSpPr>
          <p:nvPr/>
        </p:nvSpPr>
        <p:spPr>
          <a:xfrm xmlns:a="http://schemas.openxmlformats.org/drawingml/2006/main">
            <a:off x="3347863" y="4865281"/>
            <a:ext cx="0" cy="50812"/>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333" name="0333:panel-b-map/interval-1-full:line">
            <a:extLst xmlns:a="http://schemas.openxmlformats.org/drawingml/2006/main">
              <a:ext uri="{FF2B5EF4-FFF2-40B4-BE49-F238E27FC236}">
                <a16:creationId xmlns:a16="http://schemas.microsoft.com/office/drawing/2014/main" id="{988A63B6-BF4D-4A65-AA60-7F83B945FF47}"/>
              </a:ext>
            </a:extLst>
          </p:cNvPr>
          <p:cNvSpPr>
            <a:spLocks xmlns:a="http://schemas.openxmlformats.org/drawingml/2006/main" noGrp="1"/>
          </p:cNvSpPr>
          <p:nvPr/>
        </p:nvSpPr>
        <p:spPr>
          <a:xfrm xmlns:a="http://schemas.openxmlformats.org/drawingml/2006/main">
            <a:off x="3262770" y="4890687"/>
            <a:ext cx="63503" cy="0"/>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334" name="0334:panel-b-map/interval-1-full:line">
            <a:extLst xmlns:a="http://schemas.openxmlformats.org/drawingml/2006/main">
              <a:ext uri="{FF2B5EF4-FFF2-40B4-BE49-F238E27FC236}">
                <a16:creationId xmlns:a16="http://schemas.microsoft.com/office/drawing/2014/main" id="{81285DF0-9E5C-4380-965A-37CD97389067}"/>
              </a:ext>
            </a:extLst>
          </p:cNvPr>
          <p:cNvSpPr>
            <a:spLocks xmlns:a="http://schemas.openxmlformats.org/drawingml/2006/main" noGrp="1"/>
          </p:cNvSpPr>
          <p:nvPr/>
        </p:nvSpPr>
        <p:spPr>
          <a:xfrm xmlns:a="http://schemas.openxmlformats.org/drawingml/2006/main">
            <a:off x="3294521" y="4858930"/>
            <a:ext cx="0" cy="63515"/>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335" name="0335:panel-b-map/task-2:text">
            <a:extLst xmlns:a="http://schemas.openxmlformats.org/drawingml/2006/main">
              <a:ext uri="{FF2B5EF4-FFF2-40B4-BE49-F238E27FC236}">
                <a16:creationId xmlns:a16="http://schemas.microsoft.com/office/drawing/2014/main" id="{C3BB3CE1-6027-4BDA-B500-1DA0A0EB71F2}"/>
              </a:ext>
            </a:extLst>
          </p:cNvPr>
          <p:cNvSpPr>
            <a:spLocks xmlns:a="http://schemas.openxmlformats.org/drawingml/2006/main" noGrp="1"/>
          </p:cNvSpPr>
          <p:nvPr/>
        </p:nvSpPr>
        <p:spPr>
          <a:xfrm xmlns:a="http://schemas.openxmlformats.org/drawingml/2006/main">
            <a:off x="666092" y="5108441"/>
            <a:ext cx="10230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UAV 200 m → satellite</a:t>
            </a:r>
          </a:p>
        </p:txBody>
      </p:sp>
      <p:sp>
        <p:nvSpPr>
          <p:cNvPr id="336" name="0336:panel-b-map/interval-2-visual:line">
            <a:extLst xmlns:a="http://schemas.openxmlformats.org/drawingml/2006/main">
              <a:ext uri="{FF2B5EF4-FFF2-40B4-BE49-F238E27FC236}">
                <a16:creationId xmlns:a16="http://schemas.microsoft.com/office/drawing/2014/main" id="{849F776D-9937-47A4-9FD0-5BADA9C524EC}"/>
              </a:ext>
            </a:extLst>
          </p:cNvPr>
          <p:cNvSpPr>
            <a:spLocks xmlns:a="http://schemas.openxmlformats.org/drawingml/2006/main" noGrp="1"/>
          </p:cNvSpPr>
          <p:nvPr/>
        </p:nvSpPr>
        <p:spPr>
          <a:xfrm xmlns:a="http://schemas.openxmlformats.org/drawingml/2006/main">
            <a:off x="4052743" y="5043124"/>
            <a:ext cx="120655" cy="0"/>
          </a:xfrm>
          <a:prstGeom xmlns:a="http://schemas.openxmlformats.org/drawingml/2006/main" prst="line">
            <a:avLst/>
          </a:prstGeom>
          <a:noFill xmlns:a="http://schemas.openxmlformats.org/drawingml/2006/main"/>
          <a:ln xmlns:a="http://schemas.openxmlformats.org/drawingml/2006/main" w="11430">
            <a:solidFill>
              <a:srgbClr val="484878"/>
            </a:solidFill>
          </a:ln>
        </p:spPr>
      </p:sp>
      <p:sp>
        <p:nvSpPr>
          <p:cNvPr id="337" name="0337:panel-b-map/interval-2-visual:line">
            <a:extLst xmlns:a="http://schemas.openxmlformats.org/drawingml/2006/main">
              <a:ext uri="{FF2B5EF4-FFF2-40B4-BE49-F238E27FC236}">
                <a16:creationId xmlns:a16="http://schemas.microsoft.com/office/drawing/2014/main" id="{30265089-0422-44B2-9AB2-64AB220686BB}"/>
              </a:ext>
            </a:extLst>
          </p:cNvPr>
          <p:cNvSpPr>
            <a:spLocks xmlns:a="http://schemas.openxmlformats.org/drawingml/2006/main" noGrp="1"/>
          </p:cNvSpPr>
          <p:nvPr/>
        </p:nvSpPr>
        <p:spPr>
          <a:xfrm xmlns:a="http://schemas.openxmlformats.org/drawingml/2006/main">
            <a:off x="4052743" y="5017718"/>
            <a:ext cx="0" cy="50812"/>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338" name="0338:panel-b-map/interval-2-visual:line">
            <a:extLst xmlns:a="http://schemas.openxmlformats.org/drawingml/2006/main">
              <a:ext uri="{FF2B5EF4-FFF2-40B4-BE49-F238E27FC236}">
                <a16:creationId xmlns:a16="http://schemas.microsoft.com/office/drawing/2014/main" id="{22B3B79A-AF22-4B30-BE15-41BC9AFA4A67}"/>
              </a:ext>
            </a:extLst>
          </p:cNvPr>
          <p:cNvSpPr>
            <a:spLocks xmlns:a="http://schemas.openxmlformats.org/drawingml/2006/main" noGrp="1"/>
          </p:cNvSpPr>
          <p:nvPr/>
        </p:nvSpPr>
        <p:spPr>
          <a:xfrm xmlns:a="http://schemas.openxmlformats.org/drawingml/2006/main">
            <a:off x="4173398" y="5017718"/>
            <a:ext cx="0" cy="50812"/>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339" name="0339:panel-b-map/interval-2-visual:circle">
            <a:extLst xmlns:a="http://schemas.openxmlformats.org/drawingml/2006/main">
              <a:ext uri="{FF2B5EF4-FFF2-40B4-BE49-F238E27FC236}">
                <a16:creationId xmlns:a16="http://schemas.microsoft.com/office/drawing/2014/main" id="{ED12342F-D285-4D66-BF09-9EC7A56099EB}"/>
              </a:ext>
            </a:extLst>
          </p:cNvPr>
          <p:cNvSpPr>
            <a:spLocks xmlns:a="http://schemas.openxmlformats.org/drawingml/2006/main" noGrp="1"/>
          </p:cNvSpPr>
          <p:nvPr/>
        </p:nvSpPr>
        <p:spPr>
          <a:xfrm xmlns:a="http://schemas.openxmlformats.org/drawingml/2006/main">
            <a:off x="4088305" y="5017718"/>
            <a:ext cx="50802" cy="50812"/>
          </a:xfrm>
          <a:prstGeom xmlns:a="http://schemas.openxmlformats.org/drawingml/2006/main" prst="ellipse">
            <a:avLst/>
          </a:prstGeom>
          <a:solidFill xmlns:a="http://schemas.openxmlformats.org/drawingml/2006/main">
            <a:srgbClr val="484878"/>
          </a:solidFill>
          <a:ln xmlns:a="http://schemas.openxmlformats.org/drawingml/2006/main" w="0">
            <a:noFill/>
          </a:ln>
        </p:spPr>
      </p:sp>
      <p:sp>
        <p:nvSpPr>
          <p:cNvPr id="340" name="0340:panel-b-map/interval-2-content:line">
            <a:extLst xmlns:a="http://schemas.openxmlformats.org/drawingml/2006/main">
              <a:ext uri="{FF2B5EF4-FFF2-40B4-BE49-F238E27FC236}">
                <a16:creationId xmlns:a16="http://schemas.microsoft.com/office/drawing/2014/main" id="{F89F1CB7-33A3-47C3-AF6E-6B6EA7282482}"/>
              </a:ext>
            </a:extLst>
          </p:cNvPr>
          <p:cNvSpPr>
            <a:spLocks xmlns:a="http://schemas.openxmlformats.org/drawingml/2006/main" noGrp="1"/>
          </p:cNvSpPr>
          <p:nvPr/>
        </p:nvSpPr>
        <p:spPr>
          <a:xfrm xmlns:a="http://schemas.openxmlformats.org/drawingml/2006/main">
            <a:off x="2053678" y="5093937"/>
            <a:ext cx="3810" cy="0"/>
          </a:xfrm>
          <a:prstGeom xmlns:a="http://schemas.openxmlformats.org/drawingml/2006/main" prst="line">
            <a:avLst/>
          </a:prstGeom>
          <a:noFill xmlns:a="http://schemas.openxmlformats.org/drawingml/2006/main"/>
          <a:ln xmlns:a="http://schemas.openxmlformats.org/drawingml/2006/main" w="11430">
            <a:solidFill>
              <a:srgbClr val="927B45"/>
            </a:solidFill>
          </a:ln>
        </p:spPr>
      </p:sp>
      <p:sp>
        <p:nvSpPr>
          <p:cNvPr id="341" name="0341:panel-b-map/interval-2-content:line">
            <a:extLst xmlns:a="http://schemas.openxmlformats.org/drawingml/2006/main">
              <a:ext uri="{FF2B5EF4-FFF2-40B4-BE49-F238E27FC236}">
                <a16:creationId xmlns:a16="http://schemas.microsoft.com/office/drawing/2014/main" id="{677E450E-E950-4326-9297-A34FB6497C01}"/>
              </a:ext>
            </a:extLst>
          </p:cNvPr>
          <p:cNvSpPr>
            <a:spLocks xmlns:a="http://schemas.openxmlformats.org/drawingml/2006/main" noGrp="1"/>
          </p:cNvSpPr>
          <p:nvPr/>
        </p:nvSpPr>
        <p:spPr>
          <a:xfrm xmlns:a="http://schemas.openxmlformats.org/drawingml/2006/main">
            <a:off x="2053678" y="5068530"/>
            <a:ext cx="0" cy="50812"/>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342" name="0342:panel-b-map/interval-2-content:line">
            <a:extLst xmlns:a="http://schemas.openxmlformats.org/drawingml/2006/main">
              <a:ext uri="{FF2B5EF4-FFF2-40B4-BE49-F238E27FC236}">
                <a16:creationId xmlns:a16="http://schemas.microsoft.com/office/drawing/2014/main" id="{D43C1B73-F7F8-43E9-8930-FBC557B540E4}"/>
              </a:ext>
            </a:extLst>
          </p:cNvPr>
          <p:cNvSpPr>
            <a:spLocks xmlns:a="http://schemas.openxmlformats.org/drawingml/2006/main" noGrp="1"/>
          </p:cNvSpPr>
          <p:nvPr/>
        </p:nvSpPr>
        <p:spPr>
          <a:xfrm xmlns:a="http://schemas.openxmlformats.org/drawingml/2006/main">
            <a:off x="2057488" y="5068530"/>
            <a:ext cx="0" cy="50812"/>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343" name="0343:panel-b-map/interval-2-content:rect">
            <a:extLst xmlns:a="http://schemas.openxmlformats.org/drawingml/2006/main">
              <a:ext uri="{FF2B5EF4-FFF2-40B4-BE49-F238E27FC236}">
                <a16:creationId xmlns:a16="http://schemas.microsoft.com/office/drawing/2014/main" id="{1ED7D15E-16DB-43C1-BB05-D8E547B47184}"/>
              </a:ext>
            </a:extLst>
          </p:cNvPr>
          <p:cNvSpPr>
            <a:spLocks xmlns:a="http://schemas.openxmlformats.org/drawingml/2006/main" noGrp="1"/>
          </p:cNvSpPr>
          <p:nvPr/>
        </p:nvSpPr>
        <p:spPr>
          <a:xfrm xmlns:a="http://schemas.openxmlformats.org/drawingml/2006/main">
            <a:off x="2030817" y="5068530"/>
            <a:ext cx="50802" cy="50812"/>
          </a:xfrm>
          <a:prstGeom xmlns:a="http://schemas.openxmlformats.org/drawingml/2006/main" prst="rect">
            <a:avLst/>
          </a:prstGeom>
          <a:solidFill xmlns:a="http://schemas.openxmlformats.org/drawingml/2006/main">
            <a:srgbClr val="927B45"/>
          </a:solidFill>
          <a:ln xmlns:a="http://schemas.openxmlformats.org/drawingml/2006/main" w="6350">
            <a:noFill/>
          </a:ln>
        </p:spPr>
      </p:sp>
      <p:sp>
        <p:nvSpPr>
          <p:cNvPr id="344" name="0344:panel-b-map/interval-2-style:line">
            <a:extLst xmlns:a="http://schemas.openxmlformats.org/drawingml/2006/main">
              <a:ext uri="{FF2B5EF4-FFF2-40B4-BE49-F238E27FC236}">
                <a16:creationId xmlns:a16="http://schemas.microsoft.com/office/drawing/2014/main" id="{42973FD9-B045-478E-9A3A-61D999ADA350}"/>
              </a:ext>
            </a:extLst>
          </p:cNvPr>
          <p:cNvSpPr>
            <a:spLocks xmlns:a="http://schemas.openxmlformats.org/drawingml/2006/main" noGrp="1"/>
          </p:cNvSpPr>
          <p:nvPr/>
        </p:nvSpPr>
        <p:spPr>
          <a:xfrm xmlns:a="http://schemas.openxmlformats.org/drawingml/2006/main">
            <a:off x="1850469" y="5144749"/>
            <a:ext cx="7620" cy="0"/>
          </a:xfrm>
          <a:prstGeom xmlns:a="http://schemas.openxmlformats.org/drawingml/2006/main" prst="line">
            <a:avLst/>
          </a:prstGeom>
          <a:noFill xmlns:a="http://schemas.openxmlformats.org/drawingml/2006/main"/>
          <a:ln xmlns:a="http://schemas.openxmlformats.org/drawingml/2006/main" w="11430">
            <a:solidFill>
              <a:srgbClr val="7B6A91"/>
            </a:solidFill>
          </a:ln>
        </p:spPr>
      </p:sp>
      <p:sp>
        <p:nvSpPr>
          <p:cNvPr id="345" name="0345:panel-b-map/interval-2-style:line">
            <a:extLst xmlns:a="http://schemas.openxmlformats.org/drawingml/2006/main">
              <a:ext uri="{FF2B5EF4-FFF2-40B4-BE49-F238E27FC236}">
                <a16:creationId xmlns:a16="http://schemas.microsoft.com/office/drawing/2014/main" id="{62BB5319-AFA4-4364-BB5D-EC5771841BEA}"/>
              </a:ext>
            </a:extLst>
          </p:cNvPr>
          <p:cNvSpPr>
            <a:spLocks xmlns:a="http://schemas.openxmlformats.org/drawingml/2006/main" noGrp="1"/>
          </p:cNvSpPr>
          <p:nvPr/>
        </p:nvSpPr>
        <p:spPr>
          <a:xfrm xmlns:a="http://schemas.openxmlformats.org/drawingml/2006/main">
            <a:off x="1850469" y="5119343"/>
            <a:ext cx="0" cy="50812"/>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346" name="0346:panel-b-map/interval-2-style:line">
            <a:extLst xmlns:a="http://schemas.openxmlformats.org/drawingml/2006/main">
              <a:ext uri="{FF2B5EF4-FFF2-40B4-BE49-F238E27FC236}">
                <a16:creationId xmlns:a16="http://schemas.microsoft.com/office/drawing/2014/main" id="{5BF244EE-5991-429C-90B9-F1AE2F0F8ADD}"/>
              </a:ext>
            </a:extLst>
          </p:cNvPr>
          <p:cNvSpPr>
            <a:spLocks xmlns:a="http://schemas.openxmlformats.org/drawingml/2006/main" noGrp="1"/>
          </p:cNvSpPr>
          <p:nvPr/>
        </p:nvSpPr>
        <p:spPr>
          <a:xfrm xmlns:a="http://schemas.openxmlformats.org/drawingml/2006/main">
            <a:off x="1858089" y="5119343"/>
            <a:ext cx="0" cy="50812"/>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347" name="0347:panel-b-map/interval-2-style:polygon">
            <a:extLst xmlns:a="http://schemas.openxmlformats.org/drawingml/2006/main">
              <a:ext uri="{FF2B5EF4-FFF2-40B4-BE49-F238E27FC236}">
                <a16:creationId xmlns:a16="http://schemas.microsoft.com/office/drawing/2014/main" id="{0F037CEA-483A-472A-9CA3-D07886F4BDFC}"/>
              </a:ext>
            </a:extLst>
          </p:cNvPr>
          <p:cNvSpPr>
            <a:spLocks xmlns:a="http://schemas.openxmlformats.org/drawingml/2006/main" noGrp="1"/>
          </p:cNvSpPr>
          <p:nvPr/>
        </p:nvSpPr>
        <p:spPr>
          <a:xfrm xmlns:a="http://schemas.openxmlformats.org/drawingml/2006/main">
            <a:off x="1819988" y="5110451"/>
            <a:ext cx="68583" cy="59704"/>
          </a:xfrm>
          <a:custGeom xmlns:a="http://schemas.openxmlformats.org/drawingml/2006/main">
            <a:pathLst>
              <a:path w="68583" h="59704">
                <a:moveTo>
                  <a:pt x="34291" y="0"/>
                </a:moveTo>
                <a:lnTo>
                  <a:pt x="68583" y="59704"/>
                </a:lnTo>
                <a:lnTo>
                  <a:pt x="0" y="59704"/>
                </a:lnTo>
                <a:close/>
              </a:path>
            </a:pathLst>
          </a:custGeom>
          <a:solidFill xmlns:a="http://schemas.openxmlformats.org/drawingml/2006/main">
            <a:srgbClr val="7B6A91"/>
          </a:solidFill>
          <a:ln xmlns:a="http://schemas.openxmlformats.org/drawingml/2006/main" w="0">
            <a:noFill/>
          </a:ln>
        </p:spPr>
      </p:sp>
      <p:sp>
        <p:nvSpPr>
          <p:cNvPr id="348" name="0348:panel-b-map/interval-2-visual_content:line">
            <a:extLst xmlns:a="http://schemas.openxmlformats.org/drawingml/2006/main">
              <a:ext uri="{FF2B5EF4-FFF2-40B4-BE49-F238E27FC236}">
                <a16:creationId xmlns:a16="http://schemas.microsoft.com/office/drawing/2014/main" id="{E3F6F265-711A-4012-873E-6B37132CFF68}"/>
              </a:ext>
            </a:extLst>
          </p:cNvPr>
          <p:cNvSpPr>
            <a:spLocks xmlns:a="http://schemas.openxmlformats.org/drawingml/2006/main" noGrp="1"/>
          </p:cNvSpPr>
          <p:nvPr/>
        </p:nvSpPr>
        <p:spPr>
          <a:xfrm xmlns:a="http://schemas.openxmlformats.org/drawingml/2006/main">
            <a:off x="3530751" y="5195561"/>
            <a:ext cx="375936" cy="0"/>
          </a:xfrm>
          <a:prstGeom xmlns:a="http://schemas.openxmlformats.org/drawingml/2006/main" prst="line">
            <a:avLst/>
          </a:prstGeom>
          <a:noFill xmlns:a="http://schemas.openxmlformats.org/drawingml/2006/main"/>
          <a:ln xmlns:a="http://schemas.openxmlformats.org/drawingml/2006/main" w="11430">
            <a:solidFill>
              <a:srgbClr val="378183"/>
            </a:solidFill>
          </a:ln>
        </p:spPr>
      </p:sp>
      <p:sp>
        <p:nvSpPr>
          <p:cNvPr id="349" name="0349:panel-b-map/interval-2-visual_content:line">
            <a:extLst xmlns:a="http://schemas.openxmlformats.org/drawingml/2006/main">
              <a:ext uri="{FF2B5EF4-FFF2-40B4-BE49-F238E27FC236}">
                <a16:creationId xmlns:a16="http://schemas.microsoft.com/office/drawing/2014/main" id="{9926011B-6F6A-4335-9BEE-657BA1CA8943}"/>
              </a:ext>
            </a:extLst>
          </p:cNvPr>
          <p:cNvSpPr>
            <a:spLocks xmlns:a="http://schemas.openxmlformats.org/drawingml/2006/main" noGrp="1"/>
          </p:cNvSpPr>
          <p:nvPr/>
        </p:nvSpPr>
        <p:spPr>
          <a:xfrm xmlns:a="http://schemas.openxmlformats.org/drawingml/2006/main">
            <a:off x="3530751" y="5170155"/>
            <a:ext cx="0" cy="50812"/>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350" name="0350:panel-b-map/interval-2-visual_content:line">
            <a:extLst xmlns:a="http://schemas.openxmlformats.org/drawingml/2006/main">
              <a:ext uri="{FF2B5EF4-FFF2-40B4-BE49-F238E27FC236}">
                <a16:creationId xmlns:a16="http://schemas.microsoft.com/office/drawing/2014/main" id="{5E0FD971-3875-4C00-979A-525157299912}"/>
              </a:ext>
            </a:extLst>
          </p:cNvPr>
          <p:cNvSpPr>
            <a:spLocks xmlns:a="http://schemas.openxmlformats.org/drawingml/2006/main" noGrp="1"/>
          </p:cNvSpPr>
          <p:nvPr/>
        </p:nvSpPr>
        <p:spPr>
          <a:xfrm xmlns:a="http://schemas.openxmlformats.org/drawingml/2006/main">
            <a:off x="3906687" y="5170155"/>
            <a:ext cx="0" cy="50812"/>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351" name="0351:panel-b-map/interval-2-visual_content:polygon">
            <a:extLst xmlns:a="http://schemas.openxmlformats.org/drawingml/2006/main">
              <a:ext uri="{FF2B5EF4-FFF2-40B4-BE49-F238E27FC236}">
                <a16:creationId xmlns:a16="http://schemas.microsoft.com/office/drawing/2014/main" id="{3CAC3347-6907-4C3D-A02C-28FB5F3F4900}"/>
              </a:ext>
            </a:extLst>
          </p:cNvPr>
          <p:cNvSpPr>
            <a:spLocks xmlns:a="http://schemas.openxmlformats.org/drawingml/2006/main" noGrp="1"/>
          </p:cNvSpPr>
          <p:nvPr/>
        </p:nvSpPr>
        <p:spPr>
          <a:xfrm xmlns:a="http://schemas.openxmlformats.org/drawingml/2006/main">
            <a:off x="3684428" y="5161263"/>
            <a:ext cx="68583" cy="68597"/>
          </a:xfrm>
          <a:custGeom xmlns:a="http://schemas.openxmlformats.org/drawingml/2006/main">
            <a:pathLst>
              <a:path w="68583" h="68597">
                <a:moveTo>
                  <a:pt x="34291" y="0"/>
                </a:moveTo>
                <a:lnTo>
                  <a:pt x="68583" y="34298"/>
                </a:lnTo>
                <a:lnTo>
                  <a:pt x="34291" y="68597"/>
                </a:lnTo>
                <a:lnTo>
                  <a:pt x="0" y="34298"/>
                </a:lnTo>
                <a:close/>
              </a:path>
            </a:pathLst>
          </a:custGeom>
          <a:solidFill xmlns:a="http://schemas.openxmlformats.org/drawingml/2006/main">
            <a:srgbClr val="378183"/>
          </a:solidFill>
          <a:ln xmlns:a="http://schemas.openxmlformats.org/drawingml/2006/main" w="0">
            <a:noFill/>
          </a:ln>
        </p:spPr>
      </p:sp>
      <p:sp>
        <p:nvSpPr>
          <p:cNvPr id="352" name="0352:panel-b-map/interval-2-visual_style:line">
            <a:extLst xmlns:a="http://schemas.openxmlformats.org/drawingml/2006/main">
              <a:ext uri="{FF2B5EF4-FFF2-40B4-BE49-F238E27FC236}">
                <a16:creationId xmlns:a16="http://schemas.microsoft.com/office/drawing/2014/main" id="{BE8C0A7F-681A-4439-9519-4D230DE2620B}"/>
              </a:ext>
            </a:extLst>
          </p:cNvPr>
          <p:cNvSpPr>
            <a:spLocks xmlns:a="http://schemas.openxmlformats.org/drawingml/2006/main" noGrp="1"/>
          </p:cNvSpPr>
          <p:nvPr/>
        </p:nvSpPr>
        <p:spPr>
          <a:xfrm xmlns:a="http://schemas.openxmlformats.org/drawingml/2006/main">
            <a:off x="3718719" y="5246374"/>
            <a:ext cx="44452" cy="0"/>
          </a:xfrm>
          <a:prstGeom xmlns:a="http://schemas.openxmlformats.org/drawingml/2006/main" prst="line">
            <a:avLst/>
          </a:prstGeom>
          <a:noFill xmlns:a="http://schemas.openxmlformats.org/drawingml/2006/main"/>
          <a:ln xmlns:a="http://schemas.openxmlformats.org/drawingml/2006/main" w="11430">
            <a:solidFill>
              <a:srgbClr val="B5678E"/>
            </a:solidFill>
          </a:ln>
        </p:spPr>
      </p:sp>
      <p:sp>
        <p:nvSpPr>
          <p:cNvPr id="353" name="0353:panel-b-map/interval-2-visual_style:line">
            <a:extLst xmlns:a="http://schemas.openxmlformats.org/drawingml/2006/main">
              <a:ext uri="{FF2B5EF4-FFF2-40B4-BE49-F238E27FC236}">
                <a16:creationId xmlns:a16="http://schemas.microsoft.com/office/drawing/2014/main" id="{5237B88A-E506-487B-BC91-63AA032292C3}"/>
              </a:ext>
            </a:extLst>
          </p:cNvPr>
          <p:cNvSpPr>
            <a:spLocks xmlns:a="http://schemas.openxmlformats.org/drawingml/2006/main" noGrp="1"/>
          </p:cNvSpPr>
          <p:nvPr/>
        </p:nvSpPr>
        <p:spPr>
          <a:xfrm xmlns:a="http://schemas.openxmlformats.org/drawingml/2006/main">
            <a:off x="3718719" y="5220967"/>
            <a:ext cx="0" cy="50812"/>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354" name="0354:panel-b-map/interval-2-visual_style:line">
            <a:extLst xmlns:a="http://schemas.openxmlformats.org/drawingml/2006/main">
              <a:ext uri="{FF2B5EF4-FFF2-40B4-BE49-F238E27FC236}">
                <a16:creationId xmlns:a16="http://schemas.microsoft.com/office/drawing/2014/main" id="{AAA31210-06AB-49D5-BB89-60CFFA04C65F}"/>
              </a:ext>
            </a:extLst>
          </p:cNvPr>
          <p:cNvSpPr>
            <a:spLocks xmlns:a="http://schemas.openxmlformats.org/drawingml/2006/main" noGrp="1"/>
          </p:cNvSpPr>
          <p:nvPr/>
        </p:nvSpPr>
        <p:spPr>
          <a:xfrm xmlns:a="http://schemas.openxmlformats.org/drawingml/2006/main">
            <a:off x="3763171" y="5220967"/>
            <a:ext cx="0" cy="50812"/>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355" name="0355:panel-b-map/interval-2-visual_style:polygon">
            <a:extLst xmlns:a="http://schemas.openxmlformats.org/drawingml/2006/main">
              <a:ext uri="{FF2B5EF4-FFF2-40B4-BE49-F238E27FC236}">
                <a16:creationId xmlns:a16="http://schemas.microsoft.com/office/drawing/2014/main" id="{7D665A99-3AF9-48ED-8312-8D6CDD3D4AB3}"/>
              </a:ext>
            </a:extLst>
          </p:cNvPr>
          <p:cNvSpPr>
            <a:spLocks xmlns:a="http://schemas.openxmlformats.org/drawingml/2006/main" noGrp="1"/>
          </p:cNvSpPr>
          <p:nvPr/>
        </p:nvSpPr>
        <p:spPr>
          <a:xfrm xmlns:a="http://schemas.openxmlformats.org/drawingml/2006/main">
            <a:off x="3706018" y="5220967"/>
            <a:ext cx="68583" cy="59704"/>
          </a:xfrm>
          <a:custGeom xmlns:a="http://schemas.openxmlformats.org/drawingml/2006/main">
            <a:pathLst>
              <a:path w="68583" h="59704">
                <a:moveTo>
                  <a:pt x="34291" y="59704"/>
                </a:moveTo>
                <a:lnTo>
                  <a:pt x="68583" y="0"/>
                </a:lnTo>
                <a:lnTo>
                  <a:pt x="0" y="0"/>
                </a:lnTo>
                <a:close/>
              </a:path>
            </a:pathLst>
          </a:custGeom>
          <a:solidFill xmlns:a="http://schemas.openxmlformats.org/drawingml/2006/main">
            <a:srgbClr val="B5678E"/>
          </a:solidFill>
          <a:ln xmlns:a="http://schemas.openxmlformats.org/drawingml/2006/main" w="0">
            <a:noFill/>
          </a:ln>
        </p:spPr>
      </p:sp>
      <p:sp>
        <p:nvSpPr>
          <p:cNvPr id="356" name="0356:panel-b-map/interval-2-full:line">
            <a:extLst xmlns:a="http://schemas.openxmlformats.org/drawingml/2006/main">
              <a:ext uri="{FF2B5EF4-FFF2-40B4-BE49-F238E27FC236}">
                <a16:creationId xmlns:a16="http://schemas.microsoft.com/office/drawing/2014/main" id="{21BD8417-3DF1-4FD7-A5EC-335D35CF946D}"/>
              </a:ext>
            </a:extLst>
          </p:cNvPr>
          <p:cNvSpPr>
            <a:spLocks xmlns:a="http://schemas.openxmlformats.org/drawingml/2006/main" noGrp="1"/>
          </p:cNvSpPr>
          <p:nvPr/>
        </p:nvSpPr>
        <p:spPr>
          <a:xfrm xmlns:a="http://schemas.openxmlformats.org/drawingml/2006/main">
            <a:off x="3646326" y="5297186"/>
            <a:ext cx="71123" cy="0"/>
          </a:xfrm>
          <a:prstGeom xmlns:a="http://schemas.openxmlformats.org/drawingml/2006/main" prst="line">
            <a:avLst/>
          </a:prstGeom>
          <a:noFill xmlns:a="http://schemas.openxmlformats.org/drawingml/2006/main"/>
          <a:ln xmlns:a="http://schemas.openxmlformats.org/drawingml/2006/main" w="11430">
            <a:solidFill>
              <a:srgbClr val="0F4D92"/>
            </a:solidFill>
          </a:ln>
        </p:spPr>
      </p:sp>
      <p:sp>
        <p:nvSpPr>
          <p:cNvPr id="357" name="0357:panel-b-map/interval-2-full:line">
            <a:extLst xmlns:a="http://schemas.openxmlformats.org/drawingml/2006/main">
              <a:ext uri="{FF2B5EF4-FFF2-40B4-BE49-F238E27FC236}">
                <a16:creationId xmlns:a16="http://schemas.microsoft.com/office/drawing/2014/main" id="{C42AB323-2E59-4AC4-8764-A86D59121D29}"/>
              </a:ext>
            </a:extLst>
          </p:cNvPr>
          <p:cNvSpPr>
            <a:spLocks xmlns:a="http://schemas.openxmlformats.org/drawingml/2006/main" noGrp="1"/>
          </p:cNvSpPr>
          <p:nvPr/>
        </p:nvSpPr>
        <p:spPr>
          <a:xfrm xmlns:a="http://schemas.openxmlformats.org/drawingml/2006/main">
            <a:off x="3646326" y="5271780"/>
            <a:ext cx="0" cy="50812"/>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358" name="0358:panel-b-map/interval-2-full:line">
            <a:extLst xmlns:a="http://schemas.openxmlformats.org/drawingml/2006/main">
              <a:ext uri="{FF2B5EF4-FFF2-40B4-BE49-F238E27FC236}">
                <a16:creationId xmlns:a16="http://schemas.microsoft.com/office/drawing/2014/main" id="{85D1BA03-4452-46E5-888B-3804D8058B24}"/>
              </a:ext>
            </a:extLst>
          </p:cNvPr>
          <p:cNvSpPr>
            <a:spLocks xmlns:a="http://schemas.openxmlformats.org/drawingml/2006/main" noGrp="1"/>
          </p:cNvSpPr>
          <p:nvPr/>
        </p:nvSpPr>
        <p:spPr>
          <a:xfrm xmlns:a="http://schemas.openxmlformats.org/drawingml/2006/main">
            <a:off x="3717449" y="5271780"/>
            <a:ext cx="0" cy="50812"/>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359" name="0359:panel-b-map/interval-2-full:line">
            <a:extLst xmlns:a="http://schemas.openxmlformats.org/drawingml/2006/main">
              <a:ext uri="{FF2B5EF4-FFF2-40B4-BE49-F238E27FC236}">
                <a16:creationId xmlns:a16="http://schemas.microsoft.com/office/drawing/2014/main" id="{82DA0653-A045-4609-8ED7-E63DB3FB095B}"/>
              </a:ext>
            </a:extLst>
          </p:cNvPr>
          <p:cNvSpPr>
            <a:spLocks xmlns:a="http://schemas.openxmlformats.org/drawingml/2006/main" noGrp="1"/>
          </p:cNvSpPr>
          <p:nvPr/>
        </p:nvSpPr>
        <p:spPr>
          <a:xfrm xmlns:a="http://schemas.openxmlformats.org/drawingml/2006/main">
            <a:off x="3650136" y="5297186"/>
            <a:ext cx="63503" cy="0"/>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360" name="0360:panel-b-map/interval-2-full:line">
            <a:extLst xmlns:a="http://schemas.openxmlformats.org/drawingml/2006/main">
              <a:ext uri="{FF2B5EF4-FFF2-40B4-BE49-F238E27FC236}">
                <a16:creationId xmlns:a16="http://schemas.microsoft.com/office/drawing/2014/main" id="{2CB9B38F-6EAE-44C1-85B9-E722C858DAC7}"/>
              </a:ext>
            </a:extLst>
          </p:cNvPr>
          <p:cNvSpPr>
            <a:spLocks xmlns:a="http://schemas.openxmlformats.org/drawingml/2006/main" noGrp="1"/>
          </p:cNvSpPr>
          <p:nvPr/>
        </p:nvSpPr>
        <p:spPr>
          <a:xfrm xmlns:a="http://schemas.openxmlformats.org/drawingml/2006/main">
            <a:off x="3681887" y="5265428"/>
            <a:ext cx="0" cy="63515"/>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361" name="0361:panel-b-map/task-3:text">
            <a:extLst xmlns:a="http://schemas.openxmlformats.org/drawingml/2006/main">
              <a:ext uri="{FF2B5EF4-FFF2-40B4-BE49-F238E27FC236}">
                <a16:creationId xmlns:a16="http://schemas.microsoft.com/office/drawing/2014/main" id="{83AD8A9E-CEB5-4F40-9741-32CE6F7670BE}"/>
              </a:ext>
            </a:extLst>
          </p:cNvPr>
          <p:cNvSpPr>
            <a:spLocks xmlns:a="http://schemas.openxmlformats.org/drawingml/2006/main" noGrp="1"/>
          </p:cNvSpPr>
          <p:nvPr/>
        </p:nvSpPr>
        <p:spPr>
          <a:xfrm xmlns:a="http://schemas.openxmlformats.org/drawingml/2006/main">
            <a:off x="649137" y="5514939"/>
            <a:ext cx="104003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Satellite → UAV 200 m</a:t>
            </a:r>
          </a:p>
        </p:txBody>
      </p:sp>
      <p:sp>
        <p:nvSpPr>
          <p:cNvPr id="362" name="0362:panel-b-map/interval-3-visual:line">
            <a:extLst xmlns:a="http://schemas.openxmlformats.org/drawingml/2006/main">
              <a:ext uri="{FF2B5EF4-FFF2-40B4-BE49-F238E27FC236}">
                <a16:creationId xmlns:a16="http://schemas.microsoft.com/office/drawing/2014/main" id="{F80931C0-74E4-43CD-8BCA-CA3735F3D17F}"/>
              </a:ext>
            </a:extLst>
          </p:cNvPr>
          <p:cNvSpPr>
            <a:spLocks xmlns:a="http://schemas.openxmlformats.org/drawingml/2006/main" noGrp="1"/>
          </p:cNvSpPr>
          <p:nvPr/>
        </p:nvSpPr>
        <p:spPr>
          <a:xfrm xmlns:a="http://schemas.openxmlformats.org/drawingml/2006/main">
            <a:off x="3952409" y="5449623"/>
            <a:ext cx="109225" cy="0"/>
          </a:xfrm>
          <a:prstGeom xmlns:a="http://schemas.openxmlformats.org/drawingml/2006/main" prst="line">
            <a:avLst/>
          </a:prstGeom>
          <a:noFill xmlns:a="http://schemas.openxmlformats.org/drawingml/2006/main"/>
          <a:ln xmlns:a="http://schemas.openxmlformats.org/drawingml/2006/main" w="11430">
            <a:solidFill>
              <a:srgbClr val="484878"/>
            </a:solidFill>
          </a:ln>
        </p:spPr>
      </p:sp>
      <p:sp>
        <p:nvSpPr>
          <p:cNvPr id="363" name="0363:panel-b-map/interval-3-visual:line">
            <a:extLst xmlns:a="http://schemas.openxmlformats.org/drawingml/2006/main">
              <a:ext uri="{FF2B5EF4-FFF2-40B4-BE49-F238E27FC236}">
                <a16:creationId xmlns:a16="http://schemas.microsoft.com/office/drawing/2014/main" id="{F243DA9E-2972-4DD1-9056-DAECD7614598}"/>
              </a:ext>
            </a:extLst>
          </p:cNvPr>
          <p:cNvSpPr>
            <a:spLocks xmlns:a="http://schemas.openxmlformats.org/drawingml/2006/main" noGrp="1"/>
          </p:cNvSpPr>
          <p:nvPr/>
        </p:nvSpPr>
        <p:spPr>
          <a:xfrm xmlns:a="http://schemas.openxmlformats.org/drawingml/2006/main">
            <a:off x="3952409" y="5424217"/>
            <a:ext cx="0" cy="50812"/>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364" name="0364:panel-b-map/interval-3-visual:line">
            <a:extLst xmlns:a="http://schemas.openxmlformats.org/drawingml/2006/main">
              <a:ext uri="{FF2B5EF4-FFF2-40B4-BE49-F238E27FC236}">
                <a16:creationId xmlns:a16="http://schemas.microsoft.com/office/drawing/2014/main" id="{933E8DFA-0614-4EFD-97A3-00F287108158}"/>
              </a:ext>
            </a:extLst>
          </p:cNvPr>
          <p:cNvSpPr>
            <a:spLocks xmlns:a="http://schemas.openxmlformats.org/drawingml/2006/main" noGrp="1"/>
          </p:cNvSpPr>
          <p:nvPr/>
        </p:nvSpPr>
        <p:spPr>
          <a:xfrm xmlns:a="http://schemas.openxmlformats.org/drawingml/2006/main">
            <a:off x="4061634" y="5424217"/>
            <a:ext cx="0" cy="50812"/>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365" name="0365:panel-b-map/interval-3-visual:circle">
            <a:extLst xmlns:a="http://schemas.openxmlformats.org/drawingml/2006/main">
              <a:ext uri="{FF2B5EF4-FFF2-40B4-BE49-F238E27FC236}">
                <a16:creationId xmlns:a16="http://schemas.microsoft.com/office/drawing/2014/main" id="{CA64A59E-FD51-462A-A779-2EC3424A7822}"/>
              </a:ext>
            </a:extLst>
          </p:cNvPr>
          <p:cNvSpPr>
            <a:spLocks xmlns:a="http://schemas.openxmlformats.org/drawingml/2006/main" noGrp="1"/>
          </p:cNvSpPr>
          <p:nvPr/>
        </p:nvSpPr>
        <p:spPr>
          <a:xfrm xmlns:a="http://schemas.openxmlformats.org/drawingml/2006/main">
            <a:off x="3981620" y="5424217"/>
            <a:ext cx="50802" cy="50812"/>
          </a:xfrm>
          <a:prstGeom xmlns:a="http://schemas.openxmlformats.org/drawingml/2006/main" prst="ellipse">
            <a:avLst/>
          </a:prstGeom>
          <a:solidFill xmlns:a="http://schemas.openxmlformats.org/drawingml/2006/main">
            <a:srgbClr val="484878"/>
          </a:solidFill>
          <a:ln xmlns:a="http://schemas.openxmlformats.org/drawingml/2006/main" w="0">
            <a:noFill/>
          </a:ln>
        </p:spPr>
      </p:sp>
      <p:sp>
        <p:nvSpPr>
          <p:cNvPr id="366" name="0366:panel-b-map/interval-3-content:line">
            <a:extLst xmlns:a="http://schemas.openxmlformats.org/drawingml/2006/main">
              <a:ext uri="{FF2B5EF4-FFF2-40B4-BE49-F238E27FC236}">
                <a16:creationId xmlns:a16="http://schemas.microsoft.com/office/drawing/2014/main" id="{0EEC6B0F-77A3-4005-A214-CAAE1FCC6F5B}"/>
              </a:ext>
            </a:extLst>
          </p:cNvPr>
          <p:cNvSpPr>
            <a:spLocks xmlns:a="http://schemas.openxmlformats.org/drawingml/2006/main" noGrp="1"/>
          </p:cNvSpPr>
          <p:nvPr/>
        </p:nvSpPr>
        <p:spPr>
          <a:xfrm xmlns:a="http://schemas.openxmlformats.org/drawingml/2006/main">
            <a:off x="1969854" y="5500435"/>
            <a:ext cx="6350" cy="0"/>
          </a:xfrm>
          <a:prstGeom xmlns:a="http://schemas.openxmlformats.org/drawingml/2006/main" prst="line">
            <a:avLst/>
          </a:prstGeom>
          <a:noFill xmlns:a="http://schemas.openxmlformats.org/drawingml/2006/main"/>
          <a:ln xmlns:a="http://schemas.openxmlformats.org/drawingml/2006/main" w="11430">
            <a:solidFill>
              <a:srgbClr val="927B45"/>
            </a:solidFill>
          </a:ln>
        </p:spPr>
      </p:sp>
      <p:sp>
        <p:nvSpPr>
          <p:cNvPr id="367" name="0367:panel-b-map/interval-3-content:line">
            <a:extLst xmlns:a="http://schemas.openxmlformats.org/drawingml/2006/main">
              <a:ext uri="{FF2B5EF4-FFF2-40B4-BE49-F238E27FC236}">
                <a16:creationId xmlns:a16="http://schemas.microsoft.com/office/drawing/2014/main" id="{C3D03191-E250-4EF1-835C-954A0FAA10C1}"/>
              </a:ext>
            </a:extLst>
          </p:cNvPr>
          <p:cNvSpPr>
            <a:spLocks xmlns:a="http://schemas.openxmlformats.org/drawingml/2006/main" noGrp="1"/>
          </p:cNvSpPr>
          <p:nvPr/>
        </p:nvSpPr>
        <p:spPr>
          <a:xfrm xmlns:a="http://schemas.openxmlformats.org/drawingml/2006/main">
            <a:off x="1969854" y="5475029"/>
            <a:ext cx="0" cy="50812"/>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368" name="0368:panel-b-map/interval-3-content:line">
            <a:extLst xmlns:a="http://schemas.openxmlformats.org/drawingml/2006/main">
              <a:ext uri="{FF2B5EF4-FFF2-40B4-BE49-F238E27FC236}">
                <a16:creationId xmlns:a16="http://schemas.microsoft.com/office/drawing/2014/main" id="{8286C4B1-D0DD-4699-94EB-A72328F077CC}"/>
              </a:ext>
            </a:extLst>
          </p:cNvPr>
          <p:cNvSpPr>
            <a:spLocks xmlns:a="http://schemas.openxmlformats.org/drawingml/2006/main" noGrp="1"/>
          </p:cNvSpPr>
          <p:nvPr/>
        </p:nvSpPr>
        <p:spPr>
          <a:xfrm xmlns:a="http://schemas.openxmlformats.org/drawingml/2006/main">
            <a:off x="1976204" y="5475029"/>
            <a:ext cx="0" cy="50812"/>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369" name="0369:panel-b-map/interval-3-content:rect">
            <a:extLst xmlns:a="http://schemas.openxmlformats.org/drawingml/2006/main">
              <a:ext uri="{FF2B5EF4-FFF2-40B4-BE49-F238E27FC236}">
                <a16:creationId xmlns:a16="http://schemas.microsoft.com/office/drawing/2014/main" id="{6E0EE8BB-6909-4064-A162-6327E756AE9C}"/>
              </a:ext>
            </a:extLst>
          </p:cNvPr>
          <p:cNvSpPr>
            <a:spLocks xmlns:a="http://schemas.openxmlformats.org/drawingml/2006/main" noGrp="1"/>
          </p:cNvSpPr>
          <p:nvPr/>
        </p:nvSpPr>
        <p:spPr>
          <a:xfrm xmlns:a="http://schemas.openxmlformats.org/drawingml/2006/main">
            <a:off x="1948263" y="5475029"/>
            <a:ext cx="50802" cy="50812"/>
          </a:xfrm>
          <a:prstGeom xmlns:a="http://schemas.openxmlformats.org/drawingml/2006/main" prst="rect">
            <a:avLst/>
          </a:prstGeom>
          <a:solidFill xmlns:a="http://schemas.openxmlformats.org/drawingml/2006/main">
            <a:srgbClr val="927B45"/>
          </a:solidFill>
          <a:ln xmlns:a="http://schemas.openxmlformats.org/drawingml/2006/main" w="6350">
            <a:noFill/>
          </a:ln>
        </p:spPr>
      </p:sp>
      <p:sp>
        <p:nvSpPr>
          <p:cNvPr id="370" name="0370:panel-b-map/interval-3-style:line">
            <a:extLst xmlns:a="http://schemas.openxmlformats.org/drawingml/2006/main">
              <a:ext uri="{FF2B5EF4-FFF2-40B4-BE49-F238E27FC236}">
                <a16:creationId xmlns:a16="http://schemas.microsoft.com/office/drawing/2014/main" id="{8C35AFA3-8517-4C2B-857F-91FC91456A73}"/>
              </a:ext>
            </a:extLst>
          </p:cNvPr>
          <p:cNvSpPr>
            <a:spLocks xmlns:a="http://schemas.openxmlformats.org/drawingml/2006/main" noGrp="1"/>
          </p:cNvSpPr>
          <p:nvPr/>
        </p:nvSpPr>
        <p:spPr>
          <a:xfrm xmlns:a="http://schemas.openxmlformats.org/drawingml/2006/main">
            <a:off x="1840309" y="5551248"/>
            <a:ext cx="7620" cy="0"/>
          </a:xfrm>
          <a:prstGeom xmlns:a="http://schemas.openxmlformats.org/drawingml/2006/main" prst="line">
            <a:avLst/>
          </a:prstGeom>
          <a:noFill xmlns:a="http://schemas.openxmlformats.org/drawingml/2006/main"/>
          <a:ln xmlns:a="http://schemas.openxmlformats.org/drawingml/2006/main" w="11430">
            <a:solidFill>
              <a:srgbClr val="7B6A91"/>
            </a:solidFill>
          </a:ln>
        </p:spPr>
      </p:sp>
      <p:sp>
        <p:nvSpPr>
          <p:cNvPr id="371" name="0371:panel-b-map/interval-3-style:line">
            <a:extLst xmlns:a="http://schemas.openxmlformats.org/drawingml/2006/main">
              <a:ext uri="{FF2B5EF4-FFF2-40B4-BE49-F238E27FC236}">
                <a16:creationId xmlns:a16="http://schemas.microsoft.com/office/drawing/2014/main" id="{8FC8775A-40D3-40F0-82C1-CC4ED2CE8AC1}"/>
              </a:ext>
            </a:extLst>
          </p:cNvPr>
          <p:cNvSpPr>
            <a:spLocks xmlns:a="http://schemas.openxmlformats.org/drawingml/2006/main" noGrp="1"/>
          </p:cNvSpPr>
          <p:nvPr/>
        </p:nvSpPr>
        <p:spPr>
          <a:xfrm xmlns:a="http://schemas.openxmlformats.org/drawingml/2006/main">
            <a:off x="1840309" y="5525841"/>
            <a:ext cx="0" cy="50812"/>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372" name="0372:panel-b-map/interval-3-style:line">
            <a:extLst xmlns:a="http://schemas.openxmlformats.org/drawingml/2006/main">
              <a:ext uri="{FF2B5EF4-FFF2-40B4-BE49-F238E27FC236}">
                <a16:creationId xmlns:a16="http://schemas.microsoft.com/office/drawing/2014/main" id="{695D05EC-2EE3-44A5-88B1-4F7FEE978894}"/>
              </a:ext>
            </a:extLst>
          </p:cNvPr>
          <p:cNvSpPr>
            <a:spLocks xmlns:a="http://schemas.openxmlformats.org/drawingml/2006/main" noGrp="1"/>
          </p:cNvSpPr>
          <p:nvPr/>
        </p:nvSpPr>
        <p:spPr>
          <a:xfrm xmlns:a="http://schemas.openxmlformats.org/drawingml/2006/main">
            <a:off x="1847929" y="5525841"/>
            <a:ext cx="0" cy="50812"/>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373" name="0373:panel-b-map/interval-3-style:polygon">
            <a:extLst xmlns:a="http://schemas.openxmlformats.org/drawingml/2006/main">
              <a:ext uri="{FF2B5EF4-FFF2-40B4-BE49-F238E27FC236}">
                <a16:creationId xmlns:a16="http://schemas.microsoft.com/office/drawing/2014/main" id="{54C47313-AD74-489E-AE04-603D5E8D0128}"/>
              </a:ext>
            </a:extLst>
          </p:cNvPr>
          <p:cNvSpPr>
            <a:spLocks xmlns:a="http://schemas.openxmlformats.org/drawingml/2006/main" noGrp="1"/>
          </p:cNvSpPr>
          <p:nvPr/>
        </p:nvSpPr>
        <p:spPr>
          <a:xfrm xmlns:a="http://schemas.openxmlformats.org/drawingml/2006/main">
            <a:off x="1809827" y="5516949"/>
            <a:ext cx="68583" cy="59704"/>
          </a:xfrm>
          <a:custGeom xmlns:a="http://schemas.openxmlformats.org/drawingml/2006/main">
            <a:pathLst>
              <a:path w="68583" h="59704">
                <a:moveTo>
                  <a:pt x="34291" y="0"/>
                </a:moveTo>
                <a:lnTo>
                  <a:pt x="68583" y="59704"/>
                </a:lnTo>
                <a:lnTo>
                  <a:pt x="0" y="59704"/>
                </a:lnTo>
                <a:close/>
              </a:path>
            </a:pathLst>
          </a:custGeom>
          <a:solidFill xmlns:a="http://schemas.openxmlformats.org/drawingml/2006/main">
            <a:srgbClr val="7B6A91"/>
          </a:solidFill>
          <a:ln xmlns:a="http://schemas.openxmlformats.org/drawingml/2006/main" w="0">
            <a:noFill/>
          </a:ln>
        </p:spPr>
      </p:sp>
      <p:sp>
        <p:nvSpPr>
          <p:cNvPr id="374" name="0374:panel-b-map/interval-3-visual_content:line">
            <a:extLst xmlns:a="http://schemas.openxmlformats.org/drawingml/2006/main">
              <a:ext uri="{FF2B5EF4-FFF2-40B4-BE49-F238E27FC236}">
                <a16:creationId xmlns:a16="http://schemas.microsoft.com/office/drawing/2014/main" id="{E88ED90A-E268-4274-89BA-0B0AE5E0ECC4}"/>
              </a:ext>
            </a:extLst>
          </p:cNvPr>
          <p:cNvSpPr>
            <a:spLocks xmlns:a="http://schemas.openxmlformats.org/drawingml/2006/main" noGrp="1"/>
          </p:cNvSpPr>
          <p:nvPr/>
        </p:nvSpPr>
        <p:spPr>
          <a:xfrm xmlns:a="http://schemas.openxmlformats.org/drawingml/2006/main">
            <a:off x="3307221" y="5602060"/>
            <a:ext cx="287032" cy="0"/>
          </a:xfrm>
          <a:prstGeom xmlns:a="http://schemas.openxmlformats.org/drawingml/2006/main" prst="line">
            <a:avLst/>
          </a:prstGeom>
          <a:noFill xmlns:a="http://schemas.openxmlformats.org/drawingml/2006/main"/>
          <a:ln xmlns:a="http://schemas.openxmlformats.org/drawingml/2006/main" w="11430">
            <a:solidFill>
              <a:srgbClr val="378183"/>
            </a:solidFill>
          </a:ln>
        </p:spPr>
      </p:sp>
      <p:sp>
        <p:nvSpPr>
          <p:cNvPr id="375" name="0375:panel-b-map/interval-3-visual_content:line">
            <a:extLst xmlns:a="http://schemas.openxmlformats.org/drawingml/2006/main">
              <a:ext uri="{FF2B5EF4-FFF2-40B4-BE49-F238E27FC236}">
                <a16:creationId xmlns:a16="http://schemas.microsoft.com/office/drawing/2014/main" id="{540142A7-200B-43DA-8620-A3A92F1E9C36}"/>
              </a:ext>
            </a:extLst>
          </p:cNvPr>
          <p:cNvSpPr>
            <a:spLocks xmlns:a="http://schemas.openxmlformats.org/drawingml/2006/main" noGrp="1"/>
          </p:cNvSpPr>
          <p:nvPr/>
        </p:nvSpPr>
        <p:spPr>
          <a:xfrm xmlns:a="http://schemas.openxmlformats.org/drawingml/2006/main">
            <a:off x="3307221" y="5576654"/>
            <a:ext cx="0" cy="50812"/>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376" name="0376:panel-b-map/interval-3-visual_content:line">
            <a:extLst xmlns:a="http://schemas.openxmlformats.org/drawingml/2006/main">
              <a:ext uri="{FF2B5EF4-FFF2-40B4-BE49-F238E27FC236}">
                <a16:creationId xmlns:a16="http://schemas.microsoft.com/office/drawing/2014/main" id="{51E44653-32D3-41C4-B564-FE84E71E245B}"/>
              </a:ext>
            </a:extLst>
          </p:cNvPr>
          <p:cNvSpPr>
            <a:spLocks xmlns:a="http://schemas.openxmlformats.org/drawingml/2006/main" noGrp="1"/>
          </p:cNvSpPr>
          <p:nvPr/>
        </p:nvSpPr>
        <p:spPr>
          <a:xfrm xmlns:a="http://schemas.openxmlformats.org/drawingml/2006/main">
            <a:off x="3594254" y="5576654"/>
            <a:ext cx="0" cy="50812"/>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377" name="0377:panel-b-map/interval-3-visual_content:polygon">
            <a:extLst xmlns:a="http://schemas.openxmlformats.org/drawingml/2006/main">
              <a:ext uri="{FF2B5EF4-FFF2-40B4-BE49-F238E27FC236}">
                <a16:creationId xmlns:a16="http://schemas.microsoft.com/office/drawing/2014/main" id="{04E1C350-2DA0-4735-84EF-D20A3146774B}"/>
              </a:ext>
            </a:extLst>
          </p:cNvPr>
          <p:cNvSpPr>
            <a:spLocks xmlns:a="http://schemas.openxmlformats.org/drawingml/2006/main" noGrp="1"/>
          </p:cNvSpPr>
          <p:nvPr/>
        </p:nvSpPr>
        <p:spPr>
          <a:xfrm xmlns:a="http://schemas.openxmlformats.org/drawingml/2006/main">
            <a:off x="3416446" y="5567762"/>
            <a:ext cx="68583" cy="68597"/>
          </a:xfrm>
          <a:custGeom xmlns:a="http://schemas.openxmlformats.org/drawingml/2006/main">
            <a:pathLst>
              <a:path w="68583" h="68597">
                <a:moveTo>
                  <a:pt x="34291" y="0"/>
                </a:moveTo>
                <a:lnTo>
                  <a:pt x="68583" y="34298"/>
                </a:lnTo>
                <a:lnTo>
                  <a:pt x="34291" y="68597"/>
                </a:lnTo>
                <a:lnTo>
                  <a:pt x="0" y="34298"/>
                </a:lnTo>
                <a:close/>
              </a:path>
            </a:pathLst>
          </a:custGeom>
          <a:solidFill xmlns:a="http://schemas.openxmlformats.org/drawingml/2006/main">
            <a:srgbClr val="378183"/>
          </a:solidFill>
          <a:ln xmlns:a="http://schemas.openxmlformats.org/drawingml/2006/main" w="0">
            <a:noFill/>
          </a:ln>
        </p:spPr>
      </p:sp>
      <p:sp>
        <p:nvSpPr>
          <p:cNvPr id="378" name="0378:panel-b-map/interval-3-visual_style:line">
            <a:extLst xmlns:a="http://schemas.openxmlformats.org/drawingml/2006/main">
              <a:ext uri="{FF2B5EF4-FFF2-40B4-BE49-F238E27FC236}">
                <a16:creationId xmlns:a16="http://schemas.microsoft.com/office/drawing/2014/main" id="{B6F61197-19B7-4B1A-9D8A-0E5EBAA32F6C}"/>
              </a:ext>
            </a:extLst>
          </p:cNvPr>
          <p:cNvSpPr>
            <a:spLocks xmlns:a="http://schemas.openxmlformats.org/drawingml/2006/main" noGrp="1"/>
          </p:cNvSpPr>
          <p:nvPr/>
        </p:nvSpPr>
        <p:spPr>
          <a:xfrm xmlns:a="http://schemas.openxmlformats.org/drawingml/2006/main">
            <a:off x="3467248" y="5652872"/>
            <a:ext cx="76203" cy="0"/>
          </a:xfrm>
          <a:prstGeom xmlns:a="http://schemas.openxmlformats.org/drawingml/2006/main" prst="line">
            <a:avLst/>
          </a:prstGeom>
          <a:noFill xmlns:a="http://schemas.openxmlformats.org/drawingml/2006/main"/>
          <a:ln xmlns:a="http://schemas.openxmlformats.org/drawingml/2006/main" w="11430">
            <a:solidFill>
              <a:srgbClr val="B5678E"/>
            </a:solidFill>
          </a:ln>
        </p:spPr>
      </p:sp>
      <p:sp>
        <p:nvSpPr>
          <p:cNvPr id="379" name="0379:panel-b-map/interval-3-visual_style:line">
            <a:extLst xmlns:a="http://schemas.openxmlformats.org/drawingml/2006/main">
              <a:ext uri="{FF2B5EF4-FFF2-40B4-BE49-F238E27FC236}">
                <a16:creationId xmlns:a16="http://schemas.microsoft.com/office/drawing/2014/main" id="{CE185DEA-4B4F-456D-99FF-5BB86BAF00EC}"/>
              </a:ext>
            </a:extLst>
          </p:cNvPr>
          <p:cNvSpPr>
            <a:spLocks xmlns:a="http://schemas.openxmlformats.org/drawingml/2006/main" noGrp="1"/>
          </p:cNvSpPr>
          <p:nvPr/>
        </p:nvSpPr>
        <p:spPr>
          <a:xfrm xmlns:a="http://schemas.openxmlformats.org/drawingml/2006/main">
            <a:off x="3467248" y="5627466"/>
            <a:ext cx="0" cy="50812"/>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380" name="0380:panel-b-map/interval-3-visual_style:line">
            <a:extLst xmlns:a="http://schemas.openxmlformats.org/drawingml/2006/main">
              <a:ext uri="{FF2B5EF4-FFF2-40B4-BE49-F238E27FC236}">
                <a16:creationId xmlns:a16="http://schemas.microsoft.com/office/drawing/2014/main" id="{2528664C-28B2-440A-AECA-2706609014D2}"/>
              </a:ext>
            </a:extLst>
          </p:cNvPr>
          <p:cNvSpPr>
            <a:spLocks xmlns:a="http://schemas.openxmlformats.org/drawingml/2006/main" noGrp="1"/>
          </p:cNvSpPr>
          <p:nvPr/>
        </p:nvSpPr>
        <p:spPr>
          <a:xfrm xmlns:a="http://schemas.openxmlformats.org/drawingml/2006/main">
            <a:off x="3543452" y="5627466"/>
            <a:ext cx="0" cy="50812"/>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381" name="0381:panel-b-map/interval-3-visual_style:polygon">
            <a:extLst xmlns:a="http://schemas.openxmlformats.org/drawingml/2006/main">
              <a:ext uri="{FF2B5EF4-FFF2-40B4-BE49-F238E27FC236}">
                <a16:creationId xmlns:a16="http://schemas.microsoft.com/office/drawing/2014/main" id="{380258DA-D7F0-404A-BA9D-8DE9263E2F74}"/>
              </a:ext>
            </a:extLst>
          </p:cNvPr>
          <p:cNvSpPr>
            <a:spLocks xmlns:a="http://schemas.openxmlformats.org/drawingml/2006/main" noGrp="1"/>
          </p:cNvSpPr>
          <p:nvPr/>
        </p:nvSpPr>
        <p:spPr>
          <a:xfrm xmlns:a="http://schemas.openxmlformats.org/drawingml/2006/main">
            <a:off x="3471058" y="5627466"/>
            <a:ext cx="68583" cy="59704"/>
          </a:xfrm>
          <a:custGeom xmlns:a="http://schemas.openxmlformats.org/drawingml/2006/main">
            <a:pathLst>
              <a:path w="68583" h="59704">
                <a:moveTo>
                  <a:pt x="34291" y="59704"/>
                </a:moveTo>
                <a:lnTo>
                  <a:pt x="68583" y="0"/>
                </a:lnTo>
                <a:lnTo>
                  <a:pt x="0" y="0"/>
                </a:lnTo>
                <a:close/>
              </a:path>
            </a:pathLst>
          </a:custGeom>
          <a:solidFill xmlns:a="http://schemas.openxmlformats.org/drawingml/2006/main">
            <a:srgbClr val="B5678E"/>
          </a:solidFill>
          <a:ln xmlns:a="http://schemas.openxmlformats.org/drawingml/2006/main" w="0">
            <a:noFill/>
          </a:ln>
        </p:spPr>
      </p:sp>
      <p:sp>
        <p:nvSpPr>
          <p:cNvPr id="382" name="0382:panel-b-map/interval-3-full:line">
            <a:extLst xmlns:a="http://schemas.openxmlformats.org/drawingml/2006/main">
              <a:ext uri="{FF2B5EF4-FFF2-40B4-BE49-F238E27FC236}">
                <a16:creationId xmlns:a16="http://schemas.microsoft.com/office/drawing/2014/main" id="{FE36FA51-F0DA-431F-97F9-9FDDE77C712E}"/>
              </a:ext>
            </a:extLst>
          </p:cNvPr>
          <p:cNvSpPr>
            <a:spLocks xmlns:a="http://schemas.openxmlformats.org/drawingml/2006/main" noGrp="1"/>
          </p:cNvSpPr>
          <p:nvPr/>
        </p:nvSpPr>
        <p:spPr>
          <a:xfrm xmlns:a="http://schemas.openxmlformats.org/drawingml/2006/main">
            <a:off x="3507890" y="5703685"/>
            <a:ext cx="104144" cy="0"/>
          </a:xfrm>
          <a:prstGeom xmlns:a="http://schemas.openxmlformats.org/drawingml/2006/main" prst="line">
            <a:avLst/>
          </a:prstGeom>
          <a:noFill xmlns:a="http://schemas.openxmlformats.org/drawingml/2006/main"/>
          <a:ln xmlns:a="http://schemas.openxmlformats.org/drawingml/2006/main" w="11430">
            <a:solidFill>
              <a:srgbClr val="0F4D92"/>
            </a:solidFill>
          </a:ln>
        </p:spPr>
      </p:sp>
      <p:sp>
        <p:nvSpPr>
          <p:cNvPr id="383" name="0383:panel-b-map/interval-3-full:line">
            <a:extLst xmlns:a="http://schemas.openxmlformats.org/drawingml/2006/main">
              <a:ext uri="{FF2B5EF4-FFF2-40B4-BE49-F238E27FC236}">
                <a16:creationId xmlns:a16="http://schemas.microsoft.com/office/drawing/2014/main" id="{301B02A4-15F5-4B96-A030-1BCD32804F86}"/>
              </a:ext>
            </a:extLst>
          </p:cNvPr>
          <p:cNvSpPr>
            <a:spLocks xmlns:a="http://schemas.openxmlformats.org/drawingml/2006/main" noGrp="1"/>
          </p:cNvSpPr>
          <p:nvPr/>
        </p:nvSpPr>
        <p:spPr>
          <a:xfrm xmlns:a="http://schemas.openxmlformats.org/drawingml/2006/main">
            <a:off x="3507890" y="5678278"/>
            <a:ext cx="0" cy="50812"/>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384" name="0384:panel-b-map/interval-3-full:line">
            <a:extLst xmlns:a="http://schemas.openxmlformats.org/drawingml/2006/main">
              <a:ext uri="{FF2B5EF4-FFF2-40B4-BE49-F238E27FC236}">
                <a16:creationId xmlns:a16="http://schemas.microsoft.com/office/drawing/2014/main" id="{6BBA61F3-1551-4CC2-83DB-FFBE9386D7E0}"/>
              </a:ext>
            </a:extLst>
          </p:cNvPr>
          <p:cNvSpPr>
            <a:spLocks xmlns:a="http://schemas.openxmlformats.org/drawingml/2006/main" noGrp="1"/>
          </p:cNvSpPr>
          <p:nvPr/>
        </p:nvSpPr>
        <p:spPr>
          <a:xfrm xmlns:a="http://schemas.openxmlformats.org/drawingml/2006/main">
            <a:off x="3612034" y="5678278"/>
            <a:ext cx="0" cy="50812"/>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385" name="0385:panel-b-map/interval-3-full:line">
            <a:extLst xmlns:a="http://schemas.openxmlformats.org/drawingml/2006/main">
              <a:ext uri="{FF2B5EF4-FFF2-40B4-BE49-F238E27FC236}">
                <a16:creationId xmlns:a16="http://schemas.microsoft.com/office/drawing/2014/main" id="{F3D46684-8CC5-4E4A-8FAF-9309C15216B1}"/>
              </a:ext>
            </a:extLst>
          </p:cNvPr>
          <p:cNvSpPr>
            <a:spLocks xmlns:a="http://schemas.openxmlformats.org/drawingml/2006/main" noGrp="1"/>
          </p:cNvSpPr>
          <p:nvPr/>
        </p:nvSpPr>
        <p:spPr>
          <a:xfrm xmlns:a="http://schemas.openxmlformats.org/drawingml/2006/main">
            <a:off x="3528211" y="5703685"/>
            <a:ext cx="63503" cy="0"/>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386" name="0386:panel-b-map/interval-3-full:line">
            <a:extLst xmlns:a="http://schemas.openxmlformats.org/drawingml/2006/main">
              <a:ext uri="{FF2B5EF4-FFF2-40B4-BE49-F238E27FC236}">
                <a16:creationId xmlns:a16="http://schemas.microsoft.com/office/drawing/2014/main" id="{2FAEF598-59A0-4494-85FE-25FC3D107B6E}"/>
              </a:ext>
            </a:extLst>
          </p:cNvPr>
          <p:cNvSpPr>
            <a:spLocks xmlns:a="http://schemas.openxmlformats.org/drawingml/2006/main" noGrp="1"/>
          </p:cNvSpPr>
          <p:nvPr/>
        </p:nvSpPr>
        <p:spPr>
          <a:xfrm xmlns:a="http://schemas.openxmlformats.org/drawingml/2006/main">
            <a:off x="3559962" y="5671927"/>
            <a:ext cx="0" cy="63515"/>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387" name="0387:panel-b-map/task-4:text">
            <a:extLst xmlns:a="http://schemas.openxmlformats.org/drawingml/2006/main">
              <a:ext uri="{FF2B5EF4-FFF2-40B4-BE49-F238E27FC236}">
                <a16:creationId xmlns:a16="http://schemas.microsoft.com/office/drawing/2014/main" id="{F0AAB5A7-11CE-48C6-B2DA-F2C9AE63BBB8}"/>
              </a:ext>
            </a:extLst>
          </p:cNvPr>
          <p:cNvSpPr>
            <a:spLocks xmlns:a="http://schemas.openxmlformats.org/drawingml/2006/main" noGrp="1"/>
          </p:cNvSpPr>
          <p:nvPr/>
        </p:nvSpPr>
        <p:spPr>
          <a:xfrm xmlns:a="http://schemas.openxmlformats.org/drawingml/2006/main">
            <a:off x="666092" y="5921438"/>
            <a:ext cx="10230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UAV 250 m → satellite</a:t>
            </a:r>
          </a:p>
        </p:txBody>
      </p:sp>
      <p:sp>
        <p:nvSpPr>
          <p:cNvPr id="388" name="0388:panel-b-map/interval-4-visual:line">
            <a:extLst xmlns:a="http://schemas.openxmlformats.org/drawingml/2006/main">
              <a:ext uri="{FF2B5EF4-FFF2-40B4-BE49-F238E27FC236}">
                <a16:creationId xmlns:a16="http://schemas.microsoft.com/office/drawing/2014/main" id="{4742B22B-E03F-4B7F-8594-217E26E4822C}"/>
              </a:ext>
            </a:extLst>
          </p:cNvPr>
          <p:cNvSpPr>
            <a:spLocks xmlns:a="http://schemas.openxmlformats.org/drawingml/2006/main" noGrp="1"/>
          </p:cNvSpPr>
          <p:nvPr/>
        </p:nvSpPr>
        <p:spPr>
          <a:xfrm xmlns:a="http://schemas.openxmlformats.org/drawingml/2006/main">
            <a:off x="4208960" y="5856122"/>
            <a:ext cx="135896" cy="0"/>
          </a:xfrm>
          <a:prstGeom xmlns:a="http://schemas.openxmlformats.org/drawingml/2006/main" prst="line">
            <a:avLst/>
          </a:prstGeom>
          <a:noFill xmlns:a="http://schemas.openxmlformats.org/drawingml/2006/main"/>
          <a:ln xmlns:a="http://schemas.openxmlformats.org/drawingml/2006/main" w="11430">
            <a:solidFill>
              <a:srgbClr val="484878"/>
            </a:solidFill>
          </a:ln>
        </p:spPr>
      </p:sp>
      <p:sp>
        <p:nvSpPr>
          <p:cNvPr id="389" name="0389:panel-b-map/interval-4-visual:line">
            <a:extLst xmlns:a="http://schemas.openxmlformats.org/drawingml/2006/main">
              <a:ext uri="{FF2B5EF4-FFF2-40B4-BE49-F238E27FC236}">
                <a16:creationId xmlns:a16="http://schemas.microsoft.com/office/drawing/2014/main" id="{17D389C1-829F-4A59-B7E6-D781460FAB88}"/>
              </a:ext>
            </a:extLst>
          </p:cNvPr>
          <p:cNvSpPr>
            <a:spLocks xmlns:a="http://schemas.openxmlformats.org/drawingml/2006/main" noGrp="1"/>
          </p:cNvSpPr>
          <p:nvPr/>
        </p:nvSpPr>
        <p:spPr>
          <a:xfrm xmlns:a="http://schemas.openxmlformats.org/drawingml/2006/main">
            <a:off x="4208960" y="5830715"/>
            <a:ext cx="0" cy="50812"/>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390" name="0390:panel-b-map/interval-4-visual:line">
            <a:extLst xmlns:a="http://schemas.openxmlformats.org/drawingml/2006/main">
              <a:ext uri="{FF2B5EF4-FFF2-40B4-BE49-F238E27FC236}">
                <a16:creationId xmlns:a16="http://schemas.microsoft.com/office/drawing/2014/main" id="{6DA1FC3A-9078-4A6C-88F5-5B09877DE8E8}"/>
              </a:ext>
            </a:extLst>
          </p:cNvPr>
          <p:cNvSpPr>
            <a:spLocks xmlns:a="http://schemas.openxmlformats.org/drawingml/2006/main" noGrp="1"/>
          </p:cNvSpPr>
          <p:nvPr/>
        </p:nvSpPr>
        <p:spPr>
          <a:xfrm xmlns:a="http://schemas.openxmlformats.org/drawingml/2006/main">
            <a:off x="4344856" y="5830715"/>
            <a:ext cx="0" cy="50812"/>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391" name="0391:panel-b-map/interval-4-visual:circle">
            <a:extLst xmlns:a="http://schemas.openxmlformats.org/drawingml/2006/main">
              <a:ext uri="{FF2B5EF4-FFF2-40B4-BE49-F238E27FC236}">
                <a16:creationId xmlns:a16="http://schemas.microsoft.com/office/drawing/2014/main" id="{B84DF884-A700-44EE-B880-2BD12622670A}"/>
              </a:ext>
            </a:extLst>
          </p:cNvPr>
          <p:cNvSpPr>
            <a:spLocks xmlns:a="http://schemas.openxmlformats.org/drawingml/2006/main" noGrp="1"/>
          </p:cNvSpPr>
          <p:nvPr/>
        </p:nvSpPr>
        <p:spPr>
          <a:xfrm xmlns:a="http://schemas.openxmlformats.org/drawingml/2006/main">
            <a:off x="4252142" y="5830715"/>
            <a:ext cx="50802" cy="50812"/>
          </a:xfrm>
          <a:prstGeom xmlns:a="http://schemas.openxmlformats.org/drawingml/2006/main" prst="ellipse">
            <a:avLst/>
          </a:prstGeom>
          <a:solidFill xmlns:a="http://schemas.openxmlformats.org/drawingml/2006/main">
            <a:srgbClr val="484878"/>
          </a:solidFill>
          <a:ln xmlns:a="http://schemas.openxmlformats.org/drawingml/2006/main" w="0">
            <a:noFill/>
          </a:ln>
        </p:spPr>
      </p:sp>
      <p:sp>
        <p:nvSpPr>
          <p:cNvPr id="392" name="0392:panel-b-map/interval-4-content:line">
            <a:extLst xmlns:a="http://schemas.openxmlformats.org/drawingml/2006/main">
              <a:ext uri="{FF2B5EF4-FFF2-40B4-BE49-F238E27FC236}">
                <a16:creationId xmlns:a16="http://schemas.microsoft.com/office/drawing/2014/main" id="{DD296081-D95D-4F64-8BF0-B8471AC8E5E0}"/>
              </a:ext>
            </a:extLst>
          </p:cNvPr>
          <p:cNvSpPr>
            <a:spLocks xmlns:a="http://schemas.openxmlformats.org/drawingml/2006/main" noGrp="1"/>
          </p:cNvSpPr>
          <p:nvPr/>
        </p:nvSpPr>
        <p:spPr>
          <a:xfrm xmlns:a="http://schemas.openxmlformats.org/drawingml/2006/main">
            <a:off x="2081619" y="5906934"/>
            <a:ext cx="5080" cy="0"/>
          </a:xfrm>
          <a:prstGeom xmlns:a="http://schemas.openxmlformats.org/drawingml/2006/main" prst="line">
            <a:avLst/>
          </a:prstGeom>
          <a:noFill xmlns:a="http://schemas.openxmlformats.org/drawingml/2006/main"/>
          <a:ln xmlns:a="http://schemas.openxmlformats.org/drawingml/2006/main" w="11430">
            <a:solidFill>
              <a:srgbClr val="927B45"/>
            </a:solidFill>
          </a:ln>
        </p:spPr>
      </p:sp>
      <p:sp>
        <p:nvSpPr>
          <p:cNvPr id="393" name="0393:panel-b-map/interval-4-content:line">
            <a:extLst xmlns:a="http://schemas.openxmlformats.org/drawingml/2006/main">
              <a:ext uri="{FF2B5EF4-FFF2-40B4-BE49-F238E27FC236}">
                <a16:creationId xmlns:a16="http://schemas.microsoft.com/office/drawing/2014/main" id="{0EE7585E-45FE-422F-8BA7-F1B332A03B4C}"/>
              </a:ext>
            </a:extLst>
          </p:cNvPr>
          <p:cNvSpPr>
            <a:spLocks xmlns:a="http://schemas.openxmlformats.org/drawingml/2006/main" noGrp="1"/>
          </p:cNvSpPr>
          <p:nvPr/>
        </p:nvSpPr>
        <p:spPr>
          <a:xfrm xmlns:a="http://schemas.openxmlformats.org/drawingml/2006/main">
            <a:off x="2081619" y="5881528"/>
            <a:ext cx="0" cy="50812"/>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394" name="0394:panel-b-map/interval-4-content:line">
            <a:extLst xmlns:a="http://schemas.openxmlformats.org/drawingml/2006/main">
              <a:ext uri="{FF2B5EF4-FFF2-40B4-BE49-F238E27FC236}">
                <a16:creationId xmlns:a16="http://schemas.microsoft.com/office/drawing/2014/main" id="{0408D327-0E50-4524-B19D-EC9296D80649}"/>
              </a:ext>
            </a:extLst>
          </p:cNvPr>
          <p:cNvSpPr>
            <a:spLocks xmlns:a="http://schemas.openxmlformats.org/drawingml/2006/main" noGrp="1"/>
          </p:cNvSpPr>
          <p:nvPr/>
        </p:nvSpPr>
        <p:spPr>
          <a:xfrm xmlns:a="http://schemas.openxmlformats.org/drawingml/2006/main">
            <a:off x="2086699" y="5881528"/>
            <a:ext cx="0" cy="50812"/>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395" name="0395:panel-b-map/interval-4-content:rect">
            <a:extLst xmlns:a="http://schemas.openxmlformats.org/drawingml/2006/main">
              <a:ext uri="{FF2B5EF4-FFF2-40B4-BE49-F238E27FC236}">
                <a16:creationId xmlns:a16="http://schemas.microsoft.com/office/drawing/2014/main" id="{7F0B08A2-87BC-4B8F-AA3A-832594283897}"/>
              </a:ext>
            </a:extLst>
          </p:cNvPr>
          <p:cNvSpPr>
            <a:spLocks xmlns:a="http://schemas.openxmlformats.org/drawingml/2006/main" noGrp="1"/>
          </p:cNvSpPr>
          <p:nvPr/>
        </p:nvSpPr>
        <p:spPr>
          <a:xfrm xmlns:a="http://schemas.openxmlformats.org/drawingml/2006/main">
            <a:off x="2058758" y="5881528"/>
            <a:ext cx="50802" cy="50812"/>
          </a:xfrm>
          <a:prstGeom xmlns:a="http://schemas.openxmlformats.org/drawingml/2006/main" prst="rect">
            <a:avLst/>
          </a:prstGeom>
          <a:solidFill xmlns:a="http://schemas.openxmlformats.org/drawingml/2006/main">
            <a:srgbClr val="927B45"/>
          </a:solidFill>
          <a:ln xmlns:a="http://schemas.openxmlformats.org/drawingml/2006/main" w="6350">
            <a:noFill/>
          </a:ln>
        </p:spPr>
      </p:sp>
      <p:sp>
        <p:nvSpPr>
          <p:cNvPr id="396" name="0396:panel-b-map/interval-4-style:line">
            <a:extLst xmlns:a="http://schemas.openxmlformats.org/drawingml/2006/main">
              <a:ext uri="{FF2B5EF4-FFF2-40B4-BE49-F238E27FC236}">
                <a16:creationId xmlns:a16="http://schemas.microsoft.com/office/drawing/2014/main" id="{344C7C0A-BFCB-4233-9842-90CC40D02554}"/>
              </a:ext>
            </a:extLst>
          </p:cNvPr>
          <p:cNvSpPr>
            <a:spLocks xmlns:a="http://schemas.openxmlformats.org/drawingml/2006/main" noGrp="1"/>
          </p:cNvSpPr>
          <p:nvPr/>
        </p:nvSpPr>
        <p:spPr>
          <a:xfrm xmlns:a="http://schemas.openxmlformats.org/drawingml/2006/main">
            <a:off x="1864440" y="5957746"/>
            <a:ext cx="8890" cy="0"/>
          </a:xfrm>
          <a:prstGeom xmlns:a="http://schemas.openxmlformats.org/drawingml/2006/main" prst="line">
            <a:avLst/>
          </a:prstGeom>
          <a:noFill xmlns:a="http://schemas.openxmlformats.org/drawingml/2006/main"/>
          <a:ln xmlns:a="http://schemas.openxmlformats.org/drawingml/2006/main" w="11430">
            <a:solidFill>
              <a:srgbClr val="7B6A91"/>
            </a:solidFill>
          </a:ln>
        </p:spPr>
      </p:sp>
      <p:sp>
        <p:nvSpPr>
          <p:cNvPr id="397" name="0397:panel-b-map/interval-4-style:line">
            <a:extLst xmlns:a="http://schemas.openxmlformats.org/drawingml/2006/main">
              <a:ext uri="{FF2B5EF4-FFF2-40B4-BE49-F238E27FC236}">
                <a16:creationId xmlns:a16="http://schemas.microsoft.com/office/drawing/2014/main" id="{1C34AE5E-0E54-422D-B523-1A887CF04DC5}"/>
              </a:ext>
            </a:extLst>
          </p:cNvPr>
          <p:cNvSpPr>
            <a:spLocks xmlns:a="http://schemas.openxmlformats.org/drawingml/2006/main" noGrp="1"/>
          </p:cNvSpPr>
          <p:nvPr/>
        </p:nvSpPr>
        <p:spPr>
          <a:xfrm xmlns:a="http://schemas.openxmlformats.org/drawingml/2006/main">
            <a:off x="1864440" y="5932340"/>
            <a:ext cx="0" cy="50812"/>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398" name="0398:panel-b-map/interval-4-style:line">
            <a:extLst xmlns:a="http://schemas.openxmlformats.org/drawingml/2006/main">
              <a:ext uri="{FF2B5EF4-FFF2-40B4-BE49-F238E27FC236}">
                <a16:creationId xmlns:a16="http://schemas.microsoft.com/office/drawing/2014/main" id="{351194C5-53D7-44B7-9C53-9F19CDAC0E9E}"/>
              </a:ext>
            </a:extLst>
          </p:cNvPr>
          <p:cNvSpPr>
            <a:spLocks xmlns:a="http://schemas.openxmlformats.org/drawingml/2006/main" noGrp="1"/>
          </p:cNvSpPr>
          <p:nvPr/>
        </p:nvSpPr>
        <p:spPr>
          <a:xfrm xmlns:a="http://schemas.openxmlformats.org/drawingml/2006/main">
            <a:off x="1873330" y="5932340"/>
            <a:ext cx="0" cy="50812"/>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399" name="0399:panel-b-map/interval-4-style:polygon">
            <a:extLst xmlns:a="http://schemas.openxmlformats.org/drawingml/2006/main">
              <a:ext uri="{FF2B5EF4-FFF2-40B4-BE49-F238E27FC236}">
                <a16:creationId xmlns:a16="http://schemas.microsoft.com/office/drawing/2014/main" id="{E606E80E-0B38-482C-B88C-908C11C4B362}"/>
              </a:ext>
            </a:extLst>
          </p:cNvPr>
          <p:cNvSpPr>
            <a:spLocks xmlns:a="http://schemas.openxmlformats.org/drawingml/2006/main" noGrp="1"/>
          </p:cNvSpPr>
          <p:nvPr/>
        </p:nvSpPr>
        <p:spPr>
          <a:xfrm xmlns:a="http://schemas.openxmlformats.org/drawingml/2006/main">
            <a:off x="1833958" y="5923448"/>
            <a:ext cx="68583" cy="59704"/>
          </a:xfrm>
          <a:custGeom xmlns:a="http://schemas.openxmlformats.org/drawingml/2006/main">
            <a:pathLst>
              <a:path w="68583" h="59704">
                <a:moveTo>
                  <a:pt x="34291" y="0"/>
                </a:moveTo>
                <a:lnTo>
                  <a:pt x="68583" y="59704"/>
                </a:lnTo>
                <a:lnTo>
                  <a:pt x="0" y="59704"/>
                </a:lnTo>
                <a:close/>
              </a:path>
            </a:pathLst>
          </a:custGeom>
          <a:solidFill xmlns:a="http://schemas.openxmlformats.org/drawingml/2006/main">
            <a:srgbClr val="7B6A91"/>
          </a:solidFill>
          <a:ln xmlns:a="http://schemas.openxmlformats.org/drawingml/2006/main" w="0">
            <a:noFill/>
          </a:ln>
        </p:spPr>
      </p:sp>
      <p:sp>
        <p:nvSpPr>
          <p:cNvPr id="400" name="0400:panel-b-map/interval-4-visual_content:line">
            <a:extLst xmlns:a="http://schemas.openxmlformats.org/drawingml/2006/main">
              <a:ext uri="{FF2B5EF4-FFF2-40B4-BE49-F238E27FC236}">
                <a16:creationId xmlns:a16="http://schemas.microsoft.com/office/drawing/2014/main" id="{87559796-C143-4EDB-A985-2D3C663BB219}"/>
              </a:ext>
            </a:extLst>
          </p:cNvPr>
          <p:cNvSpPr>
            <a:spLocks xmlns:a="http://schemas.openxmlformats.org/drawingml/2006/main" noGrp="1"/>
          </p:cNvSpPr>
          <p:nvPr/>
        </p:nvSpPr>
        <p:spPr>
          <a:xfrm xmlns:a="http://schemas.openxmlformats.org/drawingml/2006/main">
            <a:off x="3671727" y="6008559"/>
            <a:ext cx="387367" cy="0"/>
          </a:xfrm>
          <a:prstGeom xmlns:a="http://schemas.openxmlformats.org/drawingml/2006/main" prst="line">
            <a:avLst/>
          </a:prstGeom>
          <a:noFill xmlns:a="http://schemas.openxmlformats.org/drawingml/2006/main"/>
          <a:ln xmlns:a="http://schemas.openxmlformats.org/drawingml/2006/main" w="11430">
            <a:solidFill>
              <a:srgbClr val="378183"/>
            </a:solidFill>
          </a:ln>
        </p:spPr>
      </p:sp>
      <p:sp>
        <p:nvSpPr>
          <p:cNvPr id="401" name="0401:panel-b-map/interval-4-visual_content:line">
            <a:extLst xmlns:a="http://schemas.openxmlformats.org/drawingml/2006/main">
              <a:ext uri="{FF2B5EF4-FFF2-40B4-BE49-F238E27FC236}">
                <a16:creationId xmlns:a16="http://schemas.microsoft.com/office/drawing/2014/main" id="{5655A8BA-3667-4952-9E53-C344DF854240}"/>
              </a:ext>
            </a:extLst>
          </p:cNvPr>
          <p:cNvSpPr>
            <a:spLocks xmlns:a="http://schemas.openxmlformats.org/drawingml/2006/main" noGrp="1"/>
          </p:cNvSpPr>
          <p:nvPr/>
        </p:nvSpPr>
        <p:spPr>
          <a:xfrm xmlns:a="http://schemas.openxmlformats.org/drawingml/2006/main">
            <a:off x="3671727" y="5983152"/>
            <a:ext cx="0" cy="50812"/>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402" name="0402:panel-b-map/interval-4-visual_content:line">
            <a:extLst xmlns:a="http://schemas.openxmlformats.org/drawingml/2006/main">
              <a:ext uri="{FF2B5EF4-FFF2-40B4-BE49-F238E27FC236}">
                <a16:creationId xmlns:a16="http://schemas.microsoft.com/office/drawing/2014/main" id="{2FA1F05D-866A-40FE-8876-FEDCDD3A1AAF}"/>
              </a:ext>
            </a:extLst>
          </p:cNvPr>
          <p:cNvSpPr>
            <a:spLocks xmlns:a="http://schemas.openxmlformats.org/drawingml/2006/main" noGrp="1"/>
          </p:cNvSpPr>
          <p:nvPr/>
        </p:nvSpPr>
        <p:spPr>
          <a:xfrm xmlns:a="http://schemas.openxmlformats.org/drawingml/2006/main">
            <a:off x="4059094" y="5983152"/>
            <a:ext cx="0" cy="50812"/>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403" name="0403:panel-b-map/interval-4-visual_content:polygon">
            <a:extLst xmlns:a="http://schemas.openxmlformats.org/drawingml/2006/main">
              <a:ext uri="{FF2B5EF4-FFF2-40B4-BE49-F238E27FC236}">
                <a16:creationId xmlns:a16="http://schemas.microsoft.com/office/drawing/2014/main" id="{48E08780-B8A9-40D0-8707-6B7FE7C3B9D8}"/>
              </a:ext>
            </a:extLst>
          </p:cNvPr>
          <p:cNvSpPr>
            <a:spLocks xmlns:a="http://schemas.openxmlformats.org/drawingml/2006/main" noGrp="1"/>
          </p:cNvSpPr>
          <p:nvPr/>
        </p:nvSpPr>
        <p:spPr>
          <a:xfrm xmlns:a="http://schemas.openxmlformats.org/drawingml/2006/main">
            <a:off x="3830484" y="5974260"/>
            <a:ext cx="68583" cy="68597"/>
          </a:xfrm>
          <a:custGeom xmlns:a="http://schemas.openxmlformats.org/drawingml/2006/main">
            <a:pathLst>
              <a:path w="68583" h="68597">
                <a:moveTo>
                  <a:pt x="34291" y="0"/>
                </a:moveTo>
                <a:lnTo>
                  <a:pt x="68583" y="34298"/>
                </a:lnTo>
                <a:lnTo>
                  <a:pt x="34291" y="68597"/>
                </a:lnTo>
                <a:lnTo>
                  <a:pt x="0" y="34298"/>
                </a:lnTo>
                <a:close/>
              </a:path>
            </a:pathLst>
          </a:custGeom>
          <a:solidFill xmlns:a="http://schemas.openxmlformats.org/drawingml/2006/main">
            <a:srgbClr val="378183"/>
          </a:solidFill>
          <a:ln xmlns:a="http://schemas.openxmlformats.org/drawingml/2006/main" w="0">
            <a:noFill/>
          </a:ln>
        </p:spPr>
      </p:sp>
      <p:sp>
        <p:nvSpPr>
          <p:cNvPr id="404" name="0404:panel-b-map/interval-4-visual_style:line">
            <a:extLst xmlns:a="http://schemas.openxmlformats.org/drawingml/2006/main">
              <a:ext uri="{FF2B5EF4-FFF2-40B4-BE49-F238E27FC236}">
                <a16:creationId xmlns:a16="http://schemas.microsoft.com/office/drawing/2014/main" id="{39CF1F74-CAF1-4280-9556-62E4568F10AA}"/>
              </a:ext>
            </a:extLst>
          </p:cNvPr>
          <p:cNvSpPr>
            <a:spLocks xmlns:a="http://schemas.openxmlformats.org/drawingml/2006/main" noGrp="1"/>
          </p:cNvSpPr>
          <p:nvPr/>
        </p:nvSpPr>
        <p:spPr>
          <a:xfrm xmlns:a="http://schemas.openxmlformats.org/drawingml/2006/main">
            <a:off x="3769521" y="6059371"/>
            <a:ext cx="173997" cy="0"/>
          </a:xfrm>
          <a:prstGeom xmlns:a="http://schemas.openxmlformats.org/drawingml/2006/main" prst="line">
            <a:avLst/>
          </a:prstGeom>
          <a:noFill xmlns:a="http://schemas.openxmlformats.org/drawingml/2006/main"/>
          <a:ln xmlns:a="http://schemas.openxmlformats.org/drawingml/2006/main" w="11430">
            <a:solidFill>
              <a:srgbClr val="B5678E"/>
            </a:solidFill>
          </a:ln>
        </p:spPr>
      </p:sp>
      <p:sp>
        <p:nvSpPr>
          <p:cNvPr id="405" name="0405:panel-b-map/interval-4-visual_style:line">
            <a:extLst xmlns:a="http://schemas.openxmlformats.org/drawingml/2006/main">
              <a:ext uri="{FF2B5EF4-FFF2-40B4-BE49-F238E27FC236}">
                <a16:creationId xmlns:a16="http://schemas.microsoft.com/office/drawing/2014/main" id="{38B2D704-CEC3-4C4A-B0FF-ECD53BA78327}"/>
              </a:ext>
            </a:extLst>
          </p:cNvPr>
          <p:cNvSpPr>
            <a:spLocks xmlns:a="http://schemas.openxmlformats.org/drawingml/2006/main" noGrp="1"/>
          </p:cNvSpPr>
          <p:nvPr/>
        </p:nvSpPr>
        <p:spPr>
          <a:xfrm xmlns:a="http://schemas.openxmlformats.org/drawingml/2006/main">
            <a:off x="3769521" y="6033965"/>
            <a:ext cx="0" cy="50812"/>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406" name="0406:panel-b-map/interval-4-visual_style:line">
            <a:extLst xmlns:a="http://schemas.openxmlformats.org/drawingml/2006/main">
              <a:ext uri="{FF2B5EF4-FFF2-40B4-BE49-F238E27FC236}">
                <a16:creationId xmlns:a16="http://schemas.microsoft.com/office/drawing/2014/main" id="{B40DE987-8763-4C39-BF28-C6FA2D11EEBA}"/>
              </a:ext>
            </a:extLst>
          </p:cNvPr>
          <p:cNvSpPr>
            <a:spLocks xmlns:a="http://schemas.openxmlformats.org/drawingml/2006/main" noGrp="1"/>
          </p:cNvSpPr>
          <p:nvPr/>
        </p:nvSpPr>
        <p:spPr>
          <a:xfrm xmlns:a="http://schemas.openxmlformats.org/drawingml/2006/main">
            <a:off x="3943519" y="6033965"/>
            <a:ext cx="0" cy="50812"/>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407" name="0407:panel-b-map/interval-4-visual_style:polygon">
            <a:extLst xmlns:a="http://schemas.openxmlformats.org/drawingml/2006/main">
              <a:ext uri="{FF2B5EF4-FFF2-40B4-BE49-F238E27FC236}">
                <a16:creationId xmlns:a16="http://schemas.microsoft.com/office/drawing/2014/main" id="{5E98EBAB-574E-4588-9CF5-42EF7756A6AC}"/>
              </a:ext>
            </a:extLst>
          </p:cNvPr>
          <p:cNvSpPr>
            <a:spLocks xmlns:a="http://schemas.openxmlformats.org/drawingml/2006/main" noGrp="1"/>
          </p:cNvSpPr>
          <p:nvPr/>
        </p:nvSpPr>
        <p:spPr>
          <a:xfrm xmlns:a="http://schemas.openxmlformats.org/drawingml/2006/main">
            <a:off x="3822863" y="6033965"/>
            <a:ext cx="68583" cy="59704"/>
          </a:xfrm>
          <a:custGeom xmlns:a="http://schemas.openxmlformats.org/drawingml/2006/main">
            <a:pathLst>
              <a:path w="68583" h="59704">
                <a:moveTo>
                  <a:pt x="34291" y="59704"/>
                </a:moveTo>
                <a:lnTo>
                  <a:pt x="68583" y="0"/>
                </a:lnTo>
                <a:lnTo>
                  <a:pt x="0" y="0"/>
                </a:lnTo>
                <a:close/>
              </a:path>
            </a:pathLst>
          </a:custGeom>
          <a:solidFill xmlns:a="http://schemas.openxmlformats.org/drawingml/2006/main">
            <a:srgbClr val="B5678E"/>
          </a:solidFill>
          <a:ln xmlns:a="http://schemas.openxmlformats.org/drawingml/2006/main" w="0">
            <a:noFill/>
          </a:ln>
        </p:spPr>
      </p:sp>
      <p:sp>
        <p:nvSpPr>
          <p:cNvPr id="408" name="0408:panel-b-map/interval-4-full:line">
            <a:extLst xmlns:a="http://schemas.openxmlformats.org/drawingml/2006/main">
              <a:ext uri="{FF2B5EF4-FFF2-40B4-BE49-F238E27FC236}">
                <a16:creationId xmlns:a16="http://schemas.microsoft.com/office/drawing/2014/main" id="{86082BF6-034E-4DEA-A05B-84F32BB0B1D3}"/>
              </a:ext>
            </a:extLst>
          </p:cNvPr>
          <p:cNvSpPr>
            <a:spLocks xmlns:a="http://schemas.openxmlformats.org/drawingml/2006/main" noGrp="1"/>
          </p:cNvSpPr>
          <p:nvPr/>
        </p:nvSpPr>
        <p:spPr>
          <a:xfrm xmlns:a="http://schemas.openxmlformats.org/drawingml/2006/main">
            <a:off x="3744120" y="6110183"/>
            <a:ext cx="144786" cy="0"/>
          </a:xfrm>
          <a:prstGeom xmlns:a="http://schemas.openxmlformats.org/drawingml/2006/main" prst="line">
            <a:avLst/>
          </a:prstGeom>
          <a:noFill xmlns:a="http://schemas.openxmlformats.org/drawingml/2006/main"/>
          <a:ln xmlns:a="http://schemas.openxmlformats.org/drawingml/2006/main" w="11430">
            <a:solidFill>
              <a:srgbClr val="0F4D92"/>
            </a:solidFill>
          </a:ln>
        </p:spPr>
      </p:sp>
      <p:sp>
        <p:nvSpPr>
          <p:cNvPr id="409" name="0409:panel-b-map/interval-4-full:line">
            <a:extLst xmlns:a="http://schemas.openxmlformats.org/drawingml/2006/main">
              <a:ext uri="{FF2B5EF4-FFF2-40B4-BE49-F238E27FC236}">
                <a16:creationId xmlns:a16="http://schemas.microsoft.com/office/drawing/2014/main" id="{24CEF87E-7974-441B-9DBE-11F60C6D0165}"/>
              </a:ext>
            </a:extLst>
          </p:cNvPr>
          <p:cNvSpPr>
            <a:spLocks xmlns:a="http://schemas.openxmlformats.org/drawingml/2006/main" noGrp="1"/>
          </p:cNvSpPr>
          <p:nvPr/>
        </p:nvSpPr>
        <p:spPr>
          <a:xfrm xmlns:a="http://schemas.openxmlformats.org/drawingml/2006/main">
            <a:off x="3744120" y="6084777"/>
            <a:ext cx="0" cy="50812"/>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410" name="0410:panel-b-map/interval-4-full:line">
            <a:extLst xmlns:a="http://schemas.openxmlformats.org/drawingml/2006/main">
              <a:ext uri="{FF2B5EF4-FFF2-40B4-BE49-F238E27FC236}">
                <a16:creationId xmlns:a16="http://schemas.microsoft.com/office/drawing/2014/main" id="{35E8909E-FC83-4AAC-BEA2-E22697FF62DF}"/>
              </a:ext>
            </a:extLst>
          </p:cNvPr>
          <p:cNvSpPr>
            <a:spLocks xmlns:a="http://schemas.openxmlformats.org/drawingml/2006/main" noGrp="1"/>
          </p:cNvSpPr>
          <p:nvPr/>
        </p:nvSpPr>
        <p:spPr>
          <a:xfrm xmlns:a="http://schemas.openxmlformats.org/drawingml/2006/main">
            <a:off x="3888906" y="6084777"/>
            <a:ext cx="0" cy="50812"/>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411" name="0411:panel-b-map/interval-4-full:line">
            <a:extLst xmlns:a="http://schemas.openxmlformats.org/drawingml/2006/main">
              <a:ext uri="{FF2B5EF4-FFF2-40B4-BE49-F238E27FC236}">
                <a16:creationId xmlns:a16="http://schemas.microsoft.com/office/drawing/2014/main" id="{B1060700-7678-4B0F-A149-0ED944A6680C}"/>
              </a:ext>
            </a:extLst>
          </p:cNvPr>
          <p:cNvSpPr>
            <a:spLocks xmlns:a="http://schemas.openxmlformats.org/drawingml/2006/main" noGrp="1"/>
          </p:cNvSpPr>
          <p:nvPr/>
        </p:nvSpPr>
        <p:spPr>
          <a:xfrm xmlns:a="http://schemas.openxmlformats.org/drawingml/2006/main">
            <a:off x="3784762" y="6110183"/>
            <a:ext cx="63503" cy="0"/>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412" name="0412:panel-b-map/interval-4-full:line">
            <a:extLst xmlns:a="http://schemas.openxmlformats.org/drawingml/2006/main">
              <a:ext uri="{FF2B5EF4-FFF2-40B4-BE49-F238E27FC236}">
                <a16:creationId xmlns:a16="http://schemas.microsoft.com/office/drawing/2014/main" id="{AB10C99F-60DA-4657-ACE4-599C3F90CE92}"/>
              </a:ext>
            </a:extLst>
          </p:cNvPr>
          <p:cNvSpPr>
            <a:spLocks xmlns:a="http://schemas.openxmlformats.org/drawingml/2006/main" noGrp="1"/>
          </p:cNvSpPr>
          <p:nvPr/>
        </p:nvSpPr>
        <p:spPr>
          <a:xfrm xmlns:a="http://schemas.openxmlformats.org/drawingml/2006/main">
            <a:off x="3816513" y="6078426"/>
            <a:ext cx="0" cy="63515"/>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413" name="0413:panel-b-map/task-5:text">
            <a:extLst xmlns:a="http://schemas.openxmlformats.org/drawingml/2006/main">
              <a:ext uri="{FF2B5EF4-FFF2-40B4-BE49-F238E27FC236}">
                <a16:creationId xmlns:a16="http://schemas.microsoft.com/office/drawing/2014/main" id="{35A57984-841A-4DEC-8653-24709C186C53}"/>
              </a:ext>
            </a:extLst>
          </p:cNvPr>
          <p:cNvSpPr>
            <a:spLocks xmlns:a="http://schemas.openxmlformats.org/drawingml/2006/main" noGrp="1"/>
          </p:cNvSpPr>
          <p:nvPr/>
        </p:nvSpPr>
        <p:spPr>
          <a:xfrm xmlns:a="http://schemas.openxmlformats.org/drawingml/2006/main">
            <a:off x="649137" y="6327937"/>
            <a:ext cx="104003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Satellite → UAV 250 m</a:t>
            </a:r>
          </a:p>
        </p:txBody>
      </p:sp>
      <p:sp>
        <p:nvSpPr>
          <p:cNvPr id="414" name="0414:panel-b-map/interval-5-visual:line">
            <a:extLst xmlns:a="http://schemas.openxmlformats.org/drawingml/2006/main">
              <a:ext uri="{FF2B5EF4-FFF2-40B4-BE49-F238E27FC236}">
                <a16:creationId xmlns:a16="http://schemas.microsoft.com/office/drawing/2014/main" id="{23BED0B4-492E-45C2-BFA4-D8A9AE3105D8}"/>
              </a:ext>
            </a:extLst>
          </p:cNvPr>
          <p:cNvSpPr>
            <a:spLocks xmlns:a="http://schemas.openxmlformats.org/drawingml/2006/main" noGrp="1"/>
          </p:cNvSpPr>
          <p:nvPr/>
        </p:nvSpPr>
        <p:spPr>
          <a:xfrm xmlns:a="http://schemas.openxmlformats.org/drawingml/2006/main">
            <a:off x="4097195" y="6262620"/>
            <a:ext cx="143516" cy="0"/>
          </a:xfrm>
          <a:prstGeom xmlns:a="http://schemas.openxmlformats.org/drawingml/2006/main" prst="line">
            <a:avLst/>
          </a:prstGeom>
          <a:noFill xmlns:a="http://schemas.openxmlformats.org/drawingml/2006/main"/>
          <a:ln xmlns:a="http://schemas.openxmlformats.org/drawingml/2006/main" w="11430">
            <a:solidFill>
              <a:srgbClr val="484878"/>
            </a:solidFill>
          </a:ln>
        </p:spPr>
      </p:sp>
      <p:sp>
        <p:nvSpPr>
          <p:cNvPr id="415" name="0415:panel-b-map/interval-5-visual:line">
            <a:extLst xmlns:a="http://schemas.openxmlformats.org/drawingml/2006/main">
              <a:ext uri="{FF2B5EF4-FFF2-40B4-BE49-F238E27FC236}">
                <a16:creationId xmlns:a16="http://schemas.microsoft.com/office/drawing/2014/main" id="{245B7C0D-BD13-4F2B-927D-172E3538A2EE}"/>
              </a:ext>
            </a:extLst>
          </p:cNvPr>
          <p:cNvSpPr>
            <a:spLocks xmlns:a="http://schemas.openxmlformats.org/drawingml/2006/main" noGrp="1"/>
          </p:cNvSpPr>
          <p:nvPr/>
        </p:nvSpPr>
        <p:spPr>
          <a:xfrm xmlns:a="http://schemas.openxmlformats.org/drawingml/2006/main">
            <a:off x="4097195" y="6237214"/>
            <a:ext cx="0" cy="50812"/>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416" name="0416:panel-b-map/interval-5-visual:line">
            <a:extLst xmlns:a="http://schemas.openxmlformats.org/drawingml/2006/main">
              <a:ext uri="{FF2B5EF4-FFF2-40B4-BE49-F238E27FC236}">
                <a16:creationId xmlns:a16="http://schemas.microsoft.com/office/drawing/2014/main" id="{7D3E7ABC-E24C-44BE-AAA4-056939387ECF}"/>
              </a:ext>
            </a:extLst>
          </p:cNvPr>
          <p:cNvSpPr>
            <a:spLocks xmlns:a="http://schemas.openxmlformats.org/drawingml/2006/main" noGrp="1"/>
          </p:cNvSpPr>
          <p:nvPr/>
        </p:nvSpPr>
        <p:spPr>
          <a:xfrm xmlns:a="http://schemas.openxmlformats.org/drawingml/2006/main">
            <a:off x="4240711" y="6237214"/>
            <a:ext cx="0" cy="50812"/>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417" name="0417:panel-b-map/interval-5-visual:circle">
            <a:extLst xmlns:a="http://schemas.openxmlformats.org/drawingml/2006/main">
              <a:ext uri="{FF2B5EF4-FFF2-40B4-BE49-F238E27FC236}">
                <a16:creationId xmlns:a16="http://schemas.microsoft.com/office/drawing/2014/main" id="{7CAC86B0-6198-4B80-9785-CE515B9A42D9}"/>
              </a:ext>
            </a:extLst>
          </p:cNvPr>
          <p:cNvSpPr>
            <a:spLocks xmlns:a="http://schemas.openxmlformats.org/drawingml/2006/main" noGrp="1"/>
          </p:cNvSpPr>
          <p:nvPr/>
        </p:nvSpPr>
        <p:spPr>
          <a:xfrm xmlns:a="http://schemas.openxmlformats.org/drawingml/2006/main">
            <a:off x="4144187" y="6237214"/>
            <a:ext cx="50802" cy="50812"/>
          </a:xfrm>
          <a:prstGeom xmlns:a="http://schemas.openxmlformats.org/drawingml/2006/main" prst="ellipse">
            <a:avLst/>
          </a:prstGeom>
          <a:solidFill xmlns:a="http://schemas.openxmlformats.org/drawingml/2006/main">
            <a:srgbClr val="484878"/>
          </a:solidFill>
          <a:ln xmlns:a="http://schemas.openxmlformats.org/drawingml/2006/main" w="0">
            <a:noFill/>
          </a:ln>
        </p:spPr>
      </p:sp>
      <p:sp>
        <p:nvSpPr>
          <p:cNvPr id="418" name="0418:panel-b-map/interval-5-content:line">
            <a:extLst xmlns:a="http://schemas.openxmlformats.org/drawingml/2006/main">
              <a:ext uri="{FF2B5EF4-FFF2-40B4-BE49-F238E27FC236}">
                <a16:creationId xmlns:a16="http://schemas.microsoft.com/office/drawing/2014/main" id="{E49C938B-235D-4F58-9688-E8B1113836D3}"/>
              </a:ext>
            </a:extLst>
          </p:cNvPr>
          <p:cNvSpPr>
            <a:spLocks xmlns:a="http://schemas.openxmlformats.org/drawingml/2006/main" noGrp="1"/>
          </p:cNvSpPr>
          <p:nvPr/>
        </p:nvSpPr>
        <p:spPr>
          <a:xfrm xmlns:a="http://schemas.openxmlformats.org/drawingml/2006/main">
            <a:off x="1943183" y="6313433"/>
            <a:ext cx="10160" cy="0"/>
          </a:xfrm>
          <a:prstGeom xmlns:a="http://schemas.openxmlformats.org/drawingml/2006/main" prst="line">
            <a:avLst/>
          </a:prstGeom>
          <a:noFill xmlns:a="http://schemas.openxmlformats.org/drawingml/2006/main"/>
          <a:ln xmlns:a="http://schemas.openxmlformats.org/drawingml/2006/main" w="11430">
            <a:solidFill>
              <a:srgbClr val="927B45"/>
            </a:solidFill>
          </a:ln>
        </p:spPr>
      </p:sp>
      <p:sp>
        <p:nvSpPr>
          <p:cNvPr id="419" name="0419:panel-b-map/interval-5-content:line">
            <a:extLst xmlns:a="http://schemas.openxmlformats.org/drawingml/2006/main">
              <a:ext uri="{FF2B5EF4-FFF2-40B4-BE49-F238E27FC236}">
                <a16:creationId xmlns:a16="http://schemas.microsoft.com/office/drawing/2014/main" id="{F58C8CD1-6AE5-4A90-99AB-03E6AEB95152}"/>
              </a:ext>
            </a:extLst>
          </p:cNvPr>
          <p:cNvSpPr>
            <a:spLocks xmlns:a="http://schemas.openxmlformats.org/drawingml/2006/main" noGrp="1"/>
          </p:cNvSpPr>
          <p:nvPr/>
        </p:nvSpPr>
        <p:spPr>
          <a:xfrm xmlns:a="http://schemas.openxmlformats.org/drawingml/2006/main">
            <a:off x="1943183" y="6288026"/>
            <a:ext cx="0" cy="50812"/>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420" name="0420:panel-b-map/interval-5-content:line">
            <a:extLst xmlns:a="http://schemas.openxmlformats.org/drawingml/2006/main">
              <a:ext uri="{FF2B5EF4-FFF2-40B4-BE49-F238E27FC236}">
                <a16:creationId xmlns:a16="http://schemas.microsoft.com/office/drawing/2014/main" id="{0017CB23-1D9F-46A0-8E34-BFA4E8B64F1A}"/>
              </a:ext>
            </a:extLst>
          </p:cNvPr>
          <p:cNvSpPr>
            <a:spLocks xmlns:a="http://schemas.openxmlformats.org/drawingml/2006/main" noGrp="1"/>
          </p:cNvSpPr>
          <p:nvPr/>
        </p:nvSpPr>
        <p:spPr>
          <a:xfrm xmlns:a="http://schemas.openxmlformats.org/drawingml/2006/main">
            <a:off x="1953344" y="6288026"/>
            <a:ext cx="0" cy="50812"/>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421" name="0421:panel-b-map/interval-5-content:rect">
            <a:extLst xmlns:a="http://schemas.openxmlformats.org/drawingml/2006/main">
              <a:ext uri="{FF2B5EF4-FFF2-40B4-BE49-F238E27FC236}">
                <a16:creationId xmlns:a16="http://schemas.microsoft.com/office/drawing/2014/main" id="{CB56C2C0-0654-44DB-8A66-60AFC454A310}"/>
              </a:ext>
            </a:extLst>
          </p:cNvPr>
          <p:cNvSpPr>
            <a:spLocks xmlns:a="http://schemas.openxmlformats.org/drawingml/2006/main" noGrp="1"/>
          </p:cNvSpPr>
          <p:nvPr/>
        </p:nvSpPr>
        <p:spPr>
          <a:xfrm xmlns:a="http://schemas.openxmlformats.org/drawingml/2006/main">
            <a:off x="1922862" y="6288026"/>
            <a:ext cx="50802" cy="50812"/>
          </a:xfrm>
          <a:prstGeom xmlns:a="http://schemas.openxmlformats.org/drawingml/2006/main" prst="rect">
            <a:avLst/>
          </a:prstGeom>
          <a:solidFill xmlns:a="http://schemas.openxmlformats.org/drawingml/2006/main">
            <a:srgbClr val="927B45"/>
          </a:solidFill>
          <a:ln xmlns:a="http://schemas.openxmlformats.org/drawingml/2006/main" w="6350">
            <a:noFill/>
          </a:ln>
        </p:spPr>
      </p:sp>
      <p:sp>
        <p:nvSpPr>
          <p:cNvPr id="422" name="0422:panel-b-map/interval-5-style:line">
            <a:extLst xmlns:a="http://schemas.openxmlformats.org/drawingml/2006/main">
              <a:ext uri="{FF2B5EF4-FFF2-40B4-BE49-F238E27FC236}">
                <a16:creationId xmlns:a16="http://schemas.microsoft.com/office/drawing/2014/main" id="{D09E1BB5-E9C4-4D44-9090-532DDBBA84E7}"/>
              </a:ext>
            </a:extLst>
          </p:cNvPr>
          <p:cNvSpPr>
            <a:spLocks xmlns:a="http://schemas.openxmlformats.org/drawingml/2006/main" noGrp="1"/>
          </p:cNvSpPr>
          <p:nvPr/>
        </p:nvSpPr>
        <p:spPr>
          <a:xfrm xmlns:a="http://schemas.openxmlformats.org/drawingml/2006/main">
            <a:off x="1845389" y="6364245"/>
            <a:ext cx="7620" cy="0"/>
          </a:xfrm>
          <a:prstGeom xmlns:a="http://schemas.openxmlformats.org/drawingml/2006/main" prst="line">
            <a:avLst/>
          </a:prstGeom>
          <a:noFill xmlns:a="http://schemas.openxmlformats.org/drawingml/2006/main"/>
          <a:ln xmlns:a="http://schemas.openxmlformats.org/drawingml/2006/main" w="11430">
            <a:solidFill>
              <a:srgbClr val="7B6A91"/>
            </a:solidFill>
          </a:ln>
        </p:spPr>
      </p:sp>
      <p:sp>
        <p:nvSpPr>
          <p:cNvPr id="423" name="0423:panel-b-map/interval-5-style:line">
            <a:extLst xmlns:a="http://schemas.openxmlformats.org/drawingml/2006/main">
              <a:ext uri="{FF2B5EF4-FFF2-40B4-BE49-F238E27FC236}">
                <a16:creationId xmlns:a16="http://schemas.microsoft.com/office/drawing/2014/main" id="{BA48EACC-5C5D-479B-A3C5-D7F4AA0AB817}"/>
              </a:ext>
            </a:extLst>
          </p:cNvPr>
          <p:cNvSpPr>
            <a:spLocks xmlns:a="http://schemas.openxmlformats.org/drawingml/2006/main" noGrp="1"/>
          </p:cNvSpPr>
          <p:nvPr/>
        </p:nvSpPr>
        <p:spPr>
          <a:xfrm xmlns:a="http://schemas.openxmlformats.org/drawingml/2006/main">
            <a:off x="1845389" y="6338839"/>
            <a:ext cx="0" cy="50812"/>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424" name="0424:panel-b-map/interval-5-style:line">
            <a:extLst xmlns:a="http://schemas.openxmlformats.org/drawingml/2006/main">
              <a:ext uri="{FF2B5EF4-FFF2-40B4-BE49-F238E27FC236}">
                <a16:creationId xmlns:a16="http://schemas.microsoft.com/office/drawing/2014/main" id="{86F3A3D5-6BF8-4ED0-AA4F-921B41959A21}"/>
              </a:ext>
            </a:extLst>
          </p:cNvPr>
          <p:cNvSpPr>
            <a:spLocks xmlns:a="http://schemas.openxmlformats.org/drawingml/2006/main" noGrp="1"/>
          </p:cNvSpPr>
          <p:nvPr/>
        </p:nvSpPr>
        <p:spPr>
          <a:xfrm xmlns:a="http://schemas.openxmlformats.org/drawingml/2006/main">
            <a:off x="1853009" y="6338839"/>
            <a:ext cx="0" cy="50812"/>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425" name="0425:panel-b-map/interval-5-style:polygon">
            <a:extLst xmlns:a="http://schemas.openxmlformats.org/drawingml/2006/main">
              <a:ext uri="{FF2B5EF4-FFF2-40B4-BE49-F238E27FC236}">
                <a16:creationId xmlns:a16="http://schemas.microsoft.com/office/drawing/2014/main" id="{E7EAEA3D-88EA-48EB-A662-49B6A79B13B4}"/>
              </a:ext>
            </a:extLst>
          </p:cNvPr>
          <p:cNvSpPr>
            <a:spLocks xmlns:a="http://schemas.openxmlformats.org/drawingml/2006/main" noGrp="1"/>
          </p:cNvSpPr>
          <p:nvPr/>
        </p:nvSpPr>
        <p:spPr>
          <a:xfrm xmlns:a="http://schemas.openxmlformats.org/drawingml/2006/main">
            <a:off x="1814908" y="6329947"/>
            <a:ext cx="68583" cy="59704"/>
          </a:xfrm>
          <a:custGeom xmlns:a="http://schemas.openxmlformats.org/drawingml/2006/main">
            <a:pathLst>
              <a:path w="68583" h="59704">
                <a:moveTo>
                  <a:pt x="34291" y="0"/>
                </a:moveTo>
                <a:lnTo>
                  <a:pt x="68583" y="59704"/>
                </a:lnTo>
                <a:lnTo>
                  <a:pt x="0" y="59704"/>
                </a:lnTo>
                <a:close/>
              </a:path>
            </a:pathLst>
          </a:custGeom>
          <a:solidFill xmlns:a="http://schemas.openxmlformats.org/drawingml/2006/main">
            <a:srgbClr val="7B6A91"/>
          </a:solidFill>
          <a:ln xmlns:a="http://schemas.openxmlformats.org/drawingml/2006/main" w="0">
            <a:noFill/>
          </a:ln>
        </p:spPr>
      </p:sp>
      <p:sp>
        <p:nvSpPr>
          <p:cNvPr id="426" name="0426:panel-b-map/interval-5-visual_content:line">
            <a:extLst xmlns:a="http://schemas.openxmlformats.org/drawingml/2006/main">
              <a:ext uri="{FF2B5EF4-FFF2-40B4-BE49-F238E27FC236}">
                <a16:creationId xmlns:a16="http://schemas.microsoft.com/office/drawing/2014/main" id="{F8019288-042D-4613-A091-9444C4653EEB}"/>
              </a:ext>
            </a:extLst>
          </p:cNvPr>
          <p:cNvSpPr>
            <a:spLocks xmlns:a="http://schemas.openxmlformats.org/drawingml/2006/main" noGrp="1"/>
          </p:cNvSpPr>
          <p:nvPr/>
        </p:nvSpPr>
        <p:spPr>
          <a:xfrm xmlns:a="http://schemas.openxmlformats.org/drawingml/2006/main">
            <a:off x="3514240" y="6415057"/>
            <a:ext cx="264171" cy="0"/>
          </a:xfrm>
          <a:prstGeom xmlns:a="http://schemas.openxmlformats.org/drawingml/2006/main" prst="line">
            <a:avLst/>
          </a:prstGeom>
          <a:noFill xmlns:a="http://schemas.openxmlformats.org/drawingml/2006/main"/>
          <a:ln xmlns:a="http://schemas.openxmlformats.org/drawingml/2006/main" w="11430">
            <a:solidFill>
              <a:srgbClr val="378183"/>
            </a:solidFill>
          </a:ln>
        </p:spPr>
      </p:sp>
      <p:sp>
        <p:nvSpPr>
          <p:cNvPr id="427" name="0427:panel-b-map/interval-5-visual_content:line">
            <a:extLst xmlns:a="http://schemas.openxmlformats.org/drawingml/2006/main">
              <a:ext uri="{FF2B5EF4-FFF2-40B4-BE49-F238E27FC236}">
                <a16:creationId xmlns:a16="http://schemas.microsoft.com/office/drawing/2014/main" id="{DCEA7D19-9846-4697-871D-E9961A1C2BFD}"/>
              </a:ext>
            </a:extLst>
          </p:cNvPr>
          <p:cNvSpPr>
            <a:spLocks xmlns:a="http://schemas.openxmlformats.org/drawingml/2006/main" noGrp="1"/>
          </p:cNvSpPr>
          <p:nvPr/>
        </p:nvSpPr>
        <p:spPr>
          <a:xfrm xmlns:a="http://schemas.openxmlformats.org/drawingml/2006/main">
            <a:off x="3514240" y="6389651"/>
            <a:ext cx="0" cy="50812"/>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428" name="0428:panel-b-map/interval-5-visual_content:line">
            <a:extLst xmlns:a="http://schemas.openxmlformats.org/drawingml/2006/main">
              <a:ext uri="{FF2B5EF4-FFF2-40B4-BE49-F238E27FC236}">
                <a16:creationId xmlns:a16="http://schemas.microsoft.com/office/drawing/2014/main" id="{1509D426-83BA-4D00-A3D4-83C241730DBF}"/>
              </a:ext>
            </a:extLst>
          </p:cNvPr>
          <p:cNvSpPr>
            <a:spLocks xmlns:a="http://schemas.openxmlformats.org/drawingml/2006/main" noGrp="1"/>
          </p:cNvSpPr>
          <p:nvPr/>
        </p:nvSpPr>
        <p:spPr>
          <a:xfrm xmlns:a="http://schemas.openxmlformats.org/drawingml/2006/main">
            <a:off x="3778412" y="6389651"/>
            <a:ext cx="0" cy="50812"/>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429" name="0429:panel-b-map/interval-5-visual_content:polygon">
            <a:extLst xmlns:a="http://schemas.openxmlformats.org/drawingml/2006/main">
              <a:ext uri="{FF2B5EF4-FFF2-40B4-BE49-F238E27FC236}">
                <a16:creationId xmlns:a16="http://schemas.microsoft.com/office/drawing/2014/main" id="{8FBECE25-91F8-4B9B-B8AE-1C28658887AD}"/>
              </a:ext>
            </a:extLst>
          </p:cNvPr>
          <p:cNvSpPr>
            <a:spLocks xmlns:a="http://schemas.openxmlformats.org/drawingml/2006/main" noGrp="1"/>
          </p:cNvSpPr>
          <p:nvPr/>
        </p:nvSpPr>
        <p:spPr>
          <a:xfrm xmlns:a="http://schemas.openxmlformats.org/drawingml/2006/main">
            <a:off x="3612034" y="6380759"/>
            <a:ext cx="68583" cy="68597"/>
          </a:xfrm>
          <a:custGeom xmlns:a="http://schemas.openxmlformats.org/drawingml/2006/main">
            <a:pathLst>
              <a:path w="68583" h="68597">
                <a:moveTo>
                  <a:pt x="34291" y="0"/>
                </a:moveTo>
                <a:lnTo>
                  <a:pt x="68583" y="34298"/>
                </a:lnTo>
                <a:lnTo>
                  <a:pt x="34291" y="68597"/>
                </a:lnTo>
                <a:lnTo>
                  <a:pt x="0" y="34298"/>
                </a:lnTo>
                <a:close/>
              </a:path>
            </a:pathLst>
          </a:custGeom>
          <a:solidFill xmlns:a="http://schemas.openxmlformats.org/drawingml/2006/main">
            <a:srgbClr val="378183"/>
          </a:solidFill>
          <a:ln xmlns:a="http://schemas.openxmlformats.org/drawingml/2006/main" w="0">
            <a:noFill/>
          </a:ln>
        </p:spPr>
      </p:sp>
      <p:sp>
        <p:nvSpPr>
          <p:cNvPr id="430" name="0430:panel-b-map/interval-5-visual_style:line">
            <a:extLst xmlns:a="http://schemas.openxmlformats.org/drawingml/2006/main">
              <a:ext uri="{FF2B5EF4-FFF2-40B4-BE49-F238E27FC236}">
                <a16:creationId xmlns:a16="http://schemas.microsoft.com/office/drawing/2014/main" id="{56B1697A-3654-4766-B799-AE22726A4893}"/>
              </a:ext>
            </a:extLst>
          </p:cNvPr>
          <p:cNvSpPr>
            <a:spLocks xmlns:a="http://schemas.openxmlformats.org/drawingml/2006/main" noGrp="1"/>
          </p:cNvSpPr>
          <p:nvPr/>
        </p:nvSpPr>
        <p:spPr>
          <a:xfrm xmlns:a="http://schemas.openxmlformats.org/drawingml/2006/main">
            <a:off x="3587903" y="6465870"/>
            <a:ext cx="80013" cy="0"/>
          </a:xfrm>
          <a:prstGeom xmlns:a="http://schemas.openxmlformats.org/drawingml/2006/main" prst="line">
            <a:avLst/>
          </a:prstGeom>
          <a:noFill xmlns:a="http://schemas.openxmlformats.org/drawingml/2006/main"/>
          <a:ln xmlns:a="http://schemas.openxmlformats.org/drawingml/2006/main" w="11430">
            <a:solidFill>
              <a:srgbClr val="B5678E"/>
            </a:solidFill>
          </a:ln>
        </p:spPr>
      </p:sp>
      <p:sp>
        <p:nvSpPr>
          <p:cNvPr id="431" name="0431:panel-b-map/interval-5-visual_style:line">
            <a:extLst xmlns:a="http://schemas.openxmlformats.org/drawingml/2006/main">
              <a:ext uri="{FF2B5EF4-FFF2-40B4-BE49-F238E27FC236}">
                <a16:creationId xmlns:a16="http://schemas.microsoft.com/office/drawing/2014/main" id="{E368FB65-9381-40C4-9835-F1E77DBAA2E1}"/>
              </a:ext>
            </a:extLst>
          </p:cNvPr>
          <p:cNvSpPr>
            <a:spLocks xmlns:a="http://schemas.openxmlformats.org/drawingml/2006/main" noGrp="1"/>
          </p:cNvSpPr>
          <p:nvPr/>
        </p:nvSpPr>
        <p:spPr>
          <a:xfrm xmlns:a="http://schemas.openxmlformats.org/drawingml/2006/main">
            <a:off x="3587903" y="6440463"/>
            <a:ext cx="0" cy="50812"/>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432" name="0432:panel-b-map/interval-5-visual_style:line">
            <a:extLst xmlns:a="http://schemas.openxmlformats.org/drawingml/2006/main">
              <a:ext uri="{FF2B5EF4-FFF2-40B4-BE49-F238E27FC236}">
                <a16:creationId xmlns:a16="http://schemas.microsoft.com/office/drawing/2014/main" id="{C45838DC-3494-446F-B01A-51E2F5ADB582}"/>
              </a:ext>
            </a:extLst>
          </p:cNvPr>
          <p:cNvSpPr>
            <a:spLocks xmlns:a="http://schemas.openxmlformats.org/drawingml/2006/main" noGrp="1"/>
          </p:cNvSpPr>
          <p:nvPr/>
        </p:nvSpPr>
        <p:spPr>
          <a:xfrm xmlns:a="http://schemas.openxmlformats.org/drawingml/2006/main">
            <a:off x="3667917" y="6440463"/>
            <a:ext cx="0" cy="50812"/>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433" name="0433:panel-b-map/interval-5-visual_style:polygon">
            <a:extLst xmlns:a="http://schemas.openxmlformats.org/drawingml/2006/main">
              <a:ext uri="{FF2B5EF4-FFF2-40B4-BE49-F238E27FC236}">
                <a16:creationId xmlns:a16="http://schemas.microsoft.com/office/drawing/2014/main" id="{E38EA8C8-540A-4B54-A7BA-B7D6C04F20E1}"/>
              </a:ext>
            </a:extLst>
          </p:cNvPr>
          <p:cNvSpPr>
            <a:spLocks xmlns:a="http://schemas.openxmlformats.org/drawingml/2006/main" noGrp="1"/>
          </p:cNvSpPr>
          <p:nvPr/>
        </p:nvSpPr>
        <p:spPr>
          <a:xfrm xmlns:a="http://schemas.openxmlformats.org/drawingml/2006/main">
            <a:off x="3594254" y="6440463"/>
            <a:ext cx="68583" cy="59704"/>
          </a:xfrm>
          <a:custGeom xmlns:a="http://schemas.openxmlformats.org/drawingml/2006/main">
            <a:pathLst>
              <a:path w="68583" h="59704">
                <a:moveTo>
                  <a:pt x="34291" y="59704"/>
                </a:moveTo>
                <a:lnTo>
                  <a:pt x="68583" y="0"/>
                </a:lnTo>
                <a:lnTo>
                  <a:pt x="0" y="0"/>
                </a:lnTo>
                <a:close/>
              </a:path>
            </a:pathLst>
          </a:custGeom>
          <a:solidFill xmlns:a="http://schemas.openxmlformats.org/drawingml/2006/main">
            <a:srgbClr val="B5678E"/>
          </a:solidFill>
          <a:ln xmlns:a="http://schemas.openxmlformats.org/drawingml/2006/main" w="0">
            <a:noFill/>
          </a:ln>
        </p:spPr>
      </p:sp>
      <p:sp>
        <p:nvSpPr>
          <p:cNvPr id="434" name="0434:panel-b-map/interval-5-full:line">
            <a:extLst xmlns:a="http://schemas.openxmlformats.org/drawingml/2006/main">
              <a:ext uri="{FF2B5EF4-FFF2-40B4-BE49-F238E27FC236}">
                <a16:creationId xmlns:a16="http://schemas.microsoft.com/office/drawing/2014/main" id="{8D2DFA11-08D2-4E49-9DCF-4093C4114AB3}"/>
              </a:ext>
            </a:extLst>
          </p:cNvPr>
          <p:cNvSpPr>
            <a:spLocks xmlns:a="http://schemas.openxmlformats.org/drawingml/2006/main" noGrp="1"/>
          </p:cNvSpPr>
          <p:nvPr/>
        </p:nvSpPr>
        <p:spPr>
          <a:xfrm xmlns:a="http://schemas.openxmlformats.org/drawingml/2006/main">
            <a:off x="3670457" y="6516682"/>
            <a:ext cx="124465" cy="0"/>
          </a:xfrm>
          <a:prstGeom xmlns:a="http://schemas.openxmlformats.org/drawingml/2006/main" prst="line">
            <a:avLst/>
          </a:prstGeom>
          <a:noFill xmlns:a="http://schemas.openxmlformats.org/drawingml/2006/main"/>
          <a:ln xmlns:a="http://schemas.openxmlformats.org/drawingml/2006/main" w="11430">
            <a:solidFill>
              <a:srgbClr val="0F4D92"/>
            </a:solidFill>
          </a:ln>
        </p:spPr>
      </p:sp>
      <p:sp>
        <p:nvSpPr>
          <p:cNvPr id="435" name="0435:panel-b-map/interval-5-full:line">
            <a:extLst xmlns:a="http://schemas.openxmlformats.org/drawingml/2006/main">
              <a:ext uri="{FF2B5EF4-FFF2-40B4-BE49-F238E27FC236}">
                <a16:creationId xmlns:a16="http://schemas.microsoft.com/office/drawing/2014/main" id="{08B26EF3-73CC-4719-B272-2BF4E35A9CB4}"/>
              </a:ext>
            </a:extLst>
          </p:cNvPr>
          <p:cNvSpPr>
            <a:spLocks xmlns:a="http://schemas.openxmlformats.org/drawingml/2006/main" noGrp="1"/>
          </p:cNvSpPr>
          <p:nvPr/>
        </p:nvSpPr>
        <p:spPr>
          <a:xfrm xmlns:a="http://schemas.openxmlformats.org/drawingml/2006/main">
            <a:off x="3670457" y="6491276"/>
            <a:ext cx="0" cy="50812"/>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436" name="0436:panel-b-map/interval-5-full:line">
            <a:extLst xmlns:a="http://schemas.openxmlformats.org/drawingml/2006/main">
              <a:ext uri="{FF2B5EF4-FFF2-40B4-BE49-F238E27FC236}">
                <a16:creationId xmlns:a16="http://schemas.microsoft.com/office/drawing/2014/main" id="{8875FA2D-2D0A-4B47-9771-F461874BE359}"/>
              </a:ext>
            </a:extLst>
          </p:cNvPr>
          <p:cNvSpPr>
            <a:spLocks xmlns:a="http://schemas.openxmlformats.org/drawingml/2006/main" noGrp="1"/>
          </p:cNvSpPr>
          <p:nvPr/>
        </p:nvSpPr>
        <p:spPr>
          <a:xfrm xmlns:a="http://schemas.openxmlformats.org/drawingml/2006/main">
            <a:off x="3794922" y="6491276"/>
            <a:ext cx="0" cy="50812"/>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437" name="0437:panel-b-map/interval-5-full:line">
            <a:extLst xmlns:a="http://schemas.openxmlformats.org/drawingml/2006/main">
              <a:ext uri="{FF2B5EF4-FFF2-40B4-BE49-F238E27FC236}">
                <a16:creationId xmlns:a16="http://schemas.microsoft.com/office/drawing/2014/main" id="{CD961A61-11A7-4526-9449-571562CB5A56}"/>
              </a:ext>
            </a:extLst>
          </p:cNvPr>
          <p:cNvSpPr>
            <a:spLocks xmlns:a="http://schemas.openxmlformats.org/drawingml/2006/main" noGrp="1"/>
          </p:cNvSpPr>
          <p:nvPr/>
        </p:nvSpPr>
        <p:spPr>
          <a:xfrm xmlns:a="http://schemas.openxmlformats.org/drawingml/2006/main">
            <a:off x="3700938" y="6516682"/>
            <a:ext cx="63503" cy="0"/>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438" name="0438:panel-b-map/interval-5-full:line">
            <a:extLst xmlns:a="http://schemas.openxmlformats.org/drawingml/2006/main">
              <a:ext uri="{FF2B5EF4-FFF2-40B4-BE49-F238E27FC236}">
                <a16:creationId xmlns:a16="http://schemas.microsoft.com/office/drawing/2014/main" id="{551330E6-F6C7-43D1-80AD-9CBE2251C996}"/>
              </a:ext>
            </a:extLst>
          </p:cNvPr>
          <p:cNvSpPr>
            <a:spLocks xmlns:a="http://schemas.openxmlformats.org/drawingml/2006/main" noGrp="1"/>
          </p:cNvSpPr>
          <p:nvPr/>
        </p:nvSpPr>
        <p:spPr>
          <a:xfrm xmlns:a="http://schemas.openxmlformats.org/drawingml/2006/main">
            <a:off x="3732690" y="6484924"/>
            <a:ext cx="0" cy="63515"/>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439" name="0439:panel-b-map/task-6:text">
            <a:extLst xmlns:a="http://schemas.openxmlformats.org/drawingml/2006/main">
              <a:ext uri="{FF2B5EF4-FFF2-40B4-BE49-F238E27FC236}">
                <a16:creationId xmlns:a16="http://schemas.microsoft.com/office/drawing/2014/main" id="{6C8EEA0F-33B1-4C40-AA96-DA72EAFF502D}"/>
              </a:ext>
            </a:extLst>
          </p:cNvPr>
          <p:cNvSpPr>
            <a:spLocks xmlns:a="http://schemas.openxmlformats.org/drawingml/2006/main" noGrp="1"/>
          </p:cNvSpPr>
          <p:nvPr/>
        </p:nvSpPr>
        <p:spPr>
          <a:xfrm xmlns:a="http://schemas.openxmlformats.org/drawingml/2006/main">
            <a:off x="666092" y="6734435"/>
            <a:ext cx="10230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UAV 300 m → satellite</a:t>
            </a:r>
          </a:p>
        </p:txBody>
      </p:sp>
      <p:sp>
        <p:nvSpPr>
          <p:cNvPr id="440" name="0440:panel-b-map/interval-6-visual:line">
            <a:extLst xmlns:a="http://schemas.openxmlformats.org/drawingml/2006/main">
              <a:ext uri="{FF2B5EF4-FFF2-40B4-BE49-F238E27FC236}">
                <a16:creationId xmlns:a16="http://schemas.microsoft.com/office/drawing/2014/main" id="{9270C668-DA7C-4843-B848-E97F87B436E2}"/>
              </a:ext>
            </a:extLst>
          </p:cNvPr>
          <p:cNvSpPr>
            <a:spLocks xmlns:a="http://schemas.openxmlformats.org/drawingml/2006/main" noGrp="1"/>
          </p:cNvSpPr>
          <p:nvPr/>
        </p:nvSpPr>
        <p:spPr>
          <a:xfrm xmlns:a="http://schemas.openxmlformats.org/drawingml/2006/main">
            <a:off x="4365177" y="6669119"/>
            <a:ext cx="57152" cy="0"/>
          </a:xfrm>
          <a:prstGeom xmlns:a="http://schemas.openxmlformats.org/drawingml/2006/main" prst="line">
            <a:avLst/>
          </a:prstGeom>
          <a:noFill xmlns:a="http://schemas.openxmlformats.org/drawingml/2006/main"/>
          <a:ln xmlns:a="http://schemas.openxmlformats.org/drawingml/2006/main" w="11430">
            <a:solidFill>
              <a:srgbClr val="484878"/>
            </a:solidFill>
          </a:ln>
        </p:spPr>
      </p:sp>
      <p:sp>
        <p:nvSpPr>
          <p:cNvPr id="441" name="0441:panel-b-map/interval-6-visual:line">
            <a:extLst xmlns:a="http://schemas.openxmlformats.org/drawingml/2006/main">
              <a:ext uri="{FF2B5EF4-FFF2-40B4-BE49-F238E27FC236}">
                <a16:creationId xmlns:a16="http://schemas.microsoft.com/office/drawing/2014/main" id="{B4793058-D75E-407F-A673-8EE7C3217686}"/>
              </a:ext>
            </a:extLst>
          </p:cNvPr>
          <p:cNvSpPr>
            <a:spLocks xmlns:a="http://schemas.openxmlformats.org/drawingml/2006/main" noGrp="1"/>
          </p:cNvSpPr>
          <p:nvPr/>
        </p:nvSpPr>
        <p:spPr>
          <a:xfrm xmlns:a="http://schemas.openxmlformats.org/drawingml/2006/main">
            <a:off x="4365177" y="6643713"/>
            <a:ext cx="0" cy="50812"/>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442" name="0442:panel-b-map/interval-6-visual:line">
            <a:extLst xmlns:a="http://schemas.openxmlformats.org/drawingml/2006/main">
              <a:ext uri="{FF2B5EF4-FFF2-40B4-BE49-F238E27FC236}">
                <a16:creationId xmlns:a16="http://schemas.microsoft.com/office/drawing/2014/main" id="{32B4867E-7C13-45D4-A123-A676A2D3ACCB}"/>
              </a:ext>
            </a:extLst>
          </p:cNvPr>
          <p:cNvSpPr>
            <a:spLocks xmlns:a="http://schemas.openxmlformats.org/drawingml/2006/main" noGrp="1"/>
          </p:cNvSpPr>
          <p:nvPr/>
        </p:nvSpPr>
        <p:spPr>
          <a:xfrm xmlns:a="http://schemas.openxmlformats.org/drawingml/2006/main">
            <a:off x="4422329" y="6643713"/>
            <a:ext cx="0" cy="50812"/>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443" name="0443:panel-b-map/interval-6-visual:circle">
            <a:extLst xmlns:a="http://schemas.openxmlformats.org/drawingml/2006/main">
              <a:ext uri="{FF2B5EF4-FFF2-40B4-BE49-F238E27FC236}">
                <a16:creationId xmlns:a16="http://schemas.microsoft.com/office/drawing/2014/main" id="{C3E53574-D74B-4D87-9978-54EFB671E168}"/>
              </a:ext>
            </a:extLst>
          </p:cNvPr>
          <p:cNvSpPr>
            <a:spLocks xmlns:a="http://schemas.openxmlformats.org/drawingml/2006/main" noGrp="1"/>
          </p:cNvSpPr>
          <p:nvPr/>
        </p:nvSpPr>
        <p:spPr>
          <a:xfrm xmlns:a="http://schemas.openxmlformats.org/drawingml/2006/main">
            <a:off x="4367717" y="6643713"/>
            <a:ext cx="50802" cy="50812"/>
          </a:xfrm>
          <a:prstGeom xmlns:a="http://schemas.openxmlformats.org/drawingml/2006/main" prst="ellipse">
            <a:avLst/>
          </a:prstGeom>
          <a:solidFill xmlns:a="http://schemas.openxmlformats.org/drawingml/2006/main">
            <a:srgbClr val="484878"/>
          </a:solidFill>
          <a:ln xmlns:a="http://schemas.openxmlformats.org/drawingml/2006/main" w="0">
            <a:noFill/>
          </a:ln>
        </p:spPr>
      </p:sp>
      <p:sp>
        <p:nvSpPr>
          <p:cNvPr id="444" name="0444:panel-b-map/interval-6-content:line">
            <a:extLst xmlns:a="http://schemas.openxmlformats.org/drawingml/2006/main">
              <a:ext uri="{FF2B5EF4-FFF2-40B4-BE49-F238E27FC236}">
                <a16:creationId xmlns:a16="http://schemas.microsoft.com/office/drawing/2014/main" id="{0FD854A6-342E-41CC-8209-22067CB03E7C}"/>
              </a:ext>
            </a:extLst>
          </p:cNvPr>
          <p:cNvSpPr>
            <a:spLocks xmlns:a="http://schemas.openxmlformats.org/drawingml/2006/main" noGrp="1"/>
          </p:cNvSpPr>
          <p:nvPr/>
        </p:nvSpPr>
        <p:spPr>
          <a:xfrm xmlns:a="http://schemas.openxmlformats.org/drawingml/2006/main">
            <a:off x="2126071" y="6719931"/>
            <a:ext cx="24131" cy="0"/>
          </a:xfrm>
          <a:prstGeom xmlns:a="http://schemas.openxmlformats.org/drawingml/2006/main" prst="line">
            <a:avLst/>
          </a:prstGeom>
          <a:noFill xmlns:a="http://schemas.openxmlformats.org/drawingml/2006/main"/>
          <a:ln xmlns:a="http://schemas.openxmlformats.org/drawingml/2006/main" w="11430">
            <a:solidFill>
              <a:srgbClr val="927B45"/>
            </a:solidFill>
          </a:ln>
        </p:spPr>
      </p:sp>
      <p:sp>
        <p:nvSpPr>
          <p:cNvPr id="445" name="0445:panel-b-map/interval-6-content:line">
            <a:extLst xmlns:a="http://schemas.openxmlformats.org/drawingml/2006/main">
              <a:ext uri="{FF2B5EF4-FFF2-40B4-BE49-F238E27FC236}">
                <a16:creationId xmlns:a16="http://schemas.microsoft.com/office/drawing/2014/main" id="{FA38B0D7-90C8-4D93-97D9-5FAF77A59B78}"/>
              </a:ext>
            </a:extLst>
          </p:cNvPr>
          <p:cNvSpPr>
            <a:spLocks xmlns:a="http://schemas.openxmlformats.org/drawingml/2006/main" noGrp="1"/>
          </p:cNvSpPr>
          <p:nvPr/>
        </p:nvSpPr>
        <p:spPr>
          <a:xfrm xmlns:a="http://schemas.openxmlformats.org/drawingml/2006/main">
            <a:off x="2126071" y="6694525"/>
            <a:ext cx="0" cy="50812"/>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446" name="0446:panel-b-map/interval-6-content:line">
            <a:extLst xmlns:a="http://schemas.openxmlformats.org/drawingml/2006/main">
              <a:ext uri="{FF2B5EF4-FFF2-40B4-BE49-F238E27FC236}">
                <a16:creationId xmlns:a16="http://schemas.microsoft.com/office/drawing/2014/main" id="{7AA84D89-7773-49C8-9F97-B865BD608D20}"/>
              </a:ext>
            </a:extLst>
          </p:cNvPr>
          <p:cNvSpPr>
            <a:spLocks xmlns:a="http://schemas.openxmlformats.org/drawingml/2006/main" noGrp="1"/>
          </p:cNvSpPr>
          <p:nvPr/>
        </p:nvSpPr>
        <p:spPr>
          <a:xfrm xmlns:a="http://schemas.openxmlformats.org/drawingml/2006/main">
            <a:off x="2150202" y="6694525"/>
            <a:ext cx="0" cy="50812"/>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447" name="0447:panel-b-map/interval-6-content:rect">
            <a:extLst xmlns:a="http://schemas.openxmlformats.org/drawingml/2006/main">
              <a:ext uri="{FF2B5EF4-FFF2-40B4-BE49-F238E27FC236}">
                <a16:creationId xmlns:a16="http://schemas.microsoft.com/office/drawing/2014/main" id="{4B08DE4B-602B-4870-A221-48E589C2AB53}"/>
              </a:ext>
            </a:extLst>
          </p:cNvPr>
          <p:cNvSpPr>
            <a:spLocks xmlns:a="http://schemas.openxmlformats.org/drawingml/2006/main" noGrp="1"/>
          </p:cNvSpPr>
          <p:nvPr/>
        </p:nvSpPr>
        <p:spPr>
          <a:xfrm xmlns:a="http://schemas.openxmlformats.org/drawingml/2006/main">
            <a:off x="2113370" y="6694525"/>
            <a:ext cx="50802" cy="50812"/>
          </a:xfrm>
          <a:prstGeom xmlns:a="http://schemas.openxmlformats.org/drawingml/2006/main" prst="rect">
            <a:avLst/>
          </a:prstGeom>
          <a:solidFill xmlns:a="http://schemas.openxmlformats.org/drawingml/2006/main">
            <a:srgbClr val="927B45"/>
          </a:solidFill>
          <a:ln xmlns:a="http://schemas.openxmlformats.org/drawingml/2006/main" w="6350">
            <a:noFill/>
          </a:ln>
        </p:spPr>
      </p:sp>
      <p:sp>
        <p:nvSpPr>
          <p:cNvPr id="448" name="0448:panel-b-map/interval-6-style:line">
            <a:extLst xmlns:a="http://schemas.openxmlformats.org/drawingml/2006/main">
              <a:ext uri="{FF2B5EF4-FFF2-40B4-BE49-F238E27FC236}">
                <a16:creationId xmlns:a16="http://schemas.microsoft.com/office/drawing/2014/main" id="{DD774723-2E19-4252-83A8-58EE2BB24FE6}"/>
              </a:ext>
            </a:extLst>
          </p:cNvPr>
          <p:cNvSpPr>
            <a:spLocks xmlns:a="http://schemas.openxmlformats.org/drawingml/2006/main" noGrp="1"/>
          </p:cNvSpPr>
          <p:nvPr/>
        </p:nvSpPr>
        <p:spPr>
          <a:xfrm xmlns:a="http://schemas.openxmlformats.org/drawingml/2006/main">
            <a:off x="1873330" y="6770744"/>
            <a:ext cx="3810" cy="0"/>
          </a:xfrm>
          <a:prstGeom xmlns:a="http://schemas.openxmlformats.org/drawingml/2006/main" prst="line">
            <a:avLst/>
          </a:prstGeom>
          <a:noFill xmlns:a="http://schemas.openxmlformats.org/drawingml/2006/main"/>
          <a:ln xmlns:a="http://schemas.openxmlformats.org/drawingml/2006/main" w="11430">
            <a:solidFill>
              <a:srgbClr val="7B6A91"/>
            </a:solidFill>
          </a:ln>
        </p:spPr>
      </p:sp>
      <p:sp>
        <p:nvSpPr>
          <p:cNvPr id="449" name="0449:panel-b-map/interval-6-style:line">
            <a:extLst xmlns:a="http://schemas.openxmlformats.org/drawingml/2006/main">
              <a:ext uri="{FF2B5EF4-FFF2-40B4-BE49-F238E27FC236}">
                <a16:creationId xmlns:a16="http://schemas.microsoft.com/office/drawing/2014/main" id="{323C3267-A33F-436E-A864-7AB2E1C2159A}"/>
              </a:ext>
            </a:extLst>
          </p:cNvPr>
          <p:cNvSpPr>
            <a:spLocks xmlns:a="http://schemas.openxmlformats.org/drawingml/2006/main" noGrp="1"/>
          </p:cNvSpPr>
          <p:nvPr/>
        </p:nvSpPr>
        <p:spPr>
          <a:xfrm xmlns:a="http://schemas.openxmlformats.org/drawingml/2006/main">
            <a:off x="1873330" y="6745337"/>
            <a:ext cx="0" cy="50812"/>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450" name="0450:panel-b-map/interval-6-style:line">
            <a:extLst xmlns:a="http://schemas.openxmlformats.org/drawingml/2006/main">
              <a:ext uri="{FF2B5EF4-FFF2-40B4-BE49-F238E27FC236}">
                <a16:creationId xmlns:a16="http://schemas.microsoft.com/office/drawing/2014/main" id="{AA7B70BD-DDC4-42A1-A1AD-8C639607C42D}"/>
              </a:ext>
            </a:extLst>
          </p:cNvPr>
          <p:cNvSpPr>
            <a:spLocks xmlns:a="http://schemas.openxmlformats.org/drawingml/2006/main" noGrp="1"/>
          </p:cNvSpPr>
          <p:nvPr/>
        </p:nvSpPr>
        <p:spPr>
          <a:xfrm xmlns:a="http://schemas.openxmlformats.org/drawingml/2006/main">
            <a:off x="1877140" y="6745337"/>
            <a:ext cx="0" cy="50812"/>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451" name="0451:panel-b-map/interval-6-style:polygon">
            <a:extLst xmlns:a="http://schemas.openxmlformats.org/drawingml/2006/main">
              <a:ext uri="{FF2B5EF4-FFF2-40B4-BE49-F238E27FC236}">
                <a16:creationId xmlns:a16="http://schemas.microsoft.com/office/drawing/2014/main" id="{21DD0771-0AB0-49D4-937B-0610A268419E}"/>
              </a:ext>
            </a:extLst>
          </p:cNvPr>
          <p:cNvSpPr>
            <a:spLocks xmlns:a="http://schemas.openxmlformats.org/drawingml/2006/main" noGrp="1"/>
          </p:cNvSpPr>
          <p:nvPr/>
        </p:nvSpPr>
        <p:spPr>
          <a:xfrm xmlns:a="http://schemas.openxmlformats.org/drawingml/2006/main">
            <a:off x="1841579" y="6736445"/>
            <a:ext cx="68583" cy="59704"/>
          </a:xfrm>
          <a:custGeom xmlns:a="http://schemas.openxmlformats.org/drawingml/2006/main">
            <a:pathLst>
              <a:path w="68583" h="59704">
                <a:moveTo>
                  <a:pt x="34291" y="0"/>
                </a:moveTo>
                <a:lnTo>
                  <a:pt x="68583" y="59704"/>
                </a:lnTo>
                <a:lnTo>
                  <a:pt x="0" y="59704"/>
                </a:lnTo>
                <a:close/>
              </a:path>
            </a:pathLst>
          </a:custGeom>
          <a:solidFill xmlns:a="http://schemas.openxmlformats.org/drawingml/2006/main">
            <a:srgbClr val="7B6A91"/>
          </a:solidFill>
          <a:ln xmlns:a="http://schemas.openxmlformats.org/drawingml/2006/main" w="0">
            <a:noFill/>
          </a:ln>
        </p:spPr>
      </p:sp>
      <p:sp>
        <p:nvSpPr>
          <p:cNvPr id="452" name="0452:panel-b-map/interval-6-visual_content:line">
            <a:extLst xmlns:a="http://schemas.openxmlformats.org/drawingml/2006/main">
              <a:ext uri="{FF2B5EF4-FFF2-40B4-BE49-F238E27FC236}">
                <a16:creationId xmlns:a16="http://schemas.microsoft.com/office/drawing/2014/main" id="{7FC74D5D-ED0A-4AE3-95BC-308B2D3ED8DE}"/>
              </a:ext>
            </a:extLst>
          </p:cNvPr>
          <p:cNvSpPr>
            <a:spLocks xmlns:a="http://schemas.openxmlformats.org/drawingml/2006/main" noGrp="1"/>
          </p:cNvSpPr>
          <p:nvPr/>
        </p:nvSpPr>
        <p:spPr>
          <a:xfrm xmlns:a="http://schemas.openxmlformats.org/drawingml/2006/main">
            <a:off x="3773331" y="6821556"/>
            <a:ext cx="378476" cy="0"/>
          </a:xfrm>
          <a:prstGeom xmlns:a="http://schemas.openxmlformats.org/drawingml/2006/main" prst="line">
            <a:avLst/>
          </a:prstGeom>
          <a:noFill xmlns:a="http://schemas.openxmlformats.org/drawingml/2006/main"/>
          <a:ln xmlns:a="http://schemas.openxmlformats.org/drawingml/2006/main" w="11430">
            <a:solidFill>
              <a:srgbClr val="378183"/>
            </a:solidFill>
          </a:ln>
        </p:spPr>
      </p:sp>
      <p:sp>
        <p:nvSpPr>
          <p:cNvPr id="453" name="0453:panel-b-map/interval-6-visual_content:line">
            <a:extLst xmlns:a="http://schemas.openxmlformats.org/drawingml/2006/main">
              <a:ext uri="{FF2B5EF4-FFF2-40B4-BE49-F238E27FC236}">
                <a16:creationId xmlns:a16="http://schemas.microsoft.com/office/drawing/2014/main" id="{1AA035FC-73AA-427F-AB7B-B5AFCBD6A62A}"/>
              </a:ext>
            </a:extLst>
          </p:cNvPr>
          <p:cNvSpPr>
            <a:spLocks xmlns:a="http://schemas.openxmlformats.org/drawingml/2006/main" noGrp="1"/>
          </p:cNvSpPr>
          <p:nvPr/>
        </p:nvSpPr>
        <p:spPr>
          <a:xfrm xmlns:a="http://schemas.openxmlformats.org/drawingml/2006/main">
            <a:off x="3773331" y="6796150"/>
            <a:ext cx="0" cy="50812"/>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454" name="0454:panel-b-map/interval-6-visual_content:line">
            <a:extLst xmlns:a="http://schemas.openxmlformats.org/drawingml/2006/main">
              <a:ext uri="{FF2B5EF4-FFF2-40B4-BE49-F238E27FC236}">
                <a16:creationId xmlns:a16="http://schemas.microsoft.com/office/drawing/2014/main" id="{9E5A6CB7-4A9E-4144-A057-A36AE782182D}"/>
              </a:ext>
            </a:extLst>
          </p:cNvPr>
          <p:cNvSpPr>
            <a:spLocks xmlns:a="http://schemas.openxmlformats.org/drawingml/2006/main" noGrp="1"/>
          </p:cNvSpPr>
          <p:nvPr/>
        </p:nvSpPr>
        <p:spPr>
          <a:xfrm xmlns:a="http://schemas.openxmlformats.org/drawingml/2006/main">
            <a:off x="4151808" y="6796150"/>
            <a:ext cx="0" cy="50812"/>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455" name="0455:panel-b-map/interval-6-visual_content:polygon">
            <a:extLst xmlns:a="http://schemas.openxmlformats.org/drawingml/2006/main">
              <a:ext uri="{FF2B5EF4-FFF2-40B4-BE49-F238E27FC236}">
                <a16:creationId xmlns:a16="http://schemas.microsoft.com/office/drawing/2014/main" id="{061554DA-CF6F-4015-8A58-B144E7EE0CFB}"/>
              </a:ext>
            </a:extLst>
          </p:cNvPr>
          <p:cNvSpPr>
            <a:spLocks xmlns:a="http://schemas.openxmlformats.org/drawingml/2006/main" noGrp="1"/>
          </p:cNvSpPr>
          <p:nvPr/>
        </p:nvSpPr>
        <p:spPr>
          <a:xfrm xmlns:a="http://schemas.openxmlformats.org/drawingml/2006/main">
            <a:off x="3928278" y="6787258"/>
            <a:ext cx="68583" cy="68597"/>
          </a:xfrm>
          <a:custGeom xmlns:a="http://schemas.openxmlformats.org/drawingml/2006/main">
            <a:pathLst>
              <a:path w="68583" h="68597">
                <a:moveTo>
                  <a:pt x="34291" y="0"/>
                </a:moveTo>
                <a:lnTo>
                  <a:pt x="68583" y="34298"/>
                </a:lnTo>
                <a:lnTo>
                  <a:pt x="34291" y="68597"/>
                </a:lnTo>
                <a:lnTo>
                  <a:pt x="0" y="34298"/>
                </a:lnTo>
                <a:close/>
              </a:path>
            </a:pathLst>
          </a:custGeom>
          <a:solidFill xmlns:a="http://schemas.openxmlformats.org/drawingml/2006/main">
            <a:srgbClr val="378183"/>
          </a:solidFill>
          <a:ln xmlns:a="http://schemas.openxmlformats.org/drawingml/2006/main" w="0">
            <a:noFill/>
          </a:ln>
        </p:spPr>
      </p:sp>
      <p:sp>
        <p:nvSpPr>
          <p:cNvPr id="456" name="0456:panel-b-map/interval-6-visual_style:line">
            <a:extLst xmlns:a="http://schemas.openxmlformats.org/drawingml/2006/main">
              <a:ext uri="{FF2B5EF4-FFF2-40B4-BE49-F238E27FC236}">
                <a16:creationId xmlns:a16="http://schemas.microsoft.com/office/drawing/2014/main" id="{795CF505-FF32-46CB-870C-A67D7A669172}"/>
              </a:ext>
            </a:extLst>
          </p:cNvPr>
          <p:cNvSpPr>
            <a:spLocks xmlns:a="http://schemas.openxmlformats.org/drawingml/2006/main" noGrp="1"/>
          </p:cNvSpPr>
          <p:nvPr/>
        </p:nvSpPr>
        <p:spPr>
          <a:xfrm xmlns:a="http://schemas.openxmlformats.org/drawingml/2006/main">
            <a:off x="3844454" y="6872368"/>
            <a:ext cx="156217" cy="0"/>
          </a:xfrm>
          <a:prstGeom xmlns:a="http://schemas.openxmlformats.org/drawingml/2006/main" prst="line">
            <a:avLst/>
          </a:prstGeom>
          <a:noFill xmlns:a="http://schemas.openxmlformats.org/drawingml/2006/main"/>
          <a:ln xmlns:a="http://schemas.openxmlformats.org/drawingml/2006/main" w="11430">
            <a:solidFill>
              <a:srgbClr val="B5678E"/>
            </a:solidFill>
          </a:ln>
        </p:spPr>
      </p:sp>
      <p:sp>
        <p:nvSpPr>
          <p:cNvPr id="457" name="0457:panel-b-map/interval-6-visual_style:line">
            <a:extLst xmlns:a="http://schemas.openxmlformats.org/drawingml/2006/main">
              <a:ext uri="{FF2B5EF4-FFF2-40B4-BE49-F238E27FC236}">
                <a16:creationId xmlns:a16="http://schemas.microsoft.com/office/drawing/2014/main" id="{A739E929-6906-4FAB-9027-232ED0705F25}"/>
              </a:ext>
            </a:extLst>
          </p:cNvPr>
          <p:cNvSpPr>
            <a:spLocks xmlns:a="http://schemas.openxmlformats.org/drawingml/2006/main" noGrp="1"/>
          </p:cNvSpPr>
          <p:nvPr/>
        </p:nvSpPr>
        <p:spPr>
          <a:xfrm xmlns:a="http://schemas.openxmlformats.org/drawingml/2006/main">
            <a:off x="3844454" y="6846962"/>
            <a:ext cx="0" cy="50812"/>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458" name="0458:panel-b-map/interval-6-visual_style:line">
            <a:extLst xmlns:a="http://schemas.openxmlformats.org/drawingml/2006/main">
              <a:ext uri="{FF2B5EF4-FFF2-40B4-BE49-F238E27FC236}">
                <a16:creationId xmlns:a16="http://schemas.microsoft.com/office/drawing/2014/main" id="{1574FE5B-DE50-4A74-9FD1-F43FCD05C7AB}"/>
              </a:ext>
            </a:extLst>
          </p:cNvPr>
          <p:cNvSpPr>
            <a:spLocks xmlns:a="http://schemas.openxmlformats.org/drawingml/2006/main" noGrp="1"/>
          </p:cNvSpPr>
          <p:nvPr/>
        </p:nvSpPr>
        <p:spPr>
          <a:xfrm xmlns:a="http://schemas.openxmlformats.org/drawingml/2006/main">
            <a:off x="4000671" y="6846962"/>
            <a:ext cx="0" cy="50812"/>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459" name="0459:panel-b-map/interval-6-visual_style:polygon">
            <a:extLst xmlns:a="http://schemas.openxmlformats.org/drawingml/2006/main">
              <a:ext uri="{FF2B5EF4-FFF2-40B4-BE49-F238E27FC236}">
                <a16:creationId xmlns:a16="http://schemas.microsoft.com/office/drawing/2014/main" id="{1B4BBC07-8EDA-41DA-A345-8F259E57A0B0}"/>
              </a:ext>
            </a:extLst>
          </p:cNvPr>
          <p:cNvSpPr>
            <a:spLocks xmlns:a="http://schemas.openxmlformats.org/drawingml/2006/main" noGrp="1"/>
          </p:cNvSpPr>
          <p:nvPr/>
        </p:nvSpPr>
        <p:spPr>
          <a:xfrm xmlns:a="http://schemas.openxmlformats.org/drawingml/2006/main">
            <a:off x="3888906" y="6846962"/>
            <a:ext cx="68583" cy="59704"/>
          </a:xfrm>
          <a:custGeom xmlns:a="http://schemas.openxmlformats.org/drawingml/2006/main">
            <a:pathLst>
              <a:path w="68583" h="59704">
                <a:moveTo>
                  <a:pt x="34291" y="59704"/>
                </a:moveTo>
                <a:lnTo>
                  <a:pt x="68583" y="0"/>
                </a:lnTo>
                <a:lnTo>
                  <a:pt x="0" y="0"/>
                </a:lnTo>
                <a:close/>
              </a:path>
            </a:pathLst>
          </a:custGeom>
          <a:solidFill xmlns:a="http://schemas.openxmlformats.org/drawingml/2006/main">
            <a:srgbClr val="B5678E"/>
          </a:solidFill>
          <a:ln xmlns:a="http://schemas.openxmlformats.org/drawingml/2006/main" w="0">
            <a:noFill/>
          </a:ln>
        </p:spPr>
      </p:sp>
      <p:sp>
        <p:nvSpPr>
          <p:cNvPr id="460" name="0460:panel-b-map/interval-6-full:line">
            <a:extLst xmlns:a="http://schemas.openxmlformats.org/drawingml/2006/main">
              <a:ext uri="{FF2B5EF4-FFF2-40B4-BE49-F238E27FC236}">
                <a16:creationId xmlns:a16="http://schemas.microsoft.com/office/drawing/2014/main" id="{59443343-6D14-49D1-B4F0-9FE5D28EBB42}"/>
              </a:ext>
            </a:extLst>
          </p:cNvPr>
          <p:cNvSpPr>
            <a:spLocks xmlns:a="http://schemas.openxmlformats.org/drawingml/2006/main" noGrp="1"/>
          </p:cNvSpPr>
          <p:nvPr/>
        </p:nvSpPr>
        <p:spPr>
          <a:xfrm xmlns:a="http://schemas.openxmlformats.org/drawingml/2006/main">
            <a:off x="3841914" y="6923181"/>
            <a:ext cx="116845" cy="0"/>
          </a:xfrm>
          <a:prstGeom xmlns:a="http://schemas.openxmlformats.org/drawingml/2006/main" prst="line">
            <a:avLst/>
          </a:prstGeom>
          <a:noFill xmlns:a="http://schemas.openxmlformats.org/drawingml/2006/main"/>
          <a:ln xmlns:a="http://schemas.openxmlformats.org/drawingml/2006/main" w="11430">
            <a:solidFill>
              <a:srgbClr val="0F4D92"/>
            </a:solidFill>
          </a:ln>
        </p:spPr>
      </p:sp>
      <p:sp>
        <p:nvSpPr>
          <p:cNvPr id="461" name="0461:panel-b-map/interval-6-full:line">
            <a:extLst xmlns:a="http://schemas.openxmlformats.org/drawingml/2006/main">
              <a:ext uri="{FF2B5EF4-FFF2-40B4-BE49-F238E27FC236}">
                <a16:creationId xmlns:a16="http://schemas.microsoft.com/office/drawing/2014/main" id="{46B5422E-D807-4450-AD9C-1A709F42A021}"/>
              </a:ext>
            </a:extLst>
          </p:cNvPr>
          <p:cNvSpPr>
            <a:spLocks xmlns:a="http://schemas.openxmlformats.org/drawingml/2006/main" noGrp="1"/>
          </p:cNvSpPr>
          <p:nvPr/>
        </p:nvSpPr>
        <p:spPr>
          <a:xfrm xmlns:a="http://schemas.openxmlformats.org/drawingml/2006/main">
            <a:off x="3841914" y="6897774"/>
            <a:ext cx="0" cy="50812"/>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462" name="0462:panel-b-map/interval-6-full:line">
            <a:extLst xmlns:a="http://schemas.openxmlformats.org/drawingml/2006/main">
              <a:ext uri="{FF2B5EF4-FFF2-40B4-BE49-F238E27FC236}">
                <a16:creationId xmlns:a16="http://schemas.microsoft.com/office/drawing/2014/main" id="{A708CA80-BB66-4752-8748-F03AD75DE234}"/>
              </a:ext>
            </a:extLst>
          </p:cNvPr>
          <p:cNvSpPr>
            <a:spLocks xmlns:a="http://schemas.openxmlformats.org/drawingml/2006/main" noGrp="1"/>
          </p:cNvSpPr>
          <p:nvPr/>
        </p:nvSpPr>
        <p:spPr>
          <a:xfrm xmlns:a="http://schemas.openxmlformats.org/drawingml/2006/main">
            <a:off x="3958759" y="6897774"/>
            <a:ext cx="0" cy="50812"/>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463" name="0463:panel-b-map/interval-6-full:line">
            <a:extLst xmlns:a="http://schemas.openxmlformats.org/drawingml/2006/main">
              <a:ext uri="{FF2B5EF4-FFF2-40B4-BE49-F238E27FC236}">
                <a16:creationId xmlns:a16="http://schemas.microsoft.com/office/drawing/2014/main" id="{047FBE6B-D16A-4553-AA15-4678D377F1F3}"/>
              </a:ext>
            </a:extLst>
          </p:cNvPr>
          <p:cNvSpPr>
            <a:spLocks xmlns:a="http://schemas.openxmlformats.org/drawingml/2006/main" noGrp="1"/>
          </p:cNvSpPr>
          <p:nvPr/>
        </p:nvSpPr>
        <p:spPr>
          <a:xfrm xmlns:a="http://schemas.openxmlformats.org/drawingml/2006/main">
            <a:off x="3868585" y="6923181"/>
            <a:ext cx="63503" cy="0"/>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464" name="0464:panel-b-map/interval-6-full:line">
            <a:extLst xmlns:a="http://schemas.openxmlformats.org/drawingml/2006/main">
              <a:ext uri="{FF2B5EF4-FFF2-40B4-BE49-F238E27FC236}">
                <a16:creationId xmlns:a16="http://schemas.microsoft.com/office/drawing/2014/main" id="{89D0D02E-48AA-4C29-B419-C02B1453E740}"/>
              </a:ext>
            </a:extLst>
          </p:cNvPr>
          <p:cNvSpPr>
            <a:spLocks xmlns:a="http://schemas.openxmlformats.org/drawingml/2006/main" noGrp="1"/>
          </p:cNvSpPr>
          <p:nvPr/>
        </p:nvSpPr>
        <p:spPr>
          <a:xfrm xmlns:a="http://schemas.openxmlformats.org/drawingml/2006/main">
            <a:off x="3900337" y="6891423"/>
            <a:ext cx="0" cy="63515"/>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465" name="0465:panel-b-map/task-7:text">
            <a:extLst xmlns:a="http://schemas.openxmlformats.org/drawingml/2006/main">
              <a:ext uri="{FF2B5EF4-FFF2-40B4-BE49-F238E27FC236}">
                <a16:creationId xmlns:a16="http://schemas.microsoft.com/office/drawing/2014/main" id="{3C8DDFD7-6DAC-4A6E-8C01-7E24BE57EDA2}"/>
              </a:ext>
            </a:extLst>
          </p:cNvPr>
          <p:cNvSpPr>
            <a:spLocks xmlns:a="http://schemas.openxmlformats.org/drawingml/2006/main" noGrp="1"/>
          </p:cNvSpPr>
          <p:nvPr/>
        </p:nvSpPr>
        <p:spPr>
          <a:xfrm xmlns:a="http://schemas.openxmlformats.org/drawingml/2006/main">
            <a:off x="649137" y="7140934"/>
            <a:ext cx="104003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Satellite → UAV 300 m</a:t>
            </a:r>
          </a:p>
        </p:txBody>
      </p:sp>
      <p:sp>
        <p:nvSpPr>
          <p:cNvPr id="466" name="0466:panel-b-map/interval-7-visual:line">
            <a:extLst xmlns:a="http://schemas.openxmlformats.org/drawingml/2006/main">
              <a:ext uri="{FF2B5EF4-FFF2-40B4-BE49-F238E27FC236}">
                <a16:creationId xmlns:a16="http://schemas.microsoft.com/office/drawing/2014/main" id="{E32155CA-716B-4705-9295-69813F6AA2CF}"/>
              </a:ext>
            </a:extLst>
          </p:cNvPr>
          <p:cNvSpPr>
            <a:spLocks xmlns:a="http://schemas.openxmlformats.org/drawingml/2006/main" noGrp="1"/>
          </p:cNvSpPr>
          <p:nvPr/>
        </p:nvSpPr>
        <p:spPr>
          <a:xfrm xmlns:a="http://schemas.openxmlformats.org/drawingml/2006/main">
            <a:off x="4278813" y="7075618"/>
            <a:ext cx="34291" cy="0"/>
          </a:xfrm>
          <a:prstGeom xmlns:a="http://schemas.openxmlformats.org/drawingml/2006/main" prst="line">
            <a:avLst/>
          </a:prstGeom>
          <a:noFill xmlns:a="http://schemas.openxmlformats.org/drawingml/2006/main"/>
          <a:ln xmlns:a="http://schemas.openxmlformats.org/drawingml/2006/main" w="11430">
            <a:solidFill>
              <a:srgbClr val="484878"/>
            </a:solidFill>
          </a:ln>
        </p:spPr>
      </p:sp>
      <p:sp>
        <p:nvSpPr>
          <p:cNvPr id="467" name="0467:panel-b-map/interval-7-visual:line">
            <a:extLst xmlns:a="http://schemas.openxmlformats.org/drawingml/2006/main">
              <a:ext uri="{FF2B5EF4-FFF2-40B4-BE49-F238E27FC236}">
                <a16:creationId xmlns:a16="http://schemas.microsoft.com/office/drawing/2014/main" id="{DC3AF7A3-BBBA-4AA2-9954-8067F9CCFE11}"/>
              </a:ext>
            </a:extLst>
          </p:cNvPr>
          <p:cNvSpPr>
            <a:spLocks xmlns:a="http://schemas.openxmlformats.org/drawingml/2006/main" noGrp="1"/>
          </p:cNvSpPr>
          <p:nvPr/>
        </p:nvSpPr>
        <p:spPr>
          <a:xfrm xmlns:a="http://schemas.openxmlformats.org/drawingml/2006/main">
            <a:off x="4278813" y="7050211"/>
            <a:ext cx="0" cy="50812"/>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468" name="0468:panel-b-map/interval-7-visual:line">
            <a:extLst xmlns:a="http://schemas.openxmlformats.org/drawingml/2006/main">
              <a:ext uri="{FF2B5EF4-FFF2-40B4-BE49-F238E27FC236}">
                <a16:creationId xmlns:a16="http://schemas.microsoft.com/office/drawing/2014/main" id="{5042183E-103E-4C31-88FE-C292EC5D7BF5}"/>
              </a:ext>
            </a:extLst>
          </p:cNvPr>
          <p:cNvSpPr>
            <a:spLocks xmlns:a="http://schemas.openxmlformats.org/drawingml/2006/main" noGrp="1"/>
          </p:cNvSpPr>
          <p:nvPr/>
        </p:nvSpPr>
        <p:spPr>
          <a:xfrm xmlns:a="http://schemas.openxmlformats.org/drawingml/2006/main">
            <a:off x="4313104" y="7050211"/>
            <a:ext cx="0" cy="50812"/>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469" name="0469:panel-b-map/interval-7-visual:circle">
            <a:extLst xmlns:a="http://schemas.openxmlformats.org/drawingml/2006/main">
              <a:ext uri="{FF2B5EF4-FFF2-40B4-BE49-F238E27FC236}">
                <a16:creationId xmlns:a16="http://schemas.microsoft.com/office/drawing/2014/main" id="{5317187B-495D-46F6-B285-AAB3D6CC562E}"/>
              </a:ext>
            </a:extLst>
          </p:cNvPr>
          <p:cNvSpPr>
            <a:spLocks xmlns:a="http://schemas.openxmlformats.org/drawingml/2006/main" noGrp="1"/>
          </p:cNvSpPr>
          <p:nvPr/>
        </p:nvSpPr>
        <p:spPr>
          <a:xfrm xmlns:a="http://schemas.openxmlformats.org/drawingml/2006/main">
            <a:off x="4271193" y="7050211"/>
            <a:ext cx="50802" cy="50812"/>
          </a:xfrm>
          <a:prstGeom xmlns:a="http://schemas.openxmlformats.org/drawingml/2006/main" prst="ellipse">
            <a:avLst/>
          </a:prstGeom>
          <a:solidFill xmlns:a="http://schemas.openxmlformats.org/drawingml/2006/main">
            <a:srgbClr val="484878"/>
          </a:solidFill>
          <a:ln xmlns:a="http://schemas.openxmlformats.org/drawingml/2006/main" w="0">
            <a:noFill/>
          </a:ln>
        </p:spPr>
      </p:sp>
      <p:sp>
        <p:nvSpPr>
          <p:cNvPr id="470" name="0470:panel-b-map/interval-7-content:line">
            <a:extLst xmlns:a="http://schemas.openxmlformats.org/drawingml/2006/main">
              <a:ext uri="{FF2B5EF4-FFF2-40B4-BE49-F238E27FC236}">
                <a16:creationId xmlns:a16="http://schemas.microsoft.com/office/drawing/2014/main" id="{D826EB54-C3B9-456C-B1AF-4005B179AF37}"/>
              </a:ext>
            </a:extLst>
          </p:cNvPr>
          <p:cNvSpPr>
            <a:spLocks xmlns:a="http://schemas.openxmlformats.org/drawingml/2006/main" noGrp="1"/>
          </p:cNvSpPr>
          <p:nvPr/>
        </p:nvSpPr>
        <p:spPr>
          <a:xfrm xmlns:a="http://schemas.openxmlformats.org/drawingml/2006/main">
            <a:off x="1974934" y="7126430"/>
            <a:ext cx="11430" cy="0"/>
          </a:xfrm>
          <a:prstGeom xmlns:a="http://schemas.openxmlformats.org/drawingml/2006/main" prst="line">
            <a:avLst/>
          </a:prstGeom>
          <a:noFill xmlns:a="http://schemas.openxmlformats.org/drawingml/2006/main"/>
          <a:ln xmlns:a="http://schemas.openxmlformats.org/drawingml/2006/main" w="11430">
            <a:solidFill>
              <a:srgbClr val="927B45"/>
            </a:solidFill>
          </a:ln>
        </p:spPr>
      </p:sp>
      <p:sp>
        <p:nvSpPr>
          <p:cNvPr id="471" name="0471:panel-b-map/interval-7-content:line">
            <a:extLst xmlns:a="http://schemas.openxmlformats.org/drawingml/2006/main">
              <a:ext uri="{FF2B5EF4-FFF2-40B4-BE49-F238E27FC236}">
                <a16:creationId xmlns:a16="http://schemas.microsoft.com/office/drawing/2014/main" id="{B6177B26-EFF2-471A-B947-EEDB7D4F77C1}"/>
              </a:ext>
            </a:extLst>
          </p:cNvPr>
          <p:cNvSpPr>
            <a:spLocks xmlns:a="http://schemas.openxmlformats.org/drawingml/2006/main" noGrp="1"/>
          </p:cNvSpPr>
          <p:nvPr/>
        </p:nvSpPr>
        <p:spPr>
          <a:xfrm xmlns:a="http://schemas.openxmlformats.org/drawingml/2006/main">
            <a:off x="1974934" y="7101024"/>
            <a:ext cx="0" cy="50812"/>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472" name="0472:panel-b-map/interval-7-content:line">
            <a:extLst xmlns:a="http://schemas.openxmlformats.org/drawingml/2006/main">
              <a:ext uri="{FF2B5EF4-FFF2-40B4-BE49-F238E27FC236}">
                <a16:creationId xmlns:a16="http://schemas.microsoft.com/office/drawing/2014/main" id="{D8C227CA-89F5-423F-B9C4-35A7C308AC96}"/>
              </a:ext>
            </a:extLst>
          </p:cNvPr>
          <p:cNvSpPr>
            <a:spLocks xmlns:a="http://schemas.openxmlformats.org/drawingml/2006/main" noGrp="1"/>
          </p:cNvSpPr>
          <p:nvPr/>
        </p:nvSpPr>
        <p:spPr>
          <a:xfrm xmlns:a="http://schemas.openxmlformats.org/drawingml/2006/main">
            <a:off x="1986365" y="7101024"/>
            <a:ext cx="0" cy="50812"/>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473" name="0473:panel-b-map/interval-7-content:rect">
            <a:extLst xmlns:a="http://schemas.openxmlformats.org/drawingml/2006/main">
              <a:ext uri="{FF2B5EF4-FFF2-40B4-BE49-F238E27FC236}">
                <a16:creationId xmlns:a16="http://schemas.microsoft.com/office/drawing/2014/main" id="{82752115-3D92-439F-92BE-14D8FBDB4E6A}"/>
              </a:ext>
            </a:extLst>
          </p:cNvPr>
          <p:cNvSpPr>
            <a:spLocks xmlns:a="http://schemas.openxmlformats.org/drawingml/2006/main" noGrp="1"/>
          </p:cNvSpPr>
          <p:nvPr/>
        </p:nvSpPr>
        <p:spPr>
          <a:xfrm xmlns:a="http://schemas.openxmlformats.org/drawingml/2006/main">
            <a:off x="1954614" y="7101024"/>
            <a:ext cx="50802" cy="50812"/>
          </a:xfrm>
          <a:prstGeom xmlns:a="http://schemas.openxmlformats.org/drawingml/2006/main" prst="rect">
            <a:avLst/>
          </a:prstGeom>
          <a:solidFill xmlns:a="http://schemas.openxmlformats.org/drawingml/2006/main">
            <a:srgbClr val="927B45"/>
          </a:solidFill>
          <a:ln xmlns:a="http://schemas.openxmlformats.org/drawingml/2006/main" w="6350">
            <a:noFill/>
          </a:ln>
        </p:spPr>
      </p:sp>
      <p:sp>
        <p:nvSpPr>
          <p:cNvPr id="474" name="0474:panel-b-map/interval-7-style:line">
            <a:extLst xmlns:a="http://schemas.openxmlformats.org/drawingml/2006/main">
              <a:ext uri="{FF2B5EF4-FFF2-40B4-BE49-F238E27FC236}">
                <a16:creationId xmlns:a16="http://schemas.microsoft.com/office/drawing/2014/main" id="{9481F375-57D9-44C6-BA25-F9A0FDB8167D}"/>
              </a:ext>
            </a:extLst>
          </p:cNvPr>
          <p:cNvSpPr>
            <a:spLocks xmlns:a="http://schemas.openxmlformats.org/drawingml/2006/main" noGrp="1"/>
          </p:cNvSpPr>
          <p:nvPr/>
        </p:nvSpPr>
        <p:spPr>
          <a:xfrm xmlns:a="http://schemas.openxmlformats.org/drawingml/2006/main">
            <a:off x="1847929" y="7177242"/>
            <a:ext cx="3810" cy="0"/>
          </a:xfrm>
          <a:prstGeom xmlns:a="http://schemas.openxmlformats.org/drawingml/2006/main" prst="line">
            <a:avLst/>
          </a:prstGeom>
          <a:noFill xmlns:a="http://schemas.openxmlformats.org/drawingml/2006/main"/>
          <a:ln xmlns:a="http://schemas.openxmlformats.org/drawingml/2006/main" w="11430">
            <a:solidFill>
              <a:srgbClr val="7B6A91"/>
            </a:solidFill>
          </a:ln>
        </p:spPr>
      </p:sp>
      <p:sp>
        <p:nvSpPr>
          <p:cNvPr id="475" name="0475:panel-b-map/interval-7-style:line">
            <a:extLst xmlns:a="http://schemas.openxmlformats.org/drawingml/2006/main">
              <a:ext uri="{FF2B5EF4-FFF2-40B4-BE49-F238E27FC236}">
                <a16:creationId xmlns:a16="http://schemas.microsoft.com/office/drawing/2014/main" id="{13E0BAB9-9D27-4420-A6B2-A3B30AA6978F}"/>
              </a:ext>
            </a:extLst>
          </p:cNvPr>
          <p:cNvSpPr>
            <a:spLocks xmlns:a="http://schemas.openxmlformats.org/drawingml/2006/main" noGrp="1"/>
          </p:cNvSpPr>
          <p:nvPr/>
        </p:nvSpPr>
        <p:spPr>
          <a:xfrm xmlns:a="http://schemas.openxmlformats.org/drawingml/2006/main">
            <a:off x="1847929" y="7151836"/>
            <a:ext cx="0" cy="50812"/>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476" name="0476:panel-b-map/interval-7-style:line">
            <a:extLst xmlns:a="http://schemas.openxmlformats.org/drawingml/2006/main">
              <a:ext uri="{FF2B5EF4-FFF2-40B4-BE49-F238E27FC236}">
                <a16:creationId xmlns:a16="http://schemas.microsoft.com/office/drawing/2014/main" id="{C66785D7-3594-4888-AB1D-0E69328CCAE1}"/>
              </a:ext>
            </a:extLst>
          </p:cNvPr>
          <p:cNvSpPr>
            <a:spLocks xmlns:a="http://schemas.openxmlformats.org/drawingml/2006/main" noGrp="1"/>
          </p:cNvSpPr>
          <p:nvPr/>
        </p:nvSpPr>
        <p:spPr>
          <a:xfrm xmlns:a="http://schemas.openxmlformats.org/drawingml/2006/main">
            <a:off x="1851739" y="7151836"/>
            <a:ext cx="0" cy="50812"/>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477" name="0477:panel-b-map/interval-7-style:polygon">
            <a:extLst xmlns:a="http://schemas.openxmlformats.org/drawingml/2006/main">
              <a:ext uri="{FF2B5EF4-FFF2-40B4-BE49-F238E27FC236}">
                <a16:creationId xmlns:a16="http://schemas.microsoft.com/office/drawing/2014/main" id="{6AB1ADC3-FBF8-4EE5-B7EA-C1A5F3D66F35}"/>
              </a:ext>
            </a:extLst>
          </p:cNvPr>
          <p:cNvSpPr>
            <a:spLocks xmlns:a="http://schemas.openxmlformats.org/drawingml/2006/main" noGrp="1"/>
          </p:cNvSpPr>
          <p:nvPr/>
        </p:nvSpPr>
        <p:spPr>
          <a:xfrm xmlns:a="http://schemas.openxmlformats.org/drawingml/2006/main">
            <a:off x="1814908" y="7142944"/>
            <a:ext cx="68583" cy="59704"/>
          </a:xfrm>
          <a:custGeom xmlns:a="http://schemas.openxmlformats.org/drawingml/2006/main">
            <a:pathLst>
              <a:path w="68583" h="59704">
                <a:moveTo>
                  <a:pt x="34291" y="0"/>
                </a:moveTo>
                <a:lnTo>
                  <a:pt x="68583" y="59704"/>
                </a:lnTo>
                <a:lnTo>
                  <a:pt x="0" y="59704"/>
                </a:lnTo>
                <a:close/>
              </a:path>
            </a:pathLst>
          </a:custGeom>
          <a:solidFill xmlns:a="http://schemas.openxmlformats.org/drawingml/2006/main">
            <a:srgbClr val="7B6A91"/>
          </a:solidFill>
          <a:ln xmlns:a="http://schemas.openxmlformats.org/drawingml/2006/main" w="0">
            <a:noFill/>
          </a:ln>
        </p:spPr>
      </p:sp>
      <p:sp>
        <p:nvSpPr>
          <p:cNvPr id="478" name="0478:panel-b-map/interval-7-visual_content:line">
            <a:extLst xmlns:a="http://schemas.openxmlformats.org/drawingml/2006/main">
              <a:ext uri="{FF2B5EF4-FFF2-40B4-BE49-F238E27FC236}">
                <a16:creationId xmlns:a16="http://schemas.microsoft.com/office/drawing/2014/main" id="{144FED23-C3BB-4742-B633-2106A8029329}"/>
              </a:ext>
            </a:extLst>
          </p:cNvPr>
          <p:cNvSpPr>
            <a:spLocks xmlns:a="http://schemas.openxmlformats.org/drawingml/2006/main" noGrp="1"/>
          </p:cNvSpPr>
          <p:nvPr/>
        </p:nvSpPr>
        <p:spPr>
          <a:xfrm xmlns:a="http://schemas.openxmlformats.org/drawingml/2006/main">
            <a:off x="3609494" y="7228055"/>
            <a:ext cx="382286" cy="0"/>
          </a:xfrm>
          <a:prstGeom xmlns:a="http://schemas.openxmlformats.org/drawingml/2006/main" prst="line">
            <a:avLst/>
          </a:prstGeom>
          <a:noFill xmlns:a="http://schemas.openxmlformats.org/drawingml/2006/main"/>
          <a:ln xmlns:a="http://schemas.openxmlformats.org/drawingml/2006/main" w="11430">
            <a:solidFill>
              <a:srgbClr val="378183"/>
            </a:solidFill>
          </a:ln>
        </p:spPr>
      </p:sp>
      <p:sp>
        <p:nvSpPr>
          <p:cNvPr id="479" name="0479:panel-b-map/interval-7-visual_content:line">
            <a:extLst xmlns:a="http://schemas.openxmlformats.org/drawingml/2006/main">
              <a:ext uri="{FF2B5EF4-FFF2-40B4-BE49-F238E27FC236}">
                <a16:creationId xmlns:a16="http://schemas.microsoft.com/office/drawing/2014/main" id="{EE6F4D4C-B581-42F3-833C-0FDE09867C63}"/>
              </a:ext>
            </a:extLst>
          </p:cNvPr>
          <p:cNvSpPr>
            <a:spLocks xmlns:a="http://schemas.openxmlformats.org/drawingml/2006/main" noGrp="1"/>
          </p:cNvSpPr>
          <p:nvPr/>
        </p:nvSpPr>
        <p:spPr>
          <a:xfrm xmlns:a="http://schemas.openxmlformats.org/drawingml/2006/main">
            <a:off x="3609494" y="7202648"/>
            <a:ext cx="0" cy="50812"/>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480" name="0480:panel-b-map/interval-7-visual_content:line">
            <a:extLst xmlns:a="http://schemas.openxmlformats.org/drawingml/2006/main">
              <a:ext uri="{FF2B5EF4-FFF2-40B4-BE49-F238E27FC236}">
                <a16:creationId xmlns:a16="http://schemas.microsoft.com/office/drawing/2014/main" id="{B8C19B25-ECBE-4456-9EB7-705AEFB202DD}"/>
              </a:ext>
            </a:extLst>
          </p:cNvPr>
          <p:cNvSpPr>
            <a:spLocks xmlns:a="http://schemas.openxmlformats.org/drawingml/2006/main" noGrp="1"/>
          </p:cNvSpPr>
          <p:nvPr/>
        </p:nvSpPr>
        <p:spPr>
          <a:xfrm xmlns:a="http://schemas.openxmlformats.org/drawingml/2006/main">
            <a:off x="3991781" y="7202648"/>
            <a:ext cx="0" cy="50812"/>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481" name="0481:panel-b-map/interval-7-visual_content:polygon">
            <a:extLst xmlns:a="http://schemas.openxmlformats.org/drawingml/2006/main">
              <a:ext uri="{FF2B5EF4-FFF2-40B4-BE49-F238E27FC236}">
                <a16:creationId xmlns:a16="http://schemas.microsoft.com/office/drawing/2014/main" id="{F7BAB748-9315-4467-AD47-2AD74C4843A6}"/>
              </a:ext>
            </a:extLst>
          </p:cNvPr>
          <p:cNvSpPr>
            <a:spLocks xmlns:a="http://schemas.openxmlformats.org/drawingml/2006/main" noGrp="1"/>
          </p:cNvSpPr>
          <p:nvPr/>
        </p:nvSpPr>
        <p:spPr>
          <a:xfrm xmlns:a="http://schemas.openxmlformats.org/drawingml/2006/main">
            <a:off x="3766981" y="7193756"/>
            <a:ext cx="68583" cy="68597"/>
          </a:xfrm>
          <a:custGeom xmlns:a="http://schemas.openxmlformats.org/drawingml/2006/main">
            <a:pathLst>
              <a:path w="68583" h="68597">
                <a:moveTo>
                  <a:pt x="34291" y="0"/>
                </a:moveTo>
                <a:lnTo>
                  <a:pt x="68583" y="34298"/>
                </a:lnTo>
                <a:lnTo>
                  <a:pt x="34291" y="68597"/>
                </a:lnTo>
                <a:lnTo>
                  <a:pt x="0" y="34298"/>
                </a:lnTo>
                <a:close/>
              </a:path>
            </a:pathLst>
          </a:custGeom>
          <a:solidFill xmlns:a="http://schemas.openxmlformats.org/drawingml/2006/main">
            <a:srgbClr val="378183"/>
          </a:solidFill>
          <a:ln xmlns:a="http://schemas.openxmlformats.org/drawingml/2006/main" w="0">
            <a:noFill/>
          </a:ln>
        </p:spPr>
      </p:sp>
      <p:sp>
        <p:nvSpPr>
          <p:cNvPr id="482" name="0482:panel-b-map/interval-7-visual_style:line">
            <a:extLst xmlns:a="http://schemas.openxmlformats.org/drawingml/2006/main">
              <a:ext uri="{FF2B5EF4-FFF2-40B4-BE49-F238E27FC236}">
                <a16:creationId xmlns:a16="http://schemas.microsoft.com/office/drawing/2014/main" id="{C320DA56-38D3-46B8-8A1B-52E622CF95AC}"/>
              </a:ext>
            </a:extLst>
          </p:cNvPr>
          <p:cNvSpPr>
            <a:spLocks xmlns:a="http://schemas.openxmlformats.org/drawingml/2006/main" noGrp="1"/>
          </p:cNvSpPr>
          <p:nvPr/>
        </p:nvSpPr>
        <p:spPr>
          <a:xfrm xmlns:a="http://schemas.openxmlformats.org/drawingml/2006/main">
            <a:off x="3666647" y="7278867"/>
            <a:ext cx="110495" cy="0"/>
          </a:xfrm>
          <a:prstGeom xmlns:a="http://schemas.openxmlformats.org/drawingml/2006/main" prst="line">
            <a:avLst/>
          </a:prstGeom>
          <a:noFill xmlns:a="http://schemas.openxmlformats.org/drawingml/2006/main"/>
          <a:ln xmlns:a="http://schemas.openxmlformats.org/drawingml/2006/main" w="11430">
            <a:solidFill>
              <a:srgbClr val="B5678E"/>
            </a:solidFill>
          </a:ln>
        </p:spPr>
      </p:sp>
      <p:sp>
        <p:nvSpPr>
          <p:cNvPr id="483" name="0483:panel-b-map/interval-7-visual_style:line">
            <a:extLst xmlns:a="http://schemas.openxmlformats.org/drawingml/2006/main">
              <a:ext uri="{FF2B5EF4-FFF2-40B4-BE49-F238E27FC236}">
                <a16:creationId xmlns:a16="http://schemas.microsoft.com/office/drawing/2014/main" id="{D0A9AE7F-194C-4F98-897C-DBBB88A7CFA5}"/>
              </a:ext>
            </a:extLst>
          </p:cNvPr>
          <p:cNvSpPr>
            <a:spLocks xmlns:a="http://schemas.openxmlformats.org/drawingml/2006/main" noGrp="1"/>
          </p:cNvSpPr>
          <p:nvPr/>
        </p:nvSpPr>
        <p:spPr>
          <a:xfrm xmlns:a="http://schemas.openxmlformats.org/drawingml/2006/main">
            <a:off x="3666647" y="7253461"/>
            <a:ext cx="0" cy="50812"/>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484" name="0484:panel-b-map/interval-7-visual_style:line">
            <a:extLst xmlns:a="http://schemas.openxmlformats.org/drawingml/2006/main">
              <a:ext uri="{FF2B5EF4-FFF2-40B4-BE49-F238E27FC236}">
                <a16:creationId xmlns:a16="http://schemas.microsoft.com/office/drawing/2014/main" id="{3AA711D0-1DE2-4712-839C-8713FFA96D42}"/>
              </a:ext>
            </a:extLst>
          </p:cNvPr>
          <p:cNvSpPr>
            <a:spLocks xmlns:a="http://schemas.openxmlformats.org/drawingml/2006/main" noGrp="1"/>
          </p:cNvSpPr>
          <p:nvPr/>
        </p:nvSpPr>
        <p:spPr>
          <a:xfrm xmlns:a="http://schemas.openxmlformats.org/drawingml/2006/main">
            <a:off x="3777142" y="7253461"/>
            <a:ext cx="0" cy="50812"/>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485" name="0485:panel-b-map/interval-7-visual_style:polygon">
            <a:extLst xmlns:a="http://schemas.openxmlformats.org/drawingml/2006/main">
              <a:ext uri="{FF2B5EF4-FFF2-40B4-BE49-F238E27FC236}">
                <a16:creationId xmlns:a16="http://schemas.microsoft.com/office/drawing/2014/main" id="{AE81CBFB-C8CB-48C5-8909-31E65D518E6C}"/>
              </a:ext>
            </a:extLst>
          </p:cNvPr>
          <p:cNvSpPr>
            <a:spLocks xmlns:a="http://schemas.openxmlformats.org/drawingml/2006/main" noGrp="1"/>
          </p:cNvSpPr>
          <p:nvPr/>
        </p:nvSpPr>
        <p:spPr>
          <a:xfrm xmlns:a="http://schemas.openxmlformats.org/drawingml/2006/main">
            <a:off x="3688238" y="7253461"/>
            <a:ext cx="68583" cy="59704"/>
          </a:xfrm>
          <a:custGeom xmlns:a="http://schemas.openxmlformats.org/drawingml/2006/main">
            <a:pathLst>
              <a:path w="68583" h="59704">
                <a:moveTo>
                  <a:pt x="34291" y="59704"/>
                </a:moveTo>
                <a:lnTo>
                  <a:pt x="68583" y="0"/>
                </a:lnTo>
                <a:lnTo>
                  <a:pt x="0" y="0"/>
                </a:lnTo>
                <a:close/>
              </a:path>
            </a:pathLst>
          </a:custGeom>
          <a:solidFill xmlns:a="http://schemas.openxmlformats.org/drawingml/2006/main">
            <a:srgbClr val="B5678E"/>
          </a:solidFill>
          <a:ln xmlns:a="http://schemas.openxmlformats.org/drawingml/2006/main" w="0">
            <a:noFill/>
          </a:ln>
        </p:spPr>
      </p:sp>
      <p:sp>
        <p:nvSpPr>
          <p:cNvPr id="486" name="0486:panel-b-map/interval-7-full:line">
            <a:extLst xmlns:a="http://schemas.openxmlformats.org/drawingml/2006/main">
              <a:ext uri="{FF2B5EF4-FFF2-40B4-BE49-F238E27FC236}">
                <a16:creationId xmlns:a16="http://schemas.microsoft.com/office/drawing/2014/main" id="{47A5D492-B1D0-45E1-8B36-61DF2184AAB8}"/>
              </a:ext>
            </a:extLst>
          </p:cNvPr>
          <p:cNvSpPr>
            <a:spLocks xmlns:a="http://schemas.openxmlformats.org/drawingml/2006/main" noGrp="1"/>
          </p:cNvSpPr>
          <p:nvPr/>
        </p:nvSpPr>
        <p:spPr>
          <a:xfrm xmlns:a="http://schemas.openxmlformats.org/drawingml/2006/main">
            <a:off x="3783492" y="7329679"/>
            <a:ext cx="58422" cy="0"/>
          </a:xfrm>
          <a:prstGeom xmlns:a="http://schemas.openxmlformats.org/drawingml/2006/main" prst="line">
            <a:avLst/>
          </a:prstGeom>
          <a:noFill xmlns:a="http://schemas.openxmlformats.org/drawingml/2006/main"/>
          <a:ln xmlns:a="http://schemas.openxmlformats.org/drawingml/2006/main" w="11430">
            <a:solidFill>
              <a:srgbClr val="0F4D92"/>
            </a:solidFill>
          </a:ln>
        </p:spPr>
      </p:sp>
      <p:sp>
        <p:nvSpPr>
          <p:cNvPr id="487" name="0487:panel-b-map/interval-7-full:line">
            <a:extLst xmlns:a="http://schemas.openxmlformats.org/drawingml/2006/main">
              <a:ext uri="{FF2B5EF4-FFF2-40B4-BE49-F238E27FC236}">
                <a16:creationId xmlns:a16="http://schemas.microsoft.com/office/drawing/2014/main" id="{96F021DA-C03E-42D4-8EBE-C145C35FA7D0}"/>
              </a:ext>
            </a:extLst>
          </p:cNvPr>
          <p:cNvSpPr>
            <a:spLocks xmlns:a="http://schemas.openxmlformats.org/drawingml/2006/main" noGrp="1"/>
          </p:cNvSpPr>
          <p:nvPr/>
        </p:nvSpPr>
        <p:spPr>
          <a:xfrm xmlns:a="http://schemas.openxmlformats.org/drawingml/2006/main">
            <a:off x="3783492" y="7304273"/>
            <a:ext cx="0" cy="50812"/>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488" name="0488:panel-b-map/interval-7-full:line">
            <a:extLst xmlns:a="http://schemas.openxmlformats.org/drawingml/2006/main">
              <a:ext uri="{FF2B5EF4-FFF2-40B4-BE49-F238E27FC236}">
                <a16:creationId xmlns:a16="http://schemas.microsoft.com/office/drawing/2014/main" id="{E01EF5F5-8AAA-41D8-BFA4-4090949F0399}"/>
              </a:ext>
            </a:extLst>
          </p:cNvPr>
          <p:cNvSpPr>
            <a:spLocks xmlns:a="http://schemas.openxmlformats.org/drawingml/2006/main" noGrp="1"/>
          </p:cNvSpPr>
          <p:nvPr/>
        </p:nvSpPr>
        <p:spPr>
          <a:xfrm xmlns:a="http://schemas.openxmlformats.org/drawingml/2006/main">
            <a:off x="3841914" y="7304273"/>
            <a:ext cx="0" cy="50812"/>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489" name="0489:panel-b-map/interval-7-full:line">
            <a:extLst xmlns:a="http://schemas.openxmlformats.org/drawingml/2006/main">
              <a:ext uri="{FF2B5EF4-FFF2-40B4-BE49-F238E27FC236}">
                <a16:creationId xmlns:a16="http://schemas.microsoft.com/office/drawing/2014/main" id="{795A0395-C1F0-4A47-A0DA-0E23A2EB8230}"/>
              </a:ext>
            </a:extLst>
          </p:cNvPr>
          <p:cNvSpPr>
            <a:spLocks xmlns:a="http://schemas.openxmlformats.org/drawingml/2006/main" noGrp="1"/>
          </p:cNvSpPr>
          <p:nvPr/>
        </p:nvSpPr>
        <p:spPr>
          <a:xfrm xmlns:a="http://schemas.openxmlformats.org/drawingml/2006/main">
            <a:off x="3780952" y="7329679"/>
            <a:ext cx="63503" cy="0"/>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490" name="0490:panel-b-map/interval-7-full:line">
            <a:extLst xmlns:a="http://schemas.openxmlformats.org/drawingml/2006/main">
              <a:ext uri="{FF2B5EF4-FFF2-40B4-BE49-F238E27FC236}">
                <a16:creationId xmlns:a16="http://schemas.microsoft.com/office/drawing/2014/main" id="{0E5BDCDE-280A-43FA-A4A2-0A7752DDBF4B}"/>
              </a:ext>
            </a:extLst>
          </p:cNvPr>
          <p:cNvSpPr>
            <a:spLocks xmlns:a="http://schemas.openxmlformats.org/drawingml/2006/main" noGrp="1"/>
          </p:cNvSpPr>
          <p:nvPr/>
        </p:nvSpPr>
        <p:spPr>
          <a:xfrm xmlns:a="http://schemas.openxmlformats.org/drawingml/2006/main">
            <a:off x="3812703" y="7297922"/>
            <a:ext cx="0" cy="63515"/>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491" name="0491:legend/legend-visual:circle">
            <a:extLst xmlns:a="http://schemas.openxmlformats.org/drawingml/2006/main">
              <a:ext uri="{FF2B5EF4-FFF2-40B4-BE49-F238E27FC236}">
                <a16:creationId xmlns:a16="http://schemas.microsoft.com/office/drawing/2014/main" id="{FC8ADEBA-91BE-4376-A2E9-828BB2A028A5}"/>
              </a:ext>
            </a:extLst>
          </p:cNvPr>
          <p:cNvSpPr>
            <a:spLocks xmlns:a="http://schemas.openxmlformats.org/drawingml/2006/main" noGrp="1"/>
          </p:cNvSpPr>
          <p:nvPr/>
        </p:nvSpPr>
        <p:spPr>
          <a:xfrm xmlns:a="http://schemas.openxmlformats.org/drawingml/2006/main">
            <a:off x="1828878" y="7799693"/>
            <a:ext cx="50802" cy="50812"/>
          </a:xfrm>
          <a:prstGeom xmlns:a="http://schemas.openxmlformats.org/drawingml/2006/main" prst="ellipse">
            <a:avLst/>
          </a:prstGeom>
          <a:solidFill xmlns:a="http://schemas.openxmlformats.org/drawingml/2006/main">
            <a:srgbClr val="484878"/>
          </a:solidFill>
          <a:ln xmlns:a="http://schemas.openxmlformats.org/drawingml/2006/main" w="0">
            <a:noFill/>
          </a:ln>
        </p:spPr>
      </p:sp>
      <p:sp>
        <p:nvSpPr>
          <p:cNvPr id="492" name="0492:legend/legend-visual/label-0:text">
            <a:extLst xmlns:a="http://schemas.openxmlformats.org/drawingml/2006/main">
              <a:ext uri="{FF2B5EF4-FFF2-40B4-BE49-F238E27FC236}">
                <a16:creationId xmlns:a16="http://schemas.microsoft.com/office/drawing/2014/main" id="{E5B7E869-2B4D-4ED9-B12B-5F973019552C}"/>
              </a:ext>
            </a:extLst>
          </p:cNvPr>
          <p:cNvSpPr>
            <a:spLocks xmlns:a="http://schemas.openxmlformats.org/drawingml/2006/main" noGrp="1"/>
          </p:cNvSpPr>
          <p:nvPr/>
        </p:nvSpPr>
        <p:spPr>
          <a:xfrm xmlns:a="http://schemas.openxmlformats.org/drawingml/2006/main">
            <a:off x="1968584" y="7757034"/>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493" name="0493:legend/legend-content:rect">
            <a:extLst xmlns:a="http://schemas.openxmlformats.org/drawingml/2006/main">
              <a:ext uri="{FF2B5EF4-FFF2-40B4-BE49-F238E27FC236}">
                <a16:creationId xmlns:a16="http://schemas.microsoft.com/office/drawing/2014/main" id="{4B5ACD42-35E6-4E14-9F91-A0E3BE5253DA}"/>
              </a:ext>
            </a:extLst>
          </p:cNvPr>
          <p:cNvSpPr>
            <a:spLocks xmlns:a="http://schemas.openxmlformats.org/drawingml/2006/main" noGrp="1"/>
          </p:cNvSpPr>
          <p:nvPr/>
        </p:nvSpPr>
        <p:spPr>
          <a:xfrm xmlns:a="http://schemas.openxmlformats.org/drawingml/2006/main">
            <a:off x="3327542" y="7799693"/>
            <a:ext cx="50802" cy="50812"/>
          </a:xfrm>
          <a:prstGeom xmlns:a="http://schemas.openxmlformats.org/drawingml/2006/main" prst="rect">
            <a:avLst/>
          </a:prstGeom>
          <a:solidFill xmlns:a="http://schemas.openxmlformats.org/drawingml/2006/main">
            <a:srgbClr val="927B45"/>
          </a:solidFill>
          <a:ln xmlns:a="http://schemas.openxmlformats.org/drawingml/2006/main" w="6350">
            <a:noFill/>
          </a:ln>
        </p:spPr>
      </p:sp>
      <p:sp>
        <p:nvSpPr>
          <p:cNvPr id="494" name="0494:legend/legend-content/label-1:text">
            <a:extLst xmlns:a="http://schemas.openxmlformats.org/drawingml/2006/main">
              <a:ext uri="{FF2B5EF4-FFF2-40B4-BE49-F238E27FC236}">
                <a16:creationId xmlns:a16="http://schemas.microsoft.com/office/drawing/2014/main" id="{A99C3A45-A45A-4BDF-AA8F-22C30FBAC558}"/>
              </a:ext>
            </a:extLst>
          </p:cNvPr>
          <p:cNvSpPr>
            <a:spLocks xmlns:a="http://schemas.openxmlformats.org/drawingml/2006/main" noGrp="1"/>
          </p:cNvSpPr>
          <p:nvPr/>
        </p:nvSpPr>
        <p:spPr>
          <a:xfrm xmlns:a="http://schemas.openxmlformats.org/drawingml/2006/main">
            <a:off x="3467248" y="7757034"/>
            <a:ext cx="36499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Content</a:t>
            </a:r>
          </a:p>
        </p:txBody>
      </p:sp>
      <p:sp>
        <p:nvSpPr>
          <p:cNvPr id="495" name="0495:legend/legend-style:polygon">
            <a:extLst xmlns:a="http://schemas.openxmlformats.org/drawingml/2006/main">
              <a:ext uri="{FF2B5EF4-FFF2-40B4-BE49-F238E27FC236}">
                <a16:creationId xmlns:a16="http://schemas.microsoft.com/office/drawing/2014/main" id="{B9225210-0C9F-429B-8AC8-9C171E244940}"/>
              </a:ext>
            </a:extLst>
          </p:cNvPr>
          <p:cNvSpPr>
            <a:spLocks xmlns:a="http://schemas.openxmlformats.org/drawingml/2006/main" noGrp="1"/>
          </p:cNvSpPr>
          <p:nvPr/>
        </p:nvSpPr>
        <p:spPr>
          <a:xfrm xmlns:a="http://schemas.openxmlformats.org/drawingml/2006/main">
            <a:off x="4817316" y="7790801"/>
            <a:ext cx="68583" cy="59704"/>
          </a:xfrm>
          <a:custGeom xmlns:a="http://schemas.openxmlformats.org/drawingml/2006/main">
            <a:pathLst>
              <a:path w="68583" h="59704">
                <a:moveTo>
                  <a:pt x="34291" y="0"/>
                </a:moveTo>
                <a:lnTo>
                  <a:pt x="68583" y="59704"/>
                </a:lnTo>
                <a:lnTo>
                  <a:pt x="0" y="59704"/>
                </a:lnTo>
                <a:close/>
              </a:path>
            </a:pathLst>
          </a:custGeom>
          <a:solidFill xmlns:a="http://schemas.openxmlformats.org/drawingml/2006/main">
            <a:srgbClr val="7B6A91"/>
          </a:solidFill>
          <a:ln xmlns:a="http://schemas.openxmlformats.org/drawingml/2006/main" w="0">
            <a:noFill/>
          </a:ln>
        </p:spPr>
      </p:sp>
      <p:sp>
        <p:nvSpPr>
          <p:cNvPr id="496" name="0496:legend/legend-style/label-2:text">
            <a:extLst xmlns:a="http://schemas.openxmlformats.org/drawingml/2006/main">
              <a:ext uri="{FF2B5EF4-FFF2-40B4-BE49-F238E27FC236}">
                <a16:creationId xmlns:a16="http://schemas.microsoft.com/office/drawing/2014/main" id="{D53D0A2B-0770-4AC7-BD5D-B26D990548CC}"/>
              </a:ext>
            </a:extLst>
          </p:cNvPr>
          <p:cNvSpPr>
            <a:spLocks xmlns:a="http://schemas.openxmlformats.org/drawingml/2006/main" noGrp="1"/>
          </p:cNvSpPr>
          <p:nvPr/>
        </p:nvSpPr>
        <p:spPr>
          <a:xfrm xmlns:a="http://schemas.openxmlformats.org/drawingml/2006/main">
            <a:off x="4965912" y="7757034"/>
            <a:ext cx="2351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Style</a:t>
            </a:r>
          </a:p>
        </p:txBody>
      </p:sp>
      <p:sp>
        <p:nvSpPr>
          <p:cNvPr id="497" name="0497:legend/legend-visual_content:polygon">
            <a:extLst xmlns:a="http://schemas.openxmlformats.org/drawingml/2006/main">
              <a:ext uri="{FF2B5EF4-FFF2-40B4-BE49-F238E27FC236}">
                <a16:creationId xmlns:a16="http://schemas.microsoft.com/office/drawing/2014/main" id="{9D20ECA0-0391-4B59-B124-B997ACC05949}"/>
              </a:ext>
            </a:extLst>
          </p:cNvPr>
          <p:cNvSpPr>
            <a:spLocks xmlns:a="http://schemas.openxmlformats.org/drawingml/2006/main" noGrp="1"/>
          </p:cNvSpPr>
          <p:nvPr/>
        </p:nvSpPr>
        <p:spPr>
          <a:xfrm xmlns:a="http://schemas.openxmlformats.org/drawingml/2006/main">
            <a:off x="1819988" y="7994051"/>
            <a:ext cx="68583" cy="68597"/>
          </a:xfrm>
          <a:custGeom xmlns:a="http://schemas.openxmlformats.org/drawingml/2006/main">
            <a:pathLst>
              <a:path w="68583" h="68597">
                <a:moveTo>
                  <a:pt x="34291" y="0"/>
                </a:moveTo>
                <a:lnTo>
                  <a:pt x="68583" y="34298"/>
                </a:lnTo>
                <a:lnTo>
                  <a:pt x="34291" y="68597"/>
                </a:lnTo>
                <a:lnTo>
                  <a:pt x="0" y="34298"/>
                </a:lnTo>
                <a:close/>
              </a:path>
            </a:pathLst>
          </a:custGeom>
          <a:solidFill xmlns:a="http://schemas.openxmlformats.org/drawingml/2006/main">
            <a:srgbClr val="378183"/>
          </a:solidFill>
          <a:ln xmlns:a="http://schemas.openxmlformats.org/drawingml/2006/main" w="0">
            <a:noFill/>
          </a:ln>
        </p:spPr>
      </p:sp>
      <p:sp>
        <p:nvSpPr>
          <p:cNvPr id="498" name="0498:legend/legend-visual_content/label-3:text">
            <a:extLst xmlns:a="http://schemas.openxmlformats.org/drawingml/2006/main">
              <a:ext uri="{FF2B5EF4-FFF2-40B4-BE49-F238E27FC236}">
                <a16:creationId xmlns:a16="http://schemas.microsoft.com/office/drawing/2014/main" id="{D1E850AD-A6E0-47CA-BD2F-645641B32B9A}"/>
              </a:ext>
            </a:extLst>
          </p:cNvPr>
          <p:cNvSpPr>
            <a:spLocks xmlns:a="http://schemas.openxmlformats.org/drawingml/2006/main" noGrp="1"/>
          </p:cNvSpPr>
          <p:nvPr/>
        </p:nvSpPr>
        <p:spPr>
          <a:xfrm xmlns:a="http://schemas.openxmlformats.org/drawingml/2006/main">
            <a:off x="1968584" y="7960283"/>
            <a:ext cx="73275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 content</a:t>
            </a:r>
          </a:p>
        </p:txBody>
      </p:sp>
      <p:sp>
        <p:nvSpPr>
          <p:cNvPr id="499" name="0499:legend/legend-visual_style:polygon">
            <a:extLst xmlns:a="http://schemas.openxmlformats.org/drawingml/2006/main">
              <a:ext uri="{FF2B5EF4-FFF2-40B4-BE49-F238E27FC236}">
                <a16:creationId xmlns:a16="http://schemas.microsoft.com/office/drawing/2014/main" id="{64E7299D-0D5F-4475-9DBE-7491C6E1DFF3}"/>
              </a:ext>
            </a:extLst>
          </p:cNvPr>
          <p:cNvSpPr>
            <a:spLocks xmlns:a="http://schemas.openxmlformats.org/drawingml/2006/main" noGrp="1"/>
          </p:cNvSpPr>
          <p:nvPr/>
        </p:nvSpPr>
        <p:spPr>
          <a:xfrm xmlns:a="http://schemas.openxmlformats.org/drawingml/2006/main">
            <a:off x="3318652" y="8002943"/>
            <a:ext cx="68583" cy="59704"/>
          </a:xfrm>
          <a:custGeom xmlns:a="http://schemas.openxmlformats.org/drawingml/2006/main">
            <a:pathLst>
              <a:path w="68583" h="59704">
                <a:moveTo>
                  <a:pt x="34291" y="59704"/>
                </a:moveTo>
                <a:lnTo>
                  <a:pt x="68583" y="0"/>
                </a:lnTo>
                <a:lnTo>
                  <a:pt x="0" y="0"/>
                </a:lnTo>
                <a:close/>
              </a:path>
            </a:pathLst>
          </a:custGeom>
          <a:solidFill xmlns:a="http://schemas.openxmlformats.org/drawingml/2006/main">
            <a:srgbClr val="B5678E"/>
          </a:solidFill>
          <a:ln xmlns:a="http://schemas.openxmlformats.org/drawingml/2006/main" w="0">
            <a:noFill/>
          </a:ln>
        </p:spPr>
      </p:sp>
      <p:sp>
        <p:nvSpPr>
          <p:cNvPr id="500" name="0500:legend/legend-visual_style/label-4:text">
            <a:extLst xmlns:a="http://schemas.openxmlformats.org/drawingml/2006/main">
              <a:ext uri="{FF2B5EF4-FFF2-40B4-BE49-F238E27FC236}">
                <a16:creationId xmlns:a16="http://schemas.microsoft.com/office/drawing/2014/main" id="{FE5954B7-DA0D-4CB9-A3EF-850863DBAA07}"/>
              </a:ext>
            </a:extLst>
          </p:cNvPr>
          <p:cNvSpPr>
            <a:spLocks xmlns:a="http://schemas.openxmlformats.org/drawingml/2006/main" noGrp="1"/>
          </p:cNvSpPr>
          <p:nvPr/>
        </p:nvSpPr>
        <p:spPr>
          <a:xfrm xmlns:a="http://schemas.openxmlformats.org/drawingml/2006/main">
            <a:off x="3467248" y="7960283"/>
            <a:ext cx="6085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 style</a:t>
            </a:r>
          </a:p>
        </p:txBody>
      </p:sp>
      <p:sp>
        <p:nvSpPr>
          <p:cNvPr id="501" name="0501:legend/legend-full:line">
            <a:extLst xmlns:a="http://schemas.openxmlformats.org/drawingml/2006/main">
              <a:ext uri="{FF2B5EF4-FFF2-40B4-BE49-F238E27FC236}">
                <a16:creationId xmlns:a16="http://schemas.microsoft.com/office/drawing/2014/main" id="{514E299B-0CEA-4C42-9F97-AB8CF88D8672}"/>
              </a:ext>
            </a:extLst>
          </p:cNvPr>
          <p:cNvSpPr>
            <a:spLocks xmlns:a="http://schemas.openxmlformats.org/drawingml/2006/main" noGrp="1"/>
          </p:cNvSpPr>
          <p:nvPr/>
        </p:nvSpPr>
        <p:spPr>
          <a:xfrm xmlns:a="http://schemas.openxmlformats.org/drawingml/2006/main">
            <a:off x="4819856" y="8028349"/>
            <a:ext cx="63503" cy="0"/>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502" name="0502:legend/legend-full:line">
            <a:extLst xmlns:a="http://schemas.openxmlformats.org/drawingml/2006/main">
              <a:ext uri="{FF2B5EF4-FFF2-40B4-BE49-F238E27FC236}">
                <a16:creationId xmlns:a16="http://schemas.microsoft.com/office/drawing/2014/main" id="{9938BA4C-A691-4E65-B782-F6D7D95FD2C2}"/>
              </a:ext>
            </a:extLst>
          </p:cNvPr>
          <p:cNvSpPr>
            <a:spLocks xmlns:a="http://schemas.openxmlformats.org/drawingml/2006/main" noGrp="1"/>
          </p:cNvSpPr>
          <p:nvPr/>
        </p:nvSpPr>
        <p:spPr>
          <a:xfrm xmlns:a="http://schemas.openxmlformats.org/drawingml/2006/main">
            <a:off x="4851607" y="7996591"/>
            <a:ext cx="0" cy="63515"/>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503" name="0503:legend/legend-full/label-5:text">
            <a:extLst xmlns:a="http://schemas.openxmlformats.org/drawingml/2006/main">
              <a:ext uri="{FF2B5EF4-FFF2-40B4-BE49-F238E27FC236}">
                <a16:creationId xmlns:a16="http://schemas.microsoft.com/office/drawing/2014/main" id="{FBE620F6-04B1-49C9-B557-690748B608B6}"/>
              </a:ext>
            </a:extLst>
          </p:cNvPr>
          <p:cNvSpPr>
            <a:spLocks xmlns:a="http://schemas.openxmlformats.org/drawingml/2006/main" noGrp="1"/>
          </p:cNvSpPr>
          <p:nvPr/>
        </p:nvSpPr>
        <p:spPr>
          <a:xfrm xmlns:a="http://schemas.openxmlformats.org/drawingml/2006/main">
            <a:off x="4965912" y="7960283"/>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a:t>
            </a:r>
          </a:p>
        </p:txBody>
      </p:sp>
      <p:sp>
        <p:nvSpPr>
          <p:cNvPr id="504" name="0504:notes/statistics:text">
            <a:extLst xmlns:a="http://schemas.openxmlformats.org/drawingml/2006/main">
              <a:ext uri="{FF2B5EF4-FFF2-40B4-BE49-F238E27FC236}">
                <a16:creationId xmlns:a16="http://schemas.microsoft.com/office/drawing/2014/main" id="{240754AA-CDD2-453E-A3B6-121152951378}"/>
              </a:ext>
            </a:extLst>
          </p:cNvPr>
          <p:cNvSpPr>
            <a:spLocks xmlns:a="http://schemas.openxmlformats.org/drawingml/2006/main" noGrp="1"/>
          </p:cNvSpPr>
          <p:nvPr/>
        </p:nvSpPr>
        <p:spPr>
          <a:xfrm xmlns:a="http://schemas.openxmlformats.org/drawingml/2006/main">
            <a:off x="203209" y="8239751"/>
            <a:ext cx="292007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Cells and points show mean ± sample SD over seeds 1, 2 and 3.</a:t>
            </a:r>
          </a:p>
        </p:txBody>
      </p:sp>
      <p:sp>
        <p:nvSpPr>
          <p:cNvPr id="505" name="0505:notes/metric-definition:text">
            <a:extLst xmlns:a="http://schemas.openxmlformats.org/drawingml/2006/main">
              <a:ext uri="{FF2B5EF4-FFF2-40B4-BE49-F238E27FC236}">
                <a16:creationId xmlns:a16="http://schemas.microsoft.com/office/drawing/2014/main" id="{3FA4E47E-55EC-494C-96BD-4F2363CF7C8D}"/>
              </a:ext>
            </a:extLst>
          </p:cNvPr>
          <p:cNvSpPr>
            <a:spLocks xmlns:a="http://schemas.openxmlformats.org/drawingml/2006/main" noGrp="1"/>
          </p:cNvSpPr>
          <p:nvPr/>
        </p:nvSpPr>
        <p:spPr>
          <a:xfrm xmlns:a="http://schemas.openxmlformats.org/drawingml/2006/main">
            <a:off x="203209" y="8417594"/>
            <a:ext cx="311448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Official mAP uses the dataset protocol; retrieval tasks are not pooled.</a:t>
            </a:r>
          </a:p>
        </p:txBody>
      </p:sp>
    </p:spTree>
    <p:extLst>
      <p:ext uri="{BB962C8B-B14F-4D97-AF65-F5344CB8AC3E}">
        <p14:creationId xmlns:p14="http://schemas.microsoft.com/office/powerpoint/2010/main" val="268248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2026-09-29T14:57:20.7610000Z</dcterms:created>
  <dcterms:modified xsi:type="dcterms:W3CDTF">2026-09-29T14:57:20.7610000Z</dcterms:modified>
</coreProperties>
</file>