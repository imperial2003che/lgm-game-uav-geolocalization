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bfeb55e62fd471b" /><Relationship Type="http://schemas.openxmlformats.org/officeDocument/2006/relationships/extended-properties" Target="/docProps/app.xml" Id="R2d4d5af7866d4986" /><Relationship Type="http://schemas.openxmlformats.org/officeDocument/2006/relationships/officeDocument" Target="/ppt/presentation.xml" Id="Rc61bc0c662554174" /></Relationships>
</file>

<file path=ppt/presentation.xml><?xml version="1.0" encoding="utf-8"?>
<p:presentation xmlns:p="http://schemas.openxmlformats.org/presentationml/2006/main">
  <p:sldMasterIdLst>
    <p:sldMasterId xmlns:r="http://schemas.openxmlformats.org/officeDocument/2006/relationships" id="2147483648" r:id="R85dfce4c20aa4ed0"/>
  </p:sldMasterIdLst>
  <p:notesMasterIdLst>
    <p:notesMasterId xmlns:r="http://schemas.openxmlformats.org/officeDocument/2006/relationships" r:id="Re889290dda0941c9"/>
  </p:notesMasterIdLst>
  <p:sldIdLst>
    <p:sldId xmlns:r="http://schemas.openxmlformats.org/officeDocument/2006/relationships" id="256" r:id="Recba3be59c7f444d"/>
  </p:sldIdLst>
  <p:sldSz cx="6548400" cy="49644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4f2c34e156749c3" /><Relationship Type="http://schemas.openxmlformats.org/officeDocument/2006/relationships/slideMaster" Target="/ppt/slideMasters/slideMaster1.xml" Id="R85dfce4c20aa4ed0" /><Relationship Type="http://schemas.openxmlformats.org/officeDocument/2006/relationships/notesMaster" Target="/ppt/notesMasters/notesMaster1.xml" Id="Re889290dda0941c9" /><Relationship Type="http://schemas.openxmlformats.org/officeDocument/2006/relationships/presProps" Target="/ppt/presProps.xml" Id="R96ec8389b3604b2b" /><Relationship Type="http://schemas.openxmlformats.org/officeDocument/2006/relationships/tableStyles" Target="/ppt/tableStyles.xml" Id="R7b48bd91de9a4731" /><Relationship Type="http://schemas.openxmlformats.org/officeDocument/2006/relationships/slide" Target="/ppt/slides/slide1.xml" Id="Recba3be59c7f444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d675c8922c41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eee33d6d19745e7" /><Relationship Type="http://schemas.openxmlformats.org/officeDocument/2006/relationships/notesMaster" Target="/ppt/notesMasters/notesMaster1.xml" Id="R3dc35259a00045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X. Official retrieval results on University-1652.** Six model variants are compared separately for drone-to-satellite, satellite-to-drone, and street-to-satellite retrieval. (a) Heatmap cells show the three-seed mean R@1 (%) on the upper line and ± sample standard deviation (SD) on the lower line. (b) Markers show the three-seed mean official mAP (%), with horizontal error bars spanning mean ± sample SD. All summaries use seeds 1, 2, and 3 within the same retrieval task; tasks are not pooled. A positive displayed quantity x with 0 &lt; x &lt; 0.05 percentage points is shown as &lt;0.1 to avoid displaying it as zero. Thus, ± &lt;0.1 on a heatmap's lower line means that the sample SD is less than 0.1 percentage points; it is not a confidence interval. Exact values remain available in the source CSV and SVG data attributes.</a:t>
            </a:r>
          </a:p>
          <a:p xmlns:a="http://schemas.openxmlformats.org/drawingml/2006/main">
            <a:r>
              <a:t/>
            </a:r>
          </a:p>
          <a:p xmlns:a="http://schemas.openxmlformats.org/drawingml/2006/main">
            <a:r>
              <a:t>The markers, error bars, cell values and colors are descriptive and do not establish statistical significance. These figures inherit the accepted results documented evidence limitations, including inherited checkpoint SHA verification. They do not constitute a new scientific evaluation.</a:t>
            </a:r>
          </a:p>
          <a:p xmlns:a="http://schemas.openxmlformats.org/drawingml/2006/main">
            <a:r>
              <a:t/>
            </a:r>
          </a:p>
          <a:p xmlns:a="http://schemas.openxmlformats.org/drawingml/2006/main">
            <a:r>
              <a:t>Accepted source SVG: C:\OneDrive\文档\LGM-GAME\outputs\paper_evidence_rebuild_20260914\formal_results_native_20260929\v2\formal_main_university1652_variants_native.svg</a:t>
            </a:r>
          </a:p>
          <a:p xmlns:a="http://schemas.openxmlformats.org/drawingml/2006/main">
            <a:r>
              <a:t>SHA256 a103659da037e8edffd1c0ffd3f19bb1b3f431c04de323361164d4209e997a6a</a:t>
            </a:r>
          </a:p>
          <a:p xmlns:a="http://schemas.openxmlformats.org/drawingml/2006/main">
            <a:r>
              <a:t>Source CSV: C:\OneDrive\文档\LGM-GAME\outputs\paper_evidence_rebuild_20260914\formal_results_native_20260929\v2\formal_main_university1652_variants_source.csv</a:t>
            </a:r>
          </a:p>
          <a:p xmlns:a="http://schemas.openxmlformats.org/drawingml/2006/main">
            <a:r>
              <a:t>SHA256 364fd0c5c9f28e97e5d316ed96a847d2ed70cb691507e01797a7a3f0806154e1</a:t>
            </a:r>
          </a:p>
          <a:p xmlns:a="http://schemas.openxmlformats.org/drawingml/2006/main">
            <a:r>
              <a:t/>
            </a:r>
          </a:p>
          <a:p xmlns:a="http://schemas.openxmlformats.org/drawingml/2006/main">
            <a:r>
              <a:t>Exact original source CSV follows.</a:t>
            </a:r>
          </a:p>
          <a:p xmlns:a="http://schemas.openxmlformats.org/drawingml/2006/main">
            <a:r>
              <a:t>dataset,task,variant,n_seeds,seeds,complete_seed_triplet,queries,gallery,MRR_mean_pct,MRR_sample_sd_pct,official_trapezoid_mAP_mean_pct,official_trapezoid_mAP_sample_sd_pct,r_at_10_mean_pct,r_at_10_sample_sd_pct,r_at_1_mean_pct,r_at_1_sample_sd_pct,r_at_20_mean_pct,r_at_20_sample_sd_pct,r_at_5_mean_pct,r_at_5_sample_sd_pct</a:t>
            </a:r>
          </a:p>
          <a:p xmlns:a="http://schemas.openxmlformats.org/drawingml/2006/main">
            <a:r>
              <a:t>university1652,university1652_drone_to_satellite,visual,3,1|2|3,true,37855,951,49.44140116373698,0.8940674786607021,43.652590115865074,0.950125157569127,72.08558975036323,0.6001218943697378,37.8637784528684,1.0111873467138595,80.6718619292916,0.6542004995021833,62.43472900981816,0.7324607853727771</a:t>
            </a:r>
          </a:p>
          <a:p xmlns:a="http://schemas.openxmlformats.org/drawingml/2006/main">
            <a:r>
              <a:t>university1652,university1652_drone_to_satellite,content,3,1|2|3,true,37855,951,2.7542188142736754,0.018392192818088,1.787887265284856,0.014873346970343357,5.484964557742262,0.0521239768835427,0.8215559371285167,0.011514724457906899,8.836349227314754,0.032994309858134674,3.124201998855281,0.03061742376738196</a:t>
            </a:r>
          </a:p>
          <a:p xmlns:a="http://schemas.openxmlformats.org/drawingml/2006/main">
            <a:r>
              <a:t>university1652,university1652_drone_to_satellite,style,3,1|2|3,true,37855,951,1.8353190273046494,0.013867230753447472,1.1549685150384903,0.008945278645138176,3.2474794170739223,0.035178064289944994,0.47461806014176905,0.0040352007176117765,5.480561792805882,0.04653620485791833,1.9284110421344602,0.03745197960311125</a:t>
            </a:r>
          </a:p>
          <a:p xmlns:a="http://schemas.openxmlformats.org/drawingml/2006/main">
            <a:r>
              <a:t>university1652,university1652_drone_to_satellite,visual_content,3,1|2|3,true,37855,951,44.693215688069664,0.3335310759144031,38.620988527933754,0.28750569100230916,68.66464139479594,0.359178200339746,32.548760621670404,0.2448396542784632,78.09448333553472,0.2453237057799316,58.29172720468455,0.30739119791675873</a:t>
            </a:r>
          </a:p>
          <a:p xmlns:a="http://schemas.openxmlformats.org/drawingml/2006/main">
            <a:r>
              <a:t>university1652,university1652_drone_to_satellite,visual_style,3,1|2|3,true,37855,951,43.21361382802328,0.43213518675109325,37.24586764971415,0.3135300587720807,66.9730991062387,1.1078644436306269,31.27812266103113,0.20332767403126123,76.86258970633558,1.0870333008580684,56.424074318672126,0.8761882755619547</a:t>
            </a:r>
          </a:p>
          <a:p xmlns:a="http://schemas.openxmlformats.org/drawingml/2006/main">
            <a:r>
              <a:t>university1652,university1652_drone_to_satellite,full,3,1|2|3,true,37855,951,44.59585050741831,0.24221141390925996,38.44814797242483,0.26924375702802644,68.79760489587461,0.8671336916695843,32.30044467925857,0.3465443102891071,78.4475850834324,0.7259821622225344,58.378021397437585,0.43063902752347244</a:t>
            </a:r>
          </a:p>
          <a:p xmlns:a="http://schemas.openxmlformats.org/drawingml/2006/main">
            <a:r>
              <a:t>university1652,university1652_satellite_to_drone,visual,3,1|2|3,true,701,51355,61.17627819379171,3.03171293846631,35.61984797318777,1.323648652072696,74.32239657631955,1.8654346406022944,54.30337612933905,3.4246709614894613,78.98240608654304,1.5778088466987197,68.75891583452211,3.3637164401003123</a:t>
            </a:r>
          </a:p>
          <a:p xmlns:a="http://schemas.openxmlformats.org/drawingml/2006/main">
            <a:r>
              <a:t>university1652,university1652_satellite_to_drone,content,3,1|2|3,true,701,51355,4.239506522814433,0.07586442120818068,0.7400127282987038,0.00496780735532028,9.22491678554446,0.5009821090277103,1.5216357584403235,0.21790659510013502,12.410841654778887,0.28530670470756014,6.086543033761292,0.21790659510013508</a:t>
            </a:r>
          </a:p>
          <a:p xmlns:a="http://schemas.openxmlformats.org/drawingml/2006/main">
            <a:r>
              <a:t>university1652,university1652_satellite_to_drone,style,3,1|2|3,true,701,51355,1.380880953123172,0.06781074016605147,0.32551079833259183,0.004137540977973238,2.9957203994293864,0.2853067047075608,0.09510223490252022,0.0823609513822576,5.1355206847360915,0.28530670470756014,1.4265335235378032,0.1426533523537803</a:t>
            </a:r>
          </a:p>
          <a:p xmlns:a="http://schemas.openxmlformats.org/drawingml/2006/main">
            <a:r>
              <a:t>university1652,university1652_satellite_to_drone,visual_content,3,1|2|3,true,701,51355,53.23493878046671,0.6219361610665239,29.09959654013316,0.4093167170281946,68.42605801236328,1.9367961820652668,45.363766048502136,0.6218115468674309,73.94198763670947,1.1618441961836052,61.72135045173561,0.9171327399898191</a:t>
            </a:r>
          </a:p>
          <a:p xmlns:a="http://schemas.openxmlformats.org/drawingml/2006/main">
            <a:r>
              <a:t>university1652,university1652_satellite_to_drone,visual_style,3,1|2|3,true,701,51355,52.177250385284424,2.5272439470663484,28.551138440767925,0.6059607564741735,67.57013789824062,2.9729907812345355,44.222539229671895,2.4872461874697147,73.56157869709938,2.7893503330599168,61.24583927722301,2.2161065521124192</a:t>
            </a:r>
          </a:p>
          <a:p xmlns:a="http://schemas.openxmlformats.org/drawingml/2006/main">
            <a:r>
              <a:t>university1652,university1652_satellite_to_drone,full,3,1|2|3,true,701,51355,52.46874292691549,1.2491416133502617,28.97019386291504,0.2696274672925815,67.9505468378507,1.8617947646649409,44.17498811222064,1.538629547062618,74.8454588682834,1.3855256570930539,61.48359486447932,0.7412485624403187</a:t>
            </a:r>
          </a:p>
          <a:p xmlns:a="http://schemas.openxmlformats.org/drawingml/2006/main">
            <a:r>
              <a:t>university1652,university1652_street_to_satellite,visual,3,1|2|3,true,2579,951,3.024553693830967,0.191569301277672,1.9064865385492642,0.2084809265658298,5.867907457670932,0.2337229070702489,0.7884192839601912,0.23372290707024845,10.378699754426782,0.1989764032356296,3.4638748869070697,0.2238659438501842</a:t>
            </a:r>
          </a:p>
          <a:p xmlns:a="http://schemas.openxmlformats.org/drawingml/2006/main">
            <a:r>
              <a:t>university1652,university1652_street_to_satellite,content,3,1|2|3,true,2579,951,1.2107181052366893,0.017508009905676962,0.6699835881590843,0.019618581671756057,1.9516608504588342,0.09758090261433049,0.12924906294429364,0.022386594385018447,3.786997544267804,0.08954637754007379,0.8659687217267674,0.059229361444433797</a:t>
            </a:r>
          </a:p>
          <a:p xmlns:a="http://schemas.openxmlformats.org/drawingml/2006/main">
            <a:r>
              <a:t>university1652,university1652_street_to_satellite,style,3,1|2|3,true,2579,951,0.8371950127184391,0.0381480353617912,0.4315224165717761,0.02968684242091861,1.382964973503942,0.13617233750617472,0.02584981258885873,0.022386594385018447,2.507431821119297,0.08071601393819824,0.672095127310327,0.08071601393819824</a:t>
            </a:r>
          </a:p>
          <a:p xmlns:a="http://schemas.openxmlformats.org/drawingml/2006/main">
            <a:r>
              <a:t>university1652,university1652_street_to_satellite,visual_content,3,1|2|3,true,2579,951,3.536592051386833,0.19076536040706035,2.324067118267218,0.2300642909673789,6.953599586402999,0.21355449970089535,1.1115419413209253,0.28050322365530184,11.735814915341864,0.2961468072221692,4.097195295334109,0.23691744577773505</a:t>
            </a:r>
          </a:p>
          <a:p xmlns:a="http://schemas.openxmlformats.org/drawingml/2006/main">
            <a:r>
              <a:t>university1652,university1652_street_to_satellite,visual_style,3,1|2|3,true,2579,951,3.434622660279274,0.1656122315022751,2.2730822985370955,0.12726054314146856,6.449528240920254,0.3805721045453141,1.1115419413209253,0.08954637754007379,11.128344319503682,0.30776478996486156,3.9420964198009565,0.27509107733996074</a:t>
            </a:r>
          </a:p>
          <a:p xmlns:a="http://schemas.openxmlformats.org/drawingml/2006/main">
            <a:r>
              <a:t>university1652,university1652_street_to_satellite,full,3,1|2|3,true,2579,951,3.563981627424558,0.21580275779562832,2.2666748613119125,0.10963966449707996,7.0828486493472935,0.4848132178754313,0.9693679720822024,0.038774718883288095,12.058937572702598,0.878228123528975,4.381543233811555,0.48584583505783896</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0b8f5e3697a4c4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5bf2839dbf04f4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fda9c3177bc486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fc8be4f13154b1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ffa73f24d054db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c8966b53cc64ae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12A135F-66E6-4ADD-B3E6-18E29680EC8B}"/>
              </a:ext>
            </a:extLst>
          </p:cNvPr>
          <p:cNvSpPr>
            <a:spLocks xmlns:a="http://schemas.openxmlformats.org/drawingml/2006/main" noGrp="1"/>
          </p:cNvSpPr>
          <p:nvPr/>
        </p:nvSpPr>
        <p:spPr>
          <a:xfrm xmlns:a="http://schemas.openxmlformats.org/drawingml/2006/main">
            <a:off x="3110490" y="1599640"/>
            <a:ext cx="327420" cy="2758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100DADF8-F3BD-4D45-B31A-CF73D1B6EDC8}"/>
              </a:ext>
            </a:extLst>
          </p:cNvPr>
          <p:cNvSpPr>
            <a:spLocks xmlns:a="http://schemas.openxmlformats.org/drawingml/2006/main" noGrp="1"/>
          </p:cNvSpPr>
          <p:nvPr>
            <p:ph type="title" idx="0"/>
          </p:nvPr>
        </p:nvSpPr>
        <p:spPr>
          <a:xfrm xmlns:a="http://schemas.openxmlformats.org/drawingml/2006/main">
            <a:off x="654840" y="1875440"/>
            <a:ext cx="5238720" cy="71708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DF5FCE0A-009E-4233-BF87-7580B7C5BAD9}"/>
              </a:ext>
            </a:extLst>
          </p:cNvPr>
          <p:cNvSpPr>
            <a:spLocks xmlns:a="http://schemas.openxmlformats.org/drawingml/2006/main" noGrp="1"/>
          </p:cNvSpPr>
          <p:nvPr>
            <p:ph type="subTitle" idx="1"/>
          </p:nvPr>
        </p:nvSpPr>
        <p:spPr>
          <a:xfrm xmlns:a="http://schemas.openxmlformats.org/drawingml/2006/main">
            <a:off x="982260" y="2730420"/>
            <a:ext cx="4583880" cy="551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1E3538D0-F076-41E1-B6D5-038FCD06BB9D}"/>
              </a:ext>
            </a:extLst>
          </p:cNvPr>
          <p:cNvSpPr>
            <a:spLocks xmlns:a="http://schemas.openxmlformats.org/drawingml/2006/main" noGrp="1"/>
          </p:cNvSpPr>
          <p:nvPr/>
        </p:nvSpPr>
        <p:spPr>
          <a:xfrm xmlns:a="http://schemas.openxmlformats.org/drawingml/2006/main">
            <a:off x="3110490" y="1792700"/>
            <a:ext cx="327420" cy="2758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29525235-A8B4-4BB4-9412-D32CE3E03C2C}"/>
              </a:ext>
            </a:extLst>
          </p:cNvPr>
          <p:cNvSpPr>
            <a:spLocks xmlns:a="http://schemas.openxmlformats.org/drawingml/2006/main" noGrp="1"/>
          </p:cNvSpPr>
          <p:nvPr>
            <p:ph type="title" idx="0"/>
          </p:nvPr>
        </p:nvSpPr>
        <p:spPr>
          <a:xfrm xmlns:a="http://schemas.openxmlformats.org/drawingml/2006/main">
            <a:off x="654840" y="2068500"/>
            <a:ext cx="5238720" cy="827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7EEB5FF7-127D-4B33-A309-A21030A7C938}"/>
              </a:ext>
            </a:extLst>
          </p:cNvPr>
          <p:cNvSpPr>
            <a:spLocks xmlns:a="http://schemas.openxmlformats.org/drawingml/2006/main" noGrp="1"/>
          </p:cNvSpPr>
          <p:nvPr/>
        </p:nvSpPr>
        <p:spPr>
          <a:xfrm xmlns:a="http://schemas.openxmlformats.org/drawingml/2006/main">
            <a:off x="368348" y="1103200"/>
            <a:ext cx="327420" cy="2758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6B8F5C8-BE1A-4784-AC1A-99F908B88193}"/>
              </a:ext>
            </a:extLst>
          </p:cNvPr>
          <p:cNvSpPr>
            <a:spLocks xmlns:a="http://schemas.openxmlformats.org/drawingml/2006/main" noGrp="1"/>
          </p:cNvSpPr>
          <p:nvPr>
            <p:ph type="title" idx="0"/>
          </p:nvPr>
        </p:nvSpPr>
        <p:spPr>
          <a:xfrm xmlns:a="http://schemas.openxmlformats.org/drawingml/2006/main">
            <a:off x="368348" y="386120"/>
            <a:ext cx="5811705" cy="606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FDE29634-228B-4C0E-A2D4-F6EB3A065A43}"/>
              </a:ext>
            </a:extLst>
          </p:cNvPr>
          <p:cNvSpPr>
            <a:spLocks xmlns:a="http://schemas.openxmlformats.org/drawingml/2006/main" noGrp="1"/>
          </p:cNvSpPr>
          <p:nvPr>
            <p:ph type="body" idx="1"/>
          </p:nvPr>
        </p:nvSpPr>
        <p:spPr>
          <a:xfrm xmlns:a="http://schemas.openxmlformats.org/drawingml/2006/main">
            <a:off x="368348" y="1379000"/>
            <a:ext cx="5811705" cy="30889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22783" indent="-122783">
              <a:lnSpc>
                <a:spcPct val="110000"/>
              </a:lnSpc>
              <a:spcBef>
                <a:spcPts val="0"/>
              </a:spcBef>
              <a:spcAft>
                <a:spcPts val="645"/>
              </a:spcAft>
              <a:buChar char="•"/>
            </a:lvl1pPr>
            <a:lvl2pPr marL="286493" indent="-122783">
              <a:lnSpc>
                <a:spcPct val="110000"/>
              </a:lnSpc>
              <a:spcBef>
                <a:spcPts val="0"/>
              </a:spcBef>
              <a:spcAft>
                <a:spcPts val="645"/>
              </a:spcAft>
              <a:buChar char="•"/>
            </a:lvl2pPr>
            <a:lvl3pPr marL="450203" indent="-122783">
              <a:lnSpc>
                <a:spcPct val="110000"/>
              </a:lnSpc>
              <a:spcBef>
                <a:spcPts val="0"/>
              </a:spcBef>
              <a:spcAft>
                <a:spcPts val="645"/>
              </a:spcAft>
              <a:buChar char="•"/>
            </a:lvl3pPr>
            <a:lvl4pPr marL="613913" indent="-122783">
              <a:lnSpc>
                <a:spcPct val="110000"/>
              </a:lnSpc>
              <a:spcBef>
                <a:spcPts val="0"/>
              </a:spcBef>
              <a:spcAft>
                <a:spcPts val="645"/>
              </a:spcAft>
              <a:buChar char="•"/>
            </a:lvl4pPr>
            <a:lvl5pPr marL="777623" indent="-122783">
              <a:lnSpc>
                <a:spcPct val="110000"/>
              </a:lnSpc>
              <a:spcBef>
                <a:spcPts val="0"/>
              </a:spcBef>
              <a:spcAft>
                <a:spcPts val="645"/>
              </a:spcAft>
              <a:buChar char="•"/>
            </a:lvl5pPr>
            <a:lvl6pPr marL="941333" indent="-122783">
              <a:lnSpc>
                <a:spcPct val="110000"/>
              </a:lnSpc>
              <a:spcBef>
                <a:spcPts val="0"/>
              </a:spcBef>
              <a:spcAft>
                <a:spcPts val="645"/>
              </a:spcAft>
              <a:buChar char="•"/>
            </a:lvl6pPr>
            <a:lvl7pPr marL="1105043" indent="-122783">
              <a:lnSpc>
                <a:spcPct val="110000"/>
              </a:lnSpc>
              <a:spcBef>
                <a:spcPts val="0"/>
              </a:spcBef>
              <a:spcAft>
                <a:spcPts val="645"/>
              </a:spcAft>
              <a:buChar char="•"/>
            </a:lvl7pPr>
            <a:lvl8pPr marL="1268753" indent="-122783">
              <a:lnSpc>
                <a:spcPct val="110000"/>
              </a:lnSpc>
              <a:spcBef>
                <a:spcPts val="0"/>
              </a:spcBef>
              <a:spcAft>
                <a:spcPts val="645"/>
              </a:spcAft>
              <a:buChar char="•"/>
            </a:lvl8pPr>
            <a:lvl9pPr marL="1432463" indent="-122783">
              <a:lnSpc>
                <a:spcPct val="110000"/>
              </a:lnSpc>
              <a:spcBef>
                <a:spcPts val="0"/>
              </a:spcBef>
              <a:spcAft>
                <a:spcPts val="645"/>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9EDB1B61-8B85-4E72-971F-F072AD93141C}"/>
              </a:ext>
            </a:extLst>
          </p:cNvPr>
          <p:cNvSpPr>
            <a:spLocks xmlns:a="http://schemas.openxmlformats.org/drawingml/2006/main" noGrp="1"/>
          </p:cNvSpPr>
          <p:nvPr/>
        </p:nvSpPr>
        <p:spPr>
          <a:xfrm xmlns:a="http://schemas.openxmlformats.org/drawingml/2006/main">
            <a:off x="368348" y="1103200"/>
            <a:ext cx="327420" cy="2758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644C6581-F0D4-4967-952A-E278F44B07D0}"/>
              </a:ext>
            </a:extLst>
          </p:cNvPr>
          <p:cNvSpPr>
            <a:spLocks xmlns:a="http://schemas.openxmlformats.org/drawingml/2006/main" noGrp="1"/>
          </p:cNvSpPr>
          <p:nvPr>
            <p:ph type="title" idx="0"/>
          </p:nvPr>
        </p:nvSpPr>
        <p:spPr>
          <a:xfrm xmlns:a="http://schemas.openxmlformats.org/drawingml/2006/main">
            <a:off x="368348" y="386120"/>
            <a:ext cx="5811705" cy="606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E7391012-A778-44A0-9257-CF8C8F4B5E7B}"/>
              </a:ext>
            </a:extLst>
          </p:cNvPr>
          <p:cNvSpPr>
            <a:spLocks xmlns:a="http://schemas.openxmlformats.org/drawingml/2006/main" noGrp="1"/>
          </p:cNvSpPr>
          <p:nvPr>
            <p:ph type="body" idx="1"/>
          </p:nvPr>
        </p:nvSpPr>
        <p:spPr>
          <a:xfrm xmlns:a="http://schemas.openxmlformats.org/drawingml/2006/main">
            <a:off x="368348" y="1379000"/>
            <a:ext cx="2701215" cy="30889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22783" indent="-122783">
              <a:lnSpc>
                <a:spcPct val="110000"/>
              </a:lnSpc>
              <a:spcBef>
                <a:spcPts val="0"/>
              </a:spcBef>
              <a:spcAft>
                <a:spcPts val="645"/>
              </a:spcAft>
              <a:buChar char="•"/>
            </a:lvl1pPr>
            <a:lvl2pPr marL="286493" indent="-122783">
              <a:lnSpc>
                <a:spcPct val="110000"/>
              </a:lnSpc>
              <a:spcBef>
                <a:spcPts val="0"/>
              </a:spcBef>
              <a:spcAft>
                <a:spcPts val="645"/>
              </a:spcAft>
              <a:buChar char="•"/>
            </a:lvl2pPr>
            <a:lvl3pPr marL="450203" indent="-122783">
              <a:lnSpc>
                <a:spcPct val="110000"/>
              </a:lnSpc>
              <a:spcBef>
                <a:spcPts val="0"/>
              </a:spcBef>
              <a:spcAft>
                <a:spcPts val="645"/>
              </a:spcAft>
              <a:buChar char="•"/>
            </a:lvl3pPr>
            <a:lvl4pPr marL="613913" indent="-122783">
              <a:lnSpc>
                <a:spcPct val="110000"/>
              </a:lnSpc>
              <a:spcBef>
                <a:spcPts val="0"/>
              </a:spcBef>
              <a:spcAft>
                <a:spcPts val="645"/>
              </a:spcAft>
              <a:buChar char="•"/>
            </a:lvl4pPr>
            <a:lvl5pPr marL="777623" indent="-122783">
              <a:lnSpc>
                <a:spcPct val="110000"/>
              </a:lnSpc>
              <a:spcBef>
                <a:spcPts val="0"/>
              </a:spcBef>
              <a:spcAft>
                <a:spcPts val="645"/>
              </a:spcAft>
              <a:buChar char="•"/>
            </a:lvl5pPr>
            <a:lvl6pPr marL="941333" indent="-122783">
              <a:lnSpc>
                <a:spcPct val="110000"/>
              </a:lnSpc>
              <a:spcBef>
                <a:spcPts val="0"/>
              </a:spcBef>
              <a:spcAft>
                <a:spcPts val="645"/>
              </a:spcAft>
              <a:buChar char="•"/>
            </a:lvl6pPr>
            <a:lvl7pPr marL="1105043" indent="-122783">
              <a:lnSpc>
                <a:spcPct val="110000"/>
              </a:lnSpc>
              <a:spcBef>
                <a:spcPts val="0"/>
              </a:spcBef>
              <a:spcAft>
                <a:spcPts val="645"/>
              </a:spcAft>
              <a:buChar char="•"/>
            </a:lvl7pPr>
            <a:lvl8pPr marL="1268753" indent="-122783">
              <a:lnSpc>
                <a:spcPct val="110000"/>
              </a:lnSpc>
              <a:spcBef>
                <a:spcPts val="0"/>
              </a:spcBef>
              <a:spcAft>
                <a:spcPts val="645"/>
              </a:spcAft>
              <a:buChar char="•"/>
            </a:lvl8pPr>
            <a:lvl9pPr marL="1432463" indent="-122783">
              <a:lnSpc>
                <a:spcPct val="110000"/>
              </a:lnSpc>
              <a:spcBef>
                <a:spcPts val="0"/>
              </a:spcBef>
              <a:spcAft>
                <a:spcPts val="645"/>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932C3FB1-2B92-47A9-A71E-6D6E8C1E1292}"/>
              </a:ext>
            </a:extLst>
          </p:cNvPr>
          <p:cNvSpPr>
            <a:spLocks xmlns:a="http://schemas.openxmlformats.org/drawingml/2006/main" noGrp="1"/>
          </p:cNvSpPr>
          <p:nvPr>
            <p:ph type="body" idx="2"/>
          </p:nvPr>
        </p:nvSpPr>
        <p:spPr>
          <a:xfrm xmlns:a="http://schemas.openxmlformats.org/drawingml/2006/main">
            <a:off x="3478838" y="1379000"/>
            <a:ext cx="2701215" cy="30889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22783" indent="-122783">
              <a:lnSpc>
                <a:spcPct val="110000"/>
              </a:lnSpc>
              <a:spcBef>
                <a:spcPts val="0"/>
              </a:spcBef>
              <a:spcAft>
                <a:spcPts val="645"/>
              </a:spcAft>
              <a:buChar char="•"/>
            </a:lvl1pPr>
            <a:lvl2pPr marL="286493" indent="-122783">
              <a:lnSpc>
                <a:spcPct val="110000"/>
              </a:lnSpc>
              <a:spcBef>
                <a:spcPts val="0"/>
              </a:spcBef>
              <a:spcAft>
                <a:spcPts val="645"/>
              </a:spcAft>
              <a:buChar char="•"/>
            </a:lvl2pPr>
            <a:lvl3pPr marL="450203" indent="-122783">
              <a:lnSpc>
                <a:spcPct val="110000"/>
              </a:lnSpc>
              <a:spcBef>
                <a:spcPts val="0"/>
              </a:spcBef>
              <a:spcAft>
                <a:spcPts val="645"/>
              </a:spcAft>
              <a:buChar char="•"/>
            </a:lvl3pPr>
            <a:lvl4pPr marL="613913" indent="-122783">
              <a:lnSpc>
                <a:spcPct val="110000"/>
              </a:lnSpc>
              <a:spcBef>
                <a:spcPts val="0"/>
              </a:spcBef>
              <a:spcAft>
                <a:spcPts val="645"/>
              </a:spcAft>
              <a:buChar char="•"/>
            </a:lvl4pPr>
            <a:lvl5pPr marL="777623" indent="-122783">
              <a:lnSpc>
                <a:spcPct val="110000"/>
              </a:lnSpc>
              <a:spcBef>
                <a:spcPts val="0"/>
              </a:spcBef>
              <a:spcAft>
                <a:spcPts val="645"/>
              </a:spcAft>
              <a:buChar char="•"/>
            </a:lvl5pPr>
            <a:lvl6pPr marL="941333" indent="-122783">
              <a:lnSpc>
                <a:spcPct val="110000"/>
              </a:lnSpc>
              <a:spcBef>
                <a:spcPts val="0"/>
              </a:spcBef>
              <a:spcAft>
                <a:spcPts val="645"/>
              </a:spcAft>
              <a:buChar char="•"/>
            </a:lvl6pPr>
            <a:lvl7pPr marL="1105043" indent="-122783">
              <a:lnSpc>
                <a:spcPct val="110000"/>
              </a:lnSpc>
              <a:spcBef>
                <a:spcPts val="0"/>
              </a:spcBef>
              <a:spcAft>
                <a:spcPts val="645"/>
              </a:spcAft>
              <a:buChar char="•"/>
            </a:lvl7pPr>
            <a:lvl8pPr marL="1268753" indent="-122783">
              <a:lnSpc>
                <a:spcPct val="110000"/>
              </a:lnSpc>
              <a:spcBef>
                <a:spcPts val="0"/>
              </a:spcBef>
              <a:spcAft>
                <a:spcPts val="645"/>
              </a:spcAft>
              <a:buChar char="•"/>
            </a:lvl8pPr>
            <a:lvl9pPr marL="1432463" indent="-122783">
              <a:lnSpc>
                <a:spcPct val="110000"/>
              </a:lnSpc>
              <a:spcBef>
                <a:spcPts val="0"/>
              </a:spcBef>
              <a:spcAft>
                <a:spcPts val="645"/>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59EC5A8C-AC0D-4340-A2C0-752C2F4C287D}"/>
              </a:ext>
            </a:extLst>
          </p:cNvPr>
          <p:cNvSpPr>
            <a:spLocks xmlns:a="http://schemas.openxmlformats.org/drawingml/2006/main" noGrp="1"/>
          </p:cNvSpPr>
          <p:nvPr/>
        </p:nvSpPr>
        <p:spPr>
          <a:xfrm xmlns:a="http://schemas.openxmlformats.org/drawingml/2006/main">
            <a:off x="368348" y="1103200"/>
            <a:ext cx="327420" cy="2758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116ECEC-FAC0-4871-A401-B29C20FEFD9B}"/>
              </a:ext>
            </a:extLst>
          </p:cNvPr>
          <p:cNvSpPr>
            <a:spLocks xmlns:a="http://schemas.openxmlformats.org/drawingml/2006/main" noGrp="1"/>
          </p:cNvSpPr>
          <p:nvPr>
            <p:ph type="title" idx="0"/>
          </p:nvPr>
        </p:nvSpPr>
        <p:spPr>
          <a:xfrm xmlns:a="http://schemas.openxmlformats.org/drawingml/2006/main">
            <a:off x="368348" y="386120"/>
            <a:ext cx="5811705" cy="606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5756AA87-56A2-464D-A5E9-0CE2078E8FB7}"/>
              </a:ext>
            </a:extLst>
          </p:cNvPr>
          <p:cNvSpPr>
            <a:spLocks xmlns:a="http://schemas.openxmlformats.org/drawingml/2006/main" noGrp="1"/>
          </p:cNvSpPr>
          <p:nvPr>
            <p:ph type="body" idx="1"/>
          </p:nvPr>
        </p:nvSpPr>
        <p:spPr>
          <a:xfrm xmlns:a="http://schemas.openxmlformats.org/drawingml/2006/main">
            <a:off x="368348" y="1379000"/>
            <a:ext cx="2701215" cy="30889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22783" indent="-122783">
              <a:lnSpc>
                <a:spcPct val="110000"/>
              </a:lnSpc>
              <a:spcBef>
                <a:spcPts val="0"/>
              </a:spcBef>
              <a:spcAft>
                <a:spcPts val="645"/>
              </a:spcAft>
              <a:buChar char="•"/>
            </a:lvl1pPr>
            <a:lvl2pPr marL="286493" indent="-122783">
              <a:lnSpc>
                <a:spcPct val="110000"/>
              </a:lnSpc>
              <a:spcBef>
                <a:spcPts val="0"/>
              </a:spcBef>
              <a:spcAft>
                <a:spcPts val="645"/>
              </a:spcAft>
              <a:buChar char="•"/>
            </a:lvl2pPr>
            <a:lvl3pPr marL="450203" indent="-122783">
              <a:lnSpc>
                <a:spcPct val="110000"/>
              </a:lnSpc>
              <a:spcBef>
                <a:spcPts val="0"/>
              </a:spcBef>
              <a:spcAft>
                <a:spcPts val="645"/>
              </a:spcAft>
              <a:buChar char="•"/>
            </a:lvl3pPr>
            <a:lvl4pPr marL="613913" indent="-122783">
              <a:lnSpc>
                <a:spcPct val="110000"/>
              </a:lnSpc>
              <a:spcBef>
                <a:spcPts val="0"/>
              </a:spcBef>
              <a:spcAft>
                <a:spcPts val="645"/>
              </a:spcAft>
              <a:buChar char="•"/>
            </a:lvl4pPr>
            <a:lvl5pPr marL="777623" indent="-122783">
              <a:lnSpc>
                <a:spcPct val="110000"/>
              </a:lnSpc>
              <a:spcBef>
                <a:spcPts val="0"/>
              </a:spcBef>
              <a:spcAft>
                <a:spcPts val="645"/>
              </a:spcAft>
              <a:buChar char="•"/>
            </a:lvl5pPr>
            <a:lvl6pPr marL="941333" indent="-122783">
              <a:lnSpc>
                <a:spcPct val="110000"/>
              </a:lnSpc>
              <a:spcBef>
                <a:spcPts val="0"/>
              </a:spcBef>
              <a:spcAft>
                <a:spcPts val="645"/>
              </a:spcAft>
              <a:buChar char="•"/>
            </a:lvl6pPr>
            <a:lvl7pPr marL="1105043" indent="-122783">
              <a:lnSpc>
                <a:spcPct val="110000"/>
              </a:lnSpc>
              <a:spcBef>
                <a:spcPts val="0"/>
              </a:spcBef>
              <a:spcAft>
                <a:spcPts val="645"/>
              </a:spcAft>
              <a:buChar char="•"/>
            </a:lvl7pPr>
            <a:lvl8pPr marL="1268753" indent="-122783">
              <a:lnSpc>
                <a:spcPct val="110000"/>
              </a:lnSpc>
              <a:spcBef>
                <a:spcPts val="0"/>
              </a:spcBef>
              <a:spcAft>
                <a:spcPts val="645"/>
              </a:spcAft>
              <a:buChar char="•"/>
            </a:lvl8pPr>
            <a:lvl9pPr marL="1432463" indent="-122783">
              <a:lnSpc>
                <a:spcPct val="110000"/>
              </a:lnSpc>
              <a:spcBef>
                <a:spcPts val="0"/>
              </a:spcBef>
              <a:spcAft>
                <a:spcPts val="645"/>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739758ee64c44af" /><Relationship Type="http://schemas.openxmlformats.org/officeDocument/2006/relationships/slideLayout" Target="/ppt/slideLayouts/slideLayout1.xml" Id="R1353a7331d72424b" /><Relationship Type="http://schemas.openxmlformats.org/officeDocument/2006/relationships/slideLayout" Target="/ppt/slideLayouts/slideLayout2.xml" Id="R19096e366de8418d" /><Relationship Type="http://schemas.openxmlformats.org/officeDocument/2006/relationships/slideLayout" Target="/ppt/slideLayouts/slideLayout3.xml" Id="R2f501394161e4383" /><Relationship Type="http://schemas.openxmlformats.org/officeDocument/2006/relationships/slideLayout" Target="/ppt/slideLayouts/slideLayout4.xml" Id="R5cc8c01b80304643" /><Relationship Type="http://schemas.openxmlformats.org/officeDocument/2006/relationships/slideLayout" Target="/ppt/slideLayouts/slideLayout5.xml" Id="R5963fe78f22248eb" /><Relationship Type="http://schemas.openxmlformats.org/officeDocument/2006/relationships/slideLayout" Target="/ppt/slideLayouts/slideLayout6.xml" Id="Rb68cd4633e064b3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353a7331d72424b"/>
    <p:sldLayoutId xmlns:r="http://schemas.openxmlformats.org/officeDocument/2006/relationships" id="2147483650" r:id="R19096e366de8418d"/>
    <p:sldLayoutId xmlns:r="http://schemas.openxmlformats.org/officeDocument/2006/relationships" id="2147483651" r:id="R2f501394161e4383"/>
    <p:sldLayoutId xmlns:r="http://schemas.openxmlformats.org/officeDocument/2006/relationships" id="2147483652" r:id="R5cc8c01b80304643"/>
    <p:sldLayoutId xmlns:r="http://schemas.openxmlformats.org/officeDocument/2006/relationships" id="2147483653" r:id="R5963fe78f22248eb"/>
    <p:sldLayoutId xmlns:r="http://schemas.openxmlformats.org/officeDocument/2006/relationships" id="2147483654" r:id="Rb68cd4633e064b3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b75c409c610464a" /><Relationship Type="http://schemas.openxmlformats.org/officeDocument/2006/relationships/notesSlide" Target="/ppt/notesSlides/notesSlide1.xml" Id="Rf01ae11c2dda4e1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1" name="0001:background:rect">
            <a:extLst xmlns:a="http://schemas.openxmlformats.org/drawingml/2006/main">
              <a:ext uri="{FF2B5EF4-FFF2-40B4-BE49-F238E27FC236}">
                <a16:creationId xmlns:a16="http://schemas.microsoft.com/office/drawing/2014/main" id="{D6C7F93F-AE54-41DE-859D-C3B542360FFE}"/>
              </a:ext>
            </a:extLst>
          </p:cNvPr>
          <p:cNvSpPr>
            <a:spLocks xmlns:a="http://schemas.openxmlformats.org/drawingml/2006/main" noGrp="1"/>
          </p:cNvSpPr>
          <p:nvPr/>
        </p:nvSpPr>
        <p:spPr>
          <a:xfrm xmlns:a="http://schemas.openxmlformats.org/drawingml/2006/main">
            <a:off x="0" y="0"/>
            <a:ext cx="6548400" cy="4964400"/>
          </a:xfrm>
          <a:prstGeom xmlns:a="http://schemas.openxmlformats.org/drawingml/2006/main" prst="rect">
            <a:avLst/>
          </a:prstGeom>
          <a:solidFill xmlns:a="http://schemas.openxmlformats.org/drawingml/2006/main">
            <a:srgbClr val="FFFFFF"/>
          </a:solidFill>
          <a:ln xmlns:a="http://schemas.openxmlformats.org/drawingml/2006/main" w="6350">
            <a:noFill/>
          </a:ln>
        </p:spPr>
      </p:sp>
      <p:sp>
        <p:nvSpPr>
          <p:cNvPr id="2" name="0002:heading/dataset-title:text">
            <a:extLst xmlns:a="http://schemas.openxmlformats.org/drawingml/2006/main">
              <a:ext uri="{FF2B5EF4-FFF2-40B4-BE49-F238E27FC236}">
                <a16:creationId xmlns:a16="http://schemas.microsoft.com/office/drawing/2014/main" id="{B5A4562F-F48E-4935-ABD5-15ECC98745DC}"/>
              </a:ext>
            </a:extLst>
          </p:cNvPr>
          <p:cNvSpPr>
            <a:spLocks xmlns:a="http://schemas.openxmlformats.org/drawingml/2006/main" noGrp="1"/>
          </p:cNvSpPr>
          <p:nvPr/>
        </p:nvSpPr>
        <p:spPr>
          <a:xfrm xmlns:a="http://schemas.openxmlformats.org/drawingml/2006/main">
            <a:off x="203209" y="86307"/>
            <a:ext cx="2267331" cy="15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1">
                <a:solidFill>
                  <a:srgbClr val="222222"/>
                </a:solidFill>
                <a:latin typeface="Arial"/>
                <a:ea typeface="Arial"/>
                <a:cs typeface="Arial"/>
              </a:defRPr>
            </a:pPr>
            <a:r>
              <a:rPr sz="1000" b="1">
                <a:solidFill>
                  <a:srgbClr val="222222"/>
                </a:solidFill>
                <a:latin typeface="Arial"/>
                <a:ea typeface="Arial"/>
                <a:cs typeface="Arial"/>
              </a:rPr>
              <a:t>University-1652 frozen variant results</a:t>
            </a:r>
          </a:p>
        </p:txBody>
      </p:sp>
      <p:sp>
        <p:nvSpPr>
          <p:cNvPr id="3" name="0003:panel-a-r-at-1/panel-a-title:text">
            <a:extLst xmlns:a="http://schemas.openxmlformats.org/drawingml/2006/main">
              <a:ext uri="{FF2B5EF4-FFF2-40B4-BE49-F238E27FC236}">
                <a16:creationId xmlns:a16="http://schemas.microsoft.com/office/drawing/2014/main" id="{4653BA66-EA37-4BCC-BE67-FEE0ACAF613B}"/>
              </a:ext>
            </a:extLst>
          </p:cNvPr>
          <p:cNvSpPr>
            <a:spLocks xmlns:a="http://schemas.openxmlformats.org/drawingml/2006/main" noGrp="1"/>
          </p:cNvSpPr>
          <p:nvPr/>
        </p:nvSpPr>
        <p:spPr>
          <a:xfrm xmlns:a="http://schemas.openxmlformats.org/drawingml/2006/main">
            <a:off x="203209" y="301138"/>
            <a:ext cx="648081"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(a) R@1 (%)</a:t>
            </a:r>
          </a:p>
        </p:txBody>
      </p:sp>
      <p:sp>
        <p:nvSpPr>
          <p:cNvPr id="4" name="0004:panel-a-r-at-1/column-visual-1:text">
            <a:extLst xmlns:a="http://schemas.openxmlformats.org/drawingml/2006/main">
              <a:ext uri="{FF2B5EF4-FFF2-40B4-BE49-F238E27FC236}">
                <a16:creationId xmlns:a16="http://schemas.microsoft.com/office/drawing/2014/main" id="{0C2A2B87-ECDF-4AA8-9497-F37903FCAC25}"/>
              </a:ext>
            </a:extLst>
          </p:cNvPr>
          <p:cNvSpPr>
            <a:spLocks xmlns:a="http://schemas.openxmlformats.org/drawingml/2006/main" noGrp="1"/>
          </p:cNvSpPr>
          <p:nvPr/>
        </p:nvSpPr>
        <p:spPr>
          <a:xfrm xmlns:a="http://schemas.openxmlformats.org/drawingml/2006/main">
            <a:off x="2017027" y="439788"/>
            <a:ext cx="28413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Visual</a:t>
            </a:r>
          </a:p>
        </p:txBody>
      </p:sp>
      <p:sp>
        <p:nvSpPr>
          <p:cNvPr id="5" name="0005:panel-a-r-at-1/column-content-1:text">
            <a:extLst xmlns:a="http://schemas.openxmlformats.org/drawingml/2006/main">
              <a:ext uri="{FF2B5EF4-FFF2-40B4-BE49-F238E27FC236}">
                <a16:creationId xmlns:a16="http://schemas.microsoft.com/office/drawing/2014/main" id="{1168DB50-9983-441A-8343-B04D1D57321F}"/>
              </a:ext>
            </a:extLst>
          </p:cNvPr>
          <p:cNvSpPr>
            <a:spLocks xmlns:a="http://schemas.openxmlformats.org/drawingml/2006/main" noGrp="1"/>
          </p:cNvSpPr>
          <p:nvPr/>
        </p:nvSpPr>
        <p:spPr>
          <a:xfrm xmlns:a="http://schemas.openxmlformats.org/drawingml/2006/main">
            <a:off x="2738626" y="439788"/>
            <a:ext cx="36499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Content</a:t>
            </a:r>
          </a:p>
        </p:txBody>
      </p:sp>
      <p:sp>
        <p:nvSpPr>
          <p:cNvPr id="6" name="0006:panel-a-r-at-1/column-style-1:text">
            <a:extLst xmlns:a="http://schemas.openxmlformats.org/drawingml/2006/main">
              <a:ext uri="{FF2B5EF4-FFF2-40B4-BE49-F238E27FC236}">
                <a16:creationId xmlns:a16="http://schemas.microsoft.com/office/drawing/2014/main" id="{6B004161-190D-4036-ACC2-FB9F7EEB1094}"/>
              </a:ext>
            </a:extLst>
          </p:cNvPr>
          <p:cNvSpPr>
            <a:spLocks xmlns:a="http://schemas.openxmlformats.org/drawingml/2006/main" noGrp="1"/>
          </p:cNvSpPr>
          <p:nvPr/>
        </p:nvSpPr>
        <p:spPr>
          <a:xfrm xmlns:a="http://schemas.openxmlformats.org/drawingml/2006/main">
            <a:off x="3565571" y="439788"/>
            <a:ext cx="2351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Style</a:t>
            </a:r>
          </a:p>
        </p:txBody>
      </p:sp>
      <p:sp>
        <p:nvSpPr>
          <p:cNvPr id="7" name="0007:panel-a-r-at-1/column-visual_content-1:text">
            <a:extLst xmlns:a="http://schemas.openxmlformats.org/drawingml/2006/main">
              <a:ext uri="{FF2B5EF4-FFF2-40B4-BE49-F238E27FC236}">
                <a16:creationId xmlns:a16="http://schemas.microsoft.com/office/drawing/2014/main" id="{62057639-C098-4C49-BE27-F437D0605D9B}"/>
              </a:ext>
            </a:extLst>
          </p:cNvPr>
          <p:cNvSpPr>
            <a:spLocks xmlns:a="http://schemas.openxmlformats.org/drawingml/2006/main" noGrp="1"/>
          </p:cNvSpPr>
          <p:nvPr/>
        </p:nvSpPr>
        <p:spPr>
          <a:xfrm xmlns:a="http://schemas.openxmlformats.org/drawingml/2006/main">
            <a:off x="4303125" y="439788"/>
            <a:ext cx="28413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Visual</a:t>
            </a:r>
          </a:p>
        </p:txBody>
      </p:sp>
      <p:sp>
        <p:nvSpPr>
          <p:cNvPr id="8" name="0008:panel-a-r-at-1/column-visual_content-2:text">
            <a:extLst xmlns:a="http://schemas.openxmlformats.org/drawingml/2006/main">
              <a:ext uri="{FF2B5EF4-FFF2-40B4-BE49-F238E27FC236}">
                <a16:creationId xmlns:a16="http://schemas.microsoft.com/office/drawing/2014/main" id="{DF973EE2-CE36-4CC7-9B18-3D3BE4C63BD0}"/>
              </a:ext>
            </a:extLst>
          </p:cNvPr>
          <p:cNvSpPr>
            <a:spLocks xmlns:a="http://schemas.openxmlformats.org/drawingml/2006/main" noGrp="1"/>
          </p:cNvSpPr>
          <p:nvPr/>
        </p:nvSpPr>
        <p:spPr>
          <a:xfrm xmlns:a="http://schemas.openxmlformats.org/drawingml/2006/main">
            <a:off x="4230211" y="554058"/>
            <a:ext cx="42995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content</a:t>
            </a:r>
          </a:p>
        </p:txBody>
      </p:sp>
      <p:sp>
        <p:nvSpPr>
          <p:cNvPr id="9" name="0009:panel-a-r-at-1/column-visual_style-1:text">
            <a:extLst xmlns:a="http://schemas.openxmlformats.org/drawingml/2006/main">
              <a:ext uri="{FF2B5EF4-FFF2-40B4-BE49-F238E27FC236}">
                <a16:creationId xmlns:a16="http://schemas.microsoft.com/office/drawing/2014/main" id="{280C1DB4-1181-4FD4-B784-4F8F7F15C2A4}"/>
              </a:ext>
            </a:extLst>
          </p:cNvPr>
          <p:cNvSpPr>
            <a:spLocks xmlns:a="http://schemas.openxmlformats.org/drawingml/2006/main" noGrp="1"/>
          </p:cNvSpPr>
          <p:nvPr/>
        </p:nvSpPr>
        <p:spPr>
          <a:xfrm xmlns:a="http://schemas.openxmlformats.org/drawingml/2006/main">
            <a:off x="5065157" y="439788"/>
            <a:ext cx="28413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Visual</a:t>
            </a:r>
          </a:p>
        </p:txBody>
      </p:sp>
      <p:sp>
        <p:nvSpPr>
          <p:cNvPr id="10" name="0010:panel-a-r-at-1/column-visual_style-2:text">
            <a:extLst xmlns:a="http://schemas.openxmlformats.org/drawingml/2006/main">
              <a:ext uri="{FF2B5EF4-FFF2-40B4-BE49-F238E27FC236}">
                <a16:creationId xmlns:a16="http://schemas.microsoft.com/office/drawing/2014/main" id="{069B0AB0-BBFD-47AE-9731-14AF3BBA772D}"/>
              </a:ext>
            </a:extLst>
          </p:cNvPr>
          <p:cNvSpPr>
            <a:spLocks xmlns:a="http://schemas.openxmlformats.org/drawingml/2006/main" noGrp="1"/>
          </p:cNvSpPr>
          <p:nvPr/>
        </p:nvSpPr>
        <p:spPr>
          <a:xfrm xmlns:a="http://schemas.openxmlformats.org/drawingml/2006/main">
            <a:off x="5054394" y="554058"/>
            <a:ext cx="30565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style</a:t>
            </a:r>
          </a:p>
        </p:txBody>
      </p:sp>
      <p:sp>
        <p:nvSpPr>
          <p:cNvPr id="11" name="0011:panel-a-r-at-1/column-full-1:text">
            <a:extLst xmlns:a="http://schemas.openxmlformats.org/drawingml/2006/main">
              <a:ext uri="{FF2B5EF4-FFF2-40B4-BE49-F238E27FC236}">
                <a16:creationId xmlns:a16="http://schemas.microsoft.com/office/drawing/2014/main" id="{2B87EEC4-7D7E-427E-9CCB-97F1A2857274}"/>
              </a:ext>
            </a:extLst>
          </p:cNvPr>
          <p:cNvSpPr>
            <a:spLocks xmlns:a="http://schemas.openxmlformats.org/drawingml/2006/main" noGrp="1"/>
          </p:cNvSpPr>
          <p:nvPr/>
        </p:nvSpPr>
        <p:spPr>
          <a:xfrm xmlns:a="http://schemas.openxmlformats.org/drawingml/2006/main">
            <a:off x="5882721" y="43978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Full</a:t>
            </a:r>
          </a:p>
        </p:txBody>
      </p:sp>
      <p:sp>
        <p:nvSpPr>
          <p:cNvPr id="12" name="0012:panel-a-r-at-1/row-0:text">
            <a:extLst xmlns:a="http://schemas.openxmlformats.org/drawingml/2006/main">
              <a:ext uri="{FF2B5EF4-FFF2-40B4-BE49-F238E27FC236}">
                <a16:creationId xmlns:a16="http://schemas.microsoft.com/office/drawing/2014/main" id="{9F86C25F-1628-4C2E-B404-B60709AFBB91}"/>
              </a:ext>
            </a:extLst>
          </p:cNvPr>
          <p:cNvSpPr>
            <a:spLocks xmlns:a="http://schemas.openxmlformats.org/drawingml/2006/main" noGrp="1"/>
          </p:cNvSpPr>
          <p:nvPr/>
        </p:nvSpPr>
        <p:spPr>
          <a:xfrm xmlns:a="http://schemas.openxmlformats.org/drawingml/2006/main">
            <a:off x="901169" y="807992"/>
            <a:ext cx="78800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Drone → satellite</a:t>
            </a:r>
          </a:p>
        </p:txBody>
      </p:sp>
      <p:sp>
        <p:nvSpPr>
          <p:cNvPr id="13" name="0013:panel-a-r-at-1/cell-0-visual:rect">
            <a:extLst xmlns:a="http://schemas.openxmlformats.org/drawingml/2006/main">
              <a:ext uri="{FF2B5EF4-FFF2-40B4-BE49-F238E27FC236}">
                <a16:creationId xmlns:a16="http://schemas.microsoft.com/office/drawing/2014/main" id="{F13550C9-C3BC-433E-97C6-313CB6B3EE57}"/>
              </a:ext>
            </a:extLst>
          </p:cNvPr>
          <p:cNvSpPr>
            <a:spLocks xmlns:a="http://schemas.openxmlformats.org/drawingml/2006/main" noGrp="1"/>
          </p:cNvSpPr>
          <p:nvPr/>
        </p:nvSpPr>
        <p:spPr>
          <a:xfrm xmlns:a="http://schemas.openxmlformats.org/drawingml/2006/main">
            <a:off x="1778076" y="698317"/>
            <a:ext cx="762033" cy="330114"/>
          </a:xfrm>
          <a:prstGeom xmlns:a="http://schemas.openxmlformats.org/drawingml/2006/main" prst="rect">
            <a:avLst/>
          </a:prstGeom>
          <a:solidFill xmlns:a="http://schemas.openxmlformats.org/drawingml/2006/main">
            <a:srgbClr val="97C4E2"/>
          </a:solidFill>
          <a:ln xmlns:a="http://schemas.openxmlformats.org/drawingml/2006/main" w="6350">
            <a:solidFill>
              <a:srgbClr val="FFFFFF"/>
            </a:solidFill>
          </a:ln>
        </p:spPr>
      </p:sp>
      <p:sp>
        <p:nvSpPr>
          <p:cNvPr id="14" name="0014:panel-a-r-at-1/cell-0-visual/mean-0-visual:text">
            <a:extLst xmlns:a="http://schemas.openxmlformats.org/drawingml/2006/main">
              <a:ext uri="{FF2B5EF4-FFF2-40B4-BE49-F238E27FC236}">
                <a16:creationId xmlns:a16="http://schemas.microsoft.com/office/drawing/2014/main" id="{9EC768F7-44A3-468B-8335-52018EDFCB15}"/>
              </a:ext>
            </a:extLst>
          </p:cNvPr>
          <p:cNvSpPr>
            <a:spLocks xmlns:a="http://schemas.openxmlformats.org/drawingml/2006/main" noGrp="1"/>
          </p:cNvSpPr>
          <p:nvPr/>
        </p:nvSpPr>
        <p:spPr>
          <a:xfrm xmlns:a="http://schemas.openxmlformats.org/drawingml/2006/main">
            <a:off x="2055556" y="738160"/>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37.9</a:t>
            </a:r>
          </a:p>
        </p:txBody>
      </p:sp>
      <p:sp>
        <p:nvSpPr>
          <p:cNvPr id="15" name="0015:panel-a-r-at-1/cell-0-visual/sd-0-visual:text">
            <a:extLst xmlns:a="http://schemas.openxmlformats.org/drawingml/2006/main">
              <a:ext uri="{FF2B5EF4-FFF2-40B4-BE49-F238E27FC236}">
                <a16:creationId xmlns:a16="http://schemas.microsoft.com/office/drawing/2014/main" id="{898E87EB-C7D5-49B9-A223-B8D4D89EDDBD}"/>
              </a:ext>
            </a:extLst>
          </p:cNvPr>
          <p:cNvSpPr>
            <a:spLocks xmlns:a="http://schemas.openxmlformats.org/drawingml/2006/main" noGrp="1"/>
          </p:cNvSpPr>
          <p:nvPr/>
        </p:nvSpPr>
        <p:spPr>
          <a:xfrm xmlns:a="http://schemas.openxmlformats.org/drawingml/2006/main">
            <a:off x="2041840" y="871475"/>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1.0</a:t>
            </a:r>
          </a:p>
        </p:txBody>
      </p:sp>
      <p:sp>
        <p:nvSpPr>
          <p:cNvPr id="16" name="0016:panel-a-r-at-1/cell-0-content:rect">
            <a:extLst xmlns:a="http://schemas.openxmlformats.org/drawingml/2006/main">
              <a:ext uri="{FF2B5EF4-FFF2-40B4-BE49-F238E27FC236}">
                <a16:creationId xmlns:a16="http://schemas.microsoft.com/office/drawing/2014/main" id="{68E4F654-33D7-4A0E-B0F9-7E646FE08273}"/>
              </a:ext>
            </a:extLst>
          </p:cNvPr>
          <p:cNvSpPr>
            <a:spLocks xmlns:a="http://schemas.openxmlformats.org/drawingml/2006/main" noGrp="1"/>
          </p:cNvSpPr>
          <p:nvPr/>
        </p:nvSpPr>
        <p:spPr>
          <a:xfrm xmlns:a="http://schemas.openxmlformats.org/drawingml/2006/main">
            <a:off x="2540109" y="698317"/>
            <a:ext cx="762033" cy="330114"/>
          </a:xfrm>
          <a:prstGeom xmlns:a="http://schemas.openxmlformats.org/drawingml/2006/main" prst="rect">
            <a:avLst/>
          </a:prstGeom>
          <a:solidFill xmlns:a="http://schemas.openxmlformats.org/drawingml/2006/main">
            <a:srgbClr val="F5FAFE"/>
          </a:solidFill>
          <a:ln xmlns:a="http://schemas.openxmlformats.org/drawingml/2006/main" w="6350">
            <a:solidFill>
              <a:srgbClr val="FFFFFF"/>
            </a:solidFill>
          </a:ln>
        </p:spPr>
      </p:sp>
      <p:sp>
        <p:nvSpPr>
          <p:cNvPr id="17" name="0017:panel-a-r-at-1/cell-0-content/mean-0-content:text">
            <a:extLst xmlns:a="http://schemas.openxmlformats.org/drawingml/2006/main">
              <a:ext uri="{FF2B5EF4-FFF2-40B4-BE49-F238E27FC236}">
                <a16:creationId xmlns:a16="http://schemas.microsoft.com/office/drawing/2014/main" id="{42FA8087-BA07-4773-BBB9-A2CB5F70003B}"/>
              </a:ext>
            </a:extLst>
          </p:cNvPr>
          <p:cNvSpPr>
            <a:spLocks xmlns:a="http://schemas.openxmlformats.org/drawingml/2006/main" noGrp="1"/>
          </p:cNvSpPr>
          <p:nvPr/>
        </p:nvSpPr>
        <p:spPr>
          <a:xfrm xmlns:a="http://schemas.openxmlformats.org/drawingml/2006/main">
            <a:off x="2845830" y="738160"/>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0.8</a:t>
            </a:r>
          </a:p>
        </p:txBody>
      </p:sp>
      <p:sp>
        <p:nvSpPr>
          <p:cNvPr id="18" name="0018:panel-a-r-at-1/cell-0-content/sd-0-content:text">
            <a:extLst xmlns:a="http://schemas.openxmlformats.org/drawingml/2006/main">
              <a:ext uri="{FF2B5EF4-FFF2-40B4-BE49-F238E27FC236}">
                <a16:creationId xmlns:a16="http://schemas.microsoft.com/office/drawing/2014/main" id="{F5250F0A-0D0F-4903-B23D-409A32A06163}"/>
              </a:ext>
            </a:extLst>
          </p:cNvPr>
          <p:cNvSpPr>
            <a:spLocks xmlns:a="http://schemas.openxmlformats.org/drawingml/2006/main" noGrp="1"/>
          </p:cNvSpPr>
          <p:nvPr/>
        </p:nvSpPr>
        <p:spPr>
          <a:xfrm xmlns:a="http://schemas.openxmlformats.org/drawingml/2006/main">
            <a:off x="2774202" y="871475"/>
            <a:ext cx="29384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&lt;0.1</a:t>
            </a:r>
          </a:p>
        </p:txBody>
      </p:sp>
      <p:sp>
        <p:nvSpPr>
          <p:cNvPr id="19" name="0019:panel-a-r-at-1/cell-0-style:rect">
            <a:extLst xmlns:a="http://schemas.openxmlformats.org/drawingml/2006/main">
              <a:ext uri="{FF2B5EF4-FFF2-40B4-BE49-F238E27FC236}">
                <a16:creationId xmlns:a16="http://schemas.microsoft.com/office/drawing/2014/main" id="{BC013212-41B2-42E1-A9A3-04C0B15872C2}"/>
              </a:ext>
            </a:extLst>
          </p:cNvPr>
          <p:cNvSpPr>
            <a:spLocks xmlns:a="http://schemas.openxmlformats.org/drawingml/2006/main" noGrp="1"/>
          </p:cNvSpPr>
          <p:nvPr/>
        </p:nvSpPr>
        <p:spPr>
          <a:xfrm xmlns:a="http://schemas.openxmlformats.org/drawingml/2006/main">
            <a:off x="3302141" y="698317"/>
            <a:ext cx="762033" cy="330114"/>
          </a:xfrm>
          <a:prstGeom xmlns:a="http://schemas.openxmlformats.org/drawingml/2006/main" prst="rect">
            <a:avLst/>
          </a:prstGeom>
          <a:solidFill xmlns:a="http://schemas.openxmlformats.org/drawingml/2006/main">
            <a:srgbClr val="F6FAFF"/>
          </a:solidFill>
          <a:ln xmlns:a="http://schemas.openxmlformats.org/drawingml/2006/main" w="6350">
            <a:solidFill>
              <a:srgbClr val="FFFFFF"/>
            </a:solidFill>
          </a:ln>
        </p:spPr>
      </p:sp>
      <p:sp>
        <p:nvSpPr>
          <p:cNvPr id="20" name="0020:panel-a-r-at-1/cell-0-style/mean-0-style:text">
            <a:extLst xmlns:a="http://schemas.openxmlformats.org/drawingml/2006/main">
              <a:ext uri="{FF2B5EF4-FFF2-40B4-BE49-F238E27FC236}">
                <a16:creationId xmlns:a16="http://schemas.microsoft.com/office/drawing/2014/main" id="{CD52DFAF-E364-43A2-B417-2C6D98D102D9}"/>
              </a:ext>
            </a:extLst>
          </p:cNvPr>
          <p:cNvSpPr>
            <a:spLocks xmlns:a="http://schemas.openxmlformats.org/drawingml/2006/main" noGrp="1"/>
          </p:cNvSpPr>
          <p:nvPr/>
        </p:nvSpPr>
        <p:spPr>
          <a:xfrm xmlns:a="http://schemas.openxmlformats.org/drawingml/2006/main">
            <a:off x="3607862" y="738160"/>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0.5</a:t>
            </a:r>
          </a:p>
        </p:txBody>
      </p:sp>
      <p:sp>
        <p:nvSpPr>
          <p:cNvPr id="21" name="0021:panel-a-r-at-1/cell-0-style/sd-0-style:text">
            <a:extLst xmlns:a="http://schemas.openxmlformats.org/drawingml/2006/main">
              <a:ext uri="{FF2B5EF4-FFF2-40B4-BE49-F238E27FC236}">
                <a16:creationId xmlns:a16="http://schemas.microsoft.com/office/drawing/2014/main" id="{15BC6C53-7358-4F91-A97A-E7157D173343}"/>
              </a:ext>
            </a:extLst>
          </p:cNvPr>
          <p:cNvSpPr>
            <a:spLocks xmlns:a="http://schemas.openxmlformats.org/drawingml/2006/main" noGrp="1"/>
          </p:cNvSpPr>
          <p:nvPr/>
        </p:nvSpPr>
        <p:spPr>
          <a:xfrm xmlns:a="http://schemas.openxmlformats.org/drawingml/2006/main">
            <a:off x="3536234" y="871475"/>
            <a:ext cx="29384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&lt;0.1</a:t>
            </a:r>
          </a:p>
        </p:txBody>
      </p:sp>
      <p:sp>
        <p:nvSpPr>
          <p:cNvPr id="22" name="0022:panel-a-r-at-1/cell-0-visual_content:rect">
            <a:extLst xmlns:a="http://schemas.openxmlformats.org/drawingml/2006/main">
              <a:ext uri="{FF2B5EF4-FFF2-40B4-BE49-F238E27FC236}">
                <a16:creationId xmlns:a16="http://schemas.microsoft.com/office/drawing/2014/main" id="{9AC963E2-D9CA-4198-ABA9-2157A3092461}"/>
              </a:ext>
            </a:extLst>
          </p:cNvPr>
          <p:cNvSpPr>
            <a:spLocks xmlns:a="http://schemas.openxmlformats.org/drawingml/2006/main" noGrp="1"/>
          </p:cNvSpPr>
          <p:nvPr/>
        </p:nvSpPr>
        <p:spPr>
          <a:xfrm xmlns:a="http://schemas.openxmlformats.org/drawingml/2006/main">
            <a:off x="4064174" y="698317"/>
            <a:ext cx="762033" cy="330114"/>
          </a:xfrm>
          <a:prstGeom xmlns:a="http://schemas.openxmlformats.org/drawingml/2006/main" prst="rect">
            <a:avLst/>
          </a:prstGeom>
          <a:solidFill xmlns:a="http://schemas.openxmlformats.org/drawingml/2006/main">
            <a:srgbClr val="ABCDE7"/>
          </a:solidFill>
          <a:ln xmlns:a="http://schemas.openxmlformats.org/drawingml/2006/main" w="6350">
            <a:solidFill>
              <a:srgbClr val="FFFFFF"/>
            </a:solidFill>
          </a:ln>
        </p:spPr>
      </p:sp>
      <p:sp>
        <p:nvSpPr>
          <p:cNvPr id="23" name="0023:panel-a-r-at-1/cell-0-visual_content/mean-0-visual_content:text">
            <a:extLst xmlns:a="http://schemas.openxmlformats.org/drawingml/2006/main">
              <a:ext uri="{FF2B5EF4-FFF2-40B4-BE49-F238E27FC236}">
                <a16:creationId xmlns:a16="http://schemas.microsoft.com/office/drawing/2014/main" id="{13E15A80-C858-41BE-96DF-E93A3A2ECD36}"/>
              </a:ext>
            </a:extLst>
          </p:cNvPr>
          <p:cNvSpPr>
            <a:spLocks xmlns:a="http://schemas.openxmlformats.org/drawingml/2006/main" noGrp="1"/>
          </p:cNvSpPr>
          <p:nvPr/>
        </p:nvSpPr>
        <p:spPr>
          <a:xfrm xmlns:a="http://schemas.openxmlformats.org/drawingml/2006/main">
            <a:off x="4341653" y="738160"/>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32.5</a:t>
            </a:r>
          </a:p>
        </p:txBody>
      </p:sp>
      <p:sp>
        <p:nvSpPr>
          <p:cNvPr id="24" name="0024:panel-a-r-at-1/cell-0-visual_content/sd-0-visual_content:text">
            <a:extLst xmlns:a="http://schemas.openxmlformats.org/drawingml/2006/main">
              <a:ext uri="{FF2B5EF4-FFF2-40B4-BE49-F238E27FC236}">
                <a16:creationId xmlns:a16="http://schemas.microsoft.com/office/drawing/2014/main" id="{5B08CDEC-FEE1-428C-83FE-42E37C6F1359}"/>
              </a:ext>
            </a:extLst>
          </p:cNvPr>
          <p:cNvSpPr>
            <a:spLocks xmlns:a="http://schemas.openxmlformats.org/drawingml/2006/main" noGrp="1"/>
          </p:cNvSpPr>
          <p:nvPr/>
        </p:nvSpPr>
        <p:spPr>
          <a:xfrm xmlns:a="http://schemas.openxmlformats.org/drawingml/2006/main">
            <a:off x="4327937" y="871475"/>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0.2</a:t>
            </a:r>
          </a:p>
        </p:txBody>
      </p:sp>
      <p:sp>
        <p:nvSpPr>
          <p:cNvPr id="25" name="0025:panel-a-r-at-1/cell-0-visual_style:rect">
            <a:extLst xmlns:a="http://schemas.openxmlformats.org/drawingml/2006/main">
              <a:ext uri="{FF2B5EF4-FFF2-40B4-BE49-F238E27FC236}">
                <a16:creationId xmlns:a16="http://schemas.microsoft.com/office/drawing/2014/main" id="{8C5FA212-8754-4406-A7B4-01387B1E7925}"/>
              </a:ext>
            </a:extLst>
          </p:cNvPr>
          <p:cNvSpPr>
            <a:spLocks xmlns:a="http://schemas.openxmlformats.org/drawingml/2006/main" noGrp="1"/>
          </p:cNvSpPr>
          <p:nvPr/>
        </p:nvSpPr>
        <p:spPr>
          <a:xfrm xmlns:a="http://schemas.openxmlformats.org/drawingml/2006/main">
            <a:off x="4826206" y="698317"/>
            <a:ext cx="762033" cy="330114"/>
          </a:xfrm>
          <a:prstGeom xmlns:a="http://schemas.openxmlformats.org/drawingml/2006/main" prst="rect">
            <a:avLst/>
          </a:prstGeom>
          <a:solidFill xmlns:a="http://schemas.openxmlformats.org/drawingml/2006/main">
            <a:srgbClr val="AFD0E9"/>
          </a:solidFill>
          <a:ln xmlns:a="http://schemas.openxmlformats.org/drawingml/2006/main" w="6350">
            <a:solidFill>
              <a:srgbClr val="FFFFFF"/>
            </a:solidFill>
          </a:ln>
        </p:spPr>
      </p:sp>
      <p:sp>
        <p:nvSpPr>
          <p:cNvPr id="26" name="0026:panel-a-r-at-1/cell-0-visual_style/mean-0-visual_style:text">
            <a:extLst xmlns:a="http://schemas.openxmlformats.org/drawingml/2006/main">
              <a:ext uri="{FF2B5EF4-FFF2-40B4-BE49-F238E27FC236}">
                <a16:creationId xmlns:a16="http://schemas.microsoft.com/office/drawing/2014/main" id="{22F61945-3B12-45B2-8590-BF358D55AE04}"/>
              </a:ext>
            </a:extLst>
          </p:cNvPr>
          <p:cNvSpPr>
            <a:spLocks xmlns:a="http://schemas.openxmlformats.org/drawingml/2006/main" noGrp="1"/>
          </p:cNvSpPr>
          <p:nvPr/>
        </p:nvSpPr>
        <p:spPr>
          <a:xfrm xmlns:a="http://schemas.openxmlformats.org/drawingml/2006/main">
            <a:off x="5103686" y="738160"/>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31.3</a:t>
            </a:r>
          </a:p>
        </p:txBody>
      </p:sp>
      <p:sp>
        <p:nvSpPr>
          <p:cNvPr id="27" name="0027:panel-a-r-at-1/cell-0-visual_style/sd-0-visual_style:text">
            <a:extLst xmlns:a="http://schemas.openxmlformats.org/drawingml/2006/main">
              <a:ext uri="{FF2B5EF4-FFF2-40B4-BE49-F238E27FC236}">
                <a16:creationId xmlns:a16="http://schemas.microsoft.com/office/drawing/2014/main" id="{893C8CF7-FA59-4702-A1CA-E4F99F0FC7FE}"/>
              </a:ext>
            </a:extLst>
          </p:cNvPr>
          <p:cNvSpPr>
            <a:spLocks xmlns:a="http://schemas.openxmlformats.org/drawingml/2006/main" noGrp="1"/>
          </p:cNvSpPr>
          <p:nvPr/>
        </p:nvSpPr>
        <p:spPr>
          <a:xfrm xmlns:a="http://schemas.openxmlformats.org/drawingml/2006/main">
            <a:off x="5089970" y="871475"/>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0.2</a:t>
            </a:r>
          </a:p>
        </p:txBody>
      </p:sp>
      <p:sp>
        <p:nvSpPr>
          <p:cNvPr id="28" name="0028:panel-a-r-at-1/cell-0-full:rect">
            <a:extLst xmlns:a="http://schemas.openxmlformats.org/drawingml/2006/main">
              <a:ext uri="{FF2B5EF4-FFF2-40B4-BE49-F238E27FC236}">
                <a16:creationId xmlns:a16="http://schemas.microsoft.com/office/drawing/2014/main" id="{D615F72D-E41D-4445-BFCB-77305362F72C}"/>
              </a:ext>
            </a:extLst>
          </p:cNvPr>
          <p:cNvSpPr>
            <a:spLocks xmlns:a="http://schemas.openxmlformats.org/drawingml/2006/main" noGrp="1"/>
          </p:cNvSpPr>
          <p:nvPr/>
        </p:nvSpPr>
        <p:spPr>
          <a:xfrm xmlns:a="http://schemas.openxmlformats.org/drawingml/2006/main">
            <a:off x="5588239" y="698317"/>
            <a:ext cx="762033" cy="330114"/>
          </a:xfrm>
          <a:prstGeom xmlns:a="http://schemas.openxmlformats.org/drawingml/2006/main" prst="rect">
            <a:avLst/>
          </a:prstGeom>
          <a:solidFill xmlns:a="http://schemas.openxmlformats.org/drawingml/2006/main">
            <a:srgbClr val="ABCEE8"/>
          </a:solidFill>
          <a:ln xmlns:a="http://schemas.openxmlformats.org/drawingml/2006/main" w="6350">
            <a:solidFill>
              <a:srgbClr val="FFFFFF"/>
            </a:solidFill>
          </a:ln>
        </p:spPr>
      </p:sp>
      <p:sp>
        <p:nvSpPr>
          <p:cNvPr id="29" name="0029:panel-a-r-at-1/cell-0-full/mean-0-full:text">
            <a:extLst xmlns:a="http://schemas.openxmlformats.org/drawingml/2006/main">
              <a:ext uri="{FF2B5EF4-FFF2-40B4-BE49-F238E27FC236}">
                <a16:creationId xmlns:a16="http://schemas.microsoft.com/office/drawing/2014/main" id="{6D817CAC-45D2-42E2-91C5-DE663F1E0C71}"/>
              </a:ext>
            </a:extLst>
          </p:cNvPr>
          <p:cNvSpPr>
            <a:spLocks xmlns:a="http://schemas.openxmlformats.org/drawingml/2006/main" noGrp="1"/>
          </p:cNvSpPr>
          <p:nvPr/>
        </p:nvSpPr>
        <p:spPr>
          <a:xfrm xmlns:a="http://schemas.openxmlformats.org/drawingml/2006/main">
            <a:off x="5865718" y="738160"/>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32.3</a:t>
            </a:r>
          </a:p>
        </p:txBody>
      </p:sp>
      <p:sp>
        <p:nvSpPr>
          <p:cNvPr id="30" name="0030:panel-a-r-at-1/cell-0-full/sd-0-full:text">
            <a:extLst xmlns:a="http://schemas.openxmlformats.org/drawingml/2006/main">
              <a:ext uri="{FF2B5EF4-FFF2-40B4-BE49-F238E27FC236}">
                <a16:creationId xmlns:a16="http://schemas.microsoft.com/office/drawing/2014/main" id="{D40613EC-E389-4F29-ABB0-4DE584B075DF}"/>
              </a:ext>
            </a:extLst>
          </p:cNvPr>
          <p:cNvSpPr>
            <a:spLocks xmlns:a="http://schemas.openxmlformats.org/drawingml/2006/main" noGrp="1"/>
          </p:cNvSpPr>
          <p:nvPr/>
        </p:nvSpPr>
        <p:spPr>
          <a:xfrm xmlns:a="http://schemas.openxmlformats.org/drawingml/2006/main">
            <a:off x="5852002" y="871475"/>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0.3</a:t>
            </a:r>
          </a:p>
        </p:txBody>
      </p:sp>
      <p:sp>
        <p:nvSpPr>
          <p:cNvPr id="31" name="0031:panel-a-r-at-1/row-1:text">
            <a:extLst xmlns:a="http://schemas.openxmlformats.org/drawingml/2006/main">
              <a:ext uri="{FF2B5EF4-FFF2-40B4-BE49-F238E27FC236}">
                <a16:creationId xmlns:a16="http://schemas.microsoft.com/office/drawing/2014/main" id="{39D40F3F-45AD-4071-BD3B-ECE00D9C7DD2}"/>
              </a:ext>
            </a:extLst>
          </p:cNvPr>
          <p:cNvSpPr>
            <a:spLocks xmlns:a="http://schemas.openxmlformats.org/drawingml/2006/main" noGrp="1"/>
          </p:cNvSpPr>
          <p:nvPr/>
        </p:nvSpPr>
        <p:spPr>
          <a:xfrm xmlns:a="http://schemas.openxmlformats.org/drawingml/2006/main">
            <a:off x="901074" y="1138105"/>
            <a:ext cx="78809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Satellite → drone</a:t>
            </a:r>
          </a:p>
        </p:txBody>
      </p:sp>
      <p:sp>
        <p:nvSpPr>
          <p:cNvPr id="32" name="0032:panel-a-r-at-1/cell-1-visual:rect">
            <a:extLst xmlns:a="http://schemas.openxmlformats.org/drawingml/2006/main">
              <a:ext uri="{FF2B5EF4-FFF2-40B4-BE49-F238E27FC236}">
                <a16:creationId xmlns:a16="http://schemas.microsoft.com/office/drawing/2014/main" id="{D87C909D-8835-4BC1-AA88-8D90DFE6D958}"/>
              </a:ext>
            </a:extLst>
          </p:cNvPr>
          <p:cNvSpPr>
            <a:spLocks xmlns:a="http://schemas.openxmlformats.org/drawingml/2006/main" noGrp="1"/>
          </p:cNvSpPr>
          <p:nvPr/>
        </p:nvSpPr>
        <p:spPr>
          <a:xfrm xmlns:a="http://schemas.openxmlformats.org/drawingml/2006/main">
            <a:off x="1778076" y="1028431"/>
            <a:ext cx="762033" cy="330114"/>
          </a:xfrm>
          <a:prstGeom xmlns:a="http://schemas.openxmlformats.org/drawingml/2006/main" prst="rect">
            <a:avLst/>
          </a:prstGeom>
          <a:solidFill xmlns:a="http://schemas.openxmlformats.org/drawingml/2006/main">
            <a:srgbClr val="5EA3D0"/>
          </a:solidFill>
          <a:ln xmlns:a="http://schemas.openxmlformats.org/drawingml/2006/main" w="6350">
            <a:solidFill>
              <a:srgbClr val="FFFFFF"/>
            </a:solidFill>
          </a:ln>
        </p:spPr>
      </p:sp>
      <p:sp>
        <p:nvSpPr>
          <p:cNvPr id="33" name="0033:panel-a-r-at-1/cell-1-visual/mean-1-visual:text">
            <a:extLst xmlns:a="http://schemas.openxmlformats.org/drawingml/2006/main">
              <a:ext uri="{FF2B5EF4-FFF2-40B4-BE49-F238E27FC236}">
                <a16:creationId xmlns:a16="http://schemas.microsoft.com/office/drawing/2014/main" id="{12E5960B-D582-4FDD-AE32-CCE0432D0BCC}"/>
              </a:ext>
            </a:extLst>
          </p:cNvPr>
          <p:cNvSpPr>
            <a:spLocks xmlns:a="http://schemas.openxmlformats.org/drawingml/2006/main" noGrp="1"/>
          </p:cNvSpPr>
          <p:nvPr/>
        </p:nvSpPr>
        <p:spPr>
          <a:xfrm xmlns:a="http://schemas.openxmlformats.org/drawingml/2006/main">
            <a:off x="2055556" y="1068274"/>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54.3</a:t>
            </a:r>
          </a:p>
        </p:txBody>
      </p:sp>
      <p:sp>
        <p:nvSpPr>
          <p:cNvPr id="34" name="0034:panel-a-r-at-1/cell-1-visual/sd-1-visual:text">
            <a:extLst xmlns:a="http://schemas.openxmlformats.org/drawingml/2006/main">
              <a:ext uri="{FF2B5EF4-FFF2-40B4-BE49-F238E27FC236}">
                <a16:creationId xmlns:a16="http://schemas.microsoft.com/office/drawing/2014/main" id="{06E2ED91-CDDA-4AE7-9042-66DFB8400DD0}"/>
              </a:ext>
            </a:extLst>
          </p:cNvPr>
          <p:cNvSpPr>
            <a:spLocks xmlns:a="http://schemas.openxmlformats.org/drawingml/2006/main" noGrp="1"/>
          </p:cNvSpPr>
          <p:nvPr/>
        </p:nvSpPr>
        <p:spPr>
          <a:xfrm xmlns:a="http://schemas.openxmlformats.org/drawingml/2006/main">
            <a:off x="2041840" y="1201589"/>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3.4</a:t>
            </a:r>
          </a:p>
        </p:txBody>
      </p:sp>
      <p:sp>
        <p:nvSpPr>
          <p:cNvPr id="35" name="0035:panel-a-r-at-1/cell-1-content:rect">
            <a:extLst xmlns:a="http://schemas.openxmlformats.org/drawingml/2006/main">
              <a:ext uri="{FF2B5EF4-FFF2-40B4-BE49-F238E27FC236}">
                <a16:creationId xmlns:a16="http://schemas.microsoft.com/office/drawing/2014/main" id="{3433FAD7-3C3F-4090-A8F3-B349F8A7281D}"/>
              </a:ext>
            </a:extLst>
          </p:cNvPr>
          <p:cNvSpPr>
            <a:spLocks xmlns:a="http://schemas.openxmlformats.org/drawingml/2006/main" noGrp="1"/>
          </p:cNvSpPr>
          <p:nvPr/>
        </p:nvSpPr>
        <p:spPr>
          <a:xfrm xmlns:a="http://schemas.openxmlformats.org/drawingml/2006/main">
            <a:off x="2540109" y="1028431"/>
            <a:ext cx="762033" cy="330114"/>
          </a:xfrm>
          <a:prstGeom xmlns:a="http://schemas.openxmlformats.org/drawingml/2006/main" prst="rect">
            <a:avLst/>
          </a:prstGeom>
          <a:solidFill xmlns:a="http://schemas.openxmlformats.org/drawingml/2006/main">
            <a:srgbClr val="F4F9FE"/>
          </a:solidFill>
          <a:ln xmlns:a="http://schemas.openxmlformats.org/drawingml/2006/main" w="6350">
            <a:solidFill>
              <a:srgbClr val="FFFFFF"/>
            </a:solidFill>
          </a:ln>
        </p:spPr>
      </p:sp>
      <p:sp>
        <p:nvSpPr>
          <p:cNvPr id="36" name="0036:panel-a-r-at-1/cell-1-content/mean-1-content:text">
            <a:extLst xmlns:a="http://schemas.openxmlformats.org/drawingml/2006/main">
              <a:ext uri="{FF2B5EF4-FFF2-40B4-BE49-F238E27FC236}">
                <a16:creationId xmlns:a16="http://schemas.microsoft.com/office/drawing/2014/main" id="{5FE11CDA-6611-4876-8786-CA9BC4999B3F}"/>
              </a:ext>
            </a:extLst>
          </p:cNvPr>
          <p:cNvSpPr>
            <a:spLocks xmlns:a="http://schemas.openxmlformats.org/drawingml/2006/main" noGrp="1"/>
          </p:cNvSpPr>
          <p:nvPr/>
        </p:nvSpPr>
        <p:spPr>
          <a:xfrm xmlns:a="http://schemas.openxmlformats.org/drawingml/2006/main">
            <a:off x="2845830" y="1068274"/>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1.5</a:t>
            </a:r>
          </a:p>
        </p:txBody>
      </p:sp>
      <p:sp>
        <p:nvSpPr>
          <p:cNvPr id="37" name="0037:panel-a-r-at-1/cell-1-content/sd-1-content:text">
            <a:extLst xmlns:a="http://schemas.openxmlformats.org/drawingml/2006/main">
              <a:ext uri="{FF2B5EF4-FFF2-40B4-BE49-F238E27FC236}">
                <a16:creationId xmlns:a16="http://schemas.microsoft.com/office/drawing/2014/main" id="{EAA5C75F-FA8D-4F47-ADDB-28384AED0DAC}"/>
              </a:ext>
            </a:extLst>
          </p:cNvPr>
          <p:cNvSpPr>
            <a:spLocks xmlns:a="http://schemas.openxmlformats.org/drawingml/2006/main" noGrp="1"/>
          </p:cNvSpPr>
          <p:nvPr/>
        </p:nvSpPr>
        <p:spPr>
          <a:xfrm xmlns:a="http://schemas.openxmlformats.org/drawingml/2006/main">
            <a:off x="2803872" y="1201589"/>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0.2</a:t>
            </a:r>
          </a:p>
        </p:txBody>
      </p:sp>
      <p:sp>
        <p:nvSpPr>
          <p:cNvPr id="38" name="0038:panel-a-r-at-1/cell-1-style:rect">
            <a:extLst xmlns:a="http://schemas.openxmlformats.org/drawingml/2006/main">
              <a:ext uri="{FF2B5EF4-FFF2-40B4-BE49-F238E27FC236}">
                <a16:creationId xmlns:a16="http://schemas.microsoft.com/office/drawing/2014/main" id="{3D7C5836-E9DD-403C-9155-B7D4A67F7747}"/>
              </a:ext>
            </a:extLst>
          </p:cNvPr>
          <p:cNvSpPr>
            <a:spLocks xmlns:a="http://schemas.openxmlformats.org/drawingml/2006/main" noGrp="1"/>
          </p:cNvSpPr>
          <p:nvPr/>
        </p:nvSpPr>
        <p:spPr>
          <a:xfrm xmlns:a="http://schemas.openxmlformats.org/drawingml/2006/main">
            <a:off x="3302141" y="1028431"/>
            <a:ext cx="762033" cy="330114"/>
          </a:xfrm>
          <a:prstGeom xmlns:a="http://schemas.openxmlformats.org/drawingml/2006/main" prst="rect">
            <a:avLst/>
          </a:prstGeom>
          <a:solidFill xmlns:a="http://schemas.openxmlformats.org/drawingml/2006/main">
            <a:srgbClr val="F7FBFF"/>
          </a:solidFill>
          <a:ln xmlns:a="http://schemas.openxmlformats.org/drawingml/2006/main" w="6350">
            <a:solidFill>
              <a:srgbClr val="FFFFFF"/>
            </a:solidFill>
          </a:ln>
        </p:spPr>
      </p:sp>
      <p:sp>
        <p:nvSpPr>
          <p:cNvPr id="39" name="0039:panel-a-r-at-1/cell-1-style/mean-1-style:text">
            <a:extLst xmlns:a="http://schemas.openxmlformats.org/drawingml/2006/main">
              <a:ext uri="{FF2B5EF4-FFF2-40B4-BE49-F238E27FC236}">
                <a16:creationId xmlns:a16="http://schemas.microsoft.com/office/drawing/2014/main" id="{CC49AB8B-C8D9-4E2E-BD6E-62E428B1AB30}"/>
              </a:ext>
            </a:extLst>
          </p:cNvPr>
          <p:cNvSpPr>
            <a:spLocks xmlns:a="http://schemas.openxmlformats.org/drawingml/2006/main" noGrp="1"/>
          </p:cNvSpPr>
          <p:nvPr/>
        </p:nvSpPr>
        <p:spPr>
          <a:xfrm xmlns:a="http://schemas.openxmlformats.org/drawingml/2006/main">
            <a:off x="3607862" y="1068274"/>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0.1</a:t>
            </a:r>
          </a:p>
        </p:txBody>
      </p:sp>
      <p:sp>
        <p:nvSpPr>
          <p:cNvPr id="40" name="0040:panel-a-r-at-1/cell-1-style/sd-1-style:text">
            <a:extLst xmlns:a="http://schemas.openxmlformats.org/drawingml/2006/main">
              <a:ext uri="{FF2B5EF4-FFF2-40B4-BE49-F238E27FC236}">
                <a16:creationId xmlns:a16="http://schemas.microsoft.com/office/drawing/2014/main" id="{1E3B34E8-9F1C-43FB-AC0C-6940E2C5A244}"/>
              </a:ext>
            </a:extLst>
          </p:cNvPr>
          <p:cNvSpPr>
            <a:spLocks xmlns:a="http://schemas.openxmlformats.org/drawingml/2006/main" noGrp="1"/>
          </p:cNvSpPr>
          <p:nvPr/>
        </p:nvSpPr>
        <p:spPr>
          <a:xfrm xmlns:a="http://schemas.openxmlformats.org/drawingml/2006/main">
            <a:off x="3565905" y="1201589"/>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0.1</a:t>
            </a:r>
          </a:p>
        </p:txBody>
      </p:sp>
      <p:sp>
        <p:nvSpPr>
          <p:cNvPr id="41" name="0041:panel-a-r-at-1/cell-1-visual_content:rect">
            <a:extLst xmlns:a="http://schemas.openxmlformats.org/drawingml/2006/main">
              <a:ext uri="{FF2B5EF4-FFF2-40B4-BE49-F238E27FC236}">
                <a16:creationId xmlns:a16="http://schemas.microsoft.com/office/drawing/2014/main" id="{35C4042F-5134-41FA-A3EF-C0B615DC45C2}"/>
              </a:ext>
            </a:extLst>
          </p:cNvPr>
          <p:cNvSpPr>
            <a:spLocks xmlns:a="http://schemas.openxmlformats.org/drawingml/2006/main" noGrp="1"/>
          </p:cNvSpPr>
          <p:nvPr/>
        </p:nvSpPr>
        <p:spPr>
          <a:xfrm xmlns:a="http://schemas.openxmlformats.org/drawingml/2006/main">
            <a:off x="4064174" y="1028431"/>
            <a:ext cx="762033" cy="330114"/>
          </a:xfrm>
          <a:prstGeom xmlns:a="http://schemas.openxmlformats.org/drawingml/2006/main" prst="rect">
            <a:avLst/>
          </a:prstGeom>
          <a:solidFill xmlns:a="http://schemas.openxmlformats.org/drawingml/2006/main">
            <a:srgbClr val="7CB6DB"/>
          </a:solidFill>
          <a:ln xmlns:a="http://schemas.openxmlformats.org/drawingml/2006/main" w="6350">
            <a:solidFill>
              <a:srgbClr val="FFFFFF"/>
            </a:solidFill>
          </a:ln>
        </p:spPr>
      </p:sp>
      <p:sp>
        <p:nvSpPr>
          <p:cNvPr id="42" name="0042:panel-a-r-at-1/cell-1-visual_content/mean-1-visual_content:text">
            <a:extLst xmlns:a="http://schemas.openxmlformats.org/drawingml/2006/main">
              <a:ext uri="{FF2B5EF4-FFF2-40B4-BE49-F238E27FC236}">
                <a16:creationId xmlns:a16="http://schemas.microsoft.com/office/drawing/2014/main" id="{BF98462A-9D67-4635-8A67-A6860142BB4F}"/>
              </a:ext>
            </a:extLst>
          </p:cNvPr>
          <p:cNvSpPr>
            <a:spLocks xmlns:a="http://schemas.openxmlformats.org/drawingml/2006/main" noGrp="1"/>
          </p:cNvSpPr>
          <p:nvPr/>
        </p:nvSpPr>
        <p:spPr>
          <a:xfrm xmlns:a="http://schemas.openxmlformats.org/drawingml/2006/main">
            <a:off x="4341653" y="1068274"/>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45.4</a:t>
            </a:r>
          </a:p>
        </p:txBody>
      </p:sp>
      <p:sp>
        <p:nvSpPr>
          <p:cNvPr id="43" name="0043:panel-a-r-at-1/cell-1-visual_content/sd-1-visual_content:text">
            <a:extLst xmlns:a="http://schemas.openxmlformats.org/drawingml/2006/main">
              <a:ext uri="{FF2B5EF4-FFF2-40B4-BE49-F238E27FC236}">
                <a16:creationId xmlns:a16="http://schemas.microsoft.com/office/drawing/2014/main" id="{E3F6769B-C455-4AF5-96DE-AAD050DCF9C1}"/>
              </a:ext>
            </a:extLst>
          </p:cNvPr>
          <p:cNvSpPr>
            <a:spLocks xmlns:a="http://schemas.openxmlformats.org/drawingml/2006/main" noGrp="1"/>
          </p:cNvSpPr>
          <p:nvPr/>
        </p:nvSpPr>
        <p:spPr>
          <a:xfrm xmlns:a="http://schemas.openxmlformats.org/drawingml/2006/main">
            <a:off x="4327937" y="1201589"/>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0.6</a:t>
            </a:r>
          </a:p>
        </p:txBody>
      </p:sp>
      <p:sp>
        <p:nvSpPr>
          <p:cNvPr id="44" name="0044:panel-a-r-at-1/cell-1-visual_style:rect">
            <a:extLst xmlns:a="http://schemas.openxmlformats.org/drawingml/2006/main">
              <a:ext uri="{FF2B5EF4-FFF2-40B4-BE49-F238E27FC236}">
                <a16:creationId xmlns:a16="http://schemas.microsoft.com/office/drawing/2014/main" id="{45AD3321-3836-4011-9554-99DAAF2A9D13}"/>
              </a:ext>
            </a:extLst>
          </p:cNvPr>
          <p:cNvSpPr>
            <a:spLocks xmlns:a="http://schemas.openxmlformats.org/drawingml/2006/main" noGrp="1"/>
          </p:cNvSpPr>
          <p:nvPr/>
        </p:nvSpPr>
        <p:spPr>
          <a:xfrm xmlns:a="http://schemas.openxmlformats.org/drawingml/2006/main">
            <a:off x="4826206" y="1028431"/>
            <a:ext cx="762033" cy="330114"/>
          </a:xfrm>
          <a:prstGeom xmlns:a="http://schemas.openxmlformats.org/drawingml/2006/main" prst="rect">
            <a:avLst/>
          </a:prstGeom>
          <a:solidFill xmlns:a="http://schemas.openxmlformats.org/drawingml/2006/main">
            <a:srgbClr val="80B8DC"/>
          </a:solidFill>
          <a:ln xmlns:a="http://schemas.openxmlformats.org/drawingml/2006/main" w="6350">
            <a:solidFill>
              <a:srgbClr val="FFFFFF"/>
            </a:solidFill>
          </a:ln>
        </p:spPr>
      </p:sp>
      <p:sp>
        <p:nvSpPr>
          <p:cNvPr id="45" name="0045:panel-a-r-at-1/cell-1-visual_style/mean-1-visual_style:text">
            <a:extLst xmlns:a="http://schemas.openxmlformats.org/drawingml/2006/main">
              <a:ext uri="{FF2B5EF4-FFF2-40B4-BE49-F238E27FC236}">
                <a16:creationId xmlns:a16="http://schemas.microsoft.com/office/drawing/2014/main" id="{15752ABD-F3D5-4CB2-9D48-7E475E4AA663}"/>
              </a:ext>
            </a:extLst>
          </p:cNvPr>
          <p:cNvSpPr>
            <a:spLocks xmlns:a="http://schemas.openxmlformats.org/drawingml/2006/main" noGrp="1"/>
          </p:cNvSpPr>
          <p:nvPr/>
        </p:nvSpPr>
        <p:spPr>
          <a:xfrm xmlns:a="http://schemas.openxmlformats.org/drawingml/2006/main">
            <a:off x="5103686" y="1068274"/>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44.2</a:t>
            </a:r>
          </a:p>
        </p:txBody>
      </p:sp>
      <p:sp>
        <p:nvSpPr>
          <p:cNvPr id="46" name="0046:panel-a-r-at-1/cell-1-visual_style/sd-1-visual_style:text">
            <a:extLst xmlns:a="http://schemas.openxmlformats.org/drawingml/2006/main">
              <a:ext uri="{FF2B5EF4-FFF2-40B4-BE49-F238E27FC236}">
                <a16:creationId xmlns:a16="http://schemas.microsoft.com/office/drawing/2014/main" id="{50EF4C28-F010-4C12-8EDF-7B3B3EB5B45B}"/>
              </a:ext>
            </a:extLst>
          </p:cNvPr>
          <p:cNvSpPr>
            <a:spLocks xmlns:a="http://schemas.openxmlformats.org/drawingml/2006/main" noGrp="1"/>
          </p:cNvSpPr>
          <p:nvPr/>
        </p:nvSpPr>
        <p:spPr>
          <a:xfrm xmlns:a="http://schemas.openxmlformats.org/drawingml/2006/main">
            <a:off x="5089970" y="1201589"/>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2.5</a:t>
            </a:r>
          </a:p>
        </p:txBody>
      </p:sp>
      <p:sp>
        <p:nvSpPr>
          <p:cNvPr id="47" name="0047:panel-a-r-at-1/cell-1-full:rect">
            <a:extLst xmlns:a="http://schemas.openxmlformats.org/drawingml/2006/main">
              <a:ext uri="{FF2B5EF4-FFF2-40B4-BE49-F238E27FC236}">
                <a16:creationId xmlns:a16="http://schemas.microsoft.com/office/drawing/2014/main" id="{E8570398-9718-4C84-82B0-75088BE145E5}"/>
              </a:ext>
            </a:extLst>
          </p:cNvPr>
          <p:cNvSpPr>
            <a:spLocks xmlns:a="http://schemas.openxmlformats.org/drawingml/2006/main" noGrp="1"/>
          </p:cNvSpPr>
          <p:nvPr/>
        </p:nvSpPr>
        <p:spPr>
          <a:xfrm xmlns:a="http://schemas.openxmlformats.org/drawingml/2006/main">
            <a:off x="5588239" y="1028431"/>
            <a:ext cx="762033" cy="330114"/>
          </a:xfrm>
          <a:prstGeom xmlns:a="http://schemas.openxmlformats.org/drawingml/2006/main" prst="rect">
            <a:avLst/>
          </a:prstGeom>
          <a:solidFill xmlns:a="http://schemas.openxmlformats.org/drawingml/2006/main">
            <a:srgbClr val="80B8DC"/>
          </a:solidFill>
          <a:ln xmlns:a="http://schemas.openxmlformats.org/drawingml/2006/main" w="6350">
            <a:solidFill>
              <a:srgbClr val="FFFFFF"/>
            </a:solidFill>
          </a:ln>
        </p:spPr>
      </p:sp>
      <p:sp>
        <p:nvSpPr>
          <p:cNvPr id="48" name="0048:panel-a-r-at-1/cell-1-full/mean-1-full:text">
            <a:extLst xmlns:a="http://schemas.openxmlformats.org/drawingml/2006/main">
              <a:ext uri="{FF2B5EF4-FFF2-40B4-BE49-F238E27FC236}">
                <a16:creationId xmlns:a16="http://schemas.microsoft.com/office/drawing/2014/main" id="{637021F6-83B2-41B8-ABA3-4B253AC0AC25}"/>
              </a:ext>
            </a:extLst>
          </p:cNvPr>
          <p:cNvSpPr>
            <a:spLocks xmlns:a="http://schemas.openxmlformats.org/drawingml/2006/main" noGrp="1"/>
          </p:cNvSpPr>
          <p:nvPr/>
        </p:nvSpPr>
        <p:spPr>
          <a:xfrm xmlns:a="http://schemas.openxmlformats.org/drawingml/2006/main">
            <a:off x="5865718" y="1068274"/>
            <a:ext cx="20707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44.2</a:t>
            </a:r>
          </a:p>
        </p:txBody>
      </p:sp>
      <p:sp>
        <p:nvSpPr>
          <p:cNvPr id="49" name="0049:panel-a-r-at-1/cell-1-full/sd-1-full:text">
            <a:extLst xmlns:a="http://schemas.openxmlformats.org/drawingml/2006/main">
              <a:ext uri="{FF2B5EF4-FFF2-40B4-BE49-F238E27FC236}">
                <a16:creationId xmlns:a16="http://schemas.microsoft.com/office/drawing/2014/main" id="{78E5BD5B-1196-46BF-8C81-F98CC6A49DA2}"/>
              </a:ext>
            </a:extLst>
          </p:cNvPr>
          <p:cNvSpPr>
            <a:spLocks xmlns:a="http://schemas.openxmlformats.org/drawingml/2006/main" noGrp="1"/>
          </p:cNvSpPr>
          <p:nvPr/>
        </p:nvSpPr>
        <p:spPr>
          <a:xfrm xmlns:a="http://schemas.openxmlformats.org/drawingml/2006/main">
            <a:off x="5852002" y="1201589"/>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1.5</a:t>
            </a:r>
          </a:p>
        </p:txBody>
      </p:sp>
      <p:sp>
        <p:nvSpPr>
          <p:cNvPr id="50" name="0050:panel-a-r-at-1/row-2:text">
            <a:extLst xmlns:a="http://schemas.openxmlformats.org/drawingml/2006/main">
              <a:ext uri="{FF2B5EF4-FFF2-40B4-BE49-F238E27FC236}">
                <a16:creationId xmlns:a16="http://schemas.microsoft.com/office/drawing/2014/main" id="{BF8F960B-E0F3-4BA2-8C74-11473059E46F}"/>
              </a:ext>
            </a:extLst>
          </p:cNvPr>
          <p:cNvSpPr>
            <a:spLocks xmlns:a="http://schemas.openxmlformats.org/drawingml/2006/main" noGrp="1"/>
          </p:cNvSpPr>
          <p:nvPr/>
        </p:nvSpPr>
        <p:spPr>
          <a:xfrm xmlns:a="http://schemas.openxmlformats.org/drawingml/2006/main">
            <a:off x="906789" y="1468219"/>
            <a:ext cx="7823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Street → satellite</a:t>
            </a:r>
          </a:p>
        </p:txBody>
      </p:sp>
      <p:sp>
        <p:nvSpPr>
          <p:cNvPr id="51" name="0051:panel-a-r-at-1/cell-2-visual:rect">
            <a:extLst xmlns:a="http://schemas.openxmlformats.org/drawingml/2006/main">
              <a:ext uri="{FF2B5EF4-FFF2-40B4-BE49-F238E27FC236}">
                <a16:creationId xmlns:a16="http://schemas.microsoft.com/office/drawing/2014/main" id="{6B70CB03-0699-4974-A216-EF531E55F716}"/>
              </a:ext>
            </a:extLst>
          </p:cNvPr>
          <p:cNvSpPr>
            <a:spLocks xmlns:a="http://schemas.openxmlformats.org/drawingml/2006/main" noGrp="1"/>
          </p:cNvSpPr>
          <p:nvPr/>
        </p:nvSpPr>
        <p:spPr>
          <a:xfrm xmlns:a="http://schemas.openxmlformats.org/drawingml/2006/main">
            <a:off x="1778076" y="1358544"/>
            <a:ext cx="762033" cy="330114"/>
          </a:xfrm>
          <a:prstGeom xmlns:a="http://schemas.openxmlformats.org/drawingml/2006/main" prst="rect">
            <a:avLst/>
          </a:prstGeom>
          <a:solidFill xmlns:a="http://schemas.openxmlformats.org/drawingml/2006/main">
            <a:srgbClr val="F5FAFE"/>
          </a:solidFill>
          <a:ln xmlns:a="http://schemas.openxmlformats.org/drawingml/2006/main" w="6350">
            <a:solidFill>
              <a:srgbClr val="FFFFFF"/>
            </a:solidFill>
          </a:ln>
        </p:spPr>
      </p:sp>
      <p:sp>
        <p:nvSpPr>
          <p:cNvPr id="52" name="0052:panel-a-r-at-1/cell-2-visual/mean-2-visual:text">
            <a:extLst xmlns:a="http://schemas.openxmlformats.org/drawingml/2006/main">
              <a:ext uri="{FF2B5EF4-FFF2-40B4-BE49-F238E27FC236}">
                <a16:creationId xmlns:a16="http://schemas.microsoft.com/office/drawing/2014/main" id="{25577273-951D-4A01-867B-B92EC017CE50}"/>
              </a:ext>
            </a:extLst>
          </p:cNvPr>
          <p:cNvSpPr>
            <a:spLocks xmlns:a="http://schemas.openxmlformats.org/drawingml/2006/main" noGrp="1"/>
          </p:cNvSpPr>
          <p:nvPr/>
        </p:nvSpPr>
        <p:spPr>
          <a:xfrm xmlns:a="http://schemas.openxmlformats.org/drawingml/2006/main">
            <a:off x="2083797" y="1398387"/>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0.8</a:t>
            </a:r>
          </a:p>
        </p:txBody>
      </p:sp>
      <p:sp>
        <p:nvSpPr>
          <p:cNvPr id="53" name="0053:panel-a-r-at-1/cell-2-visual/sd-2-visual:text">
            <a:extLst xmlns:a="http://schemas.openxmlformats.org/drawingml/2006/main">
              <a:ext uri="{FF2B5EF4-FFF2-40B4-BE49-F238E27FC236}">
                <a16:creationId xmlns:a16="http://schemas.microsoft.com/office/drawing/2014/main" id="{7B8B7287-1557-49F0-B150-A3FD67BA4EC4}"/>
              </a:ext>
            </a:extLst>
          </p:cNvPr>
          <p:cNvSpPr>
            <a:spLocks xmlns:a="http://schemas.openxmlformats.org/drawingml/2006/main" noGrp="1"/>
          </p:cNvSpPr>
          <p:nvPr/>
        </p:nvSpPr>
        <p:spPr>
          <a:xfrm xmlns:a="http://schemas.openxmlformats.org/drawingml/2006/main">
            <a:off x="2041840" y="1531702"/>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0.2</a:t>
            </a:r>
          </a:p>
        </p:txBody>
      </p:sp>
      <p:sp>
        <p:nvSpPr>
          <p:cNvPr id="54" name="0054:panel-a-r-at-1/cell-2-content:rect">
            <a:extLst xmlns:a="http://schemas.openxmlformats.org/drawingml/2006/main">
              <a:ext uri="{FF2B5EF4-FFF2-40B4-BE49-F238E27FC236}">
                <a16:creationId xmlns:a16="http://schemas.microsoft.com/office/drawing/2014/main" id="{29CD4ED3-085F-45DE-81DD-2D27FCDEFA8E}"/>
              </a:ext>
            </a:extLst>
          </p:cNvPr>
          <p:cNvSpPr>
            <a:spLocks xmlns:a="http://schemas.openxmlformats.org/drawingml/2006/main" noGrp="1"/>
          </p:cNvSpPr>
          <p:nvPr/>
        </p:nvSpPr>
        <p:spPr>
          <a:xfrm xmlns:a="http://schemas.openxmlformats.org/drawingml/2006/main">
            <a:off x="2540109" y="1358544"/>
            <a:ext cx="762033" cy="330114"/>
          </a:xfrm>
          <a:prstGeom xmlns:a="http://schemas.openxmlformats.org/drawingml/2006/main" prst="rect">
            <a:avLst/>
          </a:prstGeom>
          <a:solidFill xmlns:a="http://schemas.openxmlformats.org/drawingml/2006/main">
            <a:srgbClr val="F7FBFF"/>
          </a:solidFill>
          <a:ln xmlns:a="http://schemas.openxmlformats.org/drawingml/2006/main" w="6350">
            <a:solidFill>
              <a:srgbClr val="FFFFFF"/>
            </a:solidFill>
          </a:ln>
        </p:spPr>
      </p:sp>
      <p:sp>
        <p:nvSpPr>
          <p:cNvPr id="55" name="0055:panel-a-r-at-1/cell-2-content/mean-2-content:text">
            <a:extLst xmlns:a="http://schemas.openxmlformats.org/drawingml/2006/main">
              <a:ext uri="{FF2B5EF4-FFF2-40B4-BE49-F238E27FC236}">
                <a16:creationId xmlns:a16="http://schemas.microsoft.com/office/drawing/2014/main" id="{87008583-A61A-4521-8F75-3AFF61C8A693}"/>
              </a:ext>
            </a:extLst>
          </p:cNvPr>
          <p:cNvSpPr>
            <a:spLocks xmlns:a="http://schemas.openxmlformats.org/drawingml/2006/main" noGrp="1"/>
          </p:cNvSpPr>
          <p:nvPr/>
        </p:nvSpPr>
        <p:spPr>
          <a:xfrm xmlns:a="http://schemas.openxmlformats.org/drawingml/2006/main">
            <a:off x="2845830" y="1398387"/>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0.1</a:t>
            </a:r>
          </a:p>
        </p:txBody>
      </p:sp>
      <p:sp>
        <p:nvSpPr>
          <p:cNvPr id="56" name="0056:panel-a-r-at-1/cell-2-content/sd-2-content:text">
            <a:extLst xmlns:a="http://schemas.openxmlformats.org/drawingml/2006/main">
              <a:ext uri="{FF2B5EF4-FFF2-40B4-BE49-F238E27FC236}">
                <a16:creationId xmlns:a16="http://schemas.microsoft.com/office/drawing/2014/main" id="{5B3E23F5-D6A1-4D51-AB0B-ADA32E023AF0}"/>
              </a:ext>
            </a:extLst>
          </p:cNvPr>
          <p:cNvSpPr>
            <a:spLocks xmlns:a="http://schemas.openxmlformats.org/drawingml/2006/main" noGrp="1"/>
          </p:cNvSpPr>
          <p:nvPr/>
        </p:nvSpPr>
        <p:spPr>
          <a:xfrm xmlns:a="http://schemas.openxmlformats.org/drawingml/2006/main">
            <a:off x="2774202" y="1531702"/>
            <a:ext cx="29384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&lt;0.1</a:t>
            </a:r>
          </a:p>
        </p:txBody>
      </p:sp>
      <p:sp>
        <p:nvSpPr>
          <p:cNvPr id="57" name="0057:panel-a-r-at-1/cell-2-style:rect">
            <a:extLst xmlns:a="http://schemas.openxmlformats.org/drawingml/2006/main">
              <a:ext uri="{FF2B5EF4-FFF2-40B4-BE49-F238E27FC236}">
                <a16:creationId xmlns:a16="http://schemas.microsoft.com/office/drawing/2014/main" id="{2B3EB620-B977-4A4D-8A2C-D77E22FE985D}"/>
              </a:ext>
            </a:extLst>
          </p:cNvPr>
          <p:cNvSpPr>
            <a:spLocks xmlns:a="http://schemas.openxmlformats.org/drawingml/2006/main" noGrp="1"/>
          </p:cNvSpPr>
          <p:nvPr/>
        </p:nvSpPr>
        <p:spPr>
          <a:xfrm xmlns:a="http://schemas.openxmlformats.org/drawingml/2006/main">
            <a:off x="3302141" y="1358544"/>
            <a:ext cx="762033" cy="330114"/>
          </a:xfrm>
          <a:prstGeom xmlns:a="http://schemas.openxmlformats.org/drawingml/2006/main" prst="rect">
            <a:avLst/>
          </a:prstGeom>
          <a:solidFill xmlns:a="http://schemas.openxmlformats.org/drawingml/2006/main">
            <a:srgbClr val="F7FBFF"/>
          </a:solidFill>
          <a:ln xmlns:a="http://schemas.openxmlformats.org/drawingml/2006/main" w="6350">
            <a:solidFill>
              <a:srgbClr val="FFFFFF"/>
            </a:solidFill>
          </a:ln>
        </p:spPr>
      </p:sp>
      <p:sp>
        <p:nvSpPr>
          <p:cNvPr id="58" name="0058:panel-a-r-at-1/cell-2-style/mean-2-style:text">
            <a:extLst xmlns:a="http://schemas.openxmlformats.org/drawingml/2006/main">
              <a:ext uri="{FF2B5EF4-FFF2-40B4-BE49-F238E27FC236}">
                <a16:creationId xmlns:a16="http://schemas.microsoft.com/office/drawing/2014/main" id="{F774EA36-C6F6-43C6-A1AB-F4949BF20B95}"/>
              </a:ext>
            </a:extLst>
          </p:cNvPr>
          <p:cNvSpPr>
            <a:spLocks xmlns:a="http://schemas.openxmlformats.org/drawingml/2006/main" noGrp="1"/>
          </p:cNvSpPr>
          <p:nvPr/>
        </p:nvSpPr>
        <p:spPr>
          <a:xfrm xmlns:a="http://schemas.openxmlformats.org/drawingml/2006/main">
            <a:off x="3578192" y="1398387"/>
            <a:ext cx="20993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&lt;0.1</a:t>
            </a:r>
          </a:p>
        </p:txBody>
      </p:sp>
      <p:sp>
        <p:nvSpPr>
          <p:cNvPr id="59" name="0059:panel-a-r-at-1/cell-2-style/sd-2-style:text">
            <a:extLst xmlns:a="http://schemas.openxmlformats.org/drawingml/2006/main">
              <a:ext uri="{FF2B5EF4-FFF2-40B4-BE49-F238E27FC236}">
                <a16:creationId xmlns:a16="http://schemas.microsoft.com/office/drawing/2014/main" id="{EB4EC9CB-1D0D-4EF4-B748-1469C0C79634}"/>
              </a:ext>
            </a:extLst>
          </p:cNvPr>
          <p:cNvSpPr>
            <a:spLocks xmlns:a="http://schemas.openxmlformats.org/drawingml/2006/main" noGrp="1"/>
          </p:cNvSpPr>
          <p:nvPr/>
        </p:nvSpPr>
        <p:spPr>
          <a:xfrm xmlns:a="http://schemas.openxmlformats.org/drawingml/2006/main">
            <a:off x="3536234" y="1531702"/>
            <a:ext cx="29384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&lt;0.1</a:t>
            </a:r>
          </a:p>
        </p:txBody>
      </p:sp>
      <p:sp>
        <p:nvSpPr>
          <p:cNvPr id="60" name="0060:panel-a-r-at-1/cell-2-visual_content:rect">
            <a:extLst xmlns:a="http://schemas.openxmlformats.org/drawingml/2006/main">
              <a:ext uri="{FF2B5EF4-FFF2-40B4-BE49-F238E27FC236}">
                <a16:creationId xmlns:a16="http://schemas.microsoft.com/office/drawing/2014/main" id="{AC85C179-9E67-4A58-90D3-657EAAB59257}"/>
              </a:ext>
            </a:extLst>
          </p:cNvPr>
          <p:cNvSpPr>
            <a:spLocks xmlns:a="http://schemas.openxmlformats.org/drawingml/2006/main" noGrp="1"/>
          </p:cNvSpPr>
          <p:nvPr/>
        </p:nvSpPr>
        <p:spPr>
          <a:xfrm xmlns:a="http://schemas.openxmlformats.org/drawingml/2006/main">
            <a:off x="4064174" y="1358544"/>
            <a:ext cx="762033" cy="330114"/>
          </a:xfrm>
          <a:prstGeom xmlns:a="http://schemas.openxmlformats.org/drawingml/2006/main" prst="rect">
            <a:avLst/>
          </a:prstGeom>
          <a:solidFill xmlns:a="http://schemas.openxmlformats.org/drawingml/2006/main">
            <a:srgbClr val="F5FAFE"/>
          </a:solidFill>
          <a:ln xmlns:a="http://schemas.openxmlformats.org/drawingml/2006/main" w="6350">
            <a:solidFill>
              <a:srgbClr val="FFFFFF"/>
            </a:solidFill>
          </a:ln>
        </p:spPr>
      </p:sp>
      <p:sp>
        <p:nvSpPr>
          <p:cNvPr id="61" name="0061:panel-a-r-at-1/cell-2-visual_content/mean-2-visual_content:text">
            <a:extLst xmlns:a="http://schemas.openxmlformats.org/drawingml/2006/main">
              <a:ext uri="{FF2B5EF4-FFF2-40B4-BE49-F238E27FC236}">
                <a16:creationId xmlns:a16="http://schemas.microsoft.com/office/drawing/2014/main" id="{0728B162-E6D3-41A3-AB2F-296F245319ED}"/>
              </a:ext>
            </a:extLst>
          </p:cNvPr>
          <p:cNvSpPr>
            <a:spLocks xmlns:a="http://schemas.openxmlformats.org/drawingml/2006/main" noGrp="1"/>
          </p:cNvSpPr>
          <p:nvPr/>
        </p:nvSpPr>
        <p:spPr>
          <a:xfrm xmlns:a="http://schemas.openxmlformats.org/drawingml/2006/main">
            <a:off x="4369895" y="1398387"/>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1.1</a:t>
            </a:r>
          </a:p>
        </p:txBody>
      </p:sp>
      <p:sp>
        <p:nvSpPr>
          <p:cNvPr id="62" name="0062:panel-a-r-at-1/cell-2-visual_content/sd-2-visual_content:text">
            <a:extLst xmlns:a="http://schemas.openxmlformats.org/drawingml/2006/main">
              <a:ext uri="{FF2B5EF4-FFF2-40B4-BE49-F238E27FC236}">
                <a16:creationId xmlns:a16="http://schemas.microsoft.com/office/drawing/2014/main" id="{2B9A05F3-D8E6-4266-9DEC-FC1B2728095B}"/>
              </a:ext>
            </a:extLst>
          </p:cNvPr>
          <p:cNvSpPr>
            <a:spLocks xmlns:a="http://schemas.openxmlformats.org/drawingml/2006/main" noGrp="1"/>
          </p:cNvSpPr>
          <p:nvPr/>
        </p:nvSpPr>
        <p:spPr>
          <a:xfrm xmlns:a="http://schemas.openxmlformats.org/drawingml/2006/main">
            <a:off x="4327937" y="1531702"/>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0.3</a:t>
            </a:r>
          </a:p>
        </p:txBody>
      </p:sp>
      <p:sp>
        <p:nvSpPr>
          <p:cNvPr id="63" name="0063:panel-a-r-at-1/cell-2-visual_style:rect">
            <a:extLst xmlns:a="http://schemas.openxmlformats.org/drawingml/2006/main">
              <a:ext uri="{FF2B5EF4-FFF2-40B4-BE49-F238E27FC236}">
                <a16:creationId xmlns:a16="http://schemas.microsoft.com/office/drawing/2014/main" id="{6900D1B0-371F-4633-91D1-01C2BEA1E7F5}"/>
              </a:ext>
            </a:extLst>
          </p:cNvPr>
          <p:cNvSpPr>
            <a:spLocks xmlns:a="http://schemas.openxmlformats.org/drawingml/2006/main" noGrp="1"/>
          </p:cNvSpPr>
          <p:nvPr/>
        </p:nvSpPr>
        <p:spPr>
          <a:xfrm xmlns:a="http://schemas.openxmlformats.org/drawingml/2006/main">
            <a:off x="4826206" y="1358544"/>
            <a:ext cx="762033" cy="330114"/>
          </a:xfrm>
          <a:prstGeom xmlns:a="http://schemas.openxmlformats.org/drawingml/2006/main" prst="rect">
            <a:avLst/>
          </a:prstGeom>
          <a:solidFill xmlns:a="http://schemas.openxmlformats.org/drawingml/2006/main">
            <a:srgbClr val="F5FAFE"/>
          </a:solidFill>
          <a:ln xmlns:a="http://schemas.openxmlformats.org/drawingml/2006/main" w="6350">
            <a:solidFill>
              <a:srgbClr val="FFFFFF"/>
            </a:solidFill>
          </a:ln>
        </p:spPr>
      </p:sp>
      <p:sp>
        <p:nvSpPr>
          <p:cNvPr id="64" name="0064:panel-a-r-at-1/cell-2-visual_style/mean-2-visual_style:text">
            <a:extLst xmlns:a="http://schemas.openxmlformats.org/drawingml/2006/main">
              <a:ext uri="{FF2B5EF4-FFF2-40B4-BE49-F238E27FC236}">
                <a16:creationId xmlns:a16="http://schemas.microsoft.com/office/drawing/2014/main" id="{88095137-94A5-467F-A402-6BF3D980D43F}"/>
              </a:ext>
            </a:extLst>
          </p:cNvPr>
          <p:cNvSpPr>
            <a:spLocks xmlns:a="http://schemas.openxmlformats.org/drawingml/2006/main" noGrp="1"/>
          </p:cNvSpPr>
          <p:nvPr/>
        </p:nvSpPr>
        <p:spPr>
          <a:xfrm xmlns:a="http://schemas.openxmlformats.org/drawingml/2006/main">
            <a:off x="5131928" y="1398387"/>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1.1</a:t>
            </a:r>
          </a:p>
        </p:txBody>
      </p:sp>
      <p:sp>
        <p:nvSpPr>
          <p:cNvPr id="65" name="0065:panel-a-r-at-1/cell-2-visual_style/sd-2-visual_style:text">
            <a:extLst xmlns:a="http://schemas.openxmlformats.org/drawingml/2006/main">
              <a:ext uri="{FF2B5EF4-FFF2-40B4-BE49-F238E27FC236}">
                <a16:creationId xmlns:a16="http://schemas.microsoft.com/office/drawing/2014/main" id="{ABB9338B-30EC-4440-BAFD-1916E6BFE8B7}"/>
              </a:ext>
            </a:extLst>
          </p:cNvPr>
          <p:cNvSpPr>
            <a:spLocks xmlns:a="http://schemas.openxmlformats.org/drawingml/2006/main" noGrp="1"/>
          </p:cNvSpPr>
          <p:nvPr/>
        </p:nvSpPr>
        <p:spPr>
          <a:xfrm xmlns:a="http://schemas.openxmlformats.org/drawingml/2006/main">
            <a:off x="5089970" y="1531702"/>
            <a:ext cx="23450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0.1</a:t>
            </a:r>
          </a:p>
        </p:txBody>
      </p:sp>
      <p:sp>
        <p:nvSpPr>
          <p:cNvPr id="66" name="0066:panel-a-r-at-1/cell-2-full:rect">
            <a:extLst xmlns:a="http://schemas.openxmlformats.org/drawingml/2006/main">
              <a:ext uri="{FF2B5EF4-FFF2-40B4-BE49-F238E27FC236}">
                <a16:creationId xmlns:a16="http://schemas.microsoft.com/office/drawing/2014/main" id="{A9714E05-C675-4AA6-A977-56C22B4AFCB5}"/>
              </a:ext>
            </a:extLst>
          </p:cNvPr>
          <p:cNvSpPr>
            <a:spLocks xmlns:a="http://schemas.openxmlformats.org/drawingml/2006/main" noGrp="1"/>
          </p:cNvSpPr>
          <p:nvPr/>
        </p:nvSpPr>
        <p:spPr>
          <a:xfrm xmlns:a="http://schemas.openxmlformats.org/drawingml/2006/main">
            <a:off x="5588239" y="1358544"/>
            <a:ext cx="762033" cy="330114"/>
          </a:xfrm>
          <a:prstGeom xmlns:a="http://schemas.openxmlformats.org/drawingml/2006/main" prst="rect">
            <a:avLst/>
          </a:prstGeom>
          <a:solidFill xmlns:a="http://schemas.openxmlformats.org/drawingml/2006/main">
            <a:srgbClr val="F5FAFE"/>
          </a:solidFill>
          <a:ln xmlns:a="http://schemas.openxmlformats.org/drawingml/2006/main" w="6350">
            <a:solidFill>
              <a:srgbClr val="FFFFFF"/>
            </a:solidFill>
          </a:ln>
        </p:spPr>
      </p:sp>
      <p:sp>
        <p:nvSpPr>
          <p:cNvPr id="67" name="0067:panel-a-r-at-1/cell-2-full/mean-2-full:text">
            <a:extLst xmlns:a="http://schemas.openxmlformats.org/drawingml/2006/main">
              <a:ext uri="{FF2B5EF4-FFF2-40B4-BE49-F238E27FC236}">
                <a16:creationId xmlns:a16="http://schemas.microsoft.com/office/drawing/2014/main" id="{9DD35188-678C-4D1A-B6E5-BA743133354E}"/>
              </a:ext>
            </a:extLst>
          </p:cNvPr>
          <p:cNvSpPr>
            <a:spLocks xmlns:a="http://schemas.openxmlformats.org/drawingml/2006/main" noGrp="1"/>
          </p:cNvSpPr>
          <p:nvPr/>
        </p:nvSpPr>
        <p:spPr>
          <a:xfrm xmlns:a="http://schemas.openxmlformats.org/drawingml/2006/main">
            <a:off x="5893960" y="1398387"/>
            <a:ext cx="1505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1">
                <a:solidFill>
                  <a:srgbClr val="222222"/>
                </a:solidFill>
                <a:latin typeface="Arial"/>
                <a:ea typeface="Arial"/>
                <a:cs typeface="Arial"/>
              </a:defRPr>
            </a:pPr>
            <a:r>
              <a:rPr sz="800" b="1">
                <a:solidFill>
                  <a:srgbClr val="222222"/>
                </a:solidFill>
                <a:latin typeface="Arial"/>
                <a:ea typeface="Arial"/>
                <a:cs typeface="Arial"/>
              </a:rPr>
              <a:t>1.0</a:t>
            </a:r>
          </a:p>
        </p:txBody>
      </p:sp>
      <p:sp>
        <p:nvSpPr>
          <p:cNvPr id="68" name="0068:panel-a-r-at-1/cell-2-full/sd-2-full:text">
            <a:extLst xmlns:a="http://schemas.openxmlformats.org/drawingml/2006/main">
              <a:ext uri="{FF2B5EF4-FFF2-40B4-BE49-F238E27FC236}">
                <a16:creationId xmlns:a16="http://schemas.microsoft.com/office/drawing/2014/main" id="{EB8DD8BE-D88F-44AF-AFB9-12F4CC2A4B4C}"/>
              </a:ext>
            </a:extLst>
          </p:cNvPr>
          <p:cNvSpPr>
            <a:spLocks xmlns:a="http://schemas.openxmlformats.org/drawingml/2006/main" noGrp="1"/>
          </p:cNvSpPr>
          <p:nvPr/>
        </p:nvSpPr>
        <p:spPr>
          <a:xfrm xmlns:a="http://schemas.openxmlformats.org/drawingml/2006/main">
            <a:off x="5822332" y="1531702"/>
            <a:ext cx="29384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 &lt;0.1</a:t>
            </a:r>
          </a:p>
        </p:txBody>
      </p:sp>
      <p:sp>
        <p:nvSpPr>
          <p:cNvPr id="69" name="0069:panel-a-r-at-1/r-at-1-color-scale/color-step-0:rect">
            <a:extLst xmlns:a="http://schemas.openxmlformats.org/drawingml/2006/main">
              <a:ext uri="{FF2B5EF4-FFF2-40B4-BE49-F238E27FC236}">
                <a16:creationId xmlns:a16="http://schemas.microsoft.com/office/drawing/2014/main" id="{7AC95380-F77F-417D-9546-EA215C74039F}"/>
              </a:ext>
            </a:extLst>
          </p:cNvPr>
          <p:cNvSpPr>
            <a:spLocks xmlns:a="http://schemas.openxmlformats.org/drawingml/2006/main" noGrp="1"/>
          </p:cNvSpPr>
          <p:nvPr/>
        </p:nvSpPr>
        <p:spPr>
          <a:xfrm xmlns:a="http://schemas.openxmlformats.org/drawingml/2006/main">
            <a:off x="3556152" y="1815625"/>
            <a:ext cx="29211" cy="63483"/>
          </a:xfrm>
          <a:prstGeom xmlns:a="http://schemas.openxmlformats.org/drawingml/2006/main" prst="rect">
            <a:avLst/>
          </a:prstGeom>
          <a:solidFill xmlns:a="http://schemas.openxmlformats.org/drawingml/2006/main">
            <a:srgbClr val="F6FAFF"/>
          </a:solidFill>
          <a:ln xmlns:a="http://schemas.openxmlformats.org/drawingml/2006/main" w="6350">
            <a:noFill/>
          </a:ln>
        </p:spPr>
      </p:sp>
      <p:sp>
        <p:nvSpPr>
          <p:cNvPr id="70" name="0070:panel-a-r-at-1/r-at-1-color-scale/color-step-1:rect">
            <a:extLst xmlns:a="http://schemas.openxmlformats.org/drawingml/2006/main">
              <a:ext uri="{FF2B5EF4-FFF2-40B4-BE49-F238E27FC236}">
                <a16:creationId xmlns:a16="http://schemas.microsoft.com/office/drawing/2014/main" id="{190E075A-F2D1-44F3-941F-CA889FDF6C5E}"/>
              </a:ext>
            </a:extLst>
          </p:cNvPr>
          <p:cNvSpPr>
            <a:spLocks xmlns:a="http://schemas.openxmlformats.org/drawingml/2006/main" noGrp="1"/>
          </p:cNvSpPr>
          <p:nvPr/>
        </p:nvSpPr>
        <p:spPr>
          <a:xfrm xmlns:a="http://schemas.openxmlformats.org/drawingml/2006/main">
            <a:off x="3584093" y="1815625"/>
            <a:ext cx="29211" cy="63483"/>
          </a:xfrm>
          <a:prstGeom xmlns:a="http://schemas.openxmlformats.org/drawingml/2006/main" prst="rect">
            <a:avLst/>
          </a:prstGeom>
          <a:solidFill xmlns:a="http://schemas.openxmlformats.org/drawingml/2006/main">
            <a:srgbClr val="F4F9FE"/>
          </a:solidFill>
          <a:ln xmlns:a="http://schemas.openxmlformats.org/drawingml/2006/main" w="6350">
            <a:noFill/>
          </a:ln>
        </p:spPr>
      </p:sp>
      <p:sp>
        <p:nvSpPr>
          <p:cNvPr id="71" name="0071:panel-a-r-at-1/r-at-1-color-scale/color-step-2:rect">
            <a:extLst xmlns:a="http://schemas.openxmlformats.org/drawingml/2006/main">
              <a:ext uri="{FF2B5EF4-FFF2-40B4-BE49-F238E27FC236}">
                <a16:creationId xmlns:a16="http://schemas.microsoft.com/office/drawing/2014/main" id="{E16FC598-55B0-44EF-8E87-0377E07E6AD8}"/>
              </a:ext>
            </a:extLst>
          </p:cNvPr>
          <p:cNvSpPr>
            <a:spLocks xmlns:a="http://schemas.openxmlformats.org/drawingml/2006/main" noGrp="1"/>
          </p:cNvSpPr>
          <p:nvPr/>
        </p:nvSpPr>
        <p:spPr>
          <a:xfrm xmlns:a="http://schemas.openxmlformats.org/drawingml/2006/main">
            <a:off x="3612034" y="1815625"/>
            <a:ext cx="29211" cy="63483"/>
          </a:xfrm>
          <a:prstGeom xmlns:a="http://schemas.openxmlformats.org/drawingml/2006/main" prst="rect">
            <a:avLst/>
          </a:prstGeom>
          <a:solidFill xmlns:a="http://schemas.openxmlformats.org/drawingml/2006/main">
            <a:srgbClr val="F2F8FD"/>
          </a:solidFill>
          <a:ln xmlns:a="http://schemas.openxmlformats.org/drawingml/2006/main" w="6350">
            <a:noFill/>
          </a:ln>
        </p:spPr>
      </p:sp>
      <p:sp>
        <p:nvSpPr>
          <p:cNvPr id="72" name="0072:panel-a-r-at-1/r-at-1-color-scale/color-step-3:rect">
            <a:extLst xmlns:a="http://schemas.openxmlformats.org/drawingml/2006/main">
              <a:ext uri="{FF2B5EF4-FFF2-40B4-BE49-F238E27FC236}">
                <a16:creationId xmlns:a16="http://schemas.microsoft.com/office/drawing/2014/main" id="{3BD6762F-1E64-4B1D-9950-260290ECA30A}"/>
              </a:ext>
            </a:extLst>
          </p:cNvPr>
          <p:cNvSpPr>
            <a:spLocks xmlns:a="http://schemas.openxmlformats.org/drawingml/2006/main" noGrp="1"/>
          </p:cNvSpPr>
          <p:nvPr/>
        </p:nvSpPr>
        <p:spPr>
          <a:xfrm xmlns:a="http://schemas.openxmlformats.org/drawingml/2006/main">
            <a:off x="3639976" y="1815625"/>
            <a:ext cx="29211" cy="63483"/>
          </a:xfrm>
          <a:prstGeom xmlns:a="http://schemas.openxmlformats.org/drawingml/2006/main" prst="rect">
            <a:avLst/>
          </a:prstGeom>
          <a:solidFill xmlns:a="http://schemas.openxmlformats.org/drawingml/2006/main">
            <a:srgbClr val="F0F7FD"/>
          </a:solidFill>
          <a:ln xmlns:a="http://schemas.openxmlformats.org/drawingml/2006/main" w="6350">
            <a:noFill/>
          </a:ln>
        </p:spPr>
      </p:sp>
      <p:sp>
        <p:nvSpPr>
          <p:cNvPr id="73" name="0073:panel-a-r-at-1/r-at-1-color-scale/color-step-4:rect">
            <a:extLst xmlns:a="http://schemas.openxmlformats.org/drawingml/2006/main">
              <a:ext uri="{FF2B5EF4-FFF2-40B4-BE49-F238E27FC236}">
                <a16:creationId xmlns:a16="http://schemas.microsoft.com/office/drawing/2014/main" id="{35FAF081-0EDD-482A-9D6E-4036B6A0338D}"/>
              </a:ext>
            </a:extLst>
          </p:cNvPr>
          <p:cNvSpPr>
            <a:spLocks xmlns:a="http://schemas.openxmlformats.org/drawingml/2006/main" noGrp="1"/>
          </p:cNvSpPr>
          <p:nvPr/>
        </p:nvSpPr>
        <p:spPr>
          <a:xfrm xmlns:a="http://schemas.openxmlformats.org/drawingml/2006/main">
            <a:off x="3667917" y="1815625"/>
            <a:ext cx="29211" cy="63483"/>
          </a:xfrm>
          <a:prstGeom xmlns:a="http://schemas.openxmlformats.org/drawingml/2006/main" prst="rect">
            <a:avLst/>
          </a:prstGeom>
          <a:solidFill xmlns:a="http://schemas.openxmlformats.org/drawingml/2006/main">
            <a:srgbClr val="EEF5FC"/>
          </a:solidFill>
          <a:ln xmlns:a="http://schemas.openxmlformats.org/drawingml/2006/main" w="6350">
            <a:noFill/>
          </a:ln>
        </p:spPr>
      </p:sp>
      <p:sp>
        <p:nvSpPr>
          <p:cNvPr id="74" name="0074:panel-a-r-at-1/r-at-1-color-scale/color-step-5:rect">
            <a:extLst xmlns:a="http://schemas.openxmlformats.org/drawingml/2006/main">
              <a:ext uri="{FF2B5EF4-FFF2-40B4-BE49-F238E27FC236}">
                <a16:creationId xmlns:a16="http://schemas.microsoft.com/office/drawing/2014/main" id="{22F81F70-0BF3-4862-A081-4FB928357501}"/>
              </a:ext>
            </a:extLst>
          </p:cNvPr>
          <p:cNvSpPr>
            <a:spLocks xmlns:a="http://schemas.openxmlformats.org/drawingml/2006/main" noGrp="1"/>
          </p:cNvSpPr>
          <p:nvPr/>
        </p:nvSpPr>
        <p:spPr>
          <a:xfrm xmlns:a="http://schemas.openxmlformats.org/drawingml/2006/main">
            <a:off x="3695858" y="1815625"/>
            <a:ext cx="29211" cy="63483"/>
          </a:xfrm>
          <a:prstGeom xmlns:a="http://schemas.openxmlformats.org/drawingml/2006/main" prst="rect">
            <a:avLst/>
          </a:prstGeom>
          <a:solidFill xmlns:a="http://schemas.openxmlformats.org/drawingml/2006/main">
            <a:srgbClr val="ECF4FB"/>
          </a:solidFill>
          <a:ln xmlns:a="http://schemas.openxmlformats.org/drawingml/2006/main" w="6350">
            <a:noFill/>
          </a:ln>
        </p:spPr>
      </p:sp>
      <p:sp>
        <p:nvSpPr>
          <p:cNvPr id="75" name="0075:panel-a-r-at-1/r-at-1-color-scale/color-step-6:rect">
            <a:extLst xmlns:a="http://schemas.openxmlformats.org/drawingml/2006/main">
              <a:ext uri="{FF2B5EF4-FFF2-40B4-BE49-F238E27FC236}">
                <a16:creationId xmlns:a16="http://schemas.microsoft.com/office/drawing/2014/main" id="{D3CE4FC5-678D-4C53-988D-2F6128B59091}"/>
              </a:ext>
            </a:extLst>
          </p:cNvPr>
          <p:cNvSpPr>
            <a:spLocks xmlns:a="http://schemas.openxmlformats.org/drawingml/2006/main" noGrp="1"/>
          </p:cNvSpPr>
          <p:nvPr/>
        </p:nvSpPr>
        <p:spPr>
          <a:xfrm xmlns:a="http://schemas.openxmlformats.org/drawingml/2006/main">
            <a:off x="3723799" y="1815625"/>
            <a:ext cx="29211" cy="63483"/>
          </a:xfrm>
          <a:prstGeom xmlns:a="http://schemas.openxmlformats.org/drawingml/2006/main" prst="rect">
            <a:avLst/>
          </a:prstGeom>
          <a:solidFill xmlns:a="http://schemas.openxmlformats.org/drawingml/2006/main">
            <a:srgbClr val="EAF3FB"/>
          </a:solidFill>
          <a:ln xmlns:a="http://schemas.openxmlformats.org/drawingml/2006/main" w="6350">
            <a:noFill/>
          </a:ln>
        </p:spPr>
      </p:sp>
      <p:sp>
        <p:nvSpPr>
          <p:cNvPr id="76" name="0076:panel-a-r-at-1/r-at-1-color-scale/color-step-7:rect">
            <a:extLst xmlns:a="http://schemas.openxmlformats.org/drawingml/2006/main">
              <a:ext uri="{FF2B5EF4-FFF2-40B4-BE49-F238E27FC236}">
                <a16:creationId xmlns:a16="http://schemas.microsoft.com/office/drawing/2014/main" id="{EC8DA7E4-1146-4882-9AF6-3652D9874FBD}"/>
              </a:ext>
            </a:extLst>
          </p:cNvPr>
          <p:cNvSpPr>
            <a:spLocks xmlns:a="http://schemas.openxmlformats.org/drawingml/2006/main" noGrp="1"/>
          </p:cNvSpPr>
          <p:nvPr/>
        </p:nvSpPr>
        <p:spPr>
          <a:xfrm xmlns:a="http://schemas.openxmlformats.org/drawingml/2006/main">
            <a:off x="3751740" y="1815625"/>
            <a:ext cx="29211" cy="63483"/>
          </a:xfrm>
          <a:prstGeom xmlns:a="http://schemas.openxmlformats.org/drawingml/2006/main" prst="rect">
            <a:avLst/>
          </a:prstGeom>
          <a:solidFill xmlns:a="http://schemas.openxmlformats.org/drawingml/2006/main">
            <a:srgbClr val="E8F1FA"/>
          </a:solidFill>
          <a:ln xmlns:a="http://schemas.openxmlformats.org/drawingml/2006/main" w="6350">
            <a:noFill/>
          </a:ln>
        </p:spPr>
      </p:sp>
      <p:sp>
        <p:nvSpPr>
          <p:cNvPr id="77" name="0077:panel-a-r-at-1/r-at-1-color-scale/color-step-8:rect">
            <a:extLst xmlns:a="http://schemas.openxmlformats.org/drawingml/2006/main">
              <a:ext uri="{FF2B5EF4-FFF2-40B4-BE49-F238E27FC236}">
                <a16:creationId xmlns:a16="http://schemas.microsoft.com/office/drawing/2014/main" id="{8974D9C3-5A1A-424C-AC92-B8A38CC24E3D}"/>
              </a:ext>
            </a:extLst>
          </p:cNvPr>
          <p:cNvSpPr>
            <a:spLocks xmlns:a="http://schemas.openxmlformats.org/drawingml/2006/main" noGrp="1"/>
          </p:cNvSpPr>
          <p:nvPr/>
        </p:nvSpPr>
        <p:spPr>
          <a:xfrm xmlns:a="http://schemas.openxmlformats.org/drawingml/2006/main">
            <a:off x="3779682" y="1815625"/>
            <a:ext cx="29211" cy="63483"/>
          </a:xfrm>
          <a:prstGeom xmlns:a="http://schemas.openxmlformats.org/drawingml/2006/main" prst="rect">
            <a:avLst/>
          </a:prstGeom>
          <a:solidFill xmlns:a="http://schemas.openxmlformats.org/drawingml/2006/main">
            <a:srgbClr val="E6F0FA"/>
          </a:solidFill>
          <a:ln xmlns:a="http://schemas.openxmlformats.org/drawingml/2006/main" w="6350">
            <a:noFill/>
          </a:ln>
        </p:spPr>
      </p:sp>
      <p:sp>
        <p:nvSpPr>
          <p:cNvPr id="78" name="0078:panel-a-r-at-1/r-at-1-color-scale/color-step-9:rect">
            <a:extLst xmlns:a="http://schemas.openxmlformats.org/drawingml/2006/main">
              <a:ext uri="{FF2B5EF4-FFF2-40B4-BE49-F238E27FC236}">
                <a16:creationId xmlns:a16="http://schemas.microsoft.com/office/drawing/2014/main" id="{28BC02A5-CD29-4875-B025-9D7B0CAE88F2}"/>
              </a:ext>
            </a:extLst>
          </p:cNvPr>
          <p:cNvSpPr>
            <a:spLocks xmlns:a="http://schemas.openxmlformats.org/drawingml/2006/main" noGrp="1"/>
          </p:cNvSpPr>
          <p:nvPr/>
        </p:nvSpPr>
        <p:spPr>
          <a:xfrm xmlns:a="http://schemas.openxmlformats.org/drawingml/2006/main">
            <a:off x="3807623" y="1815625"/>
            <a:ext cx="29211" cy="63483"/>
          </a:xfrm>
          <a:prstGeom xmlns:a="http://schemas.openxmlformats.org/drawingml/2006/main" prst="rect">
            <a:avLst/>
          </a:prstGeom>
          <a:solidFill xmlns:a="http://schemas.openxmlformats.org/drawingml/2006/main">
            <a:srgbClr val="E4EFF9"/>
          </a:solidFill>
          <a:ln xmlns:a="http://schemas.openxmlformats.org/drawingml/2006/main" w="6350">
            <a:noFill/>
          </a:ln>
        </p:spPr>
      </p:sp>
      <p:sp>
        <p:nvSpPr>
          <p:cNvPr id="79" name="0079:panel-a-r-at-1/r-at-1-color-scale/color-step-10:rect">
            <a:extLst xmlns:a="http://schemas.openxmlformats.org/drawingml/2006/main">
              <a:ext uri="{FF2B5EF4-FFF2-40B4-BE49-F238E27FC236}">
                <a16:creationId xmlns:a16="http://schemas.microsoft.com/office/drawing/2014/main" id="{DF8B921C-E79B-45A7-8F5F-81AD0AA0B57A}"/>
              </a:ext>
            </a:extLst>
          </p:cNvPr>
          <p:cNvSpPr>
            <a:spLocks xmlns:a="http://schemas.openxmlformats.org/drawingml/2006/main" noGrp="1"/>
          </p:cNvSpPr>
          <p:nvPr/>
        </p:nvSpPr>
        <p:spPr>
          <a:xfrm xmlns:a="http://schemas.openxmlformats.org/drawingml/2006/main">
            <a:off x="3835564" y="1815625"/>
            <a:ext cx="29211" cy="63483"/>
          </a:xfrm>
          <a:prstGeom xmlns:a="http://schemas.openxmlformats.org/drawingml/2006/main" prst="rect">
            <a:avLst/>
          </a:prstGeom>
          <a:solidFill xmlns:a="http://schemas.openxmlformats.org/drawingml/2006/main">
            <a:srgbClr val="E2EEF8"/>
          </a:solidFill>
          <a:ln xmlns:a="http://schemas.openxmlformats.org/drawingml/2006/main" w="6350">
            <a:noFill/>
          </a:ln>
        </p:spPr>
      </p:sp>
      <p:sp>
        <p:nvSpPr>
          <p:cNvPr id="80" name="0080:panel-a-r-at-1/r-at-1-color-scale/color-step-11:rect">
            <a:extLst xmlns:a="http://schemas.openxmlformats.org/drawingml/2006/main">
              <a:ext uri="{FF2B5EF4-FFF2-40B4-BE49-F238E27FC236}">
                <a16:creationId xmlns:a16="http://schemas.microsoft.com/office/drawing/2014/main" id="{0A9307E2-2C40-4D44-9730-AA1716D2782E}"/>
              </a:ext>
            </a:extLst>
          </p:cNvPr>
          <p:cNvSpPr>
            <a:spLocks xmlns:a="http://schemas.openxmlformats.org/drawingml/2006/main" noGrp="1"/>
          </p:cNvSpPr>
          <p:nvPr/>
        </p:nvSpPr>
        <p:spPr>
          <a:xfrm xmlns:a="http://schemas.openxmlformats.org/drawingml/2006/main">
            <a:off x="3863505" y="1815625"/>
            <a:ext cx="29211" cy="63483"/>
          </a:xfrm>
          <a:prstGeom xmlns:a="http://schemas.openxmlformats.org/drawingml/2006/main" prst="rect">
            <a:avLst/>
          </a:prstGeom>
          <a:solidFill xmlns:a="http://schemas.openxmlformats.org/drawingml/2006/main">
            <a:srgbClr val="E0ECF8"/>
          </a:solidFill>
          <a:ln xmlns:a="http://schemas.openxmlformats.org/drawingml/2006/main" w="6350">
            <a:noFill/>
          </a:ln>
        </p:spPr>
      </p:sp>
      <p:sp>
        <p:nvSpPr>
          <p:cNvPr id="81" name="0081:panel-a-r-at-1/r-at-1-color-scale/color-step-12:rect">
            <a:extLst xmlns:a="http://schemas.openxmlformats.org/drawingml/2006/main">
              <a:ext uri="{FF2B5EF4-FFF2-40B4-BE49-F238E27FC236}">
                <a16:creationId xmlns:a16="http://schemas.microsoft.com/office/drawing/2014/main" id="{0B574E39-206F-4AF8-84F4-0B57E7DFCDF3}"/>
              </a:ext>
            </a:extLst>
          </p:cNvPr>
          <p:cNvSpPr>
            <a:spLocks xmlns:a="http://schemas.openxmlformats.org/drawingml/2006/main" noGrp="1"/>
          </p:cNvSpPr>
          <p:nvPr/>
        </p:nvSpPr>
        <p:spPr>
          <a:xfrm xmlns:a="http://schemas.openxmlformats.org/drawingml/2006/main">
            <a:off x="3891446" y="1815625"/>
            <a:ext cx="29211" cy="63483"/>
          </a:xfrm>
          <a:prstGeom xmlns:a="http://schemas.openxmlformats.org/drawingml/2006/main" prst="rect">
            <a:avLst/>
          </a:prstGeom>
          <a:solidFill xmlns:a="http://schemas.openxmlformats.org/drawingml/2006/main">
            <a:srgbClr val="DEEBF7"/>
          </a:solidFill>
          <a:ln xmlns:a="http://schemas.openxmlformats.org/drawingml/2006/main" w="6350">
            <a:noFill/>
          </a:ln>
        </p:spPr>
      </p:sp>
      <p:sp>
        <p:nvSpPr>
          <p:cNvPr id="82" name="0082:panel-a-r-at-1/r-at-1-color-scale/color-step-13:rect">
            <a:extLst xmlns:a="http://schemas.openxmlformats.org/drawingml/2006/main">
              <a:ext uri="{FF2B5EF4-FFF2-40B4-BE49-F238E27FC236}">
                <a16:creationId xmlns:a16="http://schemas.microsoft.com/office/drawing/2014/main" id="{F6EC1994-AF07-4B75-8D82-E8F956EB2186}"/>
              </a:ext>
            </a:extLst>
          </p:cNvPr>
          <p:cNvSpPr>
            <a:spLocks xmlns:a="http://schemas.openxmlformats.org/drawingml/2006/main" noGrp="1"/>
          </p:cNvSpPr>
          <p:nvPr/>
        </p:nvSpPr>
        <p:spPr>
          <a:xfrm xmlns:a="http://schemas.openxmlformats.org/drawingml/2006/main">
            <a:off x="3919388" y="1815625"/>
            <a:ext cx="29211" cy="63483"/>
          </a:xfrm>
          <a:prstGeom xmlns:a="http://schemas.openxmlformats.org/drawingml/2006/main" prst="rect">
            <a:avLst/>
          </a:prstGeom>
          <a:solidFill xmlns:a="http://schemas.openxmlformats.org/drawingml/2006/main">
            <a:srgbClr val="DDEAF6"/>
          </a:solidFill>
          <a:ln xmlns:a="http://schemas.openxmlformats.org/drawingml/2006/main" w="6350">
            <a:noFill/>
          </a:ln>
        </p:spPr>
      </p:sp>
      <p:sp>
        <p:nvSpPr>
          <p:cNvPr id="83" name="0083:panel-a-r-at-1/r-at-1-color-scale/color-step-14:rect">
            <a:extLst xmlns:a="http://schemas.openxmlformats.org/drawingml/2006/main">
              <a:ext uri="{FF2B5EF4-FFF2-40B4-BE49-F238E27FC236}">
                <a16:creationId xmlns:a16="http://schemas.microsoft.com/office/drawing/2014/main" id="{648950EC-B546-4074-8990-E14B7A21AF33}"/>
              </a:ext>
            </a:extLst>
          </p:cNvPr>
          <p:cNvSpPr>
            <a:spLocks xmlns:a="http://schemas.openxmlformats.org/drawingml/2006/main" noGrp="1"/>
          </p:cNvSpPr>
          <p:nvPr/>
        </p:nvSpPr>
        <p:spPr>
          <a:xfrm xmlns:a="http://schemas.openxmlformats.org/drawingml/2006/main">
            <a:off x="3947329" y="1815625"/>
            <a:ext cx="29211" cy="63483"/>
          </a:xfrm>
          <a:prstGeom xmlns:a="http://schemas.openxmlformats.org/drawingml/2006/main" prst="rect">
            <a:avLst/>
          </a:prstGeom>
          <a:solidFill xmlns:a="http://schemas.openxmlformats.org/drawingml/2006/main">
            <a:srgbClr val="DBE8F6"/>
          </a:solidFill>
          <a:ln xmlns:a="http://schemas.openxmlformats.org/drawingml/2006/main" w="6350">
            <a:noFill/>
          </a:ln>
        </p:spPr>
      </p:sp>
      <p:sp>
        <p:nvSpPr>
          <p:cNvPr id="84" name="0084:panel-a-r-at-1/r-at-1-color-scale/color-step-15:rect">
            <a:extLst xmlns:a="http://schemas.openxmlformats.org/drawingml/2006/main">
              <a:ext uri="{FF2B5EF4-FFF2-40B4-BE49-F238E27FC236}">
                <a16:creationId xmlns:a16="http://schemas.microsoft.com/office/drawing/2014/main" id="{137E8132-2F34-4A6B-9BA2-93A21C3FAF66}"/>
              </a:ext>
            </a:extLst>
          </p:cNvPr>
          <p:cNvSpPr>
            <a:spLocks xmlns:a="http://schemas.openxmlformats.org/drawingml/2006/main" noGrp="1"/>
          </p:cNvSpPr>
          <p:nvPr/>
        </p:nvSpPr>
        <p:spPr>
          <a:xfrm xmlns:a="http://schemas.openxmlformats.org/drawingml/2006/main">
            <a:off x="3975270" y="1815625"/>
            <a:ext cx="29211" cy="63483"/>
          </a:xfrm>
          <a:prstGeom xmlns:a="http://schemas.openxmlformats.org/drawingml/2006/main" prst="rect">
            <a:avLst/>
          </a:prstGeom>
          <a:solidFill xmlns:a="http://schemas.openxmlformats.org/drawingml/2006/main">
            <a:srgbClr val="D9E7F5"/>
          </a:solidFill>
          <a:ln xmlns:a="http://schemas.openxmlformats.org/drawingml/2006/main" w="6350">
            <a:noFill/>
          </a:ln>
        </p:spPr>
      </p:sp>
      <p:sp>
        <p:nvSpPr>
          <p:cNvPr id="85" name="0085:panel-a-r-at-1/r-at-1-color-scale/color-step-16:rect">
            <a:extLst xmlns:a="http://schemas.openxmlformats.org/drawingml/2006/main">
              <a:ext uri="{FF2B5EF4-FFF2-40B4-BE49-F238E27FC236}">
                <a16:creationId xmlns:a16="http://schemas.microsoft.com/office/drawing/2014/main" id="{6DAE5706-D441-468A-A96B-4DBA4820B879}"/>
              </a:ext>
            </a:extLst>
          </p:cNvPr>
          <p:cNvSpPr>
            <a:spLocks xmlns:a="http://schemas.openxmlformats.org/drawingml/2006/main" noGrp="1"/>
          </p:cNvSpPr>
          <p:nvPr/>
        </p:nvSpPr>
        <p:spPr>
          <a:xfrm xmlns:a="http://schemas.openxmlformats.org/drawingml/2006/main">
            <a:off x="4003211" y="1815625"/>
            <a:ext cx="29211" cy="63483"/>
          </a:xfrm>
          <a:prstGeom xmlns:a="http://schemas.openxmlformats.org/drawingml/2006/main" prst="rect">
            <a:avLst/>
          </a:prstGeom>
          <a:solidFill xmlns:a="http://schemas.openxmlformats.org/drawingml/2006/main">
            <a:srgbClr val="D7E6F4"/>
          </a:solidFill>
          <a:ln xmlns:a="http://schemas.openxmlformats.org/drawingml/2006/main" w="6350">
            <a:noFill/>
          </a:ln>
        </p:spPr>
      </p:sp>
      <p:sp>
        <p:nvSpPr>
          <p:cNvPr id="86" name="0086:panel-a-r-at-1/r-at-1-color-scale/color-step-17:rect">
            <a:extLst xmlns:a="http://schemas.openxmlformats.org/drawingml/2006/main">
              <a:ext uri="{FF2B5EF4-FFF2-40B4-BE49-F238E27FC236}">
                <a16:creationId xmlns:a16="http://schemas.microsoft.com/office/drawing/2014/main" id="{12E85315-BCCF-4D54-AA90-9709E2F236FA}"/>
              </a:ext>
            </a:extLst>
          </p:cNvPr>
          <p:cNvSpPr>
            <a:spLocks xmlns:a="http://schemas.openxmlformats.org/drawingml/2006/main" noGrp="1"/>
          </p:cNvSpPr>
          <p:nvPr/>
        </p:nvSpPr>
        <p:spPr>
          <a:xfrm xmlns:a="http://schemas.openxmlformats.org/drawingml/2006/main">
            <a:off x="4031152" y="1815625"/>
            <a:ext cx="29211" cy="63483"/>
          </a:xfrm>
          <a:prstGeom xmlns:a="http://schemas.openxmlformats.org/drawingml/2006/main" prst="rect">
            <a:avLst/>
          </a:prstGeom>
          <a:solidFill xmlns:a="http://schemas.openxmlformats.org/drawingml/2006/main">
            <a:srgbClr val="D5E5F4"/>
          </a:solidFill>
          <a:ln xmlns:a="http://schemas.openxmlformats.org/drawingml/2006/main" w="6350">
            <a:noFill/>
          </a:ln>
        </p:spPr>
      </p:sp>
      <p:sp>
        <p:nvSpPr>
          <p:cNvPr id="87" name="0087:panel-a-r-at-1/r-at-1-color-scale/color-step-18:rect">
            <a:extLst xmlns:a="http://schemas.openxmlformats.org/drawingml/2006/main">
              <a:ext uri="{FF2B5EF4-FFF2-40B4-BE49-F238E27FC236}">
                <a16:creationId xmlns:a16="http://schemas.microsoft.com/office/drawing/2014/main" id="{C30B84E8-E3F4-4346-A4D4-8672F45344B2}"/>
              </a:ext>
            </a:extLst>
          </p:cNvPr>
          <p:cNvSpPr>
            <a:spLocks xmlns:a="http://schemas.openxmlformats.org/drawingml/2006/main" noGrp="1"/>
          </p:cNvSpPr>
          <p:nvPr/>
        </p:nvSpPr>
        <p:spPr>
          <a:xfrm xmlns:a="http://schemas.openxmlformats.org/drawingml/2006/main">
            <a:off x="4059094" y="1815625"/>
            <a:ext cx="29211" cy="63483"/>
          </a:xfrm>
          <a:prstGeom xmlns:a="http://schemas.openxmlformats.org/drawingml/2006/main" prst="rect">
            <a:avLst/>
          </a:prstGeom>
          <a:solidFill xmlns:a="http://schemas.openxmlformats.org/drawingml/2006/main">
            <a:srgbClr val="D3E3F3"/>
          </a:solidFill>
          <a:ln xmlns:a="http://schemas.openxmlformats.org/drawingml/2006/main" w="6350">
            <a:noFill/>
          </a:ln>
        </p:spPr>
      </p:sp>
      <p:sp>
        <p:nvSpPr>
          <p:cNvPr id="88" name="0088:panel-a-r-at-1/r-at-1-color-scale/color-step-19:rect">
            <a:extLst xmlns:a="http://schemas.openxmlformats.org/drawingml/2006/main">
              <a:ext uri="{FF2B5EF4-FFF2-40B4-BE49-F238E27FC236}">
                <a16:creationId xmlns:a16="http://schemas.microsoft.com/office/drawing/2014/main" id="{FE98F291-AA0E-4FF4-9551-3FD9C52B8BE3}"/>
              </a:ext>
            </a:extLst>
          </p:cNvPr>
          <p:cNvSpPr>
            <a:spLocks xmlns:a="http://schemas.openxmlformats.org/drawingml/2006/main" noGrp="1"/>
          </p:cNvSpPr>
          <p:nvPr/>
        </p:nvSpPr>
        <p:spPr>
          <a:xfrm xmlns:a="http://schemas.openxmlformats.org/drawingml/2006/main">
            <a:off x="4087035" y="1815625"/>
            <a:ext cx="29211" cy="63483"/>
          </a:xfrm>
          <a:prstGeom xmlns:a="http://schemas.openxmlformats.org/drawingml/2006/main" prst="rect">
            <a:avLst/>
          </a:prstGeom>
          <a:solidFill xmlns:a="http://schemas.openxmlformats.org/drawingml/2006/main">
            <a:srgbClr val="D1E2F3"/>
          </a:solidFill>
          <a:ln xmlns:a="http://schemas.openxmlformats.org/drawingml/2006/main" w="6350">
            <a:noFill/>
          </a:ln>
        </p:spPr>
      </p:sp>
      <p:sp>
        <p:nvSpPr>
          <p:cNvPr id="89" name="0089:panel-a-r-at-1/r-at-1-color-scale/color-step-20:rect">
            <a:extLst xmlns:a="http://schemas.openxmlformats.org/drawingml/2006/main">
              <a:ext uri="{FF2B5EF4-FFF2-40B4-BE49-F238E27FC236}">
                <a16:creationId xmlns:a16="http://schemas.microsoft.com/office/drawing/2014/main" id="{3BE30F1A-CC93-492A-8783-9A21F09C38EE}"/>
              </a:ext>
            </a:extLst>
          </p:cNvPr>
          <p:cNvSpPr>
            <a:spLocks xmlns:a="http://schemas.openxmlformats.org/drawingml/2006/main" noGrp="1"/>
          </p:cNvSpPr>
          <p:nvPr/>
        </p:nvSpPr>
        <p:spPr>
          <a:xfrm xmlns:a="http://schemas.openxmlformats.org/drawingml/2006/main">
            <a:off x="4114976" y="1815625"/>
            <a:ext cx="29211" cy="63483"/>
          </a:xfrm>
          <a:prstGeom xmlns:a="http://schemas.openxmlformats.org/drawingml/2006/main" prst="rect">
            <a:avLst/>
          </a:prstGeom>
          <a:solidFill xmlns:a="http://schemas.openxmlformats.org/drawingml/2006/main">
            <a:srgbClr val="CFE1F2"/>
          </a:solidFill>
          <a:ln xmlns:a="http://schemas.openxmlformats.org/drawingml/2006/main" w="6350">
            <a:noFill/>
          </a:ln>
        </p:spPr>
      </p:sp>
      <p:sp>
        <p:nvSpPr>
          <p:cNvPr id="90" name="0090:panel-a-r-at-1/r-at-1-color-scale/color-step-21:rect">
            <a:extLst xmlns:a="http://schemas.openxmlformats.org/drawingml/2006/main">
              <a:ext uri="{FF2B5EF4-FFF2-40B4-BE49-F238E27FC236}">
                <a16:creationId xmlns:a16="http://schemas.microsoft.com/office/drawing/2014/main" id="{1E7AEE6C-6A1A-4F60-A2E4-E28B7D35BE9E}"/>
              </a:ext>
            </a:extLst>
          </p:cNvPr>
          <p:cNvSpPr>
            <a:spLocks xmlns:a="http://schemas.openxmlformats.org/drawingml/2006/main" noGrp="1"/>
          </p:cNvSpPr>
          <p:nvPr/>
        </p:nvSpPr>
        <p:spPr>
          <a:xfrm xmlns:a="http://schemas.openxmlformats.org/drawingml/2006/main">
            <a:off x="4142917" y="1815625"/>
            <a:ext cx="29211" cy="63483"/>
          </a:xfrm>
          <a:prstGeom xmlns:a="http://schemas.openxmlformats.org/drawingml/2006/main" prst="rect">
            <a:avLst/>
          </a:prstGeom>
          <a:solidFill xmlns:a="http://schemas.openxmlformats.org/drawingml/2006/main">
            <a:srgbClr val="CDDFF1"/>
          </a:solidFill>
          <a:ln xmlns:a="http://schemas.openxmlformats.org/drawingml/2006/main" w="6350">
            <a:noFill/>
          </a:ln>
        </p:spPr>
      </p:sp>
      <p:sp>
        <p:nvSpPr>
          <p:cNvPr id="91" name="0091:panel-a-r-at-1/r-at-1-color-scale/color-step-22:rect">
            <a:extLst xmlns:a="http://schemas.openxmlformats.org/drawingml/2006/main">
              <a:ext uri="{FF2B5EF4-FFF2-40B4-BE49-F238E27FC236}">
                <a16:creationId xmlns:a16="http://schemas.microsoft.com/office/drawing/2014/main" id="{5D3E13AE-44F4-4906-88D3-E53F2FB3E591}"/>
              </a:ext>
            </a:extLst>
          </p:cNvPr>
          <p:cNvSpPr>
            <a:spLocks xmlns:a="http://schemas.openxmlformats.org/drawingml/2006/main" noGrp="1"/>
          </p:cNvSpPr>
          <p:nvPr/>
        </p:nvSpPr>
        <p:spPr>
          <a:xfrm xmlns:a="http://schemas.openxmlformats.org/drawingml/2006/main">
            <a:off x="4170858" y="1815625"/>
            <a:ext cx="29211" cy="63483"/>
          </a:xfrm>
          <a:prstGeom xmlns:a="http://schemas.openxmlformats.org/drawingml/2006/main" prst="rect">
            <a:avLst/>
          </a:prstGeom>
          <a:solidFill xmlns:a="http://schemas.openxmlformats.org/drawingml/2006/main">
            <a:srgbClr val="CBDEF1"/>
          </a:solidFill>
          <a:ln xmlns:a="http://schemas.openxmlformats.org/drawingml/2006/main" w="6350">
            <a:noFill/>
          </a:ln>
        </p:spPr>
      </p:sp>
      <p:sp>
        <p:nvSpPr>
          <p:cNvPr id="92" name="0092:panel-a-r-at-1/r-at-1-color-scale/color-step-23:rect">
            <a:extLst xmlns:a="http://schemas.openxmlformats.org/drawingml/2006/main">
              <a:ext uri="{FF2B5EF4-FFF2-40B4-BE49-F238E27FC236}">
                <a16:creationId xmlns:a16="http://schemas.microsoft.com/office/drawing/2014/main" id="{8400224C-9604-4FCF-BB7B-B9CCE85EE06E}"/>
              </a:ext>
            </a:extLst>
          </p:cNvPr>
          <p:cNvSpPr>
            <a:spLocks xmlns:a="http://schemas.openxmlformats.org/drawingml/2006/main" noGrp="1"/>
          </p:cNvSpPr>
          <p:nvPr/>
        </p:nvSpPr>
        <p:spPr>
          <a:xfrm xmlns:a="http://schemas.openxmlformats.org/drawingml/2006/main">
            <a:off x="4198800" y="1815625"/>
            <a:ext cx="29211" cy="63483"/>
          </a:xfrm>
          <a:prstGeom xmlns:a="http://schemas.openxmlformats.org/drawingml/2006/main" prst="rect">
            <a:avLst/>
          </a:prstGeom>
          <a:solidFill xmlns:a="http://schemas.openxmlformats.org/drawingml/2006/main">
            <a:srgbClr val="C9DDF0"/>
          </a:solidFill>
          <a:ln xmlns:a="http://schemas.openxmlformats.org/drawingml/2006/main" w="6350">
            <a:noFill/>
          </a:ln>
        </p:spPr>
      </p:sp>
      <p:sp>
        <p:nvSpPr>
          <p:cNvPr id="93" name="0093:panel-a-r-at-1/r-at-1-color-scale/color-step-24:rect">
            <a:extLst xmlns:a="http://schemas.openxmlformats.org/drawingml/2006/main">
              <a:ext uri="{FF2B5EF4-FFF2-40B4-BE49-F238E27FC236}">
                <a16:creationId xmlns:a16="http://schemas.microsoft.com/office/drawing/2014/main" id="{B2706432-4496-4069-B436-8A93B7CEE3D6}"/>
              </a:ext>
            </a:extLst>
          </p:cNvPr>
          <p:cNvSpPr>
            <a:spLocks xmlns:a="http://schemas.openxmlformats.org/drawingml/2006/main" noGrp="1"/>
          </p:cNvSpPr>
          <p:nvPr/>
        </p:nvSpPr>
        <p:spPr>
          <a:xfrm xmlns:a="http://schemas.openxmlformats.org/drawingml/2006/main">
            <a:off x="4226741" y="1815625"/>
            <a:ext cx="29211" cy="63483"/>
          </a:xfrm>
          <a:prstGeom xmlns:a="http://schemas.openxmlformats.org/drawingml/2006/main" prst="rect">
            <a:avLst/>
          </a:prstGeom>
          <a:solidFill xmlns:a="http://schemas.openxmlformats.org/drawingml/2006/main">
            <a:srgbClr val="C7DCEF"/>
          </a:solidFill>
          <a:ln xmlns:a="http://schemas.openxmlformats.org/drawingml/2006/main" w="6350">
            <a:noFill/>
          </a:ln>
        </p:spPr>
      </p:sp>
      <p:sp>
        <p:nvSpPr>
          <p:cNvPr id="94" name="0094:panel-a-r-at-1/r-at-1-color-scale/color-step-25:rect">
            <a:extLst xmlns:a="http://schemas.openxmlformats.org/drawingml/2006/main">
              <a:ext uri="{FF2B5EF4-FFF2-40B4-BE49-F238E27FC236}">
                <a16:creationId xmlns:a16="http://schemas.microsoft.com/office/drawing/2014/main" id="{1E567697-B135-4F0F-B915-EDC543F4A309}"/>
              </a:ext>
            </a:extLst>
          </p:cNvPr>
          <p:cNvSpPr>
            <a:spLocks xmlns:a="http://schemas.openxmlformats.org/drawingml/2006/main" noGrp="1"/>
          </p:cNvSpPr>
          <p:nvPr/>
        </p:nvSpPr>
        <p:spPr>
          <a:xfrm xmlns:a="http://schemas.openxmlformats.org/drawingml/2006/main">
            <a:off x="4254682" y="1815625"/>
            <a:ext cx="29211" cy="63483"/>
          </a:xfrm>
          <a:prstGeom xmlns:a="http://schemas.openxmlformats.org/drawingml/2006/main" prst="rect">
            <a:avLst/>
          </a:prstGeom>
          <a:solidFill xmlns:a="http://schemas.openxmlformats.org/drawingml/2006/main">
            <a:srgbClr val="C4DAEE"/>
          </a:solidFill>
          <a:ln xmlns:a="http://schemas.openxmlformats.org/drawingml/2006/main" w="6350">
            <a:noFill/>
          </a:ln>
        </p:spPr>
      </p:sp>
      <p:sp>
        <p:nvSpPr>
          <p:cNvPr id="95" name="0095:panel-a-r-at-1/r-at-1-color-scale/color-step-26:rect">
            <a:extLst xmlns:a="http://schemas.openxmlformats.org/drawingml/2006/main">
              <a:ext uri="{FF2B5EF4-FFF2-40B4-BE49-F238E27FC236}">
                <a16:creationId xmlns:a16="http://schemas.microsoft.com/office/drawing/2014/main" id="{D06737A6-707E-457D-855C-1E74B1B55D99}"/>
              </a:ext>
            </a:extLst>
          </p:cNvPr>
          <p:cNvSpPr>
            <a:spLocks xmlns:a="http://schemas.openxmlformats.org/drawingml/2006/main" noGrp="1"/>
          </p:cNvSpPr>
          <p:nvPr/>
        </p:nvSpPr>
        <p:spPr>
          <a:xfrm xmlns:a="http://schemas.openxmlformats.org/drawingml/2006/main">
            <a:off x="4282623" y="1815625"/>
            <a:ext cx="29211" cy="63483"/>
          </a:xfrm>
          <a:prstGeom xmlns:a="http://schemas.openxmlformats.org/drawingml/2006/main" prst="rect">
            <a:avLst/>
          </a:prstGeom>
          <a:solidFill xmlns:a="http://schemas.openxmlformats.org/drawingml/2006/main">
            <a:srgbClr val="C1D8EE"/>
          </a:solidFill>
          <a:ln xmlns:a="http://schemas.openxmlformats.org/drawingml/2006/main" w="6350">
            <a:noFill/>
          </a:ln>
        </p:spPr>
      </p:sp>
      <p:sp>
        <p:nvSpPr>
          <p:cNvPr id="96" name="0096:panel-a-r-at-1/r-at-1-color-scale/color-step-27:rect">
            <a:extLst xmlns:a="http://schemas.openxmlformats.org/drawingml/2006/main">
              <a:ext uri="{FF2B5EF4-FFF2-40B4-BE49-F238E27FC236}">
                <a16:creationId xmlns:a16="http://schemas.microsoft.com/office/drawing/2014/main" id="{C6AF6635-64B5-4E75-B019-01772CF3EE08}"/>
              </a:ext>
            </a:extLst>
          </p:cNvPr>
          <p:cNvSpPr>
            <a:spLocks xmlns:a="http://schemas.openxmlformats.org/drawingml/2006/main" noGrp="1"/>
          </p:cNvSpPr>
          <p:nvPr/>
        </p:nvSpPr>
        <p:spPr>
          <a:xfrm xmlns:a="http://schemas.openxmlformats.org/drawingml/2006/main">
            <a:off x="4310564" y="1815625"/>
            <a:ext cx="29211" cy="63483"/>
          </a:xfrm>
          <a:prstGeom xmlns:a="http://schemas.openxmlformats.org/drawingml/2006/main" prst="rect">
            <a:avLst/>
          </a:prstGeom>
          <a:solidFill xmlns:a="http://schemas.openxmlformats.org/drawingml/2006/main">
            <a:srgbClr val="BDD6EC"/>
          </a:solidFill>
          <a:ln xmlns:a="http://schemas.openxmlformats.org/drawingml/2006/main" w="6350">
            <a:noFill/>
          </a:ln>
        </p:spPr>
      </p:sp>
      <p:sp>
        <p:nvSpPr>
          <p:cNvPr id="97" name="0097:panel-a-r-at-1/r-at-1-color-scale/color-step-28:rect">
            <a:extLst xmlns:a="http://schemas.openxmlformats.org/drawingml/2006/main">
              <a:ext uri="{FF2B5EF4-FFF2-40B4-BE49-F238E27FC236}">
                <a16:creationId xmlns:a16="http://schemas.microsoft.com/office/drawing/2014/main" id="{E0A04630-A63E-4E2B-AAA8-8C072F97B3B9}"/>
              </a:ext>
            </a:extLst>
          </p:cNvPr>
          <p:cNvSpPr>
            <a:spLocks xmlns:a="http://schemas.openxmlformats.org/drawingml/2006/main" noGrp="1"/>
          </p:cNvSpPr>
          <p:nvPr/>
        </p:nvSpPr>
        <p:spPr>
          <a:xfrm xmlns:a="http://schemas.openxmlformats.org/drawingml/2006/main">
            <a:off x="4338506" y="1815625"/>
            <a:ext cx="29211" cy="63483"/>
          </a:xfrm>
          <a:prstGeom xmlns:a="http://schemas.openxmlformats.org/drawingml/2006/main" prst="rect">
            <a:avLst/>
          </a:prstGeom>
          <a:solidFill xmlns:a="http://schemas.openxmlformats.org/drawingml/2006/main">
            <a:srgbClr val="B9D5EC"/>
          </a:solidFill>
          <a:ln xmlns:a="http://schemas.openxmlformats.org/drawingml/2006/main" w="6350">
            <a:noFill/>
          </a:ln>
        </p:spPr>
      </p:sp>
      <p:sp>
        <p:nvSpPr>
          <p:cNvPr id="98" name="0098:panel-a-r-at-1/r-at-1-color-scale/color-step-29:rect">
            <a:extLst xmlns:a="http://schemas.openxmlformats.org/drawingml/2006/main">
              <a:ext uri="{FF2B5EF4-FFF2-40B4-BE49-F238E27FC236}">
                <a16:creationId xmlns:a16="http://schemas.microsoft.com/office/drawing/2014/main" id="{D85136D8-AB6A-4EE7-BCF1-94054D2563B8}"/>
              </a:ext>
            </a:extLst>
          </p:cNvPr>
          <p:cNvSpPr>
            <a:spLocks xmlns:a="http://schemas.openxmlformats.org/drawingml/2006/main" noGrp="1"/>
          </p:cNvSpPr>
          <p:nvPr/>
        </p:nvSpPr>
        <p:spPr>
          <a:xfrm xmlns:a="http://schemas.openxmlformats.org/drawingml/2006/main">
            <a:off x="4366447" y="1815625"/>
            <a:ext cx="29211" cy="63483"/>
          </a:xfrm>
          <a:prstGeom xmlns:a="http://schemas.openxmlformats.org/drawingml/2006/main" prst="rect">
            <a:avLst/>
          </a:prstGeom>
          <a:solidFill xmlns:a="http://schemas.openxmlformats.org/drawingml/2006/main">
            <a:srgbClr val="B6D3EA"/>
          </a:solidFill>
          <a:ln xmlns:a="http://schemas.openxmlformats.org/drawingml/2006/main" w="6350">
            <a:noFill/>
          </a:ln>
        </p:spPr>
      </p:sp>
      <p:sp>
        <p:nvSpPr>
          <p:cNvPr id="99" name="0099:panel-a-r-at-1/r-at-1-color-scale/color-step-30:rect">
            <a:extLst xmlns:a="http://schemas.openxmlformats.org/drawingml/2006/main">
              <a:ext uri="{FF2B5EF4-FFF2-40B4-BE49-F238E27FC236}">
                <a16:creationId xmlns:a16="http://schemas.microsoft.com/office/drawing/2014/main" id="{D1965353-EEDC-46C4-AA67-75886DC1D600}"/>
              </a:ext>
            </a:extLst>
          </p:cNvPr>
          <p:cNvSpPr>
            <a:spLocks xmlns:a="http://schemas.openxmlformats.org/drawingml/2006/main" noGrp="1"/>
          </p:cNvSpPr>
          <p:nvPr/>
        </p:nvSpPr>
        <p:spPr>
          <a:xfrm xmlns:a="http://schemas.openxmlformats.org/drawingml/2006/main">
            <a:off x="4394388" y="1815625"/>
            <a:ext cx="29211" cy="63483"/>
          </a:xfrm>
          <a:prstGeom xmlns:a="http://schemas.openxmlformats.org/drawingml/2006/main" prst="rect">
            <a:avLst/>
          </a:prstGeom>
          <a:solidFill xmlns:a="http://schemas.openxmlformats.org/drawingml/2006/main">
            <a:srgbClr val="B2D1EA"/>
          </a:solidFill>
          <a:ln xmlns:a="http://schemas.openxmlformats.org/drawingml/2006/main" w="6350">
            <a:noFill/>
          </a:ln>
        </p:spPr>
      </p:sp>
      <p:sp>
        <p:nvSpPr>
          <p:cNvPr id="100" name="0100:panel-a-r-at-1/r-at-1-color-scale/color-step-31:rect">
            <a:extLst xmlns:a="http://schemas.openxmlformats.org/drawingml/2006/main">
              <a:ext uri="{FF2B5EF4-FFF2-40B4-BE49-F238E27FC236}">
                <a16:creationId xmlns:a16="http://schemas.microsoft.com/office/drawing/2014/main" id="{824B05D5-2E54-4A36-BFAD-F12A9D1BA9D0}"/>
              </a:ext>
            </a:extLst>
          </p:cNvPr>
          <p:cNvSpPr>
            <a:spLocks xmlns:a="http://schemas.openxmlformats.org/drawingml/2006/main" noGrp="1"/>
          </p:cNvSpPr>
          <p:nvPr/>
        </p:nvSpPr>
        <p:spPr>
          <a:xfrm xmlns:a="http://schemas.openxmlformats.org/drawingml/2006/main">
            <a:off x="4422329" y="1815625"/>
            <a:ext cx="29211" cy="63483"/>
          </a:xfrm>
          <a:prstGeom xmlns:a="http://schemas.openxmlformats.org/drawingml/2006/main" prst="rect">
            <a:avLst/>
          </a:prstGeom>
          <a:solidFill xmlns:a="http://schemas.openxmlformats.org/drawingml/2006/main">
            <a:srgbClr val="AECFE8"/>
          </a:solidFill>
          <a:ln xmlns:a="http://schemas.openxmlformats.org/drawingml/2006/main" w="6350">
            <a:noFill/>
          </a:ln>
        </p:spPr>
      </p:sp>
      <p:sp>
        <p:nvSpPr>
          <p:cNvPr id="101" name="0101:panel-a-r-at-1/r-at-1-color-scale/color-step-32:rect">
            <a:extLst xmlns:a="http://schemas.openxmlformats.org/drawingml/2006/main">
              <a:ext uri="{FF2B5EF4-FFF2-40B4-BE49-F238E27FC236}">
                <a16:creationId xmlns:a16="http://schemas.microsoft.com/office/drawing/2014/main" id="{077D4CED-DA29-4E76-B555-111B77736925}"/>
              </a:ext>
            </a:extLst>
          </p:cNvPr>
          <p:cNvSpPr>
            <a:spLocks xmlns:a="http://schemas.openxmlformats.org/drawingml/2006/main" noGrp="1"/>
          </p:cNvSpPr>
          <p:nvPr/>
        </p:nvSpPr>
        <p:spPr>
          <a:xfrm xmlns:a="http://schemas.openxmlformats.org/drawingml/2006/main">
            <a:off x="4450270" y="1815625"/>
            <a:ext cx="29211" cy="63483"/>
          </a:xfrm>
          <a:prstGeom xmlns:a="http://schemas.openxmlformats.org/drawingml/2006/main" prst="rect">
            <a:avLst/>
          </a:prstGeom>
          <a:solidFill xmlns:a="http://schemas.openxmlformats.org/drawingml/2006/main">
            <a:srgbClr val="ABCEE8"/>
          </a:solidFill>
          <a:ln xmlns:a="http://schemas.openxmlformats.org/drawingml/2006/main" w="6350">
            <a:noFill/>
          </a:ln>
        </p:spPr>
      </p:sp>
      <p:sp>
        <p:nvSpPr>
          <p:cNvPr id="102" name="0102:panel-a-r-at-1/r-at-1-color-scale/color-step-33:rect">
            <a:extLst xmlns:a="http://schemas.openxmlformats.org/drawingml/2006/main">
              <a:ext uri="{FF2B5EF4-FFF2-40B4-BE49-F238E27FC236}">
                <a16:creationId xmlns:a16="http://schemas.microsoft.com/office/drawing/2014/main" id="{81885AE0-3E79-4235-895B-9B1B188956A4}"/>
              </a:ext>
            </a:extLst>
          </p:cNvPr>
          <p:cNvSpPr>
            <a:spLocks xmlns:a="http://schemas.openxmlformats.org/drawingml/2006/main" noGrp="1"/>
          </p:cNvSpPr>
          <p:nvPr/>
        </p:nvSpPr>
        <p:spPr>
          <a:xfrm xmlns:a="http://schemas.openxmlformats.org/drawingml/2006/main">
            <a:off x="4478211" y="1815625"/>
            <a:ext cx="29211" cy="63483"/>
          </a:xfrm>
          <a:prstGeom xmlns:a="http://schemas.openxmlformats.org/drawingml/2006/main" prst="rect">
            <a:avLst/>
          </a:prstGeom>
          <a:solidFill xmlns:a="http://schemas.openxmlformats.org/drawingml/2006/main">
            <a:srgbClr val="A7CCE6"/>
          </a:solidFill>
          <a:ln xmlns:a="http://schemas.openxmlformats.org/drawingml/2006/main" w="6350">
            <a:noFill/>
          </a:ln>
        </p:spPr>
      </p:sp>
      <p:sp>
        <p:nvSpPr>
          <p:cNvPr id="103" name="0103:panel-a-r-at-1/r-at-1-color-scale/color-step-34:rect">
            <a:extLst xmlns:a="http://schemas.openxmlformats.org/drawingml/2006/main">
              <a:ext uri="{FF2B5EF4-FFF2-40B4-BE49-F238E27FC236}">
                <a16:creationId xmlns:a16="http://schemas.microsoft.com/office/drawing/2014/main" id="{341B40A4-0F48-4E74-8F81-8FB296C39212}"/>
              </a:ext>
            </a:extLst>
          </p:cNvPr>
          <p:cNvSpPr>
            <a:spLocks xmlns:a="http://schemas.openxmlformats.org/drawingml/2006/main" noGrp="1"/>
          </p:cNvSpPr>
          <p:nvPr/>
        </p:nvSpPr>
        <p:spPr>
          <a:xfrm xmlns:a="http://schemas.openxmlformats.org/drawingml/2006/main">
            <a:off x="4506153" y="1815625"/>
            <a:ext cx="29211" cy="63483"/>
          </a:xfrm>
          <a:prstGeom xmlns:a="http://schemas.openxmlformats.org/drawingml/2006/main" prst="rect">
            <a:avLst/>
          </a:prstGeom>
          <a:solidFill xmlns:a="http://schemas.openxmlformats.org/drawingml/2006/main">
            <a:srgbClr val="A3CAE6"/>
          </a:solidFill>
          <a:ln xmlns:a="http://schemas.openxmlformats.org/drawingml/2006/main" w="6350">
            <a:noFill/>
          </a:ln>
        </p:spPr>
      </p:sp>
      <p:sp>
        <p:nvSpPr>
          <p:cNvPr id="104" name="0104:panel-a-r-at-1/r-at-1-color-scale/color-step-35:rect">
            <a:extLst xmlns:a="http://schemas.openxmlformats.org/drawingml/2006/main">
              <a:ext uri="{FF2B5EF4-FFF2-40B4-BE49-F238E27FC236}">
                <a16:creationId xmlns:a16="http://schemas.microsoft.com/office/drawing/2014/main" id="{6D78F949-17A0-49DF-80FC-6452AB1A1FAC}"/>
              </a:ext>
            </a:extLst>
          </p:cNvPr>
          <p:cNvSpPr>
            <a:spLocks xmlns:a="http://schemas.openxmlformats.org/drawingml/2006/main" noGrp="1"/>
          </p:cNvSpPr>
          <p:nvPr/>
        </p:nvSpPr>
        <p:spPr>
          <a:xfrm xmlns:a="http://schemas.openxmlformats.org/drawingml/2006/main">
            <a:off x="4534094" y="1815625"/>
            <a:ext cx="29211" cy="63483"/>
          </a:xfrm>
          <a:prstGeom xmlns:a="http://schemas.openxmlformats.org/drawingml/2006/main" prst="rect">
            <a:avLst/>
          </a:prstGeom>
          <a:solidFill xmlns:a="http://schemas.openxmlformats.org/drawingml/2006/main">
            <a:srgbClr val="A0C8E4"/>
          </a:solidFill>
          <a:ln xmlns:a="http://schemas.openxmlformats.org/drawingml/2006/main" w="6350">
            <a:noFill/>
          </a:ln>
        </p:spPr>
      </p:sp>
      <p:sp>
        <p:nvSpPr>
          <p:cNvPr id="105" name="0105:panel-a-r-at-1/r-at-1-color-scale/color-step-36:rect">
            <a:extLst xmlns:a="http://schemas.openxmlformats.org/drawingml/2006/main">
              <a:ext uri="{FF2B5EF4-FFF2-40B4-BE49-F238E27FC236}">
                <a16:creationId xmlns:a16="http://schemas.microsoft.com/office/drawing/2014/main" id="{05848443-8E08-42EB-A3E0-9F280D14ED33}"/>
              </a:ext>
            </a:extLst>
          </p:cNvPr>
          <p:cNvSpPr>
            <a:spLocks xmlns:a="http://schemas.openxmlformats.org/drawingml/2006/main" noGrp="1"/>
          </p:cNvSpPr>
          <p:nvPr/>
        </p:nvSpPr>
        <p:spPr>
          <a:xfrm xmlns:a="http://schemas.openxmlformats.org/drawingml/2006/main">
            <a:off x="4562035" y="1815625"/>
            <a:ext cx="29211" cy="63483"/>
          </a:xfrm>
          <a:prstGeom xmlns:a="http://schemas.openxmlformats.org/drawingml/2006/main" prst="rect">
            <a:avLst/>
          </a:prstGeom>
          <a:solidFill xmlns:a="http://schemas.openxmlformats.org/drawingml/2006/main">
            <a:srgbClr val="9CC6E4"/>
          </a:solidFill>
          <a:ln xmlns:a="http://schemas.openxmlformats.org/drawingml/2006/main" w="6350">
            <a:noFill/>
          </a:ln>
        </p:spPr>
      </p:sp>
      <p:sp>
        <p:nvSpPr>
          <p:cNvPr id="106" name="0106:panel-a-r-at-1/r-at-1-color-scale/color-step-37:rect">
            <a:extLst xmlns:a="http://schemas.openxmlformats.org/drawingml/2006/main">
              <a:ext uri="{FF2B5EF4-FFF2-40B4-BE49-F238E27FC236}">
                <a16:creationId xmlns:a16="http://schemas.microsoft.com/office/drawing/2014/main" id="{6D236882-C53F-44E7-848E-1C70A1A05C48}"/>
              </a:ext>
            </a:extLst>
          </p:cNvPr>
          <p:cNvSpPr>
            <a:spLocks xmlns:a="http://schemas.openxmlformats.org/drawingml/2006/main" noGrp="1"/>
          </p:cNvSpPr>
          <p:nvPr/>
        </p:nvSpPr>
        <p:spPr>
          <a:xfrm xmlns:a="http://schemas.openxmlformats.org/drawingml/2006/main">
            <a:off x="4589976" y="1815625"/>
            <a:ext cx="29211" cy="63483"/>
          </a:xfrm>
          <a:prstGeom xmlns:a="http://schemas.openxmlformats.org/drawingml/2006/main" prst="rect">
            <a:avLst/>
          </a:prstGeom>
          <a:solidFill xmlns:a="http://schemas.openxmlformats.org/drawingml/2006/main">
            <a:srgbClr val="98C4E2"/>
          </a:solidFill>
          <a:ln xmlns:a="http://schemas.openxmlformats.org/drawingml/2006/main" w="6350">
            <a:noFill/>
          </a:ln>
        </p:spPr>
      </p:sp>
      <p:sp>
        <p:nvSpPr>
          <p:cNvPr id="107" name="0107:panel-a-r-at-1/r-at-1-color-scale/color-step-38:rect">
            <a:extLst xmlns:a="http://schemas.openxmlformats.org/drawingml/2006/main">
              <a:ext uri="{FF2B5EF4-FFF2-40B4-BE49-F238E27FC236}">
                <a16:creationId xmlns:a16="http://schemas.microsoft.com/office/drawing/2014/main" id="{9B8EDE35-2269-4B85-BB9A-385C997D9E5E}"/>
              </a:ext>
            </a:extLst>
          </p:cNvPr>
          <p:cNvSpPr>
            <a:spLocks xmlns:a="http://schemas.openxmlformats.org/drawingml/2006/main" noGrp="1"/>
          </p:cNvSpPr>
          <p:nvPr/>
        </p:nvSpPr>
        <p:spPr>
          <a:xfrm xmlns:a="http://schemas.openxmlformats.org/drawingml/2006/main">
            <a:off x="4617917" y="1815625"/>
            <a:ext cx="29211" cy="63483"/>
          </a:xfrm>
          <a:prstGeom xmlns:a="http://schemas.openxmlformats.org/drawingml/2006/main" prst="rect">
            <a:avLst/>
          </a:prstGeom>
          <a:solidFill xmlns:a="http://schemas.openxmlformats.org/drawingml/2006/main">
            <a:srgbClr val="95C3E2"/>
          </a:solidFill>
          <a:ln xmlns:a="http://schemas.openxmlformats.org/drawingml/2006/main" w="6350">
            <a:noFill/>
          </a:ln>
        </p:spPr>
      </p:sp>
      <p:sp>
        <p:nvSpPr>
          <p:cNvPr id="108" name="0108:panel-a-r-at-1/r-at-1-color-scale/color-step-39:rect">
            <a:extLst xmlns:a="http://schemas.openxmlformats.org/drawingml/2006/main">
              <a:ext uri="{FF2B5EF4-FFF2-40B4-BE49-F238E27FC236}">
                <a16:creationId xmlns:a16="http://schemas.microsoft.com/office/drawing/2014/main" id="{E3A587D7-0E05-48A4-872E-B55B3A9A7910}"/>
              </a:ext>
            </a:extLst>
          </p:cNvPr>
          <p:cNvSpPr>
            <a:spLocks xmlns:a="http://schemas.openxmlformats.org/drawingml/2006/main" noGrp="1"/>
          </p:cNvSpPr>
          <p:nvPr/>
        </p:nvSpPr>
        <p:spPr>
          <a:xfrm xmlns:a="http://schemas.openxmlformats.org/drawingml/2006/main">
            <a:off x="4645859" y="1815625"/>
            <a:ext cx="29211" cy="63483"/>
          </a:xfrm>
          <a:prstGeom xmlns:a="http://schemas.openxmlformats.org/drawingml/2006/main" prst="rect">
            <a:avLst/>
          </a:prstGeom>
          <a:solidFill xmlns:a="http://schemas.openxmlformats.org/drawingml/2006/main">
            <a:srgbClr val="91C1E0"/>
          </a:solidFill>
          <a:ln xmlns:a="http://schemas.openxmlformats.org/drawingml/2006/main" w="6350">
            <a:noFill/>
          </a:ln>
        </p:spPr>
      </p:sp>
      <p:sp>
        <p:nvSpPr>
          <p:cNvPr id="109" name="0109:panel-a-r-at-1/r-at-1-color-scale/color-step-40:rect">
            <a:extLst xmlns:a="http://schemas.openxmlformats.org/drawingml/2006/main">
              <a:ext uri="{FF2B5EF4-FFF2-40B4-BE49-F238E27FC236}">
                <a16:creationId xmlns:a16="http://schemas.microsoft.com/office/drawing/2014/main" id="{25DA5E62-F3A2-4E19-BD00-63F4D980D80A}"/>
              </a:ext>
            </a:extLst>
          </p:cNvPr>
          <p:cNvSpPr>
            <a:spLocks xmlns:a="http://schemas.openxmlformats.org/drawingml/2006/main" noGrp="1"/>
          </p:cNvSpPr>
          <p:nvPr/>
        </p:nvSpPr>
        <p:spPr>
          <a:xfrm xmlns:a="http://schemas.openxmlformats.org/drawingml/2006/main">
            <a:off x="4673800" y="1815625"/>
            <a:ext cx="29211" cy="63483"/>
          </a:xfrm>
          <a:prstGeom xmlns:a="http://schemas.openxmlformats.org/drawingml/2006/main" prst="rect">
            <a:avLst/>
          </a:prstGeom>
          <a:solidFill xmlns:a="http://schemas.openxmlformats.org/drawingml/2006/main">
            <a:srgbClr val="8EBFE0"/>
          </a:solidFill>
          <a:ln xmlns:a="http://schemas.openxmlformats.org/drawingml/2006/main" w="6350">
            <a:noFill/>
          </a:ln>
        </p:spPr>
      </p:sp>
      <p:sp>
        <p:nvSpPr>
          <p:cNvPr id="110" name="0110:panel-a-r-at-1/r-at-1-color-scale/color-step-41:rect">
            <a:extLst xmlns:a="http://schemas.openxmlformats.org/drawingml/2006/main">
              <a:ext uri="{FF2B5EF4-FFF2-40B4-BE49-F238E27FC236}">
                <a16:creationId xmlns:a16="http://schemas.microsoft.com/office/drawing/2014/main" id="{E93DF020-3BB7-4322-8183-0975F65D4164}"/>
              </a:ext>
            </a:extLst>
          </p:cNvPr>
          <p:cNvSpPr>
            <a:spLocks xmlns:a="http://schemas.openxmlformats.org/drawingml/2006/main" noGrp="1"/>
          </p:cNvSpPr>
          <p:nvPr/>
        </p:nvSpPr>
        <p:spPr>
          <a:xfrm xmlns:a="http://schemas.openxmlformats.org/drawingml/2006/main">
            <a:off x="4701741" y="1815625"/>
            <a:ext cx="29211" cy="63483"/>
          </a:xfrm>
          <a:prstGeom xmlns:a="http://schemas.openxmlformats.org/drawingml/2006/main" prst="rect">
            <a:avLst/>
          </a:prstGeom>
          <a:solidFill xmlns:a="http://schemas.openxmlformats.org/drawingml/2006/main">
            <a:srgbClr val="8ABDDE"/>
          </a:solidFill>
          <a:ln xmlns:a="http://schemas.openxmlformats.org/drawingml/2006/main" w="6350">
            <a:noFill/>
          </a:ln>
        </p:spPr>
      </p:sp>
      <p:sp>
        <p:nvSpPr>
          <p:cNvPr id="111" name="0111:panel-a-r-at-1/r-at-1-color-scale/color-step-42:rect">
            <a:extLst xmlns:a="http://schemas.openxmlformats.org/drawingml/2006/main">
              <a:ext uri="{FF2B5EF4-FFF2-40B4-BE49-F238E27FC236}">
                <a16:creationId xmlns:a16="http://schemas.microsoft.com/office/drawing/2014/main" id="{90B8344A-B1A4-4406-BDF8-197AC4CDEFEC}"/>
              </a:ext>
            </a:extLst>
          </p:cNvPr>
          <p:cNvSpPr>
            <a:spLocks xmlns:a="http://schemas.openxmlformats.org/drawingml/2006/main" noGrp="1"/>
          </p:cNvSpPr>
          <p:nvPr/>
        </p:nvSpPr>
        <p:spPr>
          <a:xfrm xmlns:a="http://schemas.openxmlformats.org/drawingml/2006/main">
            <a:off x="4729682" y="1815625"/>
            <a:ext cx="29211" cy="63483"/>
          </a:xfrm>
          <a:prstGeom xmlns:a="http://schemas.openxmlformats.org/drawingml/2006/main" prst="rect">
            <a:avLst/>
          </a:prstGeom>
          <a:solidFill xmlns:a="http://schemas.openxmlformats.org/drawingml/2006/main">
            <a:srgbClr val="86BCDE"/>
          </a:solidFill>
          <a:ln xmlns:a="http://schemas.openxmlformats.org/drawingml/2006/main" w="6350">
            <a:noFill/>
          </a:ln>
        </p:spPr>
      </p:sp>
      <p:sp>
        <p:nvSpPr>
          <p:cNvPr id="112" name="0112:panel-a-r-at-1/r-at-1-color-scale/color-step-43:rect">
            <a:extLst xmlns:a="http://schemas.openxmlformats.org/drawingml/2006/main">
              <a:ext uri="{FF2B5EF4-FFF2-40B4-BE49-F238E27FC236}">
                <a16:creationId xmlns:a16="http://schemas.microsoft.com/office/drawing/2014/main" id="{A5666FC0-CD89-4FF7-9EE4-0F015DA3B4FD}"/>
              </a:ext>
            </a:extLst>
          </p:cNvPr>
          <p:cNvSpPr>
            <a:spLocks xmlns:a="http://schemas.openxmlformats.org/drawingml/2006/main" noGrp="1"/>
          </p:cNvSpPr>
          <p:nvPr/>
        </p:nvSpPr>
        <p:spPr>
          <a:xfrm xmlns:a="http://schemas.openxmlformats.org/drawingml/2006/main">
            <a:off x="4757623" y="1815625"/>
            <a:ext cx="29211" cy="63483"/>
          </a:xfrm>
          <a:prstGeom xmlns:a="http://schemas.openxmlformats.org/drawingml/2006/main" prst="rect">
            <a:avLst/>
          </a:prstGeom>
          <a:solidFill xmlns:a="http://schemas.openxmlformats.org/drawingml/2006/main">
            <a:srgbClr val="83BADC"/>
          </a:solidFill>
          <a:ln xmlns:a="http://schemas.openxmlformats.org/drawingml/2006/main" w="6350">
            <a:noFill/>
          </a:ln>
        </p:spPr>
      </p:sp>
      <p:sp>
        <p:nvSpPr>
          <p:cNvPr id="113" name="0113:panel-a-r-at-1/r-at-1-color-scale/color-step-44:rect">
            <a:extLst xmlns:a="http://schemas.openxmlformats.org/drawingml/2006/main">
              <a:ext uri="{FF2B5EF4-FFF2-40B4-BE49-F238E27FC236}">
                <a16:creationId xmlns:a16="http://schemas.microsoft.com/office/drawing/2014/main" id="{7824E8E1-322E-4E90-B20C-BA211BEC7BBE}"/>
              </a:ext>
            </a:extLst>
          </p:cNvPr>
          <p:cNvSpPr>
            <a:spLocks xmlns:a="http://schemas.openxmlformats.org/drawingml/2006/main" noGrp="1"/>
          </p:cNvSpPr>
          <p:nvPr/>
        </p:nvSpPr>
        <p:spPr>
          <a:xfrm xmlns:a="http://schemas.openxmlformats.org/drawingml/2006/main">
            <a:off x="4785565" y="1815625"/>
            <a:ext cx="29211" cy="63483"/>
          </a:xfrm>
          <a:prstGeom xmlns:a="http://schemas.openxmlformats.org/drawingml/2006/main" prst="rect">
            <a:avLst/>
          </a:prstGeom>
          <a:solidFill xmlns:a="http://schemas.openxmlformats.org/drawingml/2006/main">
            <a:srgbClr val="7FB8DC"/>
          </a:solidFill>
          <a:ln xmlns:a="http://schemas.openxmlformats.org/drawingml/2006/main" w="6350">
            <a:noFill/>
          </a:ln>
        </p:spPr>
      </p:sp>
      <p:sp>
        <p:nvSpPr>
          <p:cNvPr id="114" name="0114:panel-a-r-at-1/r-at-1-color-scale/color-step-45:rect">
            <a:extLst xmlns:a="http://schemas.openxmlformats.org/drawingml/2006/main">
              <a:ext uri="{FF2B5EF4-FFF2-40B4-BE49-F238E27FC236}">
                <a16:creationId xmlns:a16="http://schemas.microsoft.com/office/drawing/2014/main" id="{EA865E68-41BB-4050-967C-00410B383A75}"/>
              </a:ext>
            </a:extLst>
          </p:cNvPr>
          <p:cNvSpPr>
            <a:spLocks xmlns:a="http://schemas.openxmlformats.org/drawingml/2006/main" noGrp="1"/>
          </p:cNvSpPr>
          <p:nvPr/>
        </p:nvSpPr>
        <p:spPr>
          <a:xfrm xmlns:a="http://schemas.openxmlformats.org/drawingml/2006/main">
            <a:off x="4813506" y="1815625"/>
            <a:ext cx="29211" cy="63483"/>
          </a:xfrm>
          <a:prstGeom xmlns:a="http://schemas.openxmlformats.org/drawingml/2006/main" prst="rect">
            <a:avLst/>
          </a:prstGeom>
          <a:solidFill xmlns:a="http://schemas.openxmlformats.org/drawingml/2006/main">
            <a:srgbClr val="7BB6DA"/>
          </a:solidFill>
          <a:ln xmlns:a="http://schemas.openxmlformats.org/drawingml/2006/main" w="6350">
            <a:noFill/>
          </a:ln>
        </p:spPr>
      </p:sp>
      <p:sp>
        <p:nvSpPr>
          <p:cNvPr id="115" name="0115:panel-a-r-at-1/r-at-1-color-scale/color-step-46:rect">
            <a:extLst xmlns:a="http://schemas.openxmlformats.org/drawingml/2006/main">
              <a:ext uri="{FF2B5EF4-FFF2-40B4-BE49-F238E27FC236}">
                <a16:creationId xmlns:a16="http://schemas.microsoft.com/office/drawing/2014/main" id="{E195888D-698B-4F1A-81B5-47FF16E1ED03}"/>
              </a:ext>
            </a:extLst>
          </p:cNvPr>
          <p:cNvSpPr>
            <a:spLocks xmlns:a="http://schemas.openxmlformats.org/drawingml/2006/main" noGrp="1"/>
          </p:cNvSpPr>
          <p:nvPr/>
        </p:nvSpPr>
        <p:spPr>
          <a:xfrm xmlns:a="http://schemas.openxmlformats.org/drawingml/2006/main">
            <a:off x="4841447" y="1815625"/>
            <a:ext cx="29211" cy="63483"/>
          </a:xfrm>
          <a:prstGeom xmlns:a="http://schemas.openxmlformats.org/drawingml/2006/main" prst="rect">
            <a:avLst/>
          </a:prstGeom>
          <a:solidFill xmlns:a="http://schemas.openxmlformats.org/drawingml/2006/main">
            <a:srgbClr val="78B4DA"/>
          </a:solidFill>
          <a:ln xmlns:a="http://schemas.openxmlformats.org/drawingml/2006/main" w="6350">
            <a:noFill/>
          </a:ln>
        </p:spPr>
      </p:sp>
      <p:sp>
        <p:nvSpPr>
          <p:cNvPr id="116" name="0116:panel-a-r-at-1/r-at-1-color-scale/color-step-47:rect">
            <a:extLst xmlns:a="http://schemas.openxmlformats.org/drawingml/2006/main">
              <a:ext uri="{FF2B5EF4-FFF2-40B4-BE49-F238E27FC236}">
                <a16:creationId xmlns:a16="http://schemas.microsoft.com/office/drawing/2014/main" id="{8E69F0AA-578D-4440-BBA4-2270EDAA6B40}"/>
              </a:ext>
            </a:extLst>
          </p:cNvPr>
          <p:cNvSpPr>
            <a:spLocks xmlns:a="http://schemas.openxmlformats.org/drawingml/2006/main" noGrp="1"/>
          </p:cNvSpPr>
          <p:nvPr/>
        </p:nvSpPr>
        <p:spPr>
          <a:xfrm xmlns:a="http://schemas.openxmlformats.org/drawingml/2006/main">
            <a:off x="4869388" y="1815625"/>
            <a:ext cx="29211" cy="63483"/>
          </a:xfrm>
          <a:prstGeom xmlns:a="http://schemas.openxmlformats.org/drawingml/2006/main" prst="rect">
            <a:avLst/>
          </a:prstGeom>
          <a:solidFill xmlns:a="http://schemas.openxmlformats.org/drawingml/2006/main">
            <a:srgbClr val="74B2D8"/>
          </a:solidFill>
          <a:ln xmlns:a="http://schemas.openxmlformats.org/drawingml/2006/main" w="6350">
            <a:noFill/>
          </a:ln>
        </p:spPr>
      </p:sp>
      <p:sp>
        <p:nvSpPr>
          <p:cNvPr id="117" name="0117:panel-a-r-at-1/r-at-1-color-scale/color-step-48:rect">
            <a:extLst xmlns:a="http://schemas.openxmlformats.org/drawingml/2006/main">
              <a:ext uri="{FF2B5EF4-FFF2-40B4-BE49-F238E27FC236}">
                <a16:creationId xmlns:a16="http://schemas.microsoft.com/office/drawing/2014/main" id="{AC3CC849-3C71-48EA-9BDF-4F2322BAC1B2}"/>
              </a:ext>
            </a:extLst>
          </p:cNvPr>
          <p:cNvSpPr>
            <a:spLocks xmlns:a="http://schemas.openxmlformats.org/drawingml/2006/main" noGrp="1"/>
          </p:cNvSpPr>
          <p:nvPr/>
        </p:nvSpPr>
        <p:spPr>
          <a:xfrm xmlns:a="http://schemas.openxmlformats.org/drawingml/2006/main">
            <a:off x="4897329" y="1815625"/>
            <a:ext cx="29211" cy="63483"/>
          </a:xfrm>
          <a:prstGeom xmlns:a="http://schemas.openxmlformats.org/drawingml/2006/main" prst="rect">
            <a:avLst/>
          </a:prstGeom>
          <a:solidFill xmlns:a="http://schemas.openxmlformats.org/drawingml/2006/main">
            <a:srgbClr val="70B1D8"/>
          </a:solidFill>
          <a:ln xmlns:a="http://schemas.openxmlformats.org/drawingml/2006/main" w="6350">
            <a:noFill/>
          </a:ln>
        </p:spPr>
      </p:sp>
      <p:sp>
        <p:nvSpPr>
          <p:cNvPr id="118" name="0118:panel-a-r-at-1/r-at-1-color-scale/color-step-49:rect">
            <a:extLst xmlns:a="http://schemas.openxmlformats.org/drawingml/2006/main">
              <a:ext uri="{FF2B5EF4-FFF2-40B4-BE49-F238E27FC236}">
                <a16:creationId xmlns:a16="http://schemas.microsoft.com/office/drawing/2014/main" id="{10DB705A-EE00-40A4-93A5-64E8812C7BDB}"/>
              </a:ext>
            </a:extLst>
          </p:cNvPr>
          <p:cNvSpPr>
            <a:spLocks xmlns:a="http://schemas.openxmlformats.org/drawingml/2006/main" noGrp="1"/>
          </p:cNvSpPr>
          <p:nvPr/>
        </p:nvSpPr>
        <p:spPr>
          <a:xfrm xmlns:a="http://schemas.openxmlformats.org/drawingml/2006/main">
            <a:off x="4925271" y="1815625"/>
            <a:ext cx="29211" cy="63483"/>
          </a:xfrm>
          <a:prstGeom xmlns:a="http://schemas.openxmlformats.org/drawingml/2006/main" prst="rect">
            <a:avLst/>
          </a:prstGeom>
          <a:solidFill xmlns:a="http://schemas.openxmlformats.org/drawingml/2006/main">
            <a:srgbClr val="6DAFD6"/>
          </a:solidFill>
          <a:ln xmlns:a="http://schemas.openxmlformats.org/drawingml/2006/main" w="6350">
            <a:noFill/>
          </a:ln>
        </p:spPr>
      </p:sp>
      <p:sp>
        <p:nvSpPr>
          <p:cNvPr id="119" name="0119:panel-a-r-at-1/r-at-1-color-scale/color-step-50:rect">
            <a:extLst xmlns:a="http://schemas.openxmlformats.org/drawingml/2006/main">
              <a:ext uri="{FF2B5EF4-FFF2-40B4-BE49-F238E27FC236}">
                <a16:creationId xmlns:a16="http://schemas.microsoft.com/office/drawing/2014/main" id="{8B010CF6-CE2C-4D21-879A-77AAD302A8F2}"/>
              </a:ext>
            </a:extLst>
          </p:cNvPr>
          <p:cNvSpPr>
            <a:spLocks xmlns:a="http://schemas.openxmlformats.org/drawingml/2006/main" noGrp="1"/>
          </p:cNvSpPr>
          <p:nvPr/>
        </p:nvSpPr>
        <p:spPr>
          <a:xfrm xmlns:a="http://schemas.openxmlformats.org/drawingml/2006/main">
            <a:off x="4953212" y="1815625"/>
            <a:ext cx="29211" cy="63483"/>
          </a:xfrm>
          <a:prstGeom xmlns:a="http://schemas.openxmlformats.org/drawingml/2006/main" prst="rect">
            <a:avLst/>
          </a:prstGeom>
          <a:solidFill xmlns:a="http://schemas.openxmlformats.org/drawingml/2006/main">
            <a:srgbClr val="6AADD5"/>
          </a:solidFill>
          <a:ln xmlns:a="http://schemas.openxmlformats.org/drawingml/2006/main" w="6350">
            <a:noFill/>
          </a:ln>
        </p:spPr>
      </p:sp>
      <p:sp>
        <p:nvSpPr>
          <p:cNvPr id="120" name="0120:panel-a-r-at-1/r-at-1-color-scale/color-step-51:rect">
            <a:extLst xmlns:a="http://schemas.openxmlformats.org/drawingml/2006/main">
              <a:ext uri="{FF2B5EF4-FFF2-40B4-BE49-F238E27FC236}">
                <a16:creationId xmlns:a16="http://schemas.microsoft.com/office/drawing/2014/main" id="{D0EC12D4-4132-4B44-A0A9-85255496639E}"/>
              </a:ext>
            </a:extLst>
          </p:cNvPr>
          <p:cNvSpPr>
            <a:spLocks xmlns:a="http://schemas.openxmlformats.org/drawingml/2006/main" noGrp="1"/>
          </p:cNvSpPr>
          <p:nvPr/>
        </p:nvSpPr>
        <p:spPr>
          <a:xfrm xmlns:a="http://schemas.openxmlformats.org/drawingml/2006/main">
            <a:off x="4981153" y="1815625"/>
            <a:ext cx="29211" cy="63483"/>
          </a:xfrm>
          <a:prstGeom xmlns:a="http://schemas.openxmlformats.org/drawingml/2006/main" prst="rect">
            <a:avLst/>
          </a:prstGeom>
          <a:solidFill xmlns:a="http://schemas.openxmlformats.org/drawingml/2006/main">
            <a:srgbClr val="67AAD4"/>
          </a:solidFill>
          <a:ln xmlns:a="http://schemas.openxmlformats.org/drawingml/2006/main" w="6350">
            <a:noFill/>
          </a:ln>
        </p:spPr>
      </p:sp>
      <p:sp>
        <p:nvSpPr>
          <p:cNvPr id="121" name="0121:panel-a-r-at-1/r-at-1-color-scale/color-step-52:rect">
            <a:extLst xmlns:a="http://schemas.openxmlformats.org/drawingml/2006/main">
              <a:ext uri="{FF2B5EF4-FFF2-40B4-BE49-F238E27FC236}">
                <a16:creationId xmlns:a16="http://schemas.microsoft.com/office/drawing/2014/main" id="{30EAFFB0-95D3-4969-93E9-5565C55A308C}"/>
              </a:ext>
            </a:extLst>
          </p:cNvPr>
          <p:cNvSpPr>
            <a:spLocks xmlns:a="http://schemas.openxmlformats.org/drawingml/2006/main" noGrp="1"/>
          </p:cNvSpPr>
          <p:nvPr/>
        </p:nvSpPr>
        <p:spPr>
          <a:xfrm xmlns:a="http://schemas.openxmlformats.org/drawingml/2006/main">
            <a:off x="5009094" y="1815625"/>
            <a:ext cx="29211" cy="63483"/>
          </a:xfrm>
          <a:prstGeom xmlns:a="http://schemas.openxmlformats.org/drawingml/2006/main" prst="rect">
            <a:avLst/>
          </a:prstGeom>
          <a:solidFill xmlns:a="http://schemas.openxmlformats.org/drawingml/2006/main">
            <a:srgbClr val="64A8D3"/>
          </a:solidFill>
          <a:ln xmlns:a="http://schemas.openxmlformats.org/drawingml/2006/main" w="6350">
            <a:noFill/>
          </a:ln>
        </p:spPr>
      </p:sp>
      <p:sp>
        <p:nvSpPr>
          <p:cNvPr id="122" name="0122:panel-a-r-at-1/r-at-1-color-scale/color-step-53:rect">
            <a:extLst xmlns:a="http://schemas.openxmlformats.org/drawingml/2006/main">
              <a:ext uri="{FF2B5EF4-FFF2-40B4-BE49-F238E27FC236}">
                <a16:creationId xmlns:a16="http://schemas.microsoft.com/office/drawing/2014/main" id="{4DA8D5C0-AA67-4F2C-8DE3-1FA7BA0FB5B0}"/>
              </a:ext>
            </a:extLst>
          </p:cNvPr>
          <p:cNvSpPr>
            <a:spLocks xmlns:a="http://schemas.openxmlformats.org/drawingml/2006/main" noGrp="1"/>
          </p:cNvSpPr>
          <p:nvPr/>
        </p:nvSpPr>
        <p:spPr>
          <a:xfrm xmlns:a="http://schemas.openxmlformats.org/drawingml/2006/main">
            <a:off x="5037035" y="1815625"/>
            <a:ext cx="29211" cy="63483"/>
          </a:xfrm>
          <a:prstGeom xmlns:a="http://schemas.openxmlformats.org/drawingml/2006/main" prst="rect">
            <a:avLst/>
          </a:prstGeom>
          <a:solidFill xmlns:a="http://schemas.openxmlformats.org/drawingml/2006/main">
            <a:srgbClr val="61A5D1"/>
          </a:solidFill>
          <a:ln xmlns:a="http://schemas.openxmlformats.org/drawingml/2006/main" w="6350">
            <a:noFill/>
          </a:ln>
        </p:spPr>
      </p:sp>
      <p:sp>
        <p:nvSpPr>
          <p:cNvPr id="123" name="0123:panel-a-r-at-1/r-at-1-color-scale/color-step-54:rect">
            <a:extLst xmlns:a="http://schemas.openxmlformats.org/drawingml/2006/main">
              <a:ext uri="{FF2B5EF4-FFF2-40B4-BE49-F238E27FC236}">
                <a16:creationId xmlns:a16="http://schemas.microsoft.com/office/drawing/2014/main" id="{9364DD00-D86A-4201-BA9B-54737D285A1E}"/>
              </a:ext>
            </a:extLst>
          </p:cNvPr>
          <p:cNvSpPr>
            <a:spLocks xmlns:a="http://schemas.openxmlformats.org/drawingml/2006/main" noGrp="1"/>
          </p:cNvSpPr>
          <p:nvPr/>
        </p:nvSpPr>
        <p:spPr>
          <a:xfrm xmlns:a="http://schemas.openxmlformats.org/drawingml/2006/main">
            <a:off x="5064977" y="1815625"/>
            <a:ext cx="29211" cy="63483"/>
          </a:xfrm>
          <a:prstGeom xmlns:a="http://schemas.openxmlformats.org/drawingml/2006/main" prst="rect">
            <a:avLst/>
          </a:prstGeom>
          <a:solidFill xmlns:a="http://schemas.openxmlformats.org/drawingml/2006/main">
            <a:srgbClr val="5EA3D0"/>
          </a:solidFill>
          <a:ln xmlns:a="http://schemas.openxmlformats.org/drawingml/2006/main" w="6350">
            <a:noFill/>
          </a:ln>
        </p:spPr>
      </p:sp>
      <p:sp>
        <p:nvSpPr>
          <p:cNvPr id="124" name="0124:panel-a-r-at-1/r-at-1-color-scale/color-step-55:rect">
            <a:extLst xmlns:a="http://schemas.openxmlformats.org/drawingml/2006/main">
              <a:ext uri="{FF2B5EF4-FFF2-40B4-BE49-F238E27FC236}">
                <a16:creationId xmlns:a16="http://schemas.microsoft.com/office/drawing/2014/main" id="{83F60F77-DB72-4132-BF12-D7944A622A8A}"/>
              </a:ext>
            </a:extLst>
          </p:cNvPr>
          <p:cNvSpPr>
            <a:spLocks xmlns:a="http://schemas.openxmlformats.org/drawingml/2006/main" noGrp="1"/>
          </p:cNvSpPr>
          <p:nvPr/>
        </p:nvSpPr>
        <p:spPr>
          <a:xfrm xmlns:a="http://schemas.openxmlformats.org/drawingml/2006/main">
            <a:off x="5092918" y="1815625"/>
            <a:ext cx="29211" cy="63483"/>
          </a:xfrm>
          <a:prstGeom xmlns:a="http://schemas.openxmlformats.org/drawingml/2006/main" prst="rect">
            <a:avLst/>
          </a:prstGeom>
          <a:solidFill xmlns:a="http://schemas.openxmlformats.org/drawingml/2006/main">
            <a:srgbClr val="5BA1CF"/>
          </a:solidFill>
          <a:ln xmlns:a="http://schemas.openxmlformats.org/drawingml/2006/main" w="6350">
            <a:noFill/>
          </a:ln>
        </p:spPr>
      </p:sp>
      <p:sp>
        <p:nvSpPr>
          <p:cNvPr id="125" name="0125:panel-a-r-at-1/r-at-1-color-scale/color-step-56:rect">
            <a:extLst xmlns:a="http://schemas.openxmlformats.org/drawingml/2006/main">
              <a:ext uri="{FF2B5EF4-FFF2-40B4-BE49-F238E27FC236}">
                <a16:creationId xmlns:a16="http://schemas.microsoft.com/office/drawing/2014/main" id="{06D0EEA8-56C0-43D0-BF63-F8A15A7B4E83}"/>
              </a:ext>
            </a:extLst>
          </p:cNvPr>
          <p:cNvSpPr>
            <a:spLocks xmlns:a="http://schemas.openxmlformats.org/drawingml/2006/main" noGrp="1"/>
          </p:cNvSpPr>
          <p:nvPr/>
        </p:nvSpPr>
        <p:spPr>
          <a:xfrm xmlns:a="http://schemas.openxmlformats.org/drawingml/2006/main">
            <a:off x="5120859" y="1815625"/>
            <a:ext cx="29211" cy="63483"/>
          </a:xfrm>
          <a:prstGeom xmlns:a="http://schemas.openxmlformats.org/drawingml/2006/main" prst="rect">
            <a:avLst/>
          </a:prstGeom>
          <a:solidFill xmlns:a="http://schemas.openxmlformats.org/drawingml/2006/main">
            <a:srgbClr val="589ECD"/>
          </a:solidFill>
          <a:ln xmlns:a="http://schemas.openxmlformats.org/drawingml/2006/main" w="6350">
            <a:noFill/>
          </a:ln>
        </p:spPr>
      </p:sp>
      <p:sp>
        <p:nvSpPr>
          <p:cNvPr id="126" name="0126:panel-a-r-at-1/r-at-1-color-scale/color-step-57:rect">
            <a:extLst xmlns:a="http://schemas.openxmlformats.org/drawingml/2006/main">
              <a:ext uri="{FF2B5EF4-FFF2-40B4-BE49-F238E27FC236}">
                <a16:creationId xmlns:a16="http://schemas.microsoft.com/office/drawing/2014/main" id="{A86ACEFF-3E33-4948-9A05-25486E0D16D1}"/>
              </a:ext>
            </a:extLst>
          </p:cNvPr>
          <p:cNvSpPr>
            <a:spLocks xmlns:a="http://schemas.openxmlformats.org/drawingml/2006/main" noGrp="1"/>
          </p:cNvSpPr>
          <p:nvPr/>
        </p:nvSpPr>
        <p:spPr>
          <a:xfrm xmlns:a="http://schemas.openxmlformats.org/drawingml/2006/main">
            <a:off x="5148800" y="1815625"/>
            <a:ext cx="29211" cy="63483"/>
          </a:xfrm>
          <a:prstGeom xmlns:a="http://schemas.openxmlformats.org/drawingml/2006/main" prst="rect">
            <a:avLst/>
          </a:prstGeom>
          <a:solidFill xmlns:a="http://schemas.openxmlformats.org/drawingml/2006/main">
            <a:srgbClr val="559CCC"/>
          </a:solidFill>
          <a:ln xmlns:a="http://schemas.openxmlformats.org/drawingml/2006/main" w="6350">
            <a:noFill/>
          </a:ln>
        </p:spPr>
      </p:sp>
      <p:sp>
        <p:nvSpPr>
          <p:cNvPr id="127" name="0127:panel-a-r-at-1/r-at-1-color-scale/color-step-58:rect">
            <a:extLst xmlns:a="http://schemas.openxmlformats.org/drawingml/2006/main">
              <a:ext uri="{FF2B5EF4-FFF2-40B4-BE49-F238E27FC236}">
                <a16:creationId xmlns:a16="http://schemas.microsoft.com/office/drawing/2014/main" id="{B9AC95C4-8C45-4FAC-BB90-CF6444384FAC}"/>
              </a:ext>
            </a:extLst>
          </p:cNvPr>
          <p:cNvSpPr>
            <a:spLocks xmlns:a="http://schemas.openxmlformats.org/drawingml/2006/main" noGrp="1"/>
          </p:cNvSpPr>
          <p:nvPr/>
        </p:nvSpPr>
        <p:spPr>
          <a:xfrm xmlns:a="http://schemas.openxmlformats.org/drawingml/2006/main">
            <a:off x="5176741" y="1815625"/>
            <a:ext cx="29211" cy="63483"/>
          </a:xfrm>
          <a:prstGeom xmlns:a="http://schemas.openxmlformats.org/drawingml/2006/main" prst="rect">
            <a:avLst/>
          </a:prstGeom>
          <a:solidFill xmlns:a="http://schemas.openxmlformats.org/drawingml/2006/main">
            <a:srgbClr val="5299CB"/>
          </a:solidFill>
          <a:ln xmlns:a="http://schemas.openxmlformats.org/drawingml/2006/main" w="6350">
            <a:noFill/>
          </a:ln>
        </p:spPr>
      </p:sp>
      <p:sp>
        <p:nvSpPr>
          <p:cNvPr id="128" name="0128:panel-a-r-at-1/r-at-1-color-scale/color-step-59:rect">
            <a:extLst xmlns:a="http://schemas.openxmlformats.org/drawingml/2006/main">
              <a:ext uri="{FF2B5EF4-FFF2-40B4-BE49-F238E27FC236}">
                <a16:creationId xmlns:a16="http://schemas.microsoft.com/office/drawing/2014/main" id="{D4E542A7-2E6B-4759-8339-6707C60997C6}"/>
              </a:ext>
            </a:extLst>
          </p:cNvPr>
          <p:cNvSpPr>
            <a:spLocks xmlns:a="http://schemas.openxmlformats.org/drawingml/2006/main" noGrp="1"/>
          </p:cNvSpPr>
          <p:nvPr/>
        </p:nvSpPr>
        <p:spPr>
          <a:xfrm xmlns:a="http://schemas.openxmlformats.org/drawingml/2006/main">
            <a:off x="5204683" y="1815625"/>
            <a:ext cx="29211" cy="63483"/>
          </a:xfrm>
          <a:prstGeom xmlns:a="http://schemas.openxmlformats.org/drawingml/2006/main" prst="rect">
            <a:avLst/>
          </a:prstGeom>
          <a:solidFill xmlns:a="http://schemas.openxmlformats.org/drawingml/2006/main">
            <a:srgbClr val="4F97C9"/>
          </a:solidFill>
          <a:ln xmlns:a="http://schemas.openxmlformats.org/drawingml/2006/main" w="6350">
            <a:noFill/>
          </a:ln>
        </p:spPr>
      </p:sp>
      <p:sp>
        <p:nvSpPr>
          <p:cNvPr id="129" name="0129:panel-a-r-at-1/r-at-1-color-scale/color-step-60:rect">
            <a:extLst xmlns:a="http://schemas.openxmlformats.org/drawingml/2006/main">
              <a:ext uri="{FF2B5EF4-FFF2-40B4-BE49-F238E27FC236}">
                <a16:creationId xmlns:a16="http://schemas.microsoft.com/office/drawing/2014/main" id="{C513A319-3EE6-4287-9F04-242A138A8D98}"/>
              </a:ext>
            </a:extLst>
          </p:cNvPr>
          <p:cNvSpPr>
            <a:spLocks xmlns:a="http://schemas.openxmlformats.org/drawingml/2006/main" noGrp="1"/>
          </p:cNvSpPr>
          <p:nvPr/>
        </p:nvSpPr>
        <p:spPr>
          <a:xfrm xmlns:a="http://schemas.openxmlformats.org/drawingml/2006/main">
            <a:off x="5232624" y="1815625"/>
            <a:ext cx="29211" cy="63483"/>
          </a:xfrm>
          <a:prstGeom xmlns:a="http://schemas.openxmlformats.org/drawingml/2006/main" prst="rect">
            <a:avLst/>
          </a:prstGeom>
          <a:solidFill xmlns:a="http://schemas.openxmlformats.org/drawingml/2006/main">
            <a:srgbClr val="4C94C8"/>
          </a:solidFill>
          <a:ln xmlns:a="http://schemas.openxmlformats.org/drawingml/2006/main" w="6350">
            <a:noFill/>
          </a:ln>
        </p:spPr>
      </p:sp>
      <p:sp>
        <p:nvSpPr>
          <p:cNvPr id="130" name="0130:panel-a-r-at-1/r-at-1-color-scale/color-step-61:rect">
            <a:extLst xmlns:a="http://schemas.openxmlformats.org/drawingml/2006/main">
              <a:ext uri="{FF2B5EF4-FFF2-40B4-BE49-F238E27FC236}">
                <a16:creationId xmlns:a16="http://schemas.microsoft.com/office/drawing/2014/main" id="{35466B21-929F-4A53-8BFA-E74CA47DE0D7}"/>
              </a:ext>
            </a:extLst>
          </p:cNvPr>
          <p:cNvSpPr>
            <a:spLocks xmlns:a="http://schemas.openxmlformats.org/drawingml/2006/main" noGrp="1"/>
          </p:cNvSpPr>
          <p:nvPr/>
        </p:nvSpPr>
        <p:spPr>
          <a:xfrm xmlns:a="http://schemas.openxmlformats.org/drawingml/2006/main">
            <a:off x="5260565" y="1815625"/>
            <a:ext cx="29211" cy="63483"/>
          </a:xfrm>
          <a:prstGeom xmlns:a="http://schemas.openxmlformats.org/drawingml/2006/main" prst="rect">
            <a:avLst/>
          </a:prstGeom>
          <a:solidFill xmlns:a="http://schemas.openxmlformats.org/drawingml/2006/main">
            <a:srgbClr val="4992C7"/>
          </a:solidFill>
          <a:ln xmlns:a="http://schemas.openxmlformats.org/drawingml/2006/main" w="6350">
            <a:noFill/>
          </a:ln>
        </p:spPr>
      </p:sp>
      <p:sp>
        <p:nvSpPr>
          <p:cNvPr id="131" name="0131:panel-a-r-at-1/r-at-1-color-scale/color-step-62:rect">
            <a:extLst xmlns:a="http://schemas.openxmlformats.org/drawingml/2006/main">
              <a:ext uri="{FF2B5EF4-FFF2-40B4-BE49-F238E27FC236}">
                <a16:creationId xmlns:a16="http://schemas.microsoft.com/office/drawing/2014/main" id="{81EACAF0-D5EC-48E4-8C07-335D4500F666}"/>
              </a:ext>
            </a:extLst>
          </p:cNvPr>
          <p:cNvSpPr>
            <a:spLocks xmlns:a="http://schemas.openxmlformats.org/drawingml/2006/main" noGrp="1"/>
          </p:cNvSpPr>
          <p:nvPr/>
        </p:nvSpPr>
        <p:spPr>
          <a:xfrm xmlns:a="http://schemas.openxmlformats.org/drawingml/2006/main">
            <a:off x="5288506" y="1815625"/>
            <a:ext cx="29211" cy="63483"/>
          </a:xfrm>
          <a:prstGeom xmlns:a="http://schemas.openxmlformats.org/drawingml/2006/main" prst="rect">
            <a:avLst/>
          </a:prstGeom>
          <a:solidFill xmlns:a="http://schemas.openxmlformats.org/drawingml/2006/main">
            <a:srgbClr val="4690C6"/>
          </a:solidFill>
          <a:ln xmlns:a="http://schemas.openxmlformats.org/drawingml/2006/main" w="6350">
            <a:noFill/>
          </a:ln>
        </p:spPr>
      </p:sp>
      <p:sp>
        <p:nvSpPr>
          <p:cNvPr id="132" name="0132:panel-a-r-at-1/r-at-1-color-scale/color-step-63:rect">
            <a:extLst xmlns:a="http://schemas.openxmlformats.org/drawingml/2006/main">
              <a:ext uri="{FF2B5EF4-FFF2-40B4-BE49-F238E27FC236}">
                <a16:creationId xmlns:a16="http://schemas.microsoft.com/office/drawing/2014/main" id="{A6B1E199-B134-4A9F-B75F-1CAC65511882}"/>
              </a:ext>
            </a:extLst>
          </p:cNvPr>
          <p:cNvSpPr>
            <a:spLocks xmlns:a="http://schemas.openxmlformats.org/drawingml/2006/main" noGrp="1"/>
          </p:cNvSpPr>
          <p:nvPr/>
        </p:nvSpPr>
        <p:spPr>
          <a:xfrm xmlns:a="http://schemas.openxmlformats.org/drawingml/2006/main">
            <a:off x="5316447" y="1815625"/>
            <a:ext cx="29211" cy="63483"/>
          </a:xfrm>
          <a:prstGeom xmlns:a="http://schemas.openxmlformats.org/drawingml/2006/main" prst="rect">
            <a:avLst/>
          </a:prstGeom>
          <a:solidFill xmlns:a="http://schemas.openxmlformats.org/drawingml/2006/main">
            <a:srgbClr val="438DC4"/>
          </a:solidFill>
          <a:ln xmlns:a="http://schemas.openxmlformats.org/drawingml/2006/main" w="6350">
            <a:noFill/>
          </a:ln>
        </p:spPr>
      </p:sp>
      <p:sp>
        <p:nvSpPr>
          <p:cNvPr id="133" name="0133:panel-a-r-at-1/r-at-1-color-scale/color-step-64:rect">
            <a:extLst xmlns:a="http://schemas.openxmlformats.org/drawingml/2006/main">
              <a:ext uri="{FF2B5EF4-FFF2-40B4-BE49-F238E27FC236}">
                <a16:creationId xmlns:a16="http://schemas.microsoft.com/office/drawing/2014/main" id="{6ACB9DCF-FEE5-4DF8-AC07-E47F095D520E}"/>
              </a:ext>
            </a:extLst>
          </p:cNvPr>
          <p:cNvSpPr>
            <a:spLocks xmlns:a="http://schemas.openxmlformats.org/drawingml/2006/main" noGrp="1"/>
          </p:cNvSpPr>
          <p:nvPr/>
        </p:nvSpPr>
        <p:spPr>
          <a:xfrm xmlns:a="http://schemas.openxmlformats.org/drawingml/2006/main">
            <a:off x="5344389" y="1815625"/>
            <a:ext cx="29211" cy="63483"/>
          </a:xfrm>
          <a:prstGeom xmlns:a="http://schemas.openxmlformats.org/drawingml/2006/main" prst="rect">
            <a:avLst/>
          </a:prstGeom>
          <a:solidFill xmlns:a="http://schemas.openxmlformats.org/drawingml/2006/main">
            <a:srgbClr val="408BC3"/>
          </a:solidFill>
          <a:ln xmlns:a="http://schemas.openxmlformats.org/drawingml/2006/main" w="6350">
            <a:noFill/>
          </a:ln>
        </p:spPr>
      </p:sp>
      <p:sp>
        <p:nvSpPr>
          <p:cNvPr id="134" name="0134:panel-a-r-at-1/r-at-1-color-scale/color-step-65:rect">
            <a:extLst xmlns:a="http://schemas.openxmlformats.org/drawingml/2006/main">
              <a:ext uri="{FF2B5EF4-FFF2-40B4-BE49-F238E27FC236}">
                <a16:creationId xmlns:a16="http://schemas.microsoft.com/office/drawing/2014/main" id="{BE7FB671-301B-424F-B5D8-ADD4D1A0551B}"/>
              </a:ext>
            </a:extLst>
          </p:cNvPr>
          <p:cNvSpPr>
            <a:spLocks xmlns:a="http://schemas.openxmlformats.org/drawingml/2006/main" noGrp="1"/>
          </p:cNvSpPr>
          <p:nvPr/>
        </p:nvSpPr>
        <p:spPr>
          <a:xfrm xmlns:a="http://schemas.openxmlformats.org/drawingml/2006/main">
            <a:off x="5372330" y="1815625"/>
            <a:ext cx="29211" cy="63483"/>
          </a:xfrm>
          <a:prstGeom xmlns:a="http://schemas.openxmlformats.org/drawingml/2006/main" prst="rect">
            <a:avLst/>
          </a:prstGeom>
          <a:solidFill xmlns:a="http://schemas.openxmlformats.org/drawingml/2006/main">
            <a:srgbClr val="3D88C2"/>
          </a:solidFill>
          <a:ln xmlns:a="http://schemas.openxmlformats.org/drawingml/2006/main" w="6350">
            <a:noFill/>
          </a:ln>
        </p:spPr>
      </p:sp>
      <p:sp>
        <p:nvSpPr>
          <p:cNvPr id="135" name="0135:panel-a-r-at-1/r-at-1-color-scale/color-step-66:rect">
            <a:extLst xmlns:a="http://schemas.openxmlformats.org/drawingml/2006/main">
              <a:ext uri="{FF2B5EF4-FFF2-40B4-BE49-F238E27FC236}">
                <a16:creationId xmlns:a16="http://schemas.microsoft.com/office/drawing/2014/main" id="{9F23BEB5-819E-4D44-B6FE-006EC919CADB}"/>
              </a:ext>
            </a:extLst>
          </p:cNvPr>
          <p:cNvSpPr>
            <a:spLocks xmlns:a="http://schemas.openxmlformats.org/drawingml/2006/main" noGrp="1"/>
          </p:cNvSpPr>
          <p:nvPr/>
        </p:nvSpPr>
        <p:spPr>
          <a:xfrm xmlns:a="http://schemas.openxmlformats.org/drawingml/2006/main">
            <a:off x="5400271" y="1815625"/>
            <a:ext cx="29211" cy="63483"/>
          </a:xfrm>
          <a:prstGeom xmlns:a="http://schemas.openxmlformats.org/drawingml/2006/main" prst="rect">
            <a:avLst/>
          </a:prstGeom>
          <a:solidFill xmlns:a="http://schemas.openxmlformats.org/drawingml/2006/main">
            <a:srgbClr val="3A86C0"/>
          </a:solidFill>
          <a:ln xmlns:a="http://schemas.openxmlformats.org/drawingml/2006/main" w="6350">
            <a:noFill/>
          </a:ln>
        </p:spPr>
      </p:sp>
      <p:sp>
        <p:nvSpPr>
          <p:cNvPr id="136" name="0136:panel-a-r-at-1/r-at-1-color-scale/color-step-67:rect">
            <a:extLst xmlns:a="http://schemas.openxmlformats.org/drawingml/2006/main">
              <a:ext uri="{FF2B5EF4-FFF2-40B4-BE49-F238E27FC236}">
                <a16:creationId xmlns:a16="http://schemas.microsoft.com/office/drawing/2014/main" id="{90082D62-8763-468B-B259-D2FB2126B25C}"/>
              </a:ext>
            </a:extLst>
          </p:cNvPr>
          <p:cNvSpPr>
            <a:spLocks xmlns:a="http://schemas.openxmlformats.org/drawingml/2006/main" noGrp="1"/>
          </p:cNvSpPr>
          <p:nvPr/>
        </p:nvSpPr>
        <p:spPr>
          <a:xfrm xmlns:a="http://schemas.openxmlformats.org/drawingml/2006/main">
            <a:off x="5428212" y="1815625"/>
            <a:ext cx="29211" cy="63483"/>
          </a:xfrm>
          <a:prstGeom xmlns:a="http://schemas.openxmlformats.org/drawingml/2006/main" prst="rect">
            <a:avLst/>
          </a:prstGeom>
          <a:solidFill xmlns:a="http://schemas.openxmlformats.org/drawingml/2006/main">
            <a:srgbClr val="3783BF"/>
          </a:solidFill>
          <a:ln xmlns:a="http://schemas.openxmlformats.org/drawingml/2006/main" w="6350">
            <a:noFill/>
          </a:ln>
        </p:spPr>
      </p:sp>
      <p:sp>
        <p:nvSpPr>
          <p:cNvPr id="137" name="0137:panel-a-r-at-1/r-at-1-color-scale/color-step-68:rect">
            <a:extLst xmlns:a="http://schemas.openxmlformats.org/drawingml/2006/main">
              <a:ext uri="{FF2B5EF4-FFF2-40B4-BE49-F238E27FC236}">
                <a16:creationId xmlns:a16="http://schemas.microsoft.com/office/drawing/2014/main" id="{D53939C8-493D-4313-8802-6C818D5505A0}"/>
              </a:ext>
            </a:extLst>
          </p:cNvPr>
          <p:cNvSpPr>
            <a:spLocks xmlns:a="http://schemas.openxmlformats.org/drawingml/2006/main" noGrp="1"/>
          </p:cNvSpPr>
          <p:nvPr/>
        </p:nvSpPr>
        <p:spPr>
          <a:xfrm xmlns:a="http://schemas.openxmlformats.org/drawingml/2006/main">
            <a:off x="5456153" y="1815625"/>
            <a:ext cx="29211" cy="63483"/>
          </a:xfrm>
          <a:prstGeom xmlns:a="http://schemas.openxmlformats.org/drawingml/2006/main" prst="rect">
            <a:avLst/>
          </a:prstGeom>
          <a:solidFill xmlns:a="http://schemas.openxmlformats.org/drawingml/2006/main">
            <a:srgbClr val="3481BE"/>
          </a:solidFill>
          <a:ln xmlns:a="http://schemas.openxmlformats.org/drawingml/2006/main" w="6350">
            <a:noFill/>
          </a:ln>
        </p:spPr>
      </p:sp>
      <p:sp>
        <p:nvSpPr>
          <p:cNvPr id="138" name="0138:panel-a-r-at-1/r-at-1-color-scale/color-step-69:rect">
            <a:extLst xmlns:a="http://schemas.openxmlformats.org/drawingml/2006/main">
              <a:ext uri="{FF2B5EF4-FFF2-40B4-BE49-F238E27FC236}">
                <a16:creationId xmlns:a16="http://schemas.microsoft.com/office/drawing/2014/main" id="{5BDF38C3-07DC-412D-B54B-63B228B4A528}"/>
              </a:ext>
            </a:extLst>
          </p:cNvPr>
          <p:cNvSpPr>
            <a:spLocks xmlns:a="http://schemas.openxmlformats.org/drawingml/2006/main" noGrp="1"/>
          </p:cNvSpPr>
          <p:nvPr/>
        </p:nvSpPr>
        <p:spPr>
          <a:xfrm xmlns:a="http://schemas.openxmlformats.org/drawingml/2006/main">
            <a:off x="5484094" y="1815625"/>
            <a:ext cx="29211" cy="63483"/>
          </a:xfrm>
          <a:prstGeom xmlns:a="http://schemas.openxmlformats.org/drawingml/2006/main" prst="rect">
            <a:avLst/>
          </a:prstGeom>
          <a:solidFill xmlns:a="http://schemas.openxmlformats.org/drawingml/2006/main">
            <a:srgbClr val="317EBC"/>
          </a:solidFill>
          <a:ln xmlns:a="http://schemas.openxmlformats.org/drawingml/2006/main" w="6350">
            <a:noFill/>
          </a:ln>
        </p:spPr>
      </p:sp>
      <p:sp>
        <p:nvSpPr>
          <p:cNvPr id="139" name="0139:panel-a-r-at-1/r-at-1-color-scale/color-step-70:rect">
            <a:extLst xmlns:a="http://schemas.openxmlformats.org/drawingml/2006/main">
              <a:ext uri="{FF2B5EF4-FFF2-40B4-BE49-F238E27FC236}">
                <a16:creationId xmlns:a16="http://schemas.microsoft.com/office/drawing/2014/main" id="{8C21F86E-FEBA-4692-B7D6-2A0A2518302C}"/>
              </a:ext>
            </a:extLst>
          </p:cNvPr>
          <p:cNvSpPr>
            <a:spLocks xmlns:a="http://schemas.openxmlformats.org/drawingml/2006/main" noGrp="1"/>
          </p:cNvSpPr>
          <p:nvPr/>
        </p:nvSpPr>
        <p:spPr>
          <a:xfrm xmlns:a="http://schemas.openxmlformats.org/drawingml/2006/main">
            <a:off x="5512036" y="1815625"/>
            <a:ext cx="29211" cy="63483"/>
          </a:xfrm>
          <a:prstGeom xmlns:a="http://schemas.openxmlformats.org/drawingml/2006/main" prst="rect">
            <a:avLst/>
          </a:prstGeom>
          <a:solidFill xmlns:a="http://schemas.openxmlformats.org/drawingml/2006/main">
            <a:srgbClr val="2E7CBB"/>
          </a:solidFill>
          <a:ln xmlns:a="http://schemas.openxmlformats.org/drawingml/2006/main" w="6350">
            <a:noFill/>
          </a:ln>
        </p:spPr>
      </p:sp>
      <p:sp>
        <p:nvSpPr>
          <p:cNvPr id="140" name="0140:panel-a-r-at-1/r-at-1-color-scale/color-step-71:rect">
            <a:extLst xmlns:a="http://schemas.openxmlformats.org/drawingml/2006/main">
              <a:ext uri="{FF2B5EF4-FFF2-40B4-BE49-F238E27FC236}">
                <a16:creationId xmlns:a16="http://schemas.microsoft.com/office/drawing/2014/main" id="{D1B9A18E-FAE0-4407-901D-BFA78C826E9B}"/>
              </a:ext>
            </a:extLst>
          </p:cNvPr>
          <p:cNvSpPr>
            <a:spLocks xmlns:a="http://schemas.openxmlformats.org/drawingml/2006/main" noGrp="1"/>
          </p:cNvSpPr>
          <p:nvPr/>
        </p:nvSpPr>
        <p:spPr>
          <a:xfrm xmlns:a="http://schemas.openxmlformats.org/drawingml/2006/main">
            <a:off x="5539977" y="1815625"/>
            <a:ext cx="29211" cy="63483"/>
          </a:xfrm>
          <a:prstGeom xmlns:a="http://schemas.openxmlformats.org/drawingml/2006/main" prst="rect">
            <a:avLst/>
          </a:prstGeom>
          <a:solidFill xmlns:a="http://schemas.openxmlformats.org/drawingml/2006/main">
            <a:srgbClr val="2B7ABA"/>
          </a:solidFill>
          <a:ln xmlns:a="http://schemas.openxmlformats.org/drawingml/2006/main" w="6350">
            <a:noFill/>
          </a:ln>
        </p:spPr>
      </p:sp>
      <p:sp>
        <p:nvSpPr>
          <p:cNvPr id="141" name="0141:panel-a-r-at-1/r-at-1-color-scale/color-step-72:rect">
            <a:extLst xmlns:a="http://schemas.openxmlformats.org/drawingml/2006/main">
              <a:ext uri="{FF2B5EF4-FFF2-40B4-BE49-F238E27FC236}">
                <a16:creationId xmlns:a16="http://schemas.microsoft.com/office/drawing/2014/main" id="{84BA1956-4B36-4677-8CEC-A1C9AEDEF1AD}"/>
              </a:ext>
            </a:extLst>
          </p:cNvPr>
          <p:cNvSpPr>
            <a:spLocks xmlns:a="http://schemas.openxmlformats.org/drawingml/2006/main" noGrp="1"/>
          </p:cNvSpPr>
          <p:nvPr/>
        </p:nvSpPr>
        <p:spPr>
          <a:xfrm xmlns:a="http://schemas.openxmlformats.org/drawingml/2006/main">
            <a:off x="5567918" y="1815625"/>
            <a:ext cx="29211" cy="63483"/>
          </a:xfrm>
          <a:prstGeom xmlns:a="http://schemas.openxmlformats.org/drawingml/2006/main" prst="rect">
            <a:avLst/>
          </a:prstGeom>
          <a:solidFill xmlns:a="http://schemas.openxmlformats.org/drawingml/2006/main">
            <a:srgbClr val="2877B8"/>
          </a:solidFill>
          <a:ln xmlns:a="http://schemas.openxmlformats.org/drawingml/2006/main" w="6350">
            <a:noFill/>
          </a:ln>
        </p:spPr>
      </p:sp>
      <p:sp>
        <p:nvSpPr>
          <p:cNvPr id="142" name="0142:panel-a-r-at-1/r-at-1-color-scale/color-step-73:rect">
            <a:extLst xmlns:a="http://schemas.openxmlformats.org/drawingml/2006/main">
              <a:ext uri="{FF2B5EF4-FFF2-40B4-BE49-F238E27FC236}">
                <a16:creationId xmlns:a16="http://schemas.microsoft.com/office/drawing/2014/main" id="{7BEE8C1F-D3A9-4CA1-BB96-0026FA1EA869}"/>
              </a:ext>
            </a:extLst>
          </p:cNvPr>
          <p:cNvSpPr>
            <a:spLocks xmlns:a="http://schemas.openxmlformats.org/drawingml/2006/main" noGrp="1"/>
          </p:cNvSpPr>
          <p:nvPr/>
        </p:nvSpPr>
        <p:spPr>
          <a:xfrm xmlns:a="http://schemas.openxmlformats.org/drawingml/2006/main">
            <a:off x="5595859" y="1815625"/>
            <a:ext cx="29211" cy="63483"/>
          </a:xfrm>
          <a:prstGeom xmlns:a="http://schemas.openxmlformats.org/drawingml/2006/main" prst="rect">
            <a:avLst/>
          </a:prstGeom>
          <a:solidFill xmlns:a="http://schemas.openxmlformats.org/drawingml/2006/main">
            <a:srgbClr val="2575B7"/>
          </a:solidFill>
          <a:ln xmlns:a="http://schemas.openxmlformats.org/drawingml/2006/main" w="6350">
            <a:noFill/>
          </a:ln>
        </p:spPr>
      </p:sp>
      <p:sp>
        <p:nvSpPr>
          <p:cNvPr id="143" name="0143:panel-a-r-at-1/r-at-1-color-scale/color-step-74:rect">
            <a:extLst xmlns:a="http://schemas.openxmlformats.org/drawingml/2006/main">
              <a:ext uri="{FF2B5EF4-FFF2-40B4-BE49-F238E27FC236}">
                <a16:creationId xmlns:a16="http://schemas.microsoft.com/office/drawing/2014/main" id="{8AF41C66-8D3D-45B7-89C0-72EEF06C363C}"/>
              </a:ext>
            </a:extLst>
          </p:cNvPr>
          <p:cNvSpPr>
            <a:spLocks xmlns:a="http://schemas.openxmlformats.org/drawingml/2006/main" noGrp="1"/>
          </p:cNvSpPr>
          <p:nvPr/>
        </p:nvSpPr>
        <p:spPr>
          <a:xfrm xmlns:a="http://schemas.openxmlformats.org/drawingml/2006/main">
            <a:off x="5623800" y="1815625"/>
            <a:ext cx="29211" cy="63483"/>
          </a:xfrm>
          <a:prstGeom xmlns:a="http://schemas.openxmlformats.org/drawingml/2006/main" prst="rect">
            <a:avLst/>
          </a:prstGeom>
          <a:solidFill xmlns:a="http://schemas.openxmlformats.org/drawingml/2006/main">
            <a:srgbClr val="2272B6"/>
          </a:solidFill>
          <a:ln xmlns:a="http://schemas.openxmlformats.org/drawingml/2006/main" w="6350">
            <a:noFill/>
          </a:ln>
        </p:spPr>
      </p:sp>
      <p:sp>
        <p:nvSpPr>
          <p:cNvPr id="144" name="0144:panel-a-r-at-1/r-at-1-color-scale/color-step-75:rect">
            <a:extLst xmlns:a="http://schemas.openxmlformats.org/drawingml/2006/main">
              <a:ext uri="{FF2B5EF4-FFF2-40B4-BE49-F238E27FC236}">
                <a16:creationId xmlns:a16="http://schemas.microsoft.com/office/drawing/2014/main" id="{98F19BB3-04B3-42E6-80F0-46F788C2C16B}"/>
              </a:ext>
            </a:extLst>
          </p:cNvPr>
          <p:cNvSpPr>
            <a:spLocks xmlns:a="http://schemas.openxmlformats.org/drawingml/2006/main" noGrp="1"/>
          </p:cNvSpPr>
          <p:nvPr/>
        </p:nvSpPr>
        <p:spPr>
          <a:xfrm xmlns:a="http://schemas.openxmlformats.org/drawingml/2006/main">
            <a:off x="5651742" y="1815625"/>
            <a:ext cx="29211" cy="63483"/>
          </a:xfrm>
          <a:prstGeom xmlns:a="http://schemas.openxmlformats.org/drawingml/2006/main" prst="rect">
            <a:avLst/>
          </a:prstGeom>
          <a:solidFill xmlns:a="http://schemas.openxmlformats.org/drawingml/2006/main">
            <a:srgbClr val="2070B4"/>
          </a:solidFill>
          <a:ln xmlns:a="http://schemas.openxmlformats.org/drawingml/2006/main" w="6350">
            <a:noFill/>
          </a:ln>
        </p:spPr>
      </p:sp>
      <p:sp>
        <p:nvSpPr>
          <p:cNvPr id="145" name="0145:panel-a-r-at-1/r-at-1-color-scale/color-step-76:rect">
            <a:extLst xmlns:a="http://schemas.openxmlformats.org/drawingml/2006/main">
              <a:ext uri="{FF2B5EF4-FFF2-40B4-BE49-F238E27FC236}">
                <a16:creationId xmlns:a16="http://schemas.microsoft.com/office/drawing/2014/main" id="{3FDB9E62-30AC-40BE-BDF4-CDE396EF1B9B}"/>
              </a:ext>
            </a:extLst>
          </p:cNvPr>
          <p:cNvSpPr>
            <a:spLocks xmlns:a="http://schemas.openxmlformats.org/drawingml/2006/main" noGrp="1"/>
          </p:cNvSpPr>
          <p:nvPr/>
        </p:nvSpPr>
        <p:spPr>
          <a:xfrm xmlns:a="http://schemas.openxmlformats.org/drawingml/2006/main">
            <a:off x="5679683" y="1815625"/>
            <a:ext cx="29211" cy="63483"/>
          </a:xfrm>
          <a:prstGeom xmlns:a="http://schemas.openxmlformats.org/drawingml/2006/main" prst="rect">
            <a:avLst/>
          </a:prstGeom>
          <a:solidFill xmlns:a="http://schemas.openxmlformats.org/drawingml/2006/main">
            <a:srgbClr val="206DB1"/>
          </a:solidFill>
          <a:ln xmlns:a="http://schemas.openxmlformats.org/drawingml/2006/main" w="6350">
            <a:noFill/>
          </a:ln>
        </p:spPr>
      </p:sp>
      <p:sp>
        <p:nvSpPr>
          <p:cNvPr id="146" name="0146:panel-a-r-at-1/r-at-1-color-scale/color-step-77:rect">
            <a:extLst xmlns:a="http://schemas.openxmlformats.org/drawingml/2006/main">
              <a:ext uri="{FF2B5EF4-FFF2-40B4-BE49-F238E27FC236}">
                <a16:creationId xmlns:a16="http://schemas.microsoft.com/office/drawing/2014/main" id="{07A9502A-D23B-4F22-A9E9-94FCABCB0967}"/>
              </a:ext>
            </a:extLst>
          </p:cNvPr>
          <p:cNvSpPr>
            <a:spLocks xmlns:a="http://schemas.openxmlformats.org/drawingml/2006/main" noGrp="1"/>
          </p:cNvSpPr>
          <p:nvPr/>
        </p:nvSpPr>
        <p:spPr>
          <a:xfrm xmlns:a="http://schemas.openxmlformats.org/drawingml/2006/main">
            <a:off x="5707624" y="1815625"/>
            <a:ext cx="29211" cy="63483"/>
          </a:xfrm>
          <a:prstGeom xmlns:a="http://schemas.openxmlformats.org/drawingml/2006/main" prst="rect">
            <a:avLst/>
          </a:prstGeom>
          <a:solidFill xmlns:a="http://schemas.openxmlformats.org/drawingml/2006/main">
            <a:srgbClr val="1E6AAE"/>
          </a:solidFill>
          <a:ln xmlns:a="http://schemas.openxmlformats.org/drawingml/2006/main" w="6350">
            <a:noFill/>
          </a:ln>
        </p:spPr>
      </p:sp>
      <p:sp>
        <p:nvSpPr>
          <p:cNvPr id="147" name="0147:panel-a-r-at-1/r-at-1-color-scale/color-step-78:rect">
            <a:extLst xmlns:a="http://schemas.openxmlformats.org/drawingml/2006/main">
              <a:ext uri="{FF2B5EF4-FFF2-40B4-BE49-F238E27FC236}">
                <a16:creationId xmlns:a16="http://schemas.microsoft.com/office/drawing/2014/main" id="{56597A60-C9A1-4116-9BB5-0AB74679A61B}"/>
              </a:ext>
            </a:extLst>
          </p:cNvPr>
          <p:cNvSpPr>
            <a:spLocks xmlns:a="http://schemas.openxmlformats.org/drawingml/2006/main" noGrp="1"/>
          </p:cNvSpPr>
          <p:nvPr/>
        </p:nvSpPr>
        <p:spPr>
          <a:xfrm xmlns:a="http://schemas.openxmlformats.org/drawingml/2006/main">
            <a:off x="5735565" y="1815625"/>
            <a:ext cx="29211" cy="63483"/>
          </a:xfrm>
          <a:prstGeom xmlns:a="http://schemas.openxmlformats.org/drawingml/2006/main" prst="rect">
            <a:avLst/>
          </a:prstGeom>
          <a:solidFill xmlns:a="http://schemas.openxmlformats.org/drawingml/2006/main">
            <a:srgbClr val="1D68AB"/>
          </a:solidFill>
          <a:ln xmlns:a="http://schemas.openxmlformats.org/drawingml/2006/main" w="6350">
            <a:noFill/>
          </a:ln>
        </p:spPr>
      </p:sp>
      <p:sp>
        <p:nvSpPr>
          <p:cNvPr id="148" name="0148:panel-a-r-at-1/r-at-1-color-scale/color-step-79:rect">
            <a:extLst xmlns:a="http://schemas.openxmlformats.org/drawingml/2006/main">
              <a:ext uri="{FF2B5EF4-FFF2-40B4-BE49-F238E27FC236}">
                <a16:creationId xmlns:a16="http://schemas.microsoft.com/office/drawing/2014/main" id="{25449B13-72EC-4035-BB9D-D81100140700}"/>
              </a:ext>
            </a:extLst>
          </p:cNvPr>
          <p:cNvSpPr>
            <a:spLocks xmlns:a="http://schemas.openxmlformats.org/drawingml/2006/main" noGrp="1"/>
          </p:cNvSpPr>
          <p:nvPr/>
        </p:nvSpPr>
        <p:spPr>
          <a:xfrm xmlns:a="http://schemas.openxmlformats.org/drawingml/2006/main">
            <a:off x="5763506" y="1815625"/>
            <a:ext cx="29211" cy="63483"/>
          </a:xfrm>
          <a:prstGeom xmlns:a="http://schemas.openxmlformats.org/drawingml/2006/main" prst="rect">
            <a:avLst/>
          </a:prstGeom>
          <a:solidFill xmlns:a="http://schemas.openxmlformats.org/drawingml/2006/main">
            <a:srgbClr val="1C65A8"/>
          </a:solidFill>
          <a:ln xmlns:a="http://schemas.openxmlformats.org/drawingml/2006/main" w="6350">
            <a:noFill/>
          </a:ln>
        </p:spPr>
      </p:sp>
      <p:sp>
        <p:nvSpPr>
          <p:cNvPr id="149" name="0149:panel-a-r-at-1/r-at-1-color-scale/color-step-80:rect">
            <a:extLst xmlns:a="http://schemas.openxmlformats.org/drawingml/2006/main">
              <a:ext uri="{FF2B5EF4-FFF2-40B4-BE49-F238E27FC236}">
                <a16:creationId xmlns:a16="http://schemas.microsoft.com/office/drawing/2014/main" id="{87ABAA9D-CAD9-4E39-BCEA-8D649EF461B1}"/>
              </a:ext>
            </a:extLst>
          </p:cNvPr>
          <p:cNvSpPr>
            <a:spLocks xmlns:a="http://schemas.openxmlformats.org/drawingml/2006/main" noGrp="1"/>
          </p:cNvSpPr>
          <p:nvPr/>
        </p:nvSpPr>
        <p:spPr>
          <a:xfrm xmlns:a="http://schemas.openxmlformats.org/drawingml/2006/main">
            <a:off x="5791448" y="1815625"/>
            <a:ext cx="29211" cy="63483"/>
          </a:xfrm>
          <a:prstGeom xmlns:a="http://schemas.openxmlformats.org/drawingml/2006/main" prst="rect">
            <a:avLst/>
          </a:prstGeom>
          <a:solidFill xmlns:a="http://schemas.openxmlformats.org/drawingml/2006/main">
            <a:srgbClr val="1B63A5"/>
          </a:solidFill>
          <a:ln xmlns:a="http://schemas.openxmlformats.org/drawingml/2006/main" w="6350">
            <a:noFill/>
          </a:ln>
        </p:spPr>
      </p:sp>
      <p:sp>
        <p:nvSpPr>
          <p:cNvPr id="150" name="0150:panel-a-r-at-1/r-at-1-color-scale/color-step-81:rect">
            <a:extLst xmlns:a="http://schemas.openxmlformats.org/drawingml/2006/main">
              <a:ext uri="{FF2B5EF4-FFF2-40B4-BE49-F238E27FC236}">
                <a16:creationId xmlns:a16="http://schemas.microsoft.com/office/drawing/2014/main" id="{5D623C8E-CF5A-43B4-829C-18FD3820F1AE}"/>
              </a:ext>
            </a:extLst>
          </p:cNvPr>
          <p:cNvSpPr>
            <a:spLocks xmlns:a="http://schemas.openxmlformats.org/drawingml/2006/main" noGrp="1"/>
          </p:cNvSpPr>
          <p:nvPr/>
        </p:nvSpPr>
        <p:spPr>
          <a:xfrm xmlns:a="http://schemas.openxmlformats.org/drawingml/2006/main">
            <a:off x="5819389" y="1815625"/>
            <a:ext cx="29211" cy="63483"/>
          </a:xfrm>
          <a:prstGeom xmlns:a="http://schemas.openxmlformats.org/drawingml/2006/main" prst="rect">
            <a:avLst/>
          </a:prstGeom>
          <a:solidFill xmlns:a="http://schemas.openxmlformats.org/drawingml/2006/main">
            <a:srgbClr val="1B60A2"/>
          </a:solidFill>
          <a:ln xmlns:a="http://schemas.openxmlformats.org/drawingml/2006/main" w="6350">
            <a:noFill/>
          </a:ln>
        </p:spPr>
      </p:sp>
      <p:sp>
        <p:nvSpPr>
          <p:cNvPr id="151" name="0151:panel-a-r-at-1/r-at-1-color-scale/color-step-82:rect">
            <a:extLst xmlns:a="http://schemas.openxmlformats.org/drawingml/2006/main">
              <a:ext uri="{FF2B5EF4-FFF2-40B4-BE49-F238E27FC236}">
                <a16:creationId xmlns:a16="http://schemas.microsoft.com/office/drawing/2014/main" id="{5F6F2B69-BB54-4164-9B20-F4DECEF86311}"/>
              </a:ext>
            </a:extLst>
          </p:cNvPr>
          <p:cNvSpPr>
            <a:spLocks xmlns:a="http://schemas.openxmlformats.org/drawingml/2006/main" noGrp="1"/>
          </p:cNvSpPr>
          <p:nvPr/>
        </p:nvSpPr>
        <p:spPr>
          <a:xfrm xmlns:a="http://schemas.openxmlformats.org/drawingml/2006/main">
            <a:off x="5847330" y="1815625"/>
            <a:ext cx="29211" cy="63483"/>
          </a:xfrm>
          <a:prstGeom xmlns:a="http://schemas.openxmlformats.org/drawingml/2006/main" prst="rect">
            <a:avLst/>
          </a:prstGeom>
          <a:solidFill xmlns:a="http://schemas.openxmlformats.org/drawingml/2006/main">
            <a:srgbClr val="1A5E9F"/>
          </a:solidFill>
          <a:ln xmlns:a="http://schemas.openxmlformats.org/drawingml/2006/main" w="6350">
            <a:noFill/>
          </a:ln>
        </p:spPr>
      </p:sp>
      <p:sp>
        <p:nvSpPr>
          <p:cNvPr id="152" name="0152:panel-a-r-at-1/r-at-1-color-scale/color-step-83:rect">
            <a:extLst xmlns:a="http://schemas.openxmlformats.org/drawingml/2006/main">
              <a:ext uri="{FF2B5EF4-FFF2-40B4-BE49-F238E27FC236}">
                <a16:creationId xmlns:a16="http://schemas.microsoft.com/office/drawing/2014/main" id="{F5510CE4-65E4-439E-A351-4B1A29B91BD6}"/>
              </a:ext>
            </a:extLst>
          </p:cNvPr>
          <p:cNvSpPr>
            <a:spLocks xmlns:a="http://schemas.openxmlformats.org/drawingml/2006/main" noGrp="1"/>
          </p:cNvSpPr>
          <p:nvPr/>
        </p:nvSpPr>
        <p:spPr>
          <a:xfrm xmlns:a="http://schemas.openxmlformats.org/drawingml/2006/main">
            <a:off x="5875271" y="1815625"/>
            <a:ext cx="29211" cy="63483"/>
          </a:xfrm>
          <a:prstGeom xmlns:a="http://schemas.openxmlformats.org/drawingml/2006/main" prst="rect">
            <a:avLst/>
          </a:prstGeom>
          <a:solidFill xmlns:a="http://schemas.openxmlformats.org/drawingml/2006/main">
            <a:srgbClr val="195B9C"/>
          </a:solidFill>
          <a:ln xmlns:a="http://schemas.openxmlformats.org/drawingml/2006/main" w="6350">
            <a:noFill/>
          </a:ln>
        </p:spPr>
      </p:sp>
      <p:sp>
        <p:nvSpPr>
          <p:cNvPr id="153" name="0153:panel-a-r-at-1/r-at-1-color-scale/color-step-84:rect">
            <a:extLst xmlns:a="http://schemas.openxmlformats.org/drawingml/2006/main">
              <a:ext uri="{FF2B5EF4-FFF2-40B4-BE49-F238E27FC236}">
                <a16:creationId xmlns:a16="http://schemas.microsoft.com/office/drawing/2014/main" id="{0F173029-026F-49EE-A06F-D488C1A0D3A0}"/>
              </a:ext>
            </a:extLst>
          </p:cNvPr>
          <p:cNvSpPr>
            <a:spLocks xmlns:a="http://schemas.openxmlformats.org/drawingml/2006/main" noGrp="1"/>
          </p:cNvSpPr>
          <p:nvPr/>
        </p:nvSpPr>
        <p:spPr>
          <a:xfrm xmlns:a="http://schemas.openxmlformats.org/drawingml/2006/main">
            <a:off x="5903212" y="1815625"/>
            <a:ext cx="29211" cy="63483"/>
          </a:xfrm>
          <a:prstGeom xmlns:a="http://schemas.openxmlformats.org/drawingml/2006/main" prst="rect">
            <a:avLst/>
          </a:prstGeom>
          <a:solidFill xmlns:a="http://schemas.openxmlformats.org/drawingml/2006/main">
            <a:srgbClr val="185899"/>
          </a:solidFill>
          <a:ln xmlns:a="http://schemas.openxmlformats.org/drawingml/2006/main" w="6350">
            <a:noFill/>
          </a:ln>
        </p:spPr>
      </p:sp>
      <p:sp>
        <p:nvSpPr>
          <p:cNvPr id="154" name="0154:panel-a-r-at-1/r-at-1-color-scale/color-step-85:rect">
            <a:extLst xmlns:a="http://schemas.openxmlformats.org/drawingml/2006/main">
              <a:ext uri="{FF2B5EF4-FFF2-40B4-BE49-F238E27FC236}">
                <a16:creationId xmlns:a16="http://schemas.microsoft.com/office/drawing/2014/main" id="{8D6F7F35-C95F-4B83-8347-BE1F06FE6DC0}"/>
              </a:ext>
            </a:extLst>
          </p:cNvPr>
          <p:cNvSpPr>
            <a:spLocks xmlns:a="http://schemas.openxmlformats.org/drawingml/2006/main" noGrp="1"/>
          </p:cNvSpPr>
          <p:nvPr/>
        </p:nvSpPr>
        <p:spPr>
          <a:xfrm xmlns:a="http://schemas.openxmlformats.org/drawingml/2006/main">
            <a:off x="5931154" y="1815625"/>
            <a:ext cx="29211" cy="63483"/>
          </a:xfrm>
          <a:prstGeom xmlns:a="http://schemas.openxmlformats.org/drawingml/2006/main" prst="rect">
            <a:avLst/>
          </a:prstGeom>
          <a:solidFill xmlns:a="http://schemas.openxmlformats.org/drawingml/2006/main">
            <a:srgbClr val="165696"/>
          </a:solidFill>
          <a:ln xmlns:a="http://schemas.openxmlformats.org/drawingml/2006/main" w="6350">
            <a:noFill/>
          </a:ln>
        </p:spPr>
      </p:sp>
      <p:sp>
        <p:nvSpPr>
          <p:cNvPr id="155" name="0155:panel-a-r-at-1/r-at-1-color-scale/color-step-86:rect">
            <a:extLst xmlns:a="http://schemas.openxmlformats.org/drawingml/2006/main">
              <a:ext uri="{FF2B5EF4-FFF2-40B4-BE49-F238E27FC236}">
                <a16:creationId xmlns:a16="http://schemas.microsoft.com/office/drawing/2014/main" id="{7DC982C7-D746-4EC1-8040-C5C0225880E2}"/>
              </a:ext>
            </a:extLst>
          </p:cNvPr>
          <p:cNvSpPr>
            <a:spLocks xmlns:a="http://schemas.openxmlformats.org/drawingml/2006/main" noGrp="1"/>
          </p:cNvSpPr>
          <p:nvPr/>
        </p:nvSpPr>
        <p:spPr>
          <a:xfrm xmlns:a="http://schemas.openxmlformats.org/drawingml/2006/main">
            <a:off x="5959095" y="1815625"/>
            <a:ext cx="29211" cy="63483"/>
          </a:xfrm>
          <a:prstGeom xmlns:a="http://schemas.openxmlformats.org/drawingml/2006/main" prst="rect">
            <a:avLst/>
          </a:prstGeom>
          <a:solidFill xmlns:a="http://schemas.openxmlformats.org/drawingml/2006/main">
            <a:srgbClr val="165393"/>
          </a:solidFill>
          <a:ln xmlns:a="http://schemas.openxmlformats.org/drawingml/2006/main" w="6350">
            <a:noFill/>
          </a:ln>
        </p:spPr>
      </p:sp>
      <p:sp>
        <p:nvSpPr>
          <p:cNvPr id="156" name="0156:panel-a-r-at-1/r-at-1-color-scale/color-step-87:rect">
            <a:extLst xmlns:a="http://schemas.openxmlformats.org/drawingml/2006/main">
              <a:ext uri="{FF2B5EF4-FFF2-40B4-BE49-F238E27FC236}">
                <a16:creationId xmlns:a16="http://schemas.microsoft.com/office/drawing/2014/main" id="{7D3DD5A5-5F97-4231-8321-8A882C11C4C8}"/>
              </a:ext>
            </a:extLst>
          </p:cNvPr>
          <p:cNvSpPr>
            <a:spLocks xmlns:a="http://schemas.openxmlformats.org/drawingml/2006/main" noGrp="1"/>
          </p:cNvSpPr>
          <p:nvPr/>
        </p:nvSpPr>
        <p:spPr>
          <a:xfrm xmlns:a="http://schemas.openxmlformats.org/drawingml/2006/main">
            <a:off x="5987036" y="1815625"/>
            <a:ext cx="29211" cy="63483"/>
          </a:xfrm>
          <a:prstGeom xmlns:a="http://schemas.openxmlformats.org/drawingml/2006/main" prst="rect">
            <a:avLst/>
          </a:prstGeom>
          <a:solidFill xmlns:a="http://schemas.openxmlformats.org/drawingml/2006/main">
            <a:srgbClr val="145090"/>
          </a:solidFill>
          <a:ln xmlns:a="http://schemas.openxmlformats.org/drawingml/2006/main" w="6350">
            <a:noFill/>
          </a:ln>
        </p:spPr>
      </p:sp>
      <p:sp>
        <p:nvSpPr>
          <p:cNvPr id="157" name="0157:panel-a-r-at-1/r-at-1-color-scale/color-step-88:rect">
            <a:extLst xmlns:a="http://schemas.openxmlformats.org/drawingml/2006/main">
              <a:ext uri="{FF2B5EF4-FFF2-40B4-BE49-F238E27FC236}">
                <a16:creationId xmlns:a16="http://schemas.microsoft.com/office/drawing/2014/main" id="{863179AC-0FD8-47BF-A9AE-FA827FAB1D5E}"/>
              </a:ext>
            </a:extLst>
          </p:cNvPr>
          <p:cNvSpPr>
            <a:spLocks xmlns:a="http://schemas.openxmlformats.org/drawingml/2006/main" noGrp="1"/>
          </p:cNvSpPr>
          <p:nvPr/>
        </p:nvSpPr>
        <p:spPr>
          <a:xfrm xmlns:a="http://schemas.openxmlformats.org/drawingml/2006/main">
            <a:off x="6014977" y="1815625"/>
            <a:ext cx="29211" cy="63483"/>
          </a:xfrm>
          <a:prstGeom xmlns:a="http://schemas.openxmlformats.org/drawingml/2006/main" prst="rect">
            <a:avLst/>
          </a:prstGeom>
          <a:solidFill xmlns:a="http://schemas.openxmlformats.org/drawingml/2006/main">
            <a:srgbClr val="144E8D"/>
          </a:solidFill>
          <a:ln xmlns:a="http://schemas.openxmlformats.org/drawingml/2006/main" w="6350">
            <a:noFill/>
          </a:ln>
        </p:spPr>
      </p:sp>
      <p:sp>
        <p:nvSpPr>
          <p:cNvPr id="158" name="0158:panel-a-r-at-1/r-at-1-color-scale/color-step-89:rect">
            <a:extLst xmlns:a="http://schemas.openxmlformats.org/drawingml/2006/main">
              <a:ext uri="{FF2B5EF4-FFF2-40B4-BE49-F238E27FC236}">
                <a16:creationId xmlns:a16="http://schemas.microsoft.com/office/drawing/2014/main" id="{F28D5477-28B2-4452-859C-229F6C19816C}"/>
              </a:ext>
            </a:extLst>
          </p:cNvPr>
          <p:cNvSpPr>
            <a:spLocks xmlns:a="http://schemas.openxmlformats.org/drawingml/2006/main" noGrp="1"/>
          </p:cNvSpPr>
          <p:nvPr/>
        </p:nvSpPr>
        <p:spPr>
          <a:xfrm xmlns:a="http://schemas.openxmlformats.org/drawingml/2006/main">
            <a:off x="6042918" y="1815625"/>
            <a:ext cx="29211" cy="63483"/>
          </a:xfrm>
          <a:prstGeom xmlns:a="http://schemas.openxmlformats.org/drawingml/2006/main" prst="rect">
            <a:avLst/>
          </a:prstGeom>
          <a:solidFill xmlns:a="http://schemas.openxmlformats.org/drawingml/2006/main">
            <a:srgbClr val="124B8A"/>
          </a:solidFill>
          <a:ln xmlns:a="http://schemas.openxmlformats.org/drawingml/2006/main" w="6350">
            <a:noFill/>
          </a:ln>
        </p:spPr>
      </p:sp>
      <p:sp>
        <p:nvSpPr>
          <p:cNvPr id="159" name="0159:panel-a-r-at-1/r-at-1-color-scale/color-step-90:rect">
            <a:extLst xmlns:a="http://schemas.openxmlformats.org/drawingml/2006/main">
              <a:ext uri="{FF2B5EF4-FFF2-40B4-BE49-F238E27FC236}">
                <a16:creationId xmlns:a16="http://schemas.microsoft.com/office/drawing/2014/main" id="{F2E629E5-198F-49D7-BF5E-3466B493457C}"/>
              </a:ext>
            </a:extLst>
          </p:cNvPr>
          <p:cNvSpPr>
            <a:spLocks xmlns:a="http://schemas.openxmlformats.org/drawingml/2006/main" noGrp="1"/>
          </p:cNvSpPr>
          <p:nvPr/>
        </p:nvSpPr>
        <p:spPr>
          <a:xfrm xmlns:a="http://schemas.openxmlformats.org/drawingml/2006/main">
            <a:off x="6070860" y="1815625"/>
            <a:ext cx="29211" cy="63483"/>
          </a:xfrm>
          <a:prstGeom xmlns:a="http://schemas.openxmlformats.org/drawingml/2006/main" prst="rect">
            <a:avLst/>
          </a:prstGeom>
          <a:solidFill xmlns:a="http://schemas.openxmlformats.org/drawingml/2006/main">
            <a:srgbClr val="114987"/>
          </a:solidFill>
          <a:ln xmlns:a="http://schemas.openxmlformats.org/drawingml/2006/main" w="6350">
            <a:noFill/>
          </a:ln>
        </p:spPr>
      </p:sp>
      <p:sp>
        <p:nvSpPr>
          <p:cNvPr id="160" name="0160:panel-a-r-at-1/r-at-1-color-scale/color-step-91:rect">
            <a:extLst xmlns:a="http://schemas.openxmlformats.org/drawingml/2006/main">
              <a:ext uri="{FF2B5EF4-FFF2-40B4-BE49-F238E27FC236}">
                <a16:creationId xmlns:a16="http://schemas.microsoft.com/office/drawing/2014/main" id="{AD2BA4EA-6F3E-494C-8F17-A4D32F22C215}"/>
              </a:ext>
            </a:extLst>
          </p:cNvPr>
          <p:cNvSpPr>
            <a:spLocks xmlns:a="http://schemas.openxmlformats.org/drawingml/2006/main" noGrp="1"/>
          </p:cNvSpPr>
          <p:nvPr/>
        </p:nvSpPr>
        <p:spPr>
          <a:xfrm xmlns:a="http://schemas.openxmlformats.org/drawingml/2006/main">
            <a:off x="6098801" y="1815625"/>
            <a:ext cx="29211" cy="63483"/>
          </a:xfrm>
          <a:prstGeom xmlns:a="http://schemas.openxmlformats.org/drawingml/2006/main" prst="rect">
            <a:avLst/>
          </a:prstGeom>
          <a:solidFill xmlns:a="http://schemas.openxmlformats.org/drawingml/2006/main">
            <a:srgbClr val="104684"/>
          </a:solidFill>
          <a:ln xmlns:a="http://schemas.openxmlformats.org/drawingml/2006/main" w="6350">
            <a:noFill/>
          </a:ln>
        </p:spPr>
      </p:sp>
      <p:sp>
        <p:nvSpPr>
          <p:cNvPr id="161" name="0161:panel-a-r-at-1/r-at-1-color-scale/color-step-92:rect">
            <a:extLst xmlns:a="http://schemas.openxmlformats.org/drawingml/2006/main">
              <a:ext uri="{FF2B5EF4-FFF2-40B4-BE49-F238E27FC236}">
                <a16:creationId xmlns:a16="http://schemas.microsoft.com/office/drawing/2014/main" id="{26ABA85E-0EA1-439A-A874-3B304261DF28}"/>
              </a:ext>
            </a:extLst>
          </p:cNvPr>
          <p:cNvSpPr>
            <a:spLocks xmlns:a="http://schemas.openxmlformats.org/drawingml/2006/main" noGrp="1"/>
          </p:cNvSpPr>
          <p:nvPr/>
        </p:nvSpPr>
        <p:spPr>
          <a:xfrm xmlns:a="http://schemas.openxmlformats.org/drawingml/2006/main">
            <a:off x="6126742" y="1815625"/>
            <a:ext cx="29211" cy="63483"/>
          </a:xfrm>
          <a:prstGeom xmlns:a="http://schemas.openxmlformats.org/drawingml/2006/main" prst="rect">
            <a:avLst/>
          </a:prstGeom>
          <a:solidFill xmlns:a="http://schemas.openxmlformats.org/drawingml/2006/main">
            <a:srgbClr val="0F4381"/>
          </a:solidFill>
          <a:ln xmlns:a="http://schemas.openxmlformats.org/drawingml/2006/main" w="6350">
            <a:noFill/>
          </a:ln>
        </p:spPr>
      </p:sp>
      <p:sp>
        <p:nvSpPr>
          <p:cNvPr id="162" name="0162:panel-a-r-at-1/r-at-1-color-scale/color-step-93:rect">
            <a:extLst xmlns:a="http://schemas.openxmlformats.org/drawingml/2006/main">
              <a:ext uri="{FF2B5EF4-FFF2-40B4-BE49-F238E27FC236}">
                <a16:creationId xmlns:a16="http://schemas.microsoft.com/office/drawing/2014/main" id="{7606FD5C-67F5-49D4-9520-2A3FFCA72D9F}"/>
              </a:ext>
            </a:extLst>
          </p:cNvPr>
          <p:cNvSpPr>
            <a:spLocks xmlns:a="http://schemas.openxmlformats.org/drawingml/2006/main" noGrp="1"/>
          </p:cNvSpPr>
          <p:nvPr/>
        </p:nvSpPr>
        <p:spPr>
          <a:xfrm xmlns:a="http://schemas.openxmlformats.org/drawingml/2006/main">
            <a:off x="6154683" y="1815625"/>
            <a:ext cx="29211" cy="63483"/>
          </a:xfrm>
          <a:prstGeom xmlns:a="http://schemas.openxmlformats.org/drawingml/2006/main" prst="rect">
            <a:avLst/>
          </a:prstGeom>
          <a:solidFill xmlns:a="http://schemas.openxmlformats.org/drawingml/2006/main">
            <a:srgbClr val="0E417E"/>
          </a:solidFill>
          <a:ln xmlns:a="http://schemas.openxmlformats.org/drawingml/2006/main" w="6350">
            <a:noFill/>
          </a:ln>
        </p:spPr>
      </p:sp>
      <p:sp>
        <p:nvSpPr>
          <p:cNvPr id="163" name="0163:panel-a-r-at-1/r-at-1-color-scale/color-step-94:rect">
            <a:extLst xmlns:a="http://schemas.openxmlformats.org/drawingml/2006/main">
              <a:ext uri="{FF2B5EF4-FFF2-40B4-BE49-F238E27FC236}">
                <a16:creationId xmlns:a16="http://schemas.microsoft.com/office/drawing/2014/main" id="{6DF92A4C-B020-43D1-8103-3D9B82C53353}"/>
              </a:ext>
            </a:extLst>
          </p:cNvPr>
          <p:cNvSpPr>
            <a:spLocks xmlns:a="http://schemas.openxmlformats.org/drawingml/2006/main" noGrp="1"/>
          </p:cNvSpPr>
          <p:nvPr/>
        </p:nvSpPr>
        <p:spPr>
          <a:xfrm xmlns:a="http://schemas.openxmlformats.org/drawingml/2006/main">
            <a:off x="6182624" y="1815625"/>
            <a:ext cx="29211" cy="63483"/>
          </a:xfrm>
          <a:prstGeom xmlns:a="http://schemas.openxmlformats.org/drawingml/2006/main" prst="rect">
            <a:avLst/>
          </a:prstGeom>
          <a:solidFill xmlns:a="http://schemas.openxmlformats.org/drawingml/2006/main">
            <a:srgbClr val="0E3E7B"/>
          </a:solidFill>
          <a:ln xmlns:a="http://schemas.openxmlformats.org/drawingml/2006/main" w="6350">
            <a:noFill/>
          </a:ln>
        </p:spPr>
      </p:sp>
      <p:sp>
        <p:nvSpPr>
          <p:cNvPr id="164" name="0164:panel-a-r-at-1/r-at-1-color-scale/color-step-95:rect">
            <a:extLst xmlns:a="http://schemas.openxmlformats.org/drawingml/2006/main">
              <a:ext uri="{FF2B5EF4-FFF2-40B4-BE49-F238E27FC236}">
                <a16:creationId xmlns:a16="http://schemas.microsoft.com/office/drawing/2014/main" id="{0559BFC3-4C64-499A-8F2D-638410402178}"/>
              </a:ext>
            </a:extLst>
          </p:cNvPr>
          <p:cNvSpPr>
            <a:spLocks xmlns:a="http://schemas.openxmlformats.org/drawingml/2006/main" noGrp="1"/>
          </p:cNvSpPr>
          <p:nvPr/>
        </p:nvSpPr>
        <p:spPr>
          <a:xfrm xmlns:a="http://schemas.openxmlformats.org/drawingml/2006/main">
            <a:off x="6210566" y="1815625"/>
            <a:ext cx="29211" cy="63483"/>
          </a:xfrm>
          <a:prstGeom xmlns:a="http://schemas.openxmlformats.org/drawingml/2006/main" prst="rect">
            <a:avLst/>
          </a:prstGeom>
          <a:solidFill xmlns:a="http://schemas.openxmlformats.org/drawingml/2006/main">
            <a:srgbClr val="0D3C78"/>
          </a:solidFill>
          <a:ln xmlns:a="http://schemas.openxmlformats.org/drawingml/2006/main" w="6350">
            <a:noFill/>
          </a:ln>
        </p:spPr>
      </p:sp>
      <p:sp>
        <p:nvSpPr>
          <p:cNvPr id="165" name="0165:panel-a-r-at-1/r-at-1-color-scale/color-step-96:rect">
            <a:extLst xmlns:a="http://schemas.openxmlformats.org/drawingml/2006/main">
              <a:ext uri="{FF2B5EF4-FFF2-40B4-BE49-F238E27FC236}">
                <a16:creationId xmlns:a16="http://schemas.microsoft.com/office/drawing/2014/main" id="{BE6E145A-E6F0-400A-94DC-728DA54B965C}"/>
              </a:ext>
            </a:extLst>
          </p:cNvPr>
          <p:cNvSpPr>
            <a:spLocks xmlns:a="http://schemas.openxmlformats.org/drawingml/2006/main" noGrp="1"/>
          </p:cNvSpPr>
          <p:nvPr/>
        </p:nvSpPr>
        <p:spPr>
          <a:xfrm xmlns:a="http://schemas.openxmlformats.org/drawingml/2006/main">
            <a:off x="6238507" y="1815625"/>
            <a:ext cx="29211" cy="63483"/>
          </a:xfrm>
          <a:prstGeom xmlns:a="http://schemas.openxmlformats.org/drawingml/2006/main" prst="rect">
            <a:avLst/>
          </a:prstGeom>
          <a:solidFill xmlns:a="http://schemas.openxmlformats.org/drawingml/2006/main">
            <a:srgbClr val="0C3975"/>
          </a:solidFill>
          <a:ln xmlns:a="http://schemas.openxmlformats.org/drawingml/2006/main" w="6350">
            <a:noFill/>
          </a:ln>
        </p:spPr>
      </p:sp>
      <p:sp>
        <p:nvSpPr>
          <p:cNvPr id="166" name="0166:panel-a-r-at-1/r-at-1-color-scale/color-step-97:rect">
            <a:extLst xmlns:a="http://schemas.openxmlformats.org/drawingml/2006/main">
              <a:ext uri="{FF2B5EF4-FFF2-40B4-BE49-F238E27FC236}">
                <a16:creationId xmlns:a16="http://schemas.microsoft.com/office/drawing/2014/main" id="{997AA54F-DB5E-4E33-BD56-34402CBA00C4}"/>
              </a:ext>
            </a:extLst>
          </p:cNvPr>
          <p:cNvSpPr>
            <a:spLocks xmlns:a="http://schemas.openxmlformats.org/drawingml/2006/main" noGrp="1"/>
          </p:cNvSpPr>
          <p:nvPr/>
        </p:nvSpPr>
        <p:spPr>
          <a:xfrm xmlns:a="http://schemas.openxmlformats.org/drawingml/2006/main">
            <a:off x="6266448" y="1815625"/>
            <a:ext cx="29211" cy="63483"/>
          </a:xfrm>
          <a:prstGeom xmlns:a="http://schemas.openxmlformats.org/drawingml/2006/main" prst="rect">
            <a:avLst/>
          </a:prstGeom>
          <a:solidFill xmlns:a="http://schemas.openxmlformats.org/drawingml/2006/main">
            <a:srgbClr val="0B3772"/>
          </a:solidFill>
          <a:ln xmlns:a="http://schemas.openxmlformats.org/drawingml/2006/main" w="6350">
            <a:noFill/>
          </a:ln>
        </p:spPr>
      </p:sp>
      <p:sp>
        <p:nvSpPr>
          <p:cNvPr id="167" name="0167:panel-a-r-at-1/r-at-1-color-scale/color-step-98:rect">
            <a:extLst xmlns:a="http://schemas.openxmlformats.org/drawingml/2006/main">
              <a:ext uri="{FF2B5EF4-FFF2-40B4-BE49-F238E27FC236}">
                <a16:creationId xmlns:a16="http://schemas.microsoft.com/office/drawing/2014/main" id="{2708A576-ED60-4EB2-A1C8-62E4DEBABF16}"/>
              </a:ext>
            </a:extLst>
          </p:cNvPr>
          <p:cNvSpPr>
            <a:spLocks xmlns:a="http://schemas.openxmlformats.org/drawingml/2006/main" noGrp="1"/>
          </p:cNvSpPr>
          <p:nvPr/>
        </p:nvSpPr>
        <p:spPr>
          <a:xfrm xmlns:a="http://schemas.openxmlformats.org/drawingml/2006/main">
            <a:off x="6294389" y="1815625"/>
            <a:ext cx="29211" cy="63483"/>
          </a:xfrm>
          <a:prstGeom xmlns:a="http://schemas.openxmlformats.org/drawingml/2006/main" prst="rect">
            <a:avLst/>
          </a:prstGeom>
          <a:solidFill xmlns:a="http://schemas.openxmlformats.org/drawingml/2006/main">
            <a:srgbClr val="0A346F"/>
          </a:solidFill>
          <a:ln xmlns:a="http://schemas.openxmlformats.org/drawingml/2006/main" w="6350">
            <a:noFill/>
          </a:ln>
        </p:spPr>
      </p:sp>
      <p:sp>
        <p:nvSpPr>
          <p:cNvPr id="168" name="0168:panel-a-r-at-1/r-at-1-color-scale/color-step-99:rect">
            <a:extLst xmlns:a="http://schemas.openxmlformats.org/drawingml/2006/main">
              <a:ext uri="{FF2B5EF4-FFF2-40B4-BE49-F238E27FC236}">
                <a16:creationId xmlns:a16="http://schemas.microsoft.com/office/drawing/2014/main" id="{B832AD17-0575-492A-8B8C-D75E9EC937E3}"/>
              </a:ext>
            </a:extLst>
          </p:cNvPr>
          <p:cNvSpPr>
            <a:spLocks xmlns:a="http://schemas.openxmlformats.org/drawingml/2006/main" noGrp="1"/>
          </p:cNvSpPr>
          <p:nvPr/>
        </p:nvSpPr>
        <p:spPr>
          <a:xfrm xmlns:a="http://schemas.openxmlformats.org/drawingml/2006/main">
            <a:off x="6322330" y="1815625"/>
            <a:ext cx="29211" cy="63483"/>
          </a:xfrm>
          <a:prstGeom xmlns:a="http://schemas.openxmlformats.org/drawingml/2006/main" prst="rect">
            <a:avLst/>
          </a:prstGeom>
          <a:solidFill xmlns:a="http://schemas.openxmlformats.org/drawingml/2006/main">
            <a:srgbClr val="08316C"/>
          </a:solidFill>
          <a:ln xmlns:a="http://schemas.openxmlformats.org/drawingml/2006/main" w="6350">
            <a:noFill/>
          </a:ln>
        </p:spPr>
      </p:sp>
      <p:sp>
        <p:nvSpPr>
          <p:cNvPr id="169" name="0169:panel-a-r-at-1/r-at-1-color-scale/color-title:text">
            <a:extLst xmlns:a="http://schemas.openxmlformats.org/drawingml/2006/main">
              <a:ext uri="{FF2B5EF4-FFF2-40B4-BE49-F238E27FC236}">
                <a16:creationId xmlns:a16="http://schemas.microsoft.com/office/drawing/2014/main" id="{5C43C2BE-4E2C-4CD3-AC6C-FDEA36DCD5A7}"/>
              </a:ext>
            </a:extLst>
          </p:cNvPr>
          <p:cNvSpPr>
            <a:spLocks xmlns:a="http://schemas.openxmlformats.org/drawingml/2006/main" noGrp="1"/>
          </p:cNvSpPr>
          <p:nvPr/>
        </p:nvSpPr>
        <p:spPr>
          <a:xfrm xmlns:a="http://schemas.openxmlformats.org/drawingml/2006/main">
            <a:off x="1778076" y="1785636"/>
            <a:ext cx="71047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R@1 mean (%)</a:t>
            </a:r>
          </a:p>
        </p:txBody>
      </p:sp>
      <p:sp>
        <p:nvSpPr>
          <p:cNvPr id="170" name="0170:panel-a-r-at-1/r-at-1-color-scale/color-tick-0:text">
            <a:extLst xmlns:a="http://schemas.openxmlformats.org/drawingml/2006/main">
              <a:ext uri="{FF2B5EF4-FFF2-40B4-BE49-F238E27FC236}">
                <a16:creationId xmlns:a16="http://schemas.microsoft.com/office/drawing/2014/main" id="{7D29B462-CBF1-44ED-9FFC-05707C3CBD2D}"/>
              </a:ext>
            </a:extLst>
          </p:cNvPr>
          <p:cNvSpPr>
            <a:spLocks xmlns:a="http://schemas.openxmlformats.org/drawingml/2006/main" noGrp="1"/>
          </p:cNvSpPr>
          <p:nvPr/>
        </p:nvSpPr>
        <p:spPr>
          <a:xfrm xmlns:a="http://schemas.openxmlformats.org/drawingml/2006/main">
            <a:off x="3523148" y="1937996"/>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71" name="0171:panel-a-r-at-1/r-at-1-color-scale/color-tick-25:text">
            <a:extLst xmlns:a="http://schemas.openxmlformats.org/drawingml/2006/main">
              <a:ext uri="{FF2B5EF4-FFF2-40B4-BE49-F238E27FC236}">
                <a16:creationId xmlns:a16="http://schemas.microsoft.com/office/drawing/2014/main" id="{E170BE45-5EDE-48EF-A9A6-25AB56444B22}"/>
              </a:ext>
            </a:extLst>
          </p:cNvPr>
          <p:cNvSpPr>
            <a:spLocks xmlns:a="http://schemas.openxmlformats.org/drawingml/2006/main" noGrp="1"/>
          </p:cNvSpPr>
          <p:nvPr/>
        </p:nvSpPr>
        <p:spPr>
          <a:xfrm xmlns:a="http://schemas.openxmlformats.org/drawingml/2006/main">
            <a:off x="4193484" y="1937996"/>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72" name="0172:panel-a-r-at-1/r-at-1-color-scale/color-tick-50:text">
            <a:extLst xmlns:a="http://schemas.openxmlformats.org/drawingml/2006/main">
              <a:ext uri="{FF2B5EF4-FFF2-40B4-BE49-F238E27FC236}">
                <a16:creationId xmlns:a16="http://schemas.microsoft.com/office/drawing/2014/main" id="{2EBC5FA7-D1FF-49C5-A3B1-A637C6B88839}"/>
              </a:ext>
            </a:extLst>
          </p:cNvPr>
          <p:cNvSpPr>
            <a:spLocks xmlns:a="http://schemas.openxmlformats.org/drawingml/2006/main" noGrp="1"/>
          </p:cNvSpPr>
          <p:nvPr/>
        </p:nvSpPr>
        <p:spPr>
          <a:xfrm xmlns:a="http://schemas.openxmlformats.org/drawingml/2006/main">
            <a:off x="4892014" y="1937996"/>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73" name="0173:panel-a-r-at-1/r-at-1-color-scale/color-tick-75:text">
            <a:extLst xmlns:a="http://schemas.openxmlformats.org/drawingml/2006/main">
              <a:ext uri="{FF2B5EF4-FFF2-40B4-BE49-F238E27FC236}">
                <a16:creationId xmlns:a16="http://schemas.microsoft.com/office/drawing/2014/main" id="{2002EFEC-B604-48B2-A3D7-2549A71EFE72}"/>
              </a:ext>
            </a:extLst>
          </p:cNvPr>
          <p:cNvSpPr>
            <a:spLocks xmlns:a="http://schemas.openxmlformats.org/drawingml/2006/main" noGrp="1"/>
          </p:cNvSpPr>
          <p:nvPr/>
        </p:nvSpPr>
        <p:spPr>
          <a:xfrm xmlns:a="http://schemas.openxmlformats.org/drawingml/2006/main">
            <a:off x="5590544" y="1937996"/>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74" name="0174:panel-a-r-at-1/r-at-1-color-scale/color-tick-100:text">
            <a:extLst xmlns:a="http://schemas.openxmlformats.org/drawingml/2006/main">
              <a:ext uri="{FF2B5EF4-FFF2-40B4-BE49-F238E27FC236}">
                <a16:creationId xmlns:a16="http://schemas.microsoft.com/office/drawing/2014/main" id="{6D6CE2C6-D0D4-4826-A72C-7E58404BB77F}"/>
              </a:ext>
            </a:extLst>
          </p:cNvPr>
          <p:cNvSpPr>
            <a:spLocks xmlns:a="http://schemas.openxmlformats.org/drawingml/2006/main" noGrp="1"/>
          </p:cNvSpPr>
          <p:nvPr/>
        </p:nvSpPr>
        <p:spPr>
          <a:xfrm xmlns:a="http://schemas.openxmlformats.org/drawingml/2006/main">
            <a:off x="6260832" y="1937996"/>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75" name="0175:panel-b-map/panel-b-title:text">
            <a:extLst xmlns:a="http://schemas.openxmlformats.org/drawingml/2006/main">
              <a:ext uri="{FF2B5EF4-FFF2-40B4-BE49-F238E27FC236}">
                <a16:creationId xmlns:a16="http://schemas.microsoft.com/office/drawing/2014/main" id="{A63F3B7C-439C-49B7-89F7-D5479708A04B}"/>
              </a:ext>
            </a:extLst>
          </p:cNvPr>
          <p:cNvSpPr>
            <a:spLocks xmlns:a="http://schemas.openxmlformats.org/drawingml/2006/main" noGrp="1"/>
          </p:cNvSpPr>
          <p:nvPr/>
        </p:nvSpPr>
        <p:spPr>
          <a:xfrm xmlns:a="http://schemas.openxmlformats.org/drawingml/2006/main">
            <a:off x="203209" y="2231032"/>
            <a:ext cx="1074325"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(b) Official mAP (%)</a:t>
            </a:r>
          </a:p>
        </p:txBody>
      </p:sp>
      <p:sp>
        <p:nvSpPr>
          <p:cNvPr id="176" name="0176:panel-b-map/grid-0:line">
            <a:extLst xmlns:a="http://schemas.openxmlformats.org/drawingml/2006/main">
              <a:ext uri="{FF2B5EF4-FFF2-40B4-BE49-F238E27FC236}">
                <a16:creationId xmlns:a16="http://schemas.microsoft.com/office/drawing/2014/main" id="{501A0A9D-5F77-4281-9E54-9521960505DE}"/>
              </a:ext>
            </a:extLst>
          </p:cNvPr>
          <p:cNvSpPr>
            <a:spLocks xmlns:a="http://schemas.openxmlformats.org/drawingml/2006/main" noGrp="1"/>
          </p:cNvSpPr>
          <p:nvPr/>
        </p:nvSpPr>
        <p:spPr>
          <a:xfrm xmlns:a="http://schemas.openxmlformats.org/drawingml/2006/main">
            <a:off x="1778076" y="2501245"/>
            <a:ext cx="0" cy="1218881"/>
          </a:xfrm>
          <a:prstGeom xmlns:a="http://schemas.openxmlformats.org/drawingml/2006/main" prst="line">
            <a:avLst/>
          </a:prstGeom>
          <a:noFill xmlns:a="http://schemas.openxmlformats.org/drawingml/2006/main"/>
          <a:ln xmlns:a="http://schemas.openxmlformats.org/drawingml/2006/main" w="6350">
            <a:solidFill>
              <a:srgbClr val="D7DCE0"/>
            </a:solidFill>
          </a:ln>
        </p:spPr>
      </p:sp>
      <p:sp>
        <p:nvSpPr>
          <p:cNvPr id="177" name="0177:panel-b-map/tick-0:text">
            <a:extLst xmlns:a="http://schemas.openxmlformats.org/drawingml/2006/main">
              <a:ext uri="{FF2B5EF4-FFF2-40B4-BE49-F238E27FC236}">
                <a16:creationId xmlns:a16="http://schemas.microsoft.com/office/drawing/2014/main" id="{5827E135-BEE0-444D-813C-C470C3CE513C}"/>
              </a:ext>
            </a:extLst>
          </p:cNvPr>
          <p:cNvSpPr>
            <a:spLocks xmlns:a="http://schemas.openxmlformats.org/drawingml/2006/main" noGrp="1"/>
          </p:cNvSpPr>
          <p:nvPr/>
        </p:nvSpPr>
        <p:spPr>
          <a:xfrm xmlns:a="http://schemas.openxmlformats.org/drawingml/2006/main">
            <a:off x="1745072" y="3791711"/>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78" name="0178:panel-b-map/grid-20:line">
            <a:extLst xmlns:a="http://schemas.openxmlformats.org/drawingml/2006/main">
              <a:ext uri="{FF2B5EF4-FFF2-40B4-BE49-F238E27FC236}">
                <a16:creationId xmlns:a16="http://schemas.microsoft.com/office/drawing/2014/main" id="{B3305535-7F5F-436C-B7C3-28EAB57466C8}"/>
              </a:ext>
            </a:extLst>
          </p:cNvPr>
          <p:cNvSpPr>
            <a:spLocks xmlns:a="http://schemas.openxmlformats.org/drawingml/2006/main" noGrp="1"/>
          </p:cNvSpPr>
          <p:nvPr/>
        </p:nvSpPr>
        <p:spPr>
          <a:xfrm xmlns:a="http://schemas.openxmlformats.org/drawingml/2006/main">
            <a:off x="2692515" y="2501245"/>
            <a:ext cx="0" cy="1218881"/>
          </a:xfrm>
          <a:prstGeom xmlns:a="http://schemas.openxmlformats.org/drawingml/2006/main" prst="line">
            <a:avLst/>
          </a:prstGeom>
          <a:noFill xmlns:a="http://schemas.openxmlformats.org/drawingml/2006/main"/>
          <a:ln xmlns:a="http://schemas.openxmlformats.org/drawingml/2006/main" w="6350">
            <a:solidFill>
              <a:srgbClr val="D7DCE0"/>
            </a:solidFill>
          </a:ln>
        </p:spPr>
      </p:sp>
      <p:sp>
        <p:nvSpPr>
          <p:cNvPr id="179" name="0179:panel-b-map/tick-20:text">
            <a:extLst xmlns:a="http://schemas.openxmlformats.org/drawingml/2006/main">
              <a:ext uri="{FF2B5EF4-FFF2-40B4-BE49-F238E27FC236}">
                <a16:creationId xmlns:a16="http://schemas.microsoft.com/office/drawing/2014/main" id="{D07511DB-BB68-4F3B-B4F2-58249AB579DC}"/>
              </a:ext>
            </a:extLst>
          </p:cNvPr>
          <p:cNvSpPr>
            <a:spLocks xmlns:a="http://schemas.openxmlformats.org/drawingml/2006/main" noGrp="1"/>
          </p:cNvSpPr>
          <p:nvPr/>
        </p:nvSpPr>
        <p:spPr>
          <a:xfrm xmlns:a="http://schemas.openxmlformats.org/drawingml/2006/main">
            <a:off x="2631317" y="3791711"/>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20</a:t>
            </a:r>
          </a:p>
        </p:txBody>
      </p:sp>
      <p:sp>
        <p:nvSpPr>
          <p:cNvPr id="180" name="0180:panel-b-map/grid-40:line">
            <a:extLst xmlns:a="http://schemas.openxmlformats.org/drawingml/2006/main">
              <a:ext uri="{FF2B5EF4-FFF2-40B4-BE49-F238E27FC236}">
                <a16:creationId xmlns:a16="http://schemas.microsoft.com/office/drawing/2014/main" id="{C91E2AD3-77E5-4810-A650-5591C269A3A6}"/>
              </a:ext>
            </a:extLst>
          </p:cNvPr>
          <p:cNvSpPr>
            <a:spLocks xmlns:a="http://schemas.openxmlformats.org/drawingml/2006/main" noGrp="1"/>
          </p:cNvSpPr>
          <p:nvPr/>
        </p:nvSpPr>
        <p:spPr>
          <a:xfrm xmlns:a="http://schemas.openxmlformats.org/drawingml/2006/main">
            <a:off x="3606954" y="2501245"/>
            <a:ext cx="0" cy="1218881"/>
          </a:xfrm>
          <a:prstGeom xmlns:a="http://schemas.openxmlformats.org/drawingml/2006/main" prst="line">
            <a:avLst/>
          </a:prstGeom>
          <a:noFill xmlns:a="http://schemas.openxmlformats.org/drawingml/2006/main"/>
          <a:ln xmlns:a="http://schemas.openxmlformats.org/drawingml/2006/main" w="6350">
            <a:solidFill>
              <a:srgbClr val="D7DCE0"/>
            </a:solidFill>
          </a:ln>
        </p:spPr>
      </p:sp>
      <p:sp>
        <p:nvSpPr>
          <p:cNvPr id="181" name="0181:panel-b-map/tick-40:text">
            <a:extLst xmlns:a="http://schemas.openxmlformats.org/drawingml/2006/main">
              <a:ext uri="{FF2B5EF4-FFF2-40B4-BE49-F238E27FC236}">
                <a16:creationId xmlns:a16="http://schemas.microsoft.com/office/drawing/2014/main" id="{33494D7C-7150-46FC-88B5-889E16BC1F09}"/>
              </a:ext>
            </a:extLst>
          </p:cNvPr>
          <p:cNvSpPr>
            <a:spLocks xmlns:a="http://schemas.openxmlformats.org/drawingml/2006/main" noGrp="1"/>
          </p:cNvSpPr>
          <p:nvPr/>
        </p:nvSpPr>
        <p:spPr>
          <a:xfrm xmlns:a="http://schemas.openxmlformats.org/drawingml/2006/main">
            <a:off x="3545756" y="3791711"/>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40</a:t>
            </a:r>
          </a:p>
        </p:txBody>
      </p:sp>
      <p:sp>
        <p:nvSpPr>
          <p:cNvPr id="182" name="0182:panel-b-map/grid-60:line">
            <a:extLst xmlns:a="http://schemas.openxmlformats.org/drawingml/2006/main">
              <a:ext uri="{FF2B5EF4-FFF2-40B4-BE49-F238E27FC236}">
                <a16:creationId xmlns:a16="http://schemas.microsoft.com/office/drawing/2014/main" id="{EEC72114-993F-4922-943D-B754E293005A}"/>
              </a:ext>
            </a:extLst>
          </p:cNvPr>
          <p:cNvSpPr>
            <a:spLocks xmlns:a="http://schemas.openxmlformats.org/drawingml/2006/main" noGrp="1"/>
          </p:cNvSpPr>
          <p:nvPr/>
        </p:nvSpPr>
        <p:spPr>
          <a:xfrm xmlns:a="http://schemas.openxmlformats.org/drawingml/2006/main">
            <a:off x="4521393" y="2501245"/>
            <a:ext cx="0" cy="1218881"/>
          </a:xfrm>
          <a:prstGeom xmlns:a="http://schemas.openxmlformats.org/drawingml/2006/main" prst="line">
            <a:avLst/>
          </a:prstGeom>
          <a:noFill xmlns:a="http://schemas.openxmlformats.org/drawingml/2006/main"/>
          <a:ln xmlns:a="http://schemas.openxmlformats.org/drawingml/2006/main" w="6350">
            <a:solidFill>
              <a:srgbClr val="D7DCE0"/>
            </a:solidFill>
          </a:ln>
        </p:spPr>
      </p:sp>
      <p:sp>
        <p:nvSpPr>
          <p:cNvPr id="183" name="0183:panel-b-map/tick-60:text">
            <a:extLst xmlns:a="http://schemas.openxmlformats.org/drawingml/2006/main">
              <a:ext uri="{FF2B5EF4-FFF2-40B4-BE49-F238E27FC236}">
                <a16:creationId xmlns:a16="http://schemas.microsoft.com/office/drawing/2014/main" id="{D94569C4-06CC-4361-A1E5-8A99803CBF3A}"/>
              </a:ext>
            </a:extLst>
          </p:cNvPr>
          <p:cNvSpPr>
            <a:spLocks xmlns:a="http://schemas.openxmlformats.org/drawingml/2006/main" noGrp="1"/>
          </p:cNvSpPr>
          <p:nvPr/>
        </p:nvSpPr>
        <p:spPr>
          <a:xfrm xmlns:a="http://schemas.openxmlformats.org/drawingml/2006/main">
            <a:off x="4460195" y="3791711"/>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60</a:t>
            </a:r>
          </a:p>
        </p:txBody>
      </p:sp>
      <p:sp>
        <p:nvSpPr>
          <p:cNvPr id="184" name="0184:panel-b-map/grid-80:line">
            <a:extLst xmlns:a="http://schemas.openxmlformats.org/drawingml/2006/main">
              <a:ext uri="{FF2B5EF4-FFF2-40B4-BE49-F238E27FC236}">
                <a16:creationId xmlns:a16="http://schemas.microsoft.com/office/drawing/2014/main" id="{87F95C4B-8B41-441B-A539-EE8A9518FDFA}"/>
              </a:ext>
            </a:extLst>
          </p:cNvPr>
          <p:cNvSpPr>
            <a:spLocks xmlns:a="http://schemas.openxmlformats.org/drawingml/2006/main" noGrp="1"/>
          </p:cNvSpPr>
          <p:nvPr/>
        </p:nvSpPr>
        <p:spPr>
          <a:xfrm xmlns:a="http://schemas.openxmlformats.org/drawingml/2006/main">
            <a:off x="5435832" y="2501245"/>
            <a:ext cx="0" cy="1218881"/>
          </a:xfrm>
          <a:prstGeom xmlns:a="http://schemas.openxmlformats.org/drawingml/2006/main" prst="line">
            <a:avLst/>
          </a:prstGeom>
          <a:noFill xmlns:a="http://schemas.openxmlformats.org/drawingml/2006/main"/>
          <a:ln xmlns:a="http://schemas.openxmlformats.org/drawingml/2006/main" w="6350">
            <a:solidFill>
              <a:srgbClr val="D7DCE0"/>
            </a:solidFill>
          </a:ln>
        </p:spPr>
      </p:sp>
      <p:sp>
        <p:nvSpPr>
          <p:cNvPr id="185" name="0185:panel-b-map/tick-80:text">
            <a:extLst xmlns:a="http://schemas.openxmlformats.org/drawingml/2006/main">
              <a:ext uri="{FF2B5EF4-FFF2-40B4-BE49-F238E27FC236}">
                <a16:creationId xmlns:a16="http://schemas.microsoft.com/office/drawing/2014/main" id="{758DC37C-8503-49EE-AAB9-A7A27057D8A6}"/>
              </a:ext>
            </a:extLst>
          </p:cNvPr>
          <p:cNvSpPr>
            <a:spLocks xmlns:a="http://schemas.openxmlformats.org/drawingml/2006/main" noGrp="1"/>
          </p:cNvSpPr>
          <p:nvPr/>
        </p:nvSpPr>
        <p:spPr>
          <a:xfrm xmlns:a="http://schemas.openxmlformats.org/drawingml/2006/main">
            <a:off x="5374634" y="3791711"/>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80</a:t>
            </a:r>
          </a:p>
        </p:txBody>
      </p:sp>
      <p:sp>
        <p:nvSpPr>
          <p:cNvPr id="186" name="0186:panel-b-map/grid-100:line">
            <a:extLst xmlns:a="http://schemas.openxmlformats.org/drawingml/2006/main">
              <a:ext uri="{FF2B5EF4-FFF2-40B4-BE49-F238E27FC236}">
                <a16:creationId xmlns:a16="http://schemas.microsoft.com/office/drawing/2014/main" id="{7DE9B12B-56D8-435A-A89F-72154B1D3362}"/>
              </a:ext>
            </a:extLst>
          </p:cNvPr>
          <p:cNvSpPr>
            <a:spLocks xmlns:a="http://schemas.openxmlformats.org/drawingml/2006/main" noGrp="1"/>
          </p:cNvSpPr>
          <p:nvPr/>
        </p:nvSpPr>
        <p:spPr>
          <a:xfrm xmlns:a="http://schemas.openxmlformats.org/drawingml/2006/main">
            <a:off x="6350272" y="2501245"/>
            <a:ext cx="0" cy="1218881"/>
          </a:xfrm>
          <a:prstGeom xmlns:a="http://schemas.openxmlformats.org/drawingml/2006/main" prst="line">
            <a:avLst/>
          </a:prstGeom>
          <a:noFill xmlns:a="http://schemas.openxmlformats.org/drawingml/2006/main"/>
          <a:ln xmlns:a="http://schemas.openxmlformats.org/drawingml/2006/main" w="6350">
            <a:solidFill>
              <a:srgbClr val="D7DCE0"/>
            </a:solidFill>
          </a:ln>
        </p:spPr>
      </p:sp>
      <p:sp>
        <p:nvSpPr>
          <p:cNvPr id="187" name="0187:panel-b-map/tick-100:text">
            <a:extLst xmlns:a="http://schemas.openxmlformats.org/drawingml/2006/main">
              <a:ext uri="{FF2B5EF4-FFF2-40B4-BE49-F238E27FC236}">
                <a16:creationId xmlns:a16="http://schemas.microsoft.com/office/drawing/2014/main" id="{83A6CD93-2348-4177-9972-E063657B2434}"/>
              </a:ext>
            </a:extLst>
          </p:cNvPr>
          <p:cNvSpPr>
            <a:spLocks xmlns:a="http://schemas.openxmlformats.org/drawingml/2006/main" noGrp="1"/>
          </p:cNvSpPr>
          <p:nvPr/>
        </p:nvSpPr>
        <p:spPr>
          <a:xfrm xmlns:a="http://schemas.openxmlformats.org/drawingml/2006/main">
            <a:off x="6260832" y="3791711"/>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88" name="0188:panel-b-map/task-0:text">
            <a:extLst xmlns:a="http://schemas.openxmlformats.org/drawingml/2006/main">
              <a:ext uri="{FF2B5EF4-FFF2-40B4-BE49-F238E27FC236}">
                <a16:creationId xmlns:a16="http://schemas.microsoft.com/office/drawing/2014/main" id="{259B226D-4235-4F17-938A-457691544EF5}"/>
              </a:ext>
            </a:extLst>
          </p:cNvPr>
          <p:cNvSpPr>
            <a:spLocks xmlns:a="http://schemas.openxmlformats.org/drawingml/2006/main" noGrp="1"/>
          </p:cNvSpPr>
          <p:nvPr/>
        </p:nvSpPr>
        <p:spPr>
          <a:xfrm xmlns:a="http://schemas.openxmlformats.org/drawingml/2006/main">
            <a:off x="901169" y="2642662"/>
            <a:ext cx="78800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Drone → satellite</a:t>
            </a:r>
          </a:p>
        </p:txBody>
      </p:sp>
      <p:sp>
        <p:nvSpPr>
          <p:cNvPr id="189" name="0189:panel-b-map/interval-0-visual:line">
            <a:extLst xmlns:a="http://schemas.openxmlformats.org/drawingml/2006/main">
              <a:ext uri="{FF2B5EF4-FFF2-40B4-BE49-F238E27FC236}">
                <a16:creationId xmlns:a16="http://schemas.microsoft.com/office/drawing/2014/main" id="{6991EE47-4ED6-4BB3-9B68-C2AB4089B923}"/>
              </a:ext>
            </a:extLst>
          </p:cNvPr>
          <p:cNvSpPr>
            <a:spLocks xmlns:a="http://schemas.openxmlformats.org/drawingml/2006/main" noGrp="1"/>
          </p:cNvSpPr>
          <p:nvPr/>
        </p:nvSpPr>
        <p:spPr>
          <a:xfrm xmlns:a="http://schemas.openxmlformats.org/drawingml/2006/main">
            <a:off x="3730149" y="2577425"/>
            <a:ext cx="87634" cy="0"/>
          </a:xfrm>
          <a:prstGeom xmlns:a="http://schemas.openxmlformats.org/drawingml/2006/main" prst="line">
            <a:avLst/>
          </a:prstGeom>
          <a:noFill xmlns:a="http://schemas.openxmlformats.org/drawingml/2006/main"/>
          <a:ln xmlns:a="http://schemas.openxmlformats.org/drawingml/2006/main" w="11430">
            <a:solidFill>
              <a:srgbClr val="484878"/>
            </a:solidFill>
          </a:ln>
        </p:spPr>
      </p:sp>
      <p:sp>
        <p:nvSpPr>
          <p:cNvPr id="190" name="0190:panel-b-map/interval-0-visual:line">
            <a:extLst xmlns:a="http://schemas.openxmlformats.org/drawingml/2006/main">
              <a:ext uri="{FF2B5EF4-FFF2-40B4-BE49-F238E27FC236}">
                <a16:creationId xmlns:a16="http://schemas.microsoft.com/office/drawing/2014/main" id="{2B9DE509-E58D-4406-BD56-98094C8D714C}"/>
              </a:ext>
            </a:extLst>
          </p:cNvPr>
          <p:cNvSpPr>
            <a:spLocks xmlns:a="http://schemas.openxmlformats.org/drawingml/2006/main" noGrp="1"/>
          </p:cNvSpPr>
          <p:nvPr/>
        </p:nvSpPr>
        <p:spPr>
          <a:xfrm xmlns:a="http://schemas.openxmlformats.org/drawingml/2006/main">
            <a:off x="3730149" y="2552032"/>
            <a:ext cx="0" cy="50787"/>
          </a:xfrm>
          <a:prstGeom xmlns:a="http://schemas.openxmlformats.org/drawingml/2006/main" prst="line">
            <a:avLst/>
          </a:prstGeom>
          <a:noFill xmlns:a="http://schemas.openxmlformats.org/drawingml/2006/main"/>
          <a:ln xmlns:a="http://schemas.openxmlformats.org/drawingml/2006/main" w="8890">
            <a:solidFill>
              <a:srgbClr val="484878"/>
            </a:solidFill>
          </a:ln>
        </p:spPr>
      </p:sp>
      <p:sp>
        <p:nvSpPr>
          <p:cNvPr id="191" name="0191:panel-b-map/interval-0-visual:line">
            <a:extLst xmlns:a="http://schemas.openxmlformats.org/drawingml/2006/main">
              <a:ext uri="{FF2B5EF4-FFF2-40B4-BE49-F238E27FC236}">
                <a16:creationId xmlns:a16="http://schemas.microsoft.com/office/drawing/2014/main" id="{1BE5D4B3-5F2B-4591-A599-3400416C6284}"/>
              </a:ext>
            </a:extLst>
          </p:cNvPr>
          <p:cNvSpPr>
            <a:spLocks xmlns:a="http://schemas.openxmlformats.org/drawingml/2006/main" noGrp="1"/>
          </p:cNvSpPr>
          <p:nvPr/>
        </p:nvSpPr>
        <p:spPr>
          <a:xfrm xmlns:a="http://schemas.openxmlformats.org/drawingml/2006/main">
            <a:off x="3817783" y="2552032"/>
            <a:ext cx="0" cy="50787"/>
          </a:xfrm>
          <a:prstGeom xmlns:a="http://schemas.openxmlformats.org/drawingml/2006/main" prst="line">
            <a:avLst/>
          </a:prstGeom>
          <a:noFill xmlns:a="http://schemas.openxmlformats.org/drawingml/2006/main"/>
          <a:ln xmlns:a="http://schemas.openxmlformats.org/drawingml/2006/main" w="8890">
            <a:solidFill>
              <a:srgbClr val="484878"/>
            </a:solidFill>
          </a:ln>
        </p:spPr>
      </p:sp>
      <p:sp>
        <p:nvSpPr>
          <p:cNvPr id="192" name="0192:panel-b-map/interval-0-visual:circle">
            <a:extLst xmlns:a="http://schemas.openxmlformats.org/drawingml/2006/main">
              <a:ext uri="{FF2B5EF4-FFF2-40B4-BE49-F238E27FC236}">
                <a16:creationId xmlns:a16="http://schemas.microsoft.com/office/drawing/2014/main" id="{53AE9286-CFD9-415F-817A-A4DD932EA34D}"/>
              </a:ext>
            </a:extLst>
          </p:cNvPr>
          <p:cNvSpPr>
            <a:spLocks xmlns:a="http://schemas.openxmlformats.org/drawingml/2006/main" noGrp="1"/>
          </p:cNvSpPr>
          <p:nvPr/>
        </p:nvSpPr>
        <p:spPr>
          <a:xfrm xmlns:a="http://schemas.openxmlformats.org/drawingml/2006/main">
            <a:off x="3747930" y="2552032"/>
            <a:ext cx="50802" cy="50787"/>
          </a:xfrm>
          <a:prstGeom xmlns:a="http://schemas.openxmlformats.org/drawingml/2006/main" prst="ellipse">
            <a:avLst/>
          </a:prstGeom>
          <a:solidFill xmlns:a="http://schemas.openxmlformats.org/drawingml/2006/main">
            <a:srgbClr val="484878"/>
          </a:solidFill>
          <a:ln xmlns:a="http://schemas.openxmlformats.org/drawingml/2006/main" w="0">
            <a:noFill/>
          </a:ln>
        </p:spPr>
      </p:sp>
      <p:sp>
        <p:nvSpPr>
          <p:cNvPr id="193" name="0193:panel-b-map/interval-0-content:line">
            <a:extLst xmlns:a="http://schemas.openxmlformats.org/drawingml/2006/main">
              <a:ext uri="{FF2B5EF4-FFF2-40B4-BE49-F238E27FC236}">
                <a16:creationId xmlns:a16="http://schemas.microsoft.com/office/drawing/2014/main" id="{C16805D6-8DCD-4D4D-9573-047595E42E19}"/>
              </a:ext>
            </a:extLst>
          </p:cNvPr>
          <p:cNvSpPr>
            <a:spLocks xmlns:a="http://schemas.openxmlformats.org/drawingml/2006/main" noGrp="1"/>
          </p:cNvSpPr>
          <p:nvPr/>
        </p:nvSpPr>
        <p:spPr>
          <a:xfrm xmlns:a="http://schemas.openxmlformats.org/drawingml/2006/main">
            <a:off x="1859360" y="2628212"/>
            <a:ext cx="1270" cy="0"/>
          </a:xfrm>
          <a:prstGeom xmlns:a="http://schemas.openxmlformats.org/drawingml/2006/main" prst="line">
            <a:avLst/>
          </a:prstGeom>
          <a:noFill xmlns:a="http://schemas.openxmlformats.org/drawingml/2006/main"/>
          <a:ln xmlns:a="http://schemas.openxmlformats.org/drawingml/2006/main" w="11430">
            <a:solidFill>
              <a:srgbClr val="927B45"/>
            </a:solidFill>
          </a:ln>
        </p:spPr>
      </p:sp>
      <p:sp>
        <p:nvSpPr>
          <p:cNvPr id="194" name="0194:panel-b-map/interval-0-content:line">
            <a:extLst xmlns:a="http://schemas.openxmlformats.org/drawingml/2006/main">
              <a:ext uri="{FF2B5EF4-FFF2-40B4-BE49-F238E27FC236}">
                <a16:creationId xmlns:a16="http://schemas.microsoft.com/office/drawing/2014/main" id="{4BF75852-FDBB-4C33-85D9-EDF6F0AE6FD3}"/>
              </a:ext>
            </a:extLst>
          </p:cNvPr>
          <p:cNvSpPr>
            <a:spLocks xmlns:a="http://schemas.openxmlformats.org/drawingml/2006/main" noGrp="1"/>
          </p:cNvSpPr>
          <p:nvPr/>
        </p:nvSpPr>
        <p:spPr>
          <a:xfrm xmlns:a="http://schemas.openxmlformats.org/drawingml/2006/main">
            <a:off x="1859360" y="2602818"/>
            <a:ext cx="0" cy="50787"/>
          </a:xfrm>
          <a:prstGeom xmlns:a="http://schemas.openxmlformats.org/drawingml/2006/main" prst="line">
            <a:avLst/>
          </a:prstGeom>
          <a:noFill xmlns:a="http://schemas.openxmlformats.org/drawingml/2006/main"/>
          <a:ln xmlns:a="http://schemas.openxmlformats.org/drawingml/2006/main" w="8890">
            <a:solidFill>
              <a:srgbClr val="927B45"/>
            </a:solidFill>
          </a:ln>
        </p:spPr>
      </p:sp>
      <p:sp>
        <p:nvSpPr>
          <p:cNvPr id="195" name="0195:panel-b-map/interval-0-content:line">
            <a:extLst xmlns:a="http://schemas.openxmlformats.org/drawingml/2006/main">
              <a:ext uri="{FF2B5EF4-FFF2-40B4-BE49-F238E27FC236}">
                <a16:creationId xmlns:a16="http://schemas.microsoft.com/office/drawing/2014/main" id="{5C6737F5-1542-4240-B0CE-0C47EA7176B9}"/>
              </a:ext>
            </a:extLst>
          </p:cNvPr>
          <p:cNvSpPr>
            <a:spLocks xmlns:a="http://schemas.openxmlformats.org/drawingml/2006/main" noGrp="1"/>
          </p:cNvSpPr>
          <p:nvPr/>
        </p:nvSpPr>
        <p:spPr>
          <a:xfrm xmlns:a="http://schemas.openxmlformats.org/drawingml/2006/main">
            <a:off x="1860630" y="2602818"/>
            <a:ext cx="0" cy="50787"/>
          </a:xfrm>
          <a:prstGeom xmlns:a="http://schemas.openxmlformats.org/drawingml/2006/main" prst="line">
            <a:avLst/>
          </a:prstGeom>
          <a:noFill xmlns:a="http://schemas.openxmlformats.org/drawingml/2006/main"/>
          <a:ln xmlns:a="http://schemas.openxmlformats.org/drawingml/2006/main" w="8890">
            <a:solidFill>
              <a:srgbClr val="927B45"/>
            </a:solidFill>
          </a:ln>
        </p:spPr>
      </p:sp>
      <p:sp>
        <p:nvSpPr>
          <p:cNvPr id="196" name="0196:panel-b-map/interval-0-content:rect">
            <a:extLst xmlns:a="http://schemas.openxmlformats.org/drawingml/2006/main">
              <a:ext uri="{FF2B5EF4-FFF2-40B4-BE49-F238E27FC236}">
                <a16:creationId xmlns:a16="http://schemas.microsoft.com/office/drawing/2014/main" id="{E88298BE-D15A-4C77-9A0A-84B1EDA07245}"/>
              </a:ext>
            </a:extLst>
          </p:cNvPr>
          <p:cNvSpPr>
            <a:spLocks xmlns:a="http://schemas.openxmlformats.org/drawingml/2006/main" noGrp="1"/>
          </p:cNvSpPr>
          <p:nvPr/>
        </p:nvSpPr>
        <p:spPr>
          <a:xfrm xmlns:a="http://schemas.openxmlformats.org/drawingml/2006/main">
            <a:off x="1833958" y="2602818"/>
            <a:ext cx="50802" cy="50787"/>
          </a:xfrm>
          <a:prstGeom xmlns:a="http://schemas.openxmlformats.org/drawingml/2006/main" prst="rect">
            <a:avLst/>
          </a:prstGeom>
          <a:solidFill xmlns:a="http://schemas.openxmlformats.org/drawingml/2006/main">
            <a:srgbClr val="927B45"/>
          </a:solidFill>
          <a:ln xmlns:a="http://schemas.openxmlformats.org/drawingml/2006/main" w="6350">
            <a:noFill/>
          </a:ln>
        </p:spPr>
      </p:sp>
      <p:sp>
        <p:nvSpPr>
          <p:cNvPr id="197" name="0197:panel-b-map/interval-0-style:line">
            <a:extLst xmlns:a="http://schemas.openxmlformats.org/drawingml/2006/main">
              <a:ext uri="{FF2B5EF4-FFF2-40B4-BE49-F238E27FC236}">
                <a16:creationId xmlns:a16="http://schemas.microsoft.com/office/drawing/2014/main" id="{D98BAD8F-EE48-4AB4-8662-5D1B3B5491EE}"/>
              </a:ext>
            </a:extLst>
          </p:cNvPr>
          <p:cNvSpPr>
            <a:spLocks xmlns:a="http://schemas.openxmlformats.org/drawingml/2006/main" noGrp="1"/>
          </p:cNvSpPr>
          <p:nvPr/>
        </p:nvSpPr>
        <p:spPr>
          <a:xfrm xmlns:a="http://schemas.openxmlformats.org/drawingml/2006/main">
            <a:off x="1830148" y="2678998"/>
            <a:ext cx="1270" cy="0"/>
          </a:xfrm>
          <a:prstGeom xmlns:a="http://schemas.openxmlformats.org/drawingml/2006/main" prst="line">
            <a:avLst/>
          </a:prstGeom>
          <a:noFill xmlns:a="http://schemas.openxmlformats.org/drawingml/2006/main"/>
          <a:ln xmlns:a="http://schemas.openxmlformats.org/drawingml/2006/main" w="11430">
            <a:solidFill>
              <a:srgbClr val="7B6A91"/>
            </a:solidFill>
          </a:ln>
        </p:spPr>
      </p:sp>
      <p:sp>
        <p:nvSpPr>
          <p:cNvPr id="198" name="0198:panel-b-map/interval-0-style:line">
            <a:extLst xmlns:a="http://schemas.openxmlformats.org/drawingml/2006/main">
              <a:ext uri="{FF2B5EF4-FFF2-40B4-BE49-F238E27FC236}">
                <a16:creationId xmlns:a16="http://schemas.microsoft.com/office/drawing/2014/main" id="{3A0048B3-1DBD-4112-8514-1204DED3F702}"/>
              </a:ext>
            </a:extLst>
          </p:cNvPr>
          <p:cNvSpPr>
            <a:spLocks xmlns:a="http://schemas.openxmlformats.org/drawingml/2006/main" noGrp="1"/>
          </p:cNvSpPr>
          <p:nvPr/>
        </p:nvSpPr>
        <p:spPr>
          <a:xfrm xmlns:a="http://schemas.openxmlformats.org/drawingml/2006/main">
            <a:off x="1830148" y="2653605"/>
            <a:ext cx="0" cy="50787"/>
          </a:xfrm>
          <a:prstGeom xmlns:a="http://schemas.openxmlformats.org/drawingml/2006/main" prst="line">
            <a:avLst/>
          </a:prstGeom>
          <a:noFill xmlns:a="http://schemas.openxmlformats.org/drawingml/2006/main"/>
          <a:ln xmlns:a="http://schemas.openxmlformats.org/drawingml/2006/main" w="8890">
            <a:solidFill>
              <a:srgbClr val="7B6A91"/>
            </a:solidFill>
          </a:ln>
        </p:spPr>
      </p:sp>
      <p:sp>
        <p:nvSpPr>
          <p:cNvPr id="199" name="0199:panel-b-map/interval-0-style:line">
            <a:extLst xmlns:a="http://schemas.openxmlformats.org/drawingml/2006/main">
              <a:ext uri="{FF2B5EF4-FFF2-40B4-BE49-F238E27FC236}">
                <a16:creationId xmlns:a16="http://schemas.microsoft.com/office/drawing/2014/main" id="{19A8900C-D226-441B-8674-E3BDA3EBE964}"/>
              </a:ext>
            </a:extLst>
          </p:cNvPr>
          <p:cNvSpPr>
            <a:spLocks xmlns:a="http://schemas.openxmlformats.org/drawingml/2006/main" noGrp="1"/>
          </p:cNvSpPr>
          <p:nvPr/>
        </p:nvSpPr>
        <p:spPr>
          <a:xfrm xmlns:a="http://schemas.openxmlformats.org/drawingml/2006/main">
            <a:off x="1831418" y="2653605"/>
            <a:ext cx="0" cy="50787"/>
          </a:xfrm>
          <a:prstGeom xmlns:a="http://schemas.openxmlformats.org/drawingml/2006/main" prst="line">
            <a:avLst/>
          </a:prstGeom>
          <a:noFill xmlns:a="http://schemas.openxmlformats.org/drawingml/2006/main"/>
          <a:ln xmlns:a="http://schemas.openxmlformats.org/drawingml/2006/main" w="8890">
            <a:solidFill>
              <a:srgbClr val="7B6A91"/>
            </a:solidFill>
          </a:ln>
        </p:spPr>
      </p:sp>
      <p:sp>
        <p:nvSpPr>
          <p:cNvPr id="200" name="0200:panel-b-map/interval-0-style:polygon">
            <a:extLst xmlns:a="http://schemas.openxmlformats.org/drawingml/2006/main">
              <a:ext uri="{FF2B5EF4-FFF2-40B4-BE49-F238E27FC236}">
                <a16:creationId xmlns:a16="http://schemas.microsoft.com/office/drawing/2014/main" id="{60D1EB12-793E-47F9-88A0-63B642E5F8B5}"/>
              </a:ext>
            </a:extLst>
          </p:cNvPr>
          <p:cNvSpPr>
            <a:spLocks xmlns:a="http://schemas.openxmlformats.org/drawingml/2006/main" noGrp="1"/>
          </p:cNvSpPr>
          <p:nvPr/>
        </p:nvSpPr>
        <p:spPr>
          <a:xfrm xmlns:a="http://schemas.openxmlformats.org/drawingml/2006/main">
            <a:off x="1797127" y="2644717"/>
            <a:ext cx="68583" cy="59674"/>
          </a:xfrm>
          <a:custGeom xmlns:a="http://schemas.openxmlformats.org/drawingml/2006/main">
            <a:pathLst>
              <a:path w="68583" h="59674">
                <a:moveTo>
                  <a:pt x="34291" y="0"/>
                </a:moveTo>
                <a:lnTo>
                  <a:pt x="68583" y="59674"/>
                </a:lnTo>
                <a:lnTo>
                  <a:pt x="0" y="59674"/>
                </a:lnTo>
                <a:close/>
              </a:path>
            </a:pathLst>
          </a:custGeom>
          <a:solidFill xmlns:a="http://schemas.openxmlformats.org/drawingml/2006/main">
            <a:srgbClr val="7B6A91"/>
          </a:solidFill>
          <a:ln xmlns:a="http://schemas.openxmlformats.org/drawingml/2006/main" w="0">
            <a:noFill/>
          </a:ln>
        </p:spPr>
      </p:sp>
      <p:sp>
        <p:nvSpPr>
          <p:cNvPr id="201" name="0201:panel-b-map/interval-0-visual_content:line">
            <a:extLst xmlns:a="http://schemas.openxmlformats.org/drawingml/2006/main">
              <a:ext uri="{FF2B5EF4-FFF2-40B4-BE49-F238E27FC236}">
                <a16:creationId xmlns:a16="http://schemas.microsoft.com/office/drawing/2014/main" id="{04D64EB4-3689-484A-A26E-07744E44F3F5}"/>
              </a:ext>
            </a:extLst>
          </p:cNvPr>
          <p:cNvSpPr>
            <a:spLocks xmlns:a="http://schemas.openxmlformats.org/drawingml/2006/main" noGrp="1"/>
          </p:cNvSpPr>
          <p:nvPr/>
        </p:nvSpPr>
        <p:spPr>
          <a:xfrm xmlns:a="http://schemas.openxmlformats.org/drawingml/2006/main">
            <a:off x="3530751" y="2729785"/>
            <a:ext cx="26671" cy="0"/>
          </a:xfrm>
          <a:prstGeom xmlns:a="http://schemas.openxmlformats.org/drawingml/2006/main" prst="line">
            <a:avLst/>
          </a:prstGeom>
          <a:noFill xmlns:a="http://schemas.openxmlformats.org/drawingml/2006/main"/>
          <a:ln xmlns:a="http://schemas.openxmlformats.org/drawingml/2006/main" w="11430">
            <a:solidFill>
              <a:srgbClr val="378183"/>
            </a:solidFill>
          </a:ln>
        </p:spPr>
      </p:sp>
      <p:sp>
        <p:nvSpPr>
          <p:cNvPr id="202" name="0202:panel-b-map/interval-0-visual_content:line">
            <a:extLst xmlns:a="http://schemas.openxmlformats.org/drawingml/2006/main">
              <a:ext uri="{FF2B5EF4-FFF2-40B4-BE49-F238E27FC236}">
                <a16:creationId xmlns:a16="http://schemas.microsoft.com/office/drawing/2014/main" id="{2FA3D67D-C534-4FBC-AA80-508C0EEC36AE}"/>
              </a:ext>
            </a:extLst>
          </p:cNvPr>
          <p:cNvSpPr>
            <a:spLocks xmlns:a="http://schemas.openxmlformats.org/drawingml/2006/main" noGrp="1"/>
          </p:cNvSpPr>
          <p:nvPr/>
        </p:nvSpPr>
        <p:spPr>
          <a:xfrm xmlns:a="http://schemas.openxmlformats.org/drawingml/2006/main">
            <a:off x="3530751" y="2704392"/>
            <a:ext cx="0" cy="50787"/>
          </a:xfrm>
          <a:prstGeom xmlns:a="http://schemas.openxmlformats.org/drawingml/2006/main" prst="line">
            <a:avLst/>
          </a:prstGeom>
          <a:noFill xmlns:a="http://schemas.openxmlformats.org/drawingml/2006/main"/>
          <a:ln xmlns:a="http://schemas.openxmlformats.org/drawingml/2006/main" w="8890">
            <a:solidFill>
              <a:srgbClr val="378183"/>
            </a:solidFill>
          </a:ln>
        </p:spPr>
      </p:sp>
      <p:sp>
        <p:nvSpPr>
          <p:cNvPr id="203" name="0203:panel-b-map/interval-0-visual_content:line">
            <a:extLst xmlns:a="http://schemas.openxmlformats.org/drawingml/2006/main">
              <a:ext uri="{FF2B5EF4-FFF2-40B4-BE49-F238E27FC236}">
                <a16:creationId xmlns:a16="http://schemas.microsoft.com/office/drawing/2014/main" id="{52DE63FA-57F0-48CB-AF37-6CC85CA96181}"/>
              </a:ext>
            </a:extLst>
          </p:cNvPr>
          <p:cNvSpPr>
            <a:spLocks xmlns:a="http://schemas.openxmlformats.org/drawingml/2006/main" noGrp="1"/>
          </p:cNvSpPr>
          <p:nvPr/>
        </p:nvSpPr>
        <p:spPr>
          <a:xfrm xmlns:a="http://schemas.openxmlformats.org/drawingml/2006/main">
            <a:off x="3557422" y="2704392"/>
            <a:ext cx="0" cy="50787"/>
          </a:xfrm>
          <a:prstGeom xmlns:a="http://schemas.openxmlformats.org/drawingml/2006/main" prst="line">
            <a:avLst/>
          </a:prstGeom>
          <a:noFill xmlns:a="http://schemas.openxmlformats.org/drawingml/2006/main"/>
          <a:ln xmlns:a="http://schemas.openxmlformats.org/drawingml/2006/main" w="8890">
            <a:solidFill>
              <a:srgbClr val="378183"/>
            </a:solidFill>
          </a:ln>
        </p:spPr>
      </p:sp>
      <p:sp>
        <p:nvSpPr>
          <p:cNvPr id="204" name="0204:panel-b-map/interval-0-visual_content:polygon">
            <a:extLst xmlns:a="http://schemas.openxmlformats.org/drawingml/2006/main">
              <a:ext uri="{FF2B5EF4-FFF2-40B4-BE49-F238E27FC236}">
                <a16:creationId xmlns:a16="http://schemas.microsoft.com/office/drawing/2014/main" id="{DA21036C-D9A5-4251-A76B-7F424D8BE7A2}"/>
              </a:ext>
            </a:extLst>
          </p:cNvPr>
          <p:cNvSpPr>
            <a:spLocks xmlns:a="http://schemas.openxmlformats.org/drawingml/2006/main" noGrp="1"/>
          </p:cNvSpPr>
          <p:nvPr/>
        </p:nvSpPr>
        <p:spPr>
          <a:xfrm xmlns:a="http://schemas.openxmlformats.org/drawingml/2006/main">
            <a:off x="3509160" y="2695504"/>
            <a:ext cx="68583" cy="68562"/>
          </a:xfrm>
          <a:custGeom xmlns:a="http://schemas.openxmlformats.org/drawingml/2006/main">
            <a:pathLst>
              <a:path w="68583" h="68562">
                <a:moveTo>
                  <a:pt x="34291" y="0"/>
                </a:moveTo>
                <a:lnTo>
                  <a:pt x="68583" y="34281"/>
                </a:lnTo>
                <a:lnTo>
                  <a:pt x="34291" y="68562"/>
                </a:lnTo>
                <a:lnTo>
                  <a:pt x="0" y="34281"/>
                </a:lnTo>
                <a:close/>
              </a:path>
            </a:pathLst>
          </a:custGeom>
          <a:solidFill xmlns:a="http://schemas.openxmlformats.org/drawingml/2006/main">
            <a:srgbClr val="378183"/>
          </a:solidFill>
          <a:ln xmlns:a="http://schemas.openxmlformats.org/drawingml/2006/main" w="0">
            <a:noFill/>
          </a:ln>
        </p:spPr>
      </p:sp>
      <p:sp>
        <p:nvSpPr>
          <p:cNvPr id="205" name="0205:panel-b-map/interval-0-visual_style:line">
            <a:extLst xmlns:a="http://schemas.openxmlformats.org/drawingml/2006/main">
              <a:ext uri="{FF2B5EF4-FFF2-40B4-BE49-F238E27FC236}">
                <a16:creationId xmlns:a16="http://schemas.microsoft.com/office/drawing/2014/main" id="{93A91AA3-5EC2-402A-BC9F-29B6CD10DF7C}"/>
              </a:ext>
            </a:extLst>
          </p:cNvPr>
          <p:cNvSpPr>
            <a:spLocks xmlns:a="http://schemas.openxmlformats.org/drawingml/2006/main" noGrp="1"/>
          </p:cNvSpPr>
          <p:nvPr/>
        </p:nvSpPr>
        <p:spPr>
          <a:xfrm xmlns:a="http://schemas.openxmlformats.org/drawingml/2006/main">
            <a:off x="3467248" y="2780572"/>
            <a:ext cx="27941" cy="0"/>
          </a:xfrm>
          <a:prstGeom xmlns:a="http://schemas.openxmlformats.org/drawingml/2006/main" prst="line">
            <a:avLst/>
          </a:prstGeom>
          <a:noFill xmlns:a="http://schemas.openxmlformats.org/drawingml/2006/main"/>
          <a:ln xmlns:a="http://schemas.openxmlformats.org/drawingml/2006/main" w="11430">
            <a:solidFill>
              <a:srgbClr val="B5678E"/>
            </a:solidFill>
          </a:ln>
        </p:spPr>
      </p:sp>
      <p:sp>
        <p:nvSpPr>
          <p:cNvPr id="206" name="0206:panel-b-map/interval-0-visual_style:line">
            <a:extLst xmlns:a="http://schemas.openxmlformats.org/drawingml/2006/main">
              <a:ext uri="{FF2B5EF4-FFF2-40B4-BE49-F238E27FC236}">
                <a16:creationId xmlns:a16="http://schemas.microsoft.com/office/drawing/2014/main" id="{71F6D5F0-5FC1-49BA-B830-058B598A3B85}"/>
              </a:ext>
            </a:extLst>
          </p:cNvPr>
          <p:cNvSpPr>
            <a:spLocks xmlns:a="http://schemas.openxmlformats.org/drawingml/2006/main" noGrp="1"/>
          </p:cNvSpPr>
          <p:nvPr/>
        </p:nvSpPr>
        <p:spPr>
          <a:xfrm xmlns:a="http://schemas.openxmlformats.org/drawingml/2006/main">
            <a:off x="3467248" y="2755179"/>
            <a:ext cx="0" cy="50787"/>
          </a:xfrm>
          <a:prstGeom xmlns:a="http://schemas.openxmlformats.org/drawingml/2006/main" prst="line">
            <a:avLst/>
          </a:prstGeom>
          <a:noFill xmlns:a="http://schemas.openxmlformats.org/drawingml/2006/main"/>
          <a:ln xmlns:a="http://schemas.openxmlformats.org/drawingml/2006/main" w="8890">
            <a:solidFill>
              <a:srgbClr val="B5678E"/>
            </a:solidFill>
          </a:ln>
        </p:spPr>
      </p:sp>
      <p:sp>
        <p:nvSpPr>
          <p:cNvPr id="207" name="0207:panel-b-map/interval-0-visual_style:line">
            <a:extLst xmlns:a="http://schemas.openxmlformats.org/drawingml/2006/main">
              <a:ext uri="{FF2B5EF4-FFF2-40B4-BE49-F238E27FC236}">
                <a16:creationId xmlns:a16="http://schemas.microsoft.com/office/drawing/2014/main" id="{A93E0F63-588A-4880-9FD9-A08CD3876D28}"/>
              </a:ext>
            </a:extLst>
          </p:cNvPr>
          <p:cNvSpPr>
            <a:spLocks xmlns:a="http://schemas.openxmlformats.org/drawingml/2006/main" noGrp="1"/>
          </p:cNvSpPr>
          <p:nvPr/>
        </p:nvSpPr>
        <p:spPr>
          <a:xfrm xmlns:a="http://schemas.openxmlformats.org/drawingml/2006/main">
            <a:off x="3495189" y="2755179"/>
            <a:ext cx="0" cy="50787"/>
          </a:xfrm>
          <a:prstGeom xmlns:a="http://schemas.openxmlformats.org/drawingml/2006/main" prst="line">
            <a:avLst/>
          </a:prstGeom>
          <a:noFill xmlns:a="http://schemas.openxmlformats.org/drawingml/2006/main"/>
          <a:ln xmlns:a="http://schemas.openxmlformats.org/drawingml/2006/main" w="8890">
            <a:solidFill>
              <a:srgbClr val="B5678E"/>
            </a:solidFill>
          </a:ln>
        </p:spPr>
      </p:sp>
      <p:sp>
        <p:nvSpPr>
          <p:cNvPr id="208" name="0208:panel-b-map/interval-0-visual_style:polygon">
            <a:extLst xmlns:a="http://schemas.openxmlformats.org/drawingml/2006/main">
              <a:ext uri="{FF2B5EF4-FFF2-40B4-BE49-F238E27FC236}">
                <a16:creationId xmlns:a16="http://schemas.microsoft.com/office/drawing/2014/main" id="{CD1562A5-7365-4771-9385-32FF42C3A9D8}"/>
              </a:ext>
            </a:extLst>
          </p:cNvPr>
          <p:cNvSpPr>
            <a:spLocks xmlns:a="http://schemas.openxmlformats.org/drawingml/2006/main" noGrp="1"/>
          </p:cNvSpPr>
          <p:nvPr/>
        </p:nvSpPr>
        <p:spPr>
          <a:xfrm xmlns:a="http://schemas.openxmlformats.org/drawingml/2006/main">
            <a:off x="3446927" y="2755179"/>
            <a:ext cx="68583" cy="59674"/>
          </a:xfrm>
          <a:custGeom xmlns:a="http://schemas.openxmlformats.org/drawingml/2006/main">
            <a:pathLst>
              <a:path w="68583" h="59674">
                <a:moveTo>
                  <a:pt x="34291" y="59674"/>
                </a:moveTo>
                <a:lnTo>
                  <a:pt x="68583" y="0"/>
                </a:lnTo>
                <a:lnTo>
                  <a:pt x="0" y="0"/>
                </a:lnTo>
                <a:close/>
              </a:path>
            </a:pathLst>
          </a:custGeom>
          <a:solidFill xmlns:a="http://schemas.openxmlformats.org/drawingml/2006/main">
            <a:srgbClr val="B5678E"/>
          </a:solidFill>
          <a:ln xmlns:a="http://schemas.openxmlformats.org/drawingml/2006/main" w="0">
            <a:noFill/>
          </a:ln>
        </p:spPr>
      </p:sp>
      <p:sp>
        <p:nvSpPr>
          <p:cNvPr id="209" name="0209:panel-b-map/interval-0-full:line">
            <a:extLst xmlns:a="http://schemas.openxmlformats.org/drawingml/2006/main">
              <a:ext uri="{FF2B5EF4-FFF2-40B4-BE49-F238E27FC236}">
                <a16:creationId xmlns:a16="http://schemas.microsoft.com/office/drawing/2014/main" id="{4C4E4822-B712-4DDD-8334-BE534A1D42E8}"/>
              </a:ext>
            </a:extLst>
          </p:cNvPr>
          <p:cNvSpPr>
            <a:spLocks xmlns:a="http://schemas.openxmlformats.org/drawingml/2006/main" noGrp="1"/>
          </p:cNvSpPr>
          <p:nvPr/>
        </p:nvSpPr>
        <p:spPr>
          <a:xfrm xmlns:a="http://schemas.openxmlformats.org/drawingml/2006/main">
            <a:off x="3523131" y="2831359"/>
            <a:ext cx="25401" cy="0"/>
          </a:xfrm>
          <a:prstGeom xmlns:a="http://schemas.openxmlformats.org/drawingml/2006/main" prst="line">
            <a:avLst/>
          </a:prstGeom>
          <a:noFill xmlns:a="http://schemas.openxmlformats.org/drawingml/2006/main"/>
          <a:ln xmlns:a="http://schemas.openxmlformats.org/drawingml/2006/main" w="11430">
            <a:solidFill>
              <a:srgbClr val="0F4D92"/>
            </a:solidFill>
          </a:ln>
        </p:spPr>
      </p:sp>
      <p:sp>
        <p:nvSpPr>
          <p:cNvPr id="210" name="0210:panel-b-map/interval-0-full:line">
            <a:extLst xmlns:a="http://schemas.openxmlformats.org/drawingml/2006/main">
              <a:ext uri="{FF2B5EF4-FFF2-40B4-BE49-F238E27FC236}">
                <a16:creationId xmlns:a16="http://schemas.microsoft.com/office/drawing/2014/main" id="{CB3839D9-FF50-4B2E-9425-FCCAFE560392}"/>
              </a:ext>
            </a:extLst>
          </p:cNvPr>
          <p:cNvSpPr>
            <a:spLocks xmlns:a="http://schemas.openxmlformats.org/drawingml/2006/main" noGrp="1"/>
          </p:cNvSpPr>
          <p:nvPr/>
        </p:nvSpPr>
        <p:spPr>
          <a:xfrm xmlns:a="http://schemas.openxmlformats.org/drawingml/2006/main">
            <a:off x="3523131" y="2805965"/>
            <a:ext cx="0" cy="50787"/>
          </a:xfrm>
          <a:prstGeom xmlns:a="http://schemas.openxmlformats.org/drawingml/2006/main" prst="line">
            <a:avLst/>
          </a:prstGeom>
          <a:noFill xmlns:a="http://schemas.openxmlformats.org/drawingml/2006/main"/>
          <a:ln xmlns:a="http://schemas.openxmlformats.org/drawingml/2006/main" w="8890">
            <a:solidFill>
              <a:srgbClr val="0F4D92"/>
            </a:solidFill>
          </a:ln>
        </p:spPr>
      </p:sp>
      <p:sp>
        <p:nvSpPr>
          <p:cNvPr id="211" name="0211:panel-b-map/interval-0-full:line">
            <a:extLst xmlns:a="http://schemas.openxmlformats.org/drawingml/2006/main">
              <a:ext uri="{FF2B5EF4-FFF2-40B4-BE49-F238E27FC236}">
                <a16:creationId xmlns:a16="http://schemas.microsoft.com/office/drawing/2014/main" id="{DC2D8FFC-68DE-4CBF-A973-13ECAC77F65E}"/>
              </a:ext>
            </a:extLst>
          </p:cNvPr>
          <p:cNvSpPr>
            <a:spLocks xmlns:a="http://schemas.openxmlformats.org/drawingml/2006/main" noGrp="1"/>
          </p:cNvSpPr>
          <p:nvPr/>
        </p:nvSpPr>
        <p:spPr>
          <a:xfrm xmlns:a="http://schemas.openxmlformats.org/drawingml/2006/main">
            <a:off x="3548532" y="2805965"/>
            <a:ext cx="0" cy="50787"/>
          </a:xfrm>
          <a:prstGeom xmlns:a="http://schemas.openxmlformats.org/drawingml/2006/main" prst="line">
            <a:avLst/>
          </a:prstGeom>
          <a:noFill xmlns:a="http://schemas.openxmlformats.org/drawingml/2006/main"/>
          <a:ln xmlns:a="http://schemas.openxmlformats.org/drawingml/2006/main" w="8890">
            <a:solidFill>
              <a:srgbClr val="0F4D92"/>
            </a:solidFill>
          </a:ln>
        </p:spPr>
      </p:sp>
      <p:sp>
        <p:nvSpPr>
          <p:cNvPr id="212" name="0212:panel-b-map/interval-0-full:line">
            <a:extLst xmlns:a="http://schemas.openxmlformats.org/drawingml/2006/main">
              <a:ext uri="{FF2B5EF4-FFF2-40B4-BE49-F238E27FC236}">
                <a16:creationId xmlns:a16="http://schemas.microsoft.com/office/drawing/2014/main" id="{B8DEDCB4-CA11-4230-9095-2D8878F29387}"/>
              </a:ext>
            </a:extLst>
          </p:cNvPr>
          <p:cNvSpPr>
            <a:spLocks xmlns:a="http://schemas.openxmlformats.org/drawingml/2006/main" noGrp="1"/>
          </p:cNvSpPr>
          <p:nvPr/>
        </p:nvSpPr>
        <p:spPr>
          <a:xfrm xmlns:a="http://schemas.openxmlformats.org/drawingml/2006/main">
            <a:off x="3504080" y="2831359"/>
            <a:ext cx="63503" cy="0"/>
          </a:xfrm>
          <a:prstGeom xmlns:a="http://schemas.openxmlformats.org/drawingml/2006/main" prst="line">
            <a:avLst/>
          </a:prstGeom>
          <a:noFill xmlns:a="http://schemas.openxmlformats.org/drawingml/2006/main"/>
          <a:ln xmlns:a="http://schemas.openxmlformats.org/drawingml/2006/main" w="22861">
            <a:solidFill>
              <a:srgbClr val="0F4D92"/>
            </a:solidFill>
          </a:ln>
        </p:spPr>
      </p:sp>
      <p:sp>
        <p:nvSpPr>
          <p:cNvPr id="213" name="0213:panel-b-map/interval-0-full:line">
            <a:extLst xmlns:a="http://schemas.openxmlformats.org/drawingml/2006/main">
              <a:ext uri="{FF2B5EF4-FFF2-40B4-BE49-F238E27FC236}">
                <a16:creationId xmlns:a16="http://schemas.microsoft.com/office/drawing/2014/main" id="{0DBDF371-4F39-4BC9-99D4-004A7533A063}"/>
              </a:ext>
            </a:extLst>
          </p:cNvPr>
          <p:cNvSpPr>
            <a:spLocks xmlns:a="http://schemas.openxmlformats.org/drawingml/2006/main" noGrp="1"/>
          </p:cNvSpPr>
          <p:nvPr/>
        </p:nvSpPr>
        <p:spPr>
          <a:xfrm xmlns:a="http://schemas.openxmlformats.org/drawingml/2006/main">
            <a:off x="3535831" y="2799617"/>
            <a:ext cx="0" cy="63483"/>
          </a:xfrm>
          <a:prstGeom xmlns:a="http://schemas.openxmlformats.org/drawingml/2006/main" prst="line">
            <a:avLst/>
          </a:prstGeom>
          <a:noFill xmlns:a="http://schemas.openxmlformats.org/drawingml/2006/main"/>
          <a:ln xmlns:a="http://schemas.openxmlformats.org/drawingml/2006/main" w="22861">
            <a:solidFill>
              <a:srgbClr val="0F4D92"/>
            </a:solidFill>
          </a:ln>
        </p:spPr>
      </p:sp>
      <p:sp>
        <p:nvSpPr>
          <p:cNvPr id="214" name="0214:panel-b-map/task-1:text">
            <a:extLst xmlns:a="http://schemas.openxmlformats.org/drawingml/2006/main">
              <a:ext uri="{FF2B5EF4-FFF2-40B4-BE49-F238E27FC236}">
                <a16:creationId xmlns:a16="http://schemas.microsoft.com/office/drawing/2014/main" id="{81ED18BF-AF54-4C99-98A2-CF8BAC77471B}"/>
              </a:ext>
            </a:extLst>
          </p:cNvPr>
          <p:cNvSpPr>
            <a:spLocks xmlns:a="http://schemas.openxmlformats.org/drawingml/2006/main" noGrp="1"/>
          </p:cNvSpPr>
          <p:nvPr/>
        </p:nvSpPr>
        <p:spPr>
          <a:xfrm xmlns:a="http://schemas.openxmlformats.org/drawingml/2006/main">
            <a:off x="901074" y="3048955"/>
            <a:ext cx="78809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Satellite → drone</a:t>
            </a:r>
          </a:p>
        </p:txBody>
      </p:sp>
      <p:sp>
        <p:nvSpPr>
          <p:cNvPr id="215" name="0215:panel-b-map/interval-1-visual:line">
            <a:extLst xmlns:a="http://schemas.openxmlformats.org/drawingml/2006/main">
              <a:ext uri="{FF2B5EF4-FFF2-40B4-BE49-F238E27FC236}">
                <a16:creationId xmlns:a16="http://schemas.microsoft.com/office/drawing/2014/main" id="{D4F80982-3D12-4472-8539-493982C3FF58}"/>
              </a:ext>
            </a:extLst>
          </p:cNvPr>
          <p:cNvSpPr>
            <a:spLocks xmlns:a="http://schemas.openxmlformats.org/drawingml/2006/main" noGrp="1"/>
          </p:cNvSpPr>
          <p:nvPr/>
        </p:nvSpPr>
        <p:spPr>
          <a:xfrm xmlns:a="http://schemas.openxmlformats.org/drawingml/2006/main">
            <a:off x="3346593" y="2983719"/>
            <a:ext cx="120655" cy="0"/>
          </a:xfrm>
          <a:prstGeom xmlns:a="http://schemas.openxmlformats.org/drawingml/2006/main" prst="line">
            <a:avLst/>
          </a:prstGeom>
          <a:noFill xmlns:a="http://schemas.openxmlformats.org/drawingml/2006/main"/>
          <a:ln xmlns:a="http://schemas.openxmlformats.org/drawingml/2006/main" w="11430">
            <a:solidFill>
              <a:srgbClr val="484878"/>
            </a:solidFill>
          </a:ln>
        </p:spPr>
      </p:sp>
      <p:sp>
        <p:nvSpPr>
          <p:cNvPr id="216" name="0216:panel-b-map/interval-1-visual:line">
            <a:extLst xmlns:a="http://schemas.openxmlformats.org/drawingml/2006/main">
              <a:ext uri="{FF2B5EF4-FFF2-40B4-BE49-F238E27FC236}">
                <a16:creationId xmlns:a16="http://schemas.microsoft.com/office/drawing/2014/main" id="{5F705054-BD71-4E0E-958E-BD62D2ABE959}"/>
              </a:ext>
            </a:extLst>
          </p:cNvPr>
          <p:cNvSpPr>
            <a:spLocks xmlns:a="http://schemas.openxmlformats.org/drawingml/2006/main" noGrp="1"/>
          </p:cNvSpPr>
          <p:nvPr/>
        </p:nvSpPr>
        <p:spPr>
          <a:xfrm xmlns:a="http://schemas.openxmlformats.org/drawingml/2006/main">
            <a:off x="3346593" y="2958325"/>
            <a:ext cx="0" cy="50787"/>
          </a:xfrm>
          <a:prstGeom xmlns:a="http://schemas.openxmlformats.org/drawingml/2006/main" prst="line">
            <a:avLst/>
          </a:prstGeom>
          <a:noFill xmlns:a="http://schemas.openxmlformats.org/drawingml/2006/main"/>
          <a:ln xmlns:a="http://schemas.openxmlformats.org/drawingml/2006/main" w="8890">
            <a:solidFill>
              <a:srgbClr val="484878"/>
            </a:solidFill>
          </a:ln>
        </p:spPr>
      </p:sp>
      <p:sp>
        <p:nvSpPr>
          <p:cNvPr id="217" name="0217:panel-b-map/interval-1-visual:line">
            <a:extLst xmlns:a="http://schemas.openxmlformats.org/drawingml/2006/main">
              <a:ext uri="{FF2B5EF4-FFF2-40B4-BE49-F238E27FC236}">
                <a16:creationId xmlns:a16="http://schemas.microsoft.com/office/drawing/2014/main" id="{73099D66-EB14-4C9B-A144-DBD366DD311C}"/>
              </a:ext>
            </a:extLst>
          </p:cNvPr>
          <p:cNvSpPr>
            <a:spLocks xmlns:a="http://schemas.openxmlformats.org/drawingml/2006/main" noGrp="1"/>
          </p:cNvSpPr>
          <p:nvPr/>
        </p:nvSpPr>
        <p:spPr>
          <a:xfrm xmlns:a="http://schemas.openxmlformats.org/drawingml/2006/main">
            <a:off x="3467248" y="2958325"/>
            <a:ext cx="0" cy="50787"/>
          </a:xfrm>
          <a:prstGeom xmlns:a="http://schemas.openxmlformats.org/drawingml/2006/main" prst="line">
            <a:avLst/>
          </a:prstGeom>
          <a:noFill xmlns:a="http://schemas.openxmlformats.org/drawingml/2006/main"/>
          <a:ln xmlns:a="http://schemas.openxmlformats.org/drawingml/2006/main" w="8890">
            <a:solidFill>
              <a:srgbClr val="484878"/>
            </a:solidFill>
          </a:ln>
        </p:spPr>
      </p:sp>
      <p:sp>
        <p:nvSpPr>
          <p:cNvPr id="218" name="0218:panel-b-map/interval-1-visual:circle">
            <a:extLst xmlns:a="http://schemas.openxmlformats.org/drawingml/2006/main">
              <a:ext uri="{FF2B5EF4-FFF2-40B4-BE49-F238E27FC236}">
                <a16:creationId xmlns:a16="http://schemas.microsoft.com/office/drawing/2014/main" id="{34303815-F997-43C8-A590-9B184D75FC6D}"/>
              </a:ext>
            </a:extLst>
          </p:cNvPr>
          <p:cNvSpPr>
            <a:spLocks xmlns:a="http://schemas.openxmlformats.org/drawingml/2006/main" noGrp="1"/>
          </p:cNvSpPr>
          <p:nvPr/>
        </p:nvSpPr>
        <p:spPr>
          <a:xfrm xmlns:a="http://schemas.openxmlformats.org/drawingml/2006/main">
            <a:off x="3380885" y="2958325"/>
            <a:ext cx="50802" cy="50787"/>
          </a:xfrm>
          <a:prstGeom xmlns:a="http://schemas.openxmlformats.org/drawingml/2006/main" prst="ellipse">
            <a:avLst/>
          </a:prstGeom>
          <a:solidFill xmlns:a="http://schemas.openxmlformats.org/drawingml/2006/main">
            <a:srgbClr val="484878"/>
          </a:solidFill>
          <a:ln xmlns:a="http://schemas.openxmlformats.org/drawingml/2006/main" w="0">
            <a:noFill/>
          </a:ln>
        </p:spPr>
      </p:sp>
      <p:sp>
        <p:nvSpPr>
          <p:cNvPr id="219" name="0219:panel-b-map/interval-1-content:line">
            <a:extLst xmlns:a="http://schemas.openxmlformats.org/drawingml/2006/main">
              <a:ext uri="{FF2B5EF4-FFF2-40B4-BE49-F238E27FC236}">
                <a16:creationId xmlns:a16="http://schemas.microsoft.com/office/drawing/2014/main" id="{8CB0084D-392B-4DA8-9F34-11A73BE27A97}"/>
              </a:ext>
            </a:extLst>
          </p:cNvPr>
          <p:cNvSpPr>
            <a:spLocks xmlns:a="http://schemas.openxmlformats.org/drawingml/2006/main" noGrp="1"/>
          </p:cNvSpPr>
          <p:nvPr/>
        </p:nvSpPr>
        <p:spPr>
          <a:xfrm xmlns:a="http://schemas.openxmlformats.org/drawingml/2006/main">
            <a:off x="1811097" y="3034505"/>
            <a:ext cx="1270" cy="0"/>
          </a:xfrm>
          <a:prstGeom xmlns:a="http://schemas.openxmlformats.org/drawingml/2006/main" prst="line">
            <a:avLst/>
          </a:prstGeom>
          <a:noFill xmlns:a="http://schemas.openxmlformats.org/drawingml/2006/main"/>
          <a:ln xmlns:a="http://schemas.openxmlformats.org/drawingml/2006/main" w="11430">
            <a:solidFill>
              <a:srgbClr val="927B45"/>
            </a:solidFill>
          </a:ln>
        </p:spPr>
      </p:sp>
      <p:sp>
        <p:nvSpPr>
          <p:cNvPr id="220" name="0220:panel-b-map/interval-1-content:line">
            <a:extLst xmlns:a="http://schemas.openxmlformats.org/drawingml/2006/main">
              <a:ext uri="{FF2B5EF4-FFF2-40B4-BE49-F238E27FC236}">
                <a16:creationId xmlns:a16="http://schemas.microsoft.com/office/drawing/2014/main" id="{E06E8BE8-757C-4F43-A336-247640F148FA}"/>
              </a:ext>
            </a:extLst>
          </p:cNvPr>
          <p:cNvSpPr>
            <a:spLocks xmlns:a="http://schemas.openxmlformats.org/drawingml/2006/main" noGrp="1"/>
          </p:cNvSpPr>
          <p:nvPr/>
        </p:nvSpPr>
        <p:spPr>
          <a:xfrm xmlns:a="http://schemas.openxmlformats.org/drawingml/2006/main">
            <a:off x="1811097" y="3009112"/>
            <a:ext cx="0" cy="50787"/>
          </a:xfrm>
          <a:prstGeom xmlns:a="http://schemas.openxmlformats.org/drawingml/2006/main" prst="line">
            <a:avLst/>
          </a:prstGeom>
          <a:noFill xmlns:a="http://schemas.openxmlformats.org/drawingml/2006/main"/>
          <a:ln xmlns:a="http://schemas.openxmlformats.org/drawingml/2006/main" w="8890">
            <a:solidFill>
              <a:srgbClr val="927B45"/>
            </a:solidFill>
          </a:ln>
        </p:spPr>
      </p:sp>
      <p:sp>
        <p:nvSpPr>
          <p:cNvPr id="221" name="0221:panel-b-map/interval-1-content:line">
            <a:extLst xmlns:a="http://schemas.openxmlformats.org/drawingml/2006/main">
              <a:ext uri="{FF2B5EF4-FFF2-40B4-BE49-F238E27FC236}">
                <a16:creationId xmlns:a16="http://schemas.microsoft.com/office/drawing/2014/main" id="{5F2831CB-BA8B-4C30-B773-6E2D0B24F851}"/>
              </a:ext>
            </a:extLst>
          </p:cNvPr>
          <p:cNvSpPr>
            <a:spLocks xmlns:a="http://schemas.openxmlformats.org/drawingml/2006/main" noGrp="1"/>
          </p:cNvSpPr>
          <p:nvPr/>
        </p:nvSpPr>
        <p:spPr>
          <a:xfrm xmlns:a="http://schemas.openxmlformats.org/drawingml/2006/main">
            <a:off x="1812367" y="3009112"/>
            <a:ext cx="0" cy="50787"/>
          </a:xfrm>
          <a:prstGeom xmlns:a="http://schemas.openxmlformats.org/drawingml/2006/main" prst="line">
            <a:avLst/>
          </a:prstGeom>
          <a:noFill xmlns:a="http://schemas.openxmlformats.org/drawingml/2006/main"/>
          <a:ln xmlns:a="http://schemas.openxmlformats.org/drawingml/2006/main" w="8890">
            <a:solidFill>
              <a:srgbClr val="927B45"/>
            </a:solidFill>
          </a:ln>
        </p:spPr>
      </p:sp>
      <p:sp>
        <p:nvSpPr>
          <p:cNvPr id="222" name="0222:panel-b-map/interval-1-content:rect">
            <a:extLst xmlns:a="http://schemas.openxmlformats.org/drawingml/2006/main">
              <a:ext uri="{FF2B5EF4-FFF2-40B4-BE49-F238E27FC236}">
                <a16:creationId xmlns:a16="http://schemas.microsoft.com/office/drawing/2014/main" id="{0BD0A4EE-17CB-46D3-B395-A36C31FF85AE}"/>
              </a:ext>
            </a:extLst>
          </p:cNvPr>
          <p:cNvSpPr>
            <a:spLocks xmlns:a="http://schemas.openxmlformats.org/drawingml/2006/main" noGrp="1"/>
          </p:cNvSpPr>
          <p:nvPr/>
        </p:nvSpPr>
        <p:spPr>
          <a:xfrm xmlns:a="http://schemas.openxmlformats.org/drawingml/2006/main">
            <a:off x="1786966" y="3009112"/>
            <a:ext cx="50802" cy="50787"/>
          </a:xfrm>
          <a:prstGeom xmlns:a="http://schemas.openxmlformats.org/drawingml/2006/main" prst="rect">
            <a:avLst/>
          </a:prstGeom>
          <a:solidFill xmlns:a="http://schemas.openxmlformats.org/drawingml/2006/main">
            <a:srgbClr val="927B45"/>
          </a:solidFill>
          <a:ln xmlns:a="http://schemas.openxmlformats.org/drawingml/2006/main" w="6350">
            <a:noFill/>
          </a:ln>
        </p:spPr>
      </p:sp>
      <p:sp>
        <p:nvSpPr>
          <p:cNvPr id="223" name="0223:panel-b-map/interval-1-style:line">
            <a:extLst xmlns:a="http://schemas.openxmlformats.org/drawingml/2006/main">
              <a:ext uri="{FF2B5EF4-FFF2-40B4-BE49-F238E27FC236}">
                <a16:creationId xmlns:a16="http://schemas.microsoft.com/office/drawing/2014/main" id="{B339B947-81E2-4DA9-A056-0CA248C4701C}"/>
              </a:ext>
            </a:extLst>
          </p:cNvPr>
          <p:cNvSpPr>
            <a:spLocks xmlns:a="http://schemas.openxmlformats.org/drawingml/2006/main" noGrp="1"/>
          </p:cNvSpPr>
          <p:nvPr/>
        </p:nvSpPr>
        <p:spPr>
          <a:xfrm xmlns:a="http://schemas.openxmlformats.org/drawingml/2006/main">
            <a:off x="1793317" y="3085292"/>
            <a:ext cx="0" cy="0"/>
          </a:xfrm>
          <a:prstGeom xmlns:a="http://schemas.openxmlformats.org/drawingml/2006/main" prst="line">
            <a:avLst/>
          </a:prstGeom>
          <a:noFill xmlns:a="http://schemas.openxmlformats.org/drawingml/2006/main"/>
          <a:ln xmlns:a="http://schemas.openxmlformats.org/drawingml/2006/main" w="11430">
            <a:solidFill>
              <a:srgbClr val="7B6A91"/>
            </a:solidFill>
          </a:ln>
        </p:spPr>
      </p:sp>
      <p:sp>
        <p:nvSpPr>
          <p:cNvPr id="224" name="0224:panel-b-map/interval-1-style:line">
            <a:extLst xmlns:a="http://schemas.openxmlformats.org/drawingml/2006/main">
              <a:ext uri="{FF2B5EF4-FFF2-40B4-BE49-F238E27FC236}">
                <a16:creationId xmlns:a16="http://schemas.microsoft.com/office/drawing/2014/main" id="{D1E1ABC8-3A12-4C31-A481-7BE931CC0E39}"/>
              </a:ext>
            </a:extLst>
          </p:cNvPr>
          <p:cNvSpPr>
            <a:spLocks xmlns:a="http://schemas.openxmlformats.org/drawingml/2006/main" noGrp="1"/>
          </p:cNvSpPr>
          <p:nvPr/>
        </p:nvSpPr>
        <p:spPr>
          <a:xfrm xmlns:a="http://schemas.openxmlformats.org/drawingml/2006/main">
            <a:off x="1793317" y="3059899"/>
            <a:ext cx="0" cy="50787"/>
          </a:xfrm>
          <a:prstGeom xmlns:a="http://schemas.openxmlformats.org/drawingml/2006/main" prst="line">
            <a:avLst/>
          </a:prstGeom>
          <a:noFill xmlns:a="http://schemas.openxmlformats.org/drawingml/2006/main"/>
          <a:ln xmlns:a="http://schemas.openxmlformats.org/drawingml/2006/main" w="8890">
            <a:solidFill>
              <a:srgbClr val="7B6A91"/>
            </a:solidFill>
          </a:ln>
        </p:spPr>
      </p:sp>
      <p:sp>
        <p:nvSpPr>
          <p:cNvPr id="225" name="0225:panel-b-map/interval-1-style:line">
            <a:extLst xmlns:a="http://schemas.openxmlformats.org/drawingml/2006/main">
              <a:ext uri="{FF2B5EF4-FFF2-40B4-BE49-F238E27FC236}">
                <a16:creationId xmlns:a16="http://schemas.microsoft.com/office/drawing/2014/main" id="{1012D7A3-A209-4E9E-9C4E-EF704CEE0C38}"/>
              </a:ext>
            </a:extLst>
          </p:cNvPr>
          <p:cNvSpPr>
            <a:spLocks xmlns:a="http://schemas.openxmlformats.org/drawingml/2006/main" noGrp="1"/>
          </p:cNvSpPr>
          <p:nvPr/>
        </p:nvSpPr>
        <p:spPr>
          <a:xfrm xmlns:a="http://schemas.openxmlformats.org/drawingml/2006/main">
            <a:off x="1793317" y="3059899"/>
            <a:ext cx="0" cy="50787"/>
          </a:xfrm>
          <a:prstGeom xmlns:a="http://schemas.openxmlformats.org/drawingml/2006/main" prst="line">
            <a:avLst/>
          </a:prstGeom>
          <a:noFill xmlns:a="http://schemas.openxmlformats.org/drawingml/2006/main"/>
          <a:ln xmlns:a="http://schemas.openxmlformats.org/drawingml/2006/main" w="8890">
            <a:solidFill>
              <a:srgbClr val="7B6A91"/>
            </a:solidFill>
          </a:ln>
        </p:spPr>
      </p:sp>
      <p:sp>
        <p:nvSpPr>
          <p:cNvPr id="226" name="0226:panel-b-map/interval-1-style:polygon">
            <a:extLst xmlns:a="http://schemas.openxmlformats.org/drawingml/2006/main">
              <a:ext uri="{FF2B5EF4-FFF2-40B4-BE49-F238E27FC236}">
                <a16:creationId xmlns:a16="http://schemas.microsoft.com/office/drawing/2014/main" id="{B6934E37-B20D-423D-AD9E-D5EE605958BD}"/>
              </a:ext>
            </a:extLst>
          </p:cNvPr>
          <p:cNvSpPr>
            <a:spLocks xmlns:a="http://schemas.openxmlformats.org/drawingml/2006/main" noGrp="1"/>
          </p:cNvSpPr>
          <p:nvPr/>
        </p:nvSpPr>
        <p:spPr>
          <a:xfrm xmlns:a="http://schemas.openxmlformats.org/drawingml/2006/main">
            <a:off x="1759025" y="3051011"/>
            <a:ext cx="68583" cy="59674"/>
          </a:xfrm>
          <a:custGeom xmlns:a="http://schemas.openxmlformats.org/drawingml/2006/main">
            <a:pathLst>
              <a:path w="68583" h="59674">
                <a:moveTo>
                  <a:pt x="34291" y="0"/>
                </a:moveTo>
                <a:lnTo>
                  <a:pt x="68583" y="59674"/>
                </a:lnTo>
                <a:lnTo>
                  <a:pt x="0" y="59674"/>
                </a:lnTo>
                <a:close/>
              </a:path>
            </a:pathLst>
          </a:custGeom>
          <a:solidFill xmlns:a="http://schemas.openxmlformats.org/drawingml/2006/main">
            <a:srgbClr val="7B6A91"/>
          </a:solidFill>
          <a:ln xmlns:a="http://schemas.openxmlformats.org/drawingml/2006/main" w="0">
            <a:noFill/>
          </a:ln>
        </p:spPr>
      </p:sp>
      <p:sp>
        <p:nvSpPr>
          <p:cNvPr id="227" name="0227:panel-b-map/interval-1-visual_content:line">
            <a:extLst xmlns:a="http://schemas.openxmlformats.org/drawingml/2006/main">
              <a:ext uri="{FF2B5EF4-FFF2-40B4-BE49-F238E27FC236}">
                <a16:creationId xmlns:a16="http://schemas.microsoft.com/office/drawing/2014/main" id="{B49F444B-2E97-4132-A84D-D4DDFCBFFE2D}"/>
              </a:ext>
            </a:extLst>
          </p:cNvPr>
          <p:cNvSpPr>
            <a:spLocks xmlns:a="http://schemas.openxmlformats.org/drawingml/2006/main" noGrp="1"/>
          </p:cNvSpPr>
          <p:nvPr/>
        </p:nvSpPr>
        <p:spPr>
          <a:xfrm xmlns:a="http://schemas.openxmlformats.org/drawingml/2006/main">
            <a:off x="3090042" y="3136079"/>
            <a:ext cx="36832" cy="0"/>
          </a:xfrm>
          <a:prstGeom xmlns:a="http://schemas.openxmlformats.org/drawingml/2006/main" prst="line">
            <a:avLst/>
          </a:prstGeom>
          <a:noFill xmlns:a="http://schemas.openxmlformats.org/drawingml/2006/main"/>
          <a:ln xmlns:a="http://schemas.openxmlformats.org/drawingml/2006/main" w="11430">
            <a:solidFill>
              <a:srgbClr val="378183"/>
            </a:solidFill>
          </a:ln>
        </p:spPr>
      </p:sp>
      <p:sp>
        <p:nvSpPr>
          <p:cNvPr id="228" name="0228:panel-b-map/interval-1-visual_content:line">
            <a:extLst xmlns:a="http://schemas.openxmlformats.org/drawingml/2006/main">
              <a:ext uri="{FF2B5EF4-FFF2-40B4-BE49-F238E27FC236}">
                <a16:creationId xmlns:a16="http://schemas.microsoft.com/office/drawing/2014/main" id="{5C7C8EFD-8E33-4F51-8D0D-AF4DDB537F8F}"/>
              </a:ext>
            </a:extLst>
          </p:cNvPr>
          <p:cNvSpPr>
            <a:spLocks xmlns:a="http://schemas.openxmlformats.org/drawingml/2006/main" noGrp="1"/>
          </p:cNvSpPr>
          <p:nvPr/>
        </p:nvSpPr>
        <p:spPr>
          <a:xfrm xmlns:a="http://schemas.openxmlformats.org/drawingml/2006/main">
            <a:off x="3090042" y="3110685"/>
            <a:ext cx="0" cy="50787"/>
          </a:xfrm>
          <a:prstGeom xmlns:a="http://schemas.openxmlformats.org/drawingml/2006/main" prst="line">
            <a:avLst/>
          </a:prstGeom>
          <a:noFill xmlns:a="http://schemas.openxmlformats.org/drawingml/2006/main"/>
          <a:ln xmlns:a="http://schemas.openxmlformats.org/drawingml/2006/main" w="8890">
            <a:solidFill>
              <a:srgbClr val="378183"/>
            </a:solidFill>
          </a:ln>
        </p:spPr>
      </p:sp>
      <p:sp>
        <p:nvSpPr>
          <p:cNvPr id="229" name="0229:panel-b-map/interval-1-visual_content:line">
            <a:extLst xmlns:a="http://schemas.openxmlformats.org/drawingml/2006/main">
              <a:ext uri="{FF2B5EF4-FFF2-40B4-BE49-F238E27FC236}">
                <a16:creationId xmlns:a16="http://schemas.microsoft.com/office/drawing/2014/main" id="{E29F34F4-A85F-47CA-A5D2-A173FFB23981}"/>
              </a:ext>
            </a:extLst>
          </p:cNvPr>
          <p:cNvSpPr>
            <a:spLocks xmlns:a="http://schemas.openxmlformats.org/drawingml/2006/main" noGrp="1"/>
          </p:cNvSpPr>
          <p:nvPr/>
        </p:nvSpPr>
        <p:spPr>
          <a:xfrm xmlns:a="http://schemas.openxmlformats.org/drawingml/2006/main">
            <a:off x="3126874" y="3110685"/>
            <a:ext cx="0" cy="50787"/>
          </a:xfrm>
          <a:prstGeom xmlns:a="http://schemas.openxmlformats.org/drawingml/2006/main" prst="line">
            <a:avLst/>
          </a:prstGeom>
          <a:noFill xmlns:a="http://schemas.openxmlformats.org/drawingml/2006/main"/>
          <a:ln xmlns:a="http://schemas.openxmlformats.org/drawingml/2006/main" w="8890">
            <a:solidFill>
              <a:srgbClr val="378183"/>
            </a:solidFill>
          </a:ln>
        </p:spPr>
      </p:sp>
      <p:sp>
        <p:nvSpPr>
          <p:cNvPr id="230" name="0230:panel-b-map/interval-1-visual_content:polygon">
            <a:extLst xmlns:a="http://schemas.openxmlformats.org/drawingml/2006/main">
              <a:ext uri="{FF2B5EF4-FFF2-40B4-BE49-F238E27FC236}">
                <a16:creationId xmlns:a16="http://schemas.microsoft.com/office/drawing/2014/main" id="{3D21FBBF-23C2-4486-A21B-233DF7F0A3A5}"/>
              </a:ext>
            </a:extLst>
          </p:cNvPr>
          <p:cNvSpPr>
            <a:spLocks xmlns:a="http://schemas.openxmlformats.org/drawingml/2006/main" noGrp="1"/>
          </p:cNvSpPr>
          <p:nvPr/>
        </p:nvSpPr>
        <p:spPr>
          <a:xfrm xmlns:a="http://schemas.openxmlformats.org/drawingml/2006/main">
            <a:off x="3074801" y="3101798"/>
            <a:ext cx="68583" cy="68562"/>
          </a:xfrm>
          <a:custGeom xmlns:a="http://schemas.openxmlformats.org/drawingml/2006/main">
            <a:pathLst>
              <a:path w="68583" h="68562">
                <a:moveTo>
                  <a:pt x="34291" y="0"/>
                </a:moveTo>
                <a:lnTo>
                  <a:pt x="68583" y="34281"/>
                </a:lnTo>
                <a:lnTo>
                  <a:pt x="34291" y="68562"/>
                </a:lnTo>
                <a:lnTo>
                  <a:pt x="0" y="34281"/>
                </a:lnTo>
                <a:close/>
              </a:path>
            </a:pathLst>
          </a:custGeom>
          <a:solidFill xmlns:a="http://schemas.openxmlformats.org/drawingml/2006/main">
            <a:srgbClr val="378183"/>
          </a:solidFill>
          <a:ln xmlns:a="http://schemas.openxmlformats.org/drawingml/2006/main" w="0">
            <a:noFill/>
          </a:ln>
        </p:spPr>
      </p:sp>
      <p:sp>
        <p:nvSpPr>
          <p:cNvPr id="231" name="0231:panel-b-map/interval-1-visual_style:line">
            <a:extLst xmlns:a="http://schemas.openxmlformats.org/drawingml/2006/main">
              <a:ext uri="{FF2B5EF4-FFF2-40B4-BE49-F238E27FC236}">
                <a16:creationId xmlns:a16="http://schemas.microsoft.com/office/drawing/2014/main" id="{3D6AE1BB-B752-4810-9A6E-91428B318FD0}"/>
              </a:ext>
            </a:extLst>
          </p:cNvPr>
          <p:cNvSpPr>
            <a:spLocks xmlns:a="http://schemas.openxmlformats.org/drawingml/2006/main" noGrp="1"/>
          </p:cNvSpPr>
          <p:nvPr/>
        </p:nvSpPr>
        <p:spPr>
          <a:xfrm xmlns:a="http://schemas.openxmlformats.org/drawingml/2006/main">
            <a:off x="3055751" y="3186865"/>
            <a:ext cx="55882" cy="0"/>
          </a:xfrm>
          <a:prstGeom xmlns:a="http://schemas.openxmlformats.org/drawingml/2006/main" prst="line">
            <a:avLst/>
          </a:prstGeom>
          <a:noFill xmlns:a="http://schemas.openxmlformats.org/drawingml/2006/main"/>
          <a:ln xmlns:a="http://schemas.openxmlformats.org/drawingml/2006/main" w="11430">
            <a:solidFill>
              <a:srgbClr val="B5678E"/>
            </a:solidFill>
          </a:ln>
        </p:spPr>
      </p:sp>
      <p:sp>
        <p:nvSpPr>
          <p:cNvPr id="232" name="0232:panel-b-map/interval-1-visual_style:line">
            <a:extLst xmlns:a="http://schemas.openxmlformats.org/drawingml/2006/main">
              <a:ext uri="{FF2B5EF4-FFF2-40B4-BE49-F238E27FC236}">
                <a16:creationId xmlns:a16="http://schemas.microsoft.com/office/drawing/2014/main" id="{AC37E0DC-D156-4064-AA25-534765CF8EBC}"/>
              </a:ext>
            </a:extLst>
          </p:cNvPr>
          <p:cNvSpPr>
            <a:spLocks xmlns:a="http://schemas.openxmlformats.org/drawingml/2006/main" noGrp="1"/>
          </p:cNvSpPr>
          <p:nvPr/>
        </p:nvSpPr>
        <p:spPr>
          <a:xfrm xmlns:a="http://schemas.openxmlformats.org/drawingml/2006/main">
            <a:off x="3055751" y="3161472"/>
            <a:ext cx="0" cy="50787"/>
          </a:xfrm>
          <a:prstGeom xmlns:a="http://schemas.openxmlformats.org/drawingml/2006/main" prst="line">
            <a:avLst/>
          </a:prstGeom>
          <a:noFill xmlns:a="http://schemas.openxmlformats.org/drawingml/2006/main"/>
          <a:ln xmlns:a="http://schemas.openxmlformats.org/drawingml/2006/main" w="8890">
            <a:solidFill>
              <a:srgbClr val="B5678E"/>
            </a:solidFill>
          </a:ln>
        </p:spPr>
      </p:sp>
      <p:sp>
        <p:nvSpPr>
          <p:cNvPr id="233" name="0233:panel-b-map/interval-1-visual_style:line">
            <a:extLst xmlns:a="http://schemas.openxmlformats.org/drawingml/2006/main">
              <a:ext uri="{FF2B5EF4-FFF2-40B4-BE49-F238E27FC236}">
                <a16:creationId xmlns:a16="http://schemas.microsoft.com/office/drawing/2014/main" id="{5C10A0B9-8317-4009-90C3-1D20FFDC0A41}"/>
              </a:ext>
            </a:extLst>
          </p:cNvPr>
          <p:cNvSpPr>
            <a:spLocks xmlns:a="http://schemas.openxmlformats.org/drawingml/2006/main" noGrp="1"/>
          </p:cNvSpPr>
          <p:nvPr/>
        </p:nvSpPr>
        <p:spPr>
          <a:xfrm xmlns:a="http://schemas.openxmlformats.org/drawingml/2006/main">
            <a:off x="3111633" y="3161472"/>
            <a:ext cx="0" cy="50787"/>
          </a:xfrm>
          <a:prstGeom xmlns:a="http://schemas.openxmlformats.org/drawingml/2006/main" prst="line">
            <a:avLst/>
          </a:prstGeom>
          <a:noFill xmlns:a="http://schemas.openxmlformats.org/drawingml/2006/main"/>
          <a:ln xmlns:a="http://schemas.openxmlformats.org/drawingml/2006/main" w="8890">
            <a:solidFill>
              <a:srgbClr val="B5678E"/>
            </a:solidFill>
          </a:ln>
        </p:spPr>
      </p:sp>
      <p:sp>
        <p:nvSpPr>
          <p:cNvPr id="234" name="0234:panel-b-map/interval-1-visual_style:polygon">
            <a:extLst xmlns:a="http://schemas.openxmlformats.org/drawingml/2006/main">
              <a:ext uri="{FF2B5EF4-FFF2-40B4-BE49-F238E27FC236}">
                <a16:creationId xmlns:a16="http://schemas.microsoft.com/office/drawing/2014/main" id="{F81E38E1-1247-41CE-A401-2986D2D53180}"/>
              </a:ext>
            </a:extLst>
          </p:cNvPr>
          <p:cNvSpPr>
            <a:spLocks xmlns:a="http://schemas.openxmlformats.org/drawingml/2006/main" noGrp="1"/>
          </p:cNvSpPr>
          <p:nvPr/>
        </p:nvSpPr>
        <p:spPr>
          <a:xfrm xmlns:a="http://schemas.openxmlformats.org/drawingml/2006/main">
            <a:off x="3049400" y="3161472"/>
            <a:ext cx="68583" cy="59674"/>
          </a:xfrm>
          <a:custGeom xmlns:a="http://schemas.openxmlformats.org/drawingml/2006/main">
            <a:pathLst>
              <a:path w="68583" h="59674">
                <a:moveTo>
                  <a:pt x="34291" y="59674"/>
                </a:moveTo>
                <a:lnTo>
                  <a:pt x="68583" y="0"/>
                </a:lnTo>
                <a:lnTo>
                  <a:pt x="0" y="0"/>
                </a:lnTo>
                <a:close/>
              </a:path>
            </a:pathLst>
          </a:custGeom>
          <a:solidFill xmlns:a="http://schemas.openxmlformats.org/drawingml/2006/main">
            <a:srgbClr val="B5678E"/>
          </a:solidFill>
          <a:ln xmlns:a="http://schemas.openxmlformats.org/drawingml/2006/main" w="0">
            <a:noFill/>
          </a:ln>
        </p:spPr>
      </p:sp>
      <p:sp>
        <p:nvSpPr>
          <p:cNvPr id="235" name="0235:panel-b-map/interval-1-full:line">
            <a:extLst xmlns:a="http://schemas.openxmlformats.org/drawingml/2006/main">
              <a:ext uri="{FF2B5EF4-FFF2-40B4-BE49-F238E27FC236}">
                <a16:creationId xmlns:a16="http://schemas.microsoft.com/office/drawing/2014/main" id="{BE362CB0-A106-49EE-924D-16771F95EC9D}"/>
              </a:ext>
            </a:extLst>
          </p:cNvPr>
          <p:cNvSpPr>
            <a:spLocks xmlns:a="http://schemas.openxmlformats.org/drawingml/2006/main" noGrp="1"/>
          </p:cNvSpPr>
          <p:nvPr/>
        </p:nvSpPr>
        <p:spPr>
          <a:xfrm xmlns:a="http://schemas.openxmlformats.org/drawingml/2006/main">
            <a:off x="3090042" y="3237652"/>
            <a:ext cx="25401" cy="0"/>
          </a:xfrm>
          <a:prstGeom xmlns:a="http://schemas.openxmlformats.org/drawingml/2006/main" prst="line">
            <a:avLst/>
          </a:prstGeom>
          <a:noFill xmlns:a="http://schemas.openxmlformats.org/drawingml/2006/main"/>
          <a:ln xmlns:a="http://schemas.openxmlformats.org/drawingml/2006/main" w="11430">
            <a:solidFill>
              <a:srgbClr val="0F4D92"/>
            </a:solidFill>
          </a:ln>
        </p:spPr>
      </p:sp>
      <p:sp>
        <p:nvSpPr>
          <p:cNvPr id="236" name="0236:panel-b-map/interval-1-full:line">
            <a:extLst xmlns:a="http://schemas.openxmlformats.org/drawingml/2006/main">
              <a:ext uri="{FF2B5EF4-FFF2-40B4-BE49-F238E27FC236}">
                <a16:creationId xmlns:a16="http://schemas.microsoft.com/office/drawing/2014/main" id="{4C1C75CE-57FF-40FA-94AB-41DB39561919}"/>
              </a:ext>
            </a:extLst>
          </p:cNvPr>
          <p:cNvSpPr>
            <a:spLocks xmlns:a="http://schemas.openxmlformats.org/drawingml/2006/main" noGrp="1"/>
          </p:cNvSpPr>
          <p:nvPr/>
        </p:nvSpPr>
        <p:spPr>
          <a:xfrm xmlns:a="http://schemas.openxmlformats.org/drawingml/2006/main">
            <a:off x="3090042" y="3212259"/>
            <a:ext cx="0" cy="50787"/>
          </a:xfrm>
          <a:prstGeom xmlns:a="http://schemas.openxmlformats.org/drawingml/2006/main" prst="line">
            <a:avLst/>
          </a:prstGeom>
          <a:noFill xmlns:a="http://schemas.openxmlformats.org/drawingml/2006/main"/>
          <a:ln xmlns:a="http://schemas.openxmlformats.org/drawingml/2006/main" w="8890">
            <a:solidFill>
              <a:srgbClr val="0F4D92"/>
            </a:solidFill>
          </a:ln>
        </p:spPr>
      </p:sp>
      <p:sp>
        <p:nvSpPr>
          <p:cNvPr id="237" name="0237:panel-b-map/interval-1-full:line">
            <a:extLst xmlns:a="http://schemas.openxmlformats.org/drawingml/2006/main">
              <a:ext uri="{FF2B5EF4-FFF2-40B4-BE49-F238E27FC236}">
                <a16:creationId xmlns:a16="http://schemas.microsoft.com/office/drawing/2014/main" id="{65D600CC-FFB7-47E1-84AB-43E4D2E3428C}"/>
              </a:ext>
            </a:extLst>
          </p:cNvPr>
          <p:cNvSpPr>
            <a:spLocks xmlns:a="http://schemas.openxmlformats.org/drawingml/2006/main" noGrp="1"/>
          </p:cNvSpPr>
          <p:nvPr/>
        </p:nvSpPr>
        <p:spPr>
          <a:xfrm xmlns:a="http://schemas.openxmlformats.org/drawingml/2006/main">
            <a:off x="3115443" y="3212259"/>
            <a:ext cx="0" cy="50787"/>
          </a:xfrm>
          <a:prstGeom xmlns:a="http://schemas.openxmlformats.org/drawingml/2006/main" prst="line">
            <a:avLst/>
          </a:prstGeom>
          <a:noFill xmlns:a="http://schemas.openxmlformats.org/drawingml/2006/main"/>
          <a:ln xmlns:a="http://schemas.openxmlformats.org/drawingml/2006/main" w="8890">
            <a:solidFill>
              <a:srgbClr val="0F4D92"/>
            </a:solidFill>
          </a:ln>
        </p:spPr>
      </p:sp>
      <p:sp>
        <p:nvSpPr>
          <p:cNvPr id="238" name="0238:panel-b-map/interval-1-full:line">
            <a:extLst xmlns:a="http://schemas.openxmlformats.org/drawingml/2006/main">
              <a:ext uri="{FF2B5EF4-FFF2-40B4-BE49-F238E27FC236}">
                <a16:creationId xmlns:a16="http://schemas.microsoft.com/office/drawing/2014/main" id="{9F75A36A-D24A-466A-95EF-FAB08A76767C}"/>
              </a:ext>
            </a:extLst>
          </p:cNvPr>
          <p:cNvSpPr>
            <a:spLocks xmlns:a="http://schemas.openxmlformats.org/drawingml/2006/main" noGrp="1"/>
          </p:cNvSpPr>
          <p:nvPr/>
        </p:nvSpPr>
        <p:spPr>
          <a:xfrm xmlns:a="http://schemas.openxmlformats.org/drawingml/2006/main">
            <a:off x="3070991" y="3237652"/>
            <a:ext cx="63503" cy="0"/>
          </a:xfrm>
          <a:prstGeom xmlns:a="http://schemas.openxmlformats.org/drawingml/2006/main" prst="line">
            <a:avLst/>
          </a:prstGeom>
          <a:noFill xmlns:a="http://schemas.openxmlformats.org/drawingml/2006/main"/>
          <a:ln xmlns:a="http://schemas.openxmlformats.org/drawingml/2006/main" w="22861">
            <a:solidFill>
              <a:srgbClr val="0F4D92"/>
            </a:solidFill>
          </a:ln>
        </p:spPr>
      </p:sp>
      <p:sp>
        <p:nvSpPr>
          <p:cNvPr id="239" name="0239:panel-b-map/interval-1-full:line">
            <a:extLst xmlns:a="http://schemas.openxmlformats.org/drawingml/2006/main">
              <a:ext uri="{FF2B5EF4-FFF2-40B4-BE49-F238E27FC236}">
                <a16:creationId xmlns:a16="http://schemas.microsoft.com/office/drawing/2014/main" id="{F022C155-5714-4016-9E9C-C59E82E8D119}"/>
              </a:ext>
            </a:extLst>
          </p:cNvPr>
          <p:cNvSpPr>
            <a:spLocks xmlns:a="http://schemas.openxmlformats.org/drawingml/2006/main" noGrp="1"/>
          </p:cNvSpPr>
          <p:nvPr/>
        </p:nvSpPr>
        <p:spPr>
          <a:xfrm xmlns:a="http://schemas.openxmlformats.org/drawingml/2006/main">
            <a:off x="3102743" y="3205910"/>
            <a:ext cx="0" cy="63483"/>
          </a:xfrm>
          <a:prstGeom xmlns:a="http://schemas.openxmlformats.org/drawingml/2006/main" prst="line">
            <a:avLst/>
          </a:prstGeom>
          <a:noFill xmlns:a="http://schemas.openxmlformats.org/drawingml/2006/main"/>
          <a:ln xmlns:a="http://schemas.openxmlformats.org/drawingml/2006/main" w="22861">
            <a:solidFill>
              <a:srgbClr val="0F4D92"/>
            </a:solidFill>
          </a:ln>
        </p:spPr>
      </p:sp>
      <p:sp>
        <p:nvSpPr>
          <p:cNvPr id="240" name="0240:panel-b-map/task-2:text">
            <a:extLst xmlns:a="http://schemas.openxmlformats.org/drawingml/2006/main">
              <a:ext uri="{FF2B5EF4-FFF2-40B4-BE49-F238E27FC236}">
                <a16:creationId xmlns:a16="http://schemas.microsoft.com/office/drawing/2014/main" id="{9D1CB88B-90C6-45BA-918D-274FCD436E2A}"/>
              </a:ext>
            </a:extLst>
          </p:cNvPr>
          <p:cNvSpPr>
            <a:spLocks xmlns:a="http://schemas.openxmlformats.org/drawingml/2006/main" noGrp="1"/>
          </p:cNvSpPr>
          <p:nvPr/>
        </p:nvSpPr>
        <p:spPr>
          <a:xfrm xmlns:a="http://schemas.openxmlformats.org/drawingml/2006/main">
            <a:off x="906789" y="3455249"/>
            <a:ext cx="7823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Street → satellite</a:t>
            </a:r>
          </a:p>
        </p:txBody>
      </p:sp>
      <p:sp>
        <p:nvSpPr>
          <p:cNvPr id="241" name="0241:panel-b-map/interval-2-visual:line">
            <a:extLst xmlns:a="http://schemas.openxmlformats.org/drawingml/2006/main">
              <a:ext uri="{FF2B5EF4-FFF2-40B4-BE49-F238E27FC236}">
                <a16:creationId xmlns:a16="http://schemas.microsoft.com/office/drawing/2014/main" id="{A0A07F9F-A66B-45F1-AA29-5101C20A39A7}"/>
              </a:ext>
            </a:extLst>
          </p:cNvPr>
          <p:cNvSpPr>
            <a:spLocks xmlns:a="http://schemas.openxmlformats.org/drawingml/2006/main" noGrp="1"/>
          </p:cNvSpPr>
          <p:nvPr/>
        </p:nvSpPr>
        <p:spPr>
          <a:xfrm xmlns:a="http://schemas.openxmlformats.org/drawingml/2006/main">
            <a:off x="1855549" y="3390012"/>
            <a:ext cx="19051" cy="0"/>
          </a:xfrm>
          <a:prstGeom xmlns:a="http://schemas.openxmlformats.org/drawingml/2006/main" prst="line">
            <a:avLst/>
          </a:prstGeom>
          <a:noFill xmlns:a="http://schemas.openxmlformats.org/drawingml/2006/main"/>
          <a:ln xmlns:a="http://schemas.openxmlformats.org/drawingml/2006/main" w="11430">
            <a:solidFill>
              <a:srgbClr val="484878"/>
            </a:solidFill>
          </a:ln>
        </p:spPr>
      </p:sp>
      <p:sp>
        <p:nvSpPr>
          <p:cNvPr id="242" name="0242:panel-b-map/interval-2-visual:line">
            <a:extLst xmlns:a="http://schemas.openxmlformats.org/drawingml/2006/main">
              <a:ext uri="{FF2B5EF4-FFF2-40B4-BE49-F238E27FC236}">
                <a16:creationId xmlns:a16="http://schemas.microsoft.com/office/drawing/2014/main" id="{A125D01E-8A24-45C5-85B0-8D80980BFB13}"/>
              </a:ext>
            </a:extLst>
          </p:cNvPr>
          <p:cNvSpPr>
            <a:spLocks xmlns:a="http://schemas.openxmlformats.org/drawingml/2006/main" noGrp="1"/>
          </p:cNvSpPr>
          <p:nvPr/>
        </p:nvSpPr>
        <p:spPr>
          <a:xfrm xmlns:a="http://schemas.openxmlformats.org/drawingml/2006/main">
            <a:off x="1855549" y="3364619"/>
            <a:ext cx="0" cy="50787"/>
          </a:xfrm>
          <a:prstGeom xmlns:a="http://schemas.openxmlformats.org/drawingml/2006/main" prst="line">
            <a:avLst/>
          </a:prstGeom>
          <a:noFill xmlns:a="http://schemas.openxmlformats.org/drawingml/2006/main"/>
          <a:ln xmlns:a="http://schemas.openxmlformats.org/drawingml/2006/main" w="8890">
            <a:solidFill>
              <a:srgbClr val="484878"/>
            </a:solidFill>
          </a:ln>
        </p:spPr>
      </p:sp>
      <p:sp>
        <p:nvSpPr>
          <p:cNvPr id="243" name="0243:panel-b-map/interval-2-visual:line">
            <a:extLst xmlns:a="http://schemas.openxmlformats.org/drawingml/2006/main">
              <a:ext uri="{FF2B5EF4-FFF2-40B4-BE49-F238E27FC236}">
                <a16:creationId xmlns:a16="http://schemas.microsoft.com/office/drawing/2014/main" id="{0E89CDFE-C748-43CD-8B87-86FB7E4E680F}"/>
              </a:ext>
            </a:extLst>
          </p:cNvPr>
          <p:cNvSpPr>
            <a:spLocks xmlns:a="http://schemas.openxmlformats.org/drawingml/2006/main" noGrp="1"/>
          </p:cNvSpPr>
          <p:nvPr/>
        </p:nvSpPr>
        <p:spPr>
          <a:xfrm xmlns:a="http://schemas.openxmlformats.org/drawingml/2006/main">
            <a:off x="1874600" y="3364619"/>
            <a:ext cx="0" cy="50787"/>
          </a:xfrm>
          <a:prstGeom xmlns:a="http://schemas.openxmlformats.org/drawingml/2006/main" prst="line">
            <a:avLst/>
          </a:prstGeom>
          <a:noFill xmlns:a="http://schemas.openxmlformats.org/drawingml/2006/main"/>
          <a:ln xmlns:a="http://schemas.openxmlformats.org/drawingml/2006/main" w="8890">
            <a:solidFill>
              <a:srgbClr val="484878"/>
            </a:solidFill>
          </a:ln>
        </p:spPr>
      </p:sp>
      <p:sp>
        <p:nvSpPr>
          <p:cNvPr id="244" name="0244:panel-b-map/interval-2-visual:circle">
            <a:extLst xmlns:a="http://schemas.openxmlformats.org/drawingml/2006/main">
              <a:ext uri="{FF2B5EF4-FFF2-40B4-BE49-F238E27FC236}">
                <a16:creationId xmlns:a16="http://schemas.microsoft.com/office/drawing/2014/main" id="{92A388FF-02FD-4247-B1B2-FFF24E0C71DB}"/>
              </a:ext>
            </a:extLst>
          </p:cNvPr>
          <p:cNvSpPr>
            <a:spLocks xmlns:a="http://schemas.openxmlformats.org/drawingml/2006/main" noGrp="1"/>
          </p:cNvSpPr>
          <p:nvPr/>
        </p:nvSpPr>
        <p:spPr>
          <a:xfrm xmlns:a="http://schemas.openxmlformats.org/drawingml/2006/main">
            <a:off x="1840309" y="3364619"/>
            <a:ext cx="50802" cy="50787"/>
          </a:xfrm>
          <a:prstGeom xmlns:a="http://schemas.openxmlformats.org/drawingml/2006/main" prst="ellipse">
            <a:avLst/>
          </a:prstGeom>
          <a:solidFill xmlns:a="http://schemas.openxmlformats.org/drawingml/2006/main">
            <a:srgbClr val="484878"/>
          </a:solidFill>
          <a:ln xmlns:a="http://schemas.openxmlformats.org/drawingml/2006/main" w="0">
            <a:noFill/>
          </a:ln>
        </p:spPr>
      </p:sp>
      <p:sp>
        <p:nvSpPr>
          <p:cNvPr id="245" name="0245:panel-b-map/interval-2-content:line">
            <a:extLst xmlns:a="http://schemas.openxmlformats.org/drawingml/2006/main">
              <a:ext uri="{FF2B5EF4-FFF2-40B4-BE49-F238E27FC236}">
                <a16:creationId xmlns:a16="http://schemas.microsoft.com/office/drawing/2014/main" id="{D3352626-F950-4F00-AE8C-FA88D8C62317}"/>
              </a:ext>
            </a:extLst>
          </p:cNvPr>
          <p:cNvSpPr>
            <a:spLocks xmlns:a="http://schemas.openxmlformats.org/drawingml/2006/main" noGrp="1"/>
          </p:cNvSpPr>
          <p:nvPr/>
        </p:nvSpPr>
        <p:spPr>
          <a:xfrm xmlns:a="http://schemas.openxmlformats.org/drawingml/2006/main">
            <a:off x="1807287" y="3440799"/>
            <a:ext cx="2540" cy="0"/>
          </a:xfrm>
          <a:prstGeom xmlns:a="http://schemas.openxmlformats.org/drawingml/2006/main" prst="line">
            <a:avLst/>
          </a:prstGeom>
          <a:noFill xmlns:a="http://schemas.openxmlformats.org/drawingml/2006/main"/>
          <a:ln xmlns:a="http://schemas.openxmlformats.org/drawingml/2006/main" w="11430">
            <a:solidFill>
              <a:srgbClr val="927B45"/>
            </a:solidFill>
          </a:ln>
        </p:spPr>
      </p:sp>
      <p:sp>
        <p:nvSpPr>
          <p:cNvPr id="246" name="0246:panel-b-map/interval-2-content:line">
            <a:extLst xmlns:a="http://schemas.openxmlformats.org/drawingml/2006/main">
              <a:ext uri="{FF2B5EF4-FFF2-40B4-BE49-F238E27FC236}">
                <a16:creationId xmlns:a16="http://schemas.microsoft.com/office/drawing/2014/main" id="{E01C5D43-11F3-466A-9040-E12B70673389}"/>
              </a:ext>
            </a:extLst>
          </p:cNvPr>
          <p:cNvSpPr>
            <a:spLocks xmlns:a="http://schemas.openxmlformats.org/drawingml/2006/main" noGrp="1"/>
          </p:cNvSpPr>
          <p:nvPr/>
        </p:nvSpPr>
        <p:spPr>
          <a:xfrm xmlns:a="http://schemas.openxmlformats.org/drawingml/2006/main">
            <a:off x="1807287" y="3415406"/>
            <a:ext cx="0" cy="50787"/>
          </a:xfrm>
          <a:prstGeom xmlns:a="http://schemas.openxmlformats.org/drawingml/2006/main" prst="line">
            <a:avLst/>
          </a:prstGeom>
          <a:noFill xmlns:a="http://schemas.openxmlformats.org/drawingml/2006/main"/>
          <a:ln xmlns:a="http://schemas.openxmlformats.org/drawingml/2006/main" w="8890">
            <a:solidFill>
              <a:srgbClr val="927B45"/>
            </a:solidFill>
          </a:ln>
        </p:spPr>
      </p:sp>
      <p:sp>
        <p:nvSpPr>
          <p:cNvPr id="247" name="0247:panel-b-map/interval-2-content:line">
            <a:extLst xmlns:a="http://schemas.openxmlformats.org/drawingml/2006/main">
              <a:ext uri="{FF2B5EF4-FFF2-40B4-BE49-F238E27FC236}">
                <a16:creationId xmlns:a16="http://schemas.microsoft.com/office/drawing/2014/main" id="{FD2FC596-446F-41B5-AAD8-2D8F79D0D7F6}"/>
              </a:ext>
            </a:extLst>
          </p:cNvPr>
          <p:cNvSpPr>
            <a:spLocks xmlns:a="http://schemas.openxmlformats.org/drawingml/2006/main" noGrp="1"/>
          </p:cNvSpPr>
          <p:nvPr/>
        </p:nvSpPr>
        <p:spPr>
          <a:xfrm xmlns:a="http://schemas.openxmlformats.org/drawingml/2006/main">
            <a:off x="1809827" y="3415406"/>
            <a:ext cx="0" cy="50787"/>
          </a:xfrm>
          <a:prstGeom xmlns:a="http://schemas.openxmlformats.org/drawingml/2006/main" prst="line">
            <a:avLst/>
          </a:prstGeom>
          <a:noFill xmlns:a="http://schemas.openxmlformats.org/drawingml/2006/main"/>
          <a:ln xmlns:a="http://schemas.openxmlformats.org/drawingml/2006/main" w="8890">
            <a:solidFill>
              <a:srgbClr val="927B45"/>
            </a:solidFill>
          </a:ln>
        </p:spPr>
      </p:sp>
      <p:sp>
        <p:nvSpPr>
          <p:cNvPr id="248" name="0248:panel-b-map/interval-2-content:rect">
            <a:extLst xmlns:a="http://schemas.openxmlformats.org/drawingml/2006/main">
              <a:ext uri="{FF2B5EF4-FFF2-40B4-BE49-F238E27FC236}">
                <a16:creationId xmlns:a16="http://schemas.microsoft.com/office/drawing/2014/main" id="{8799385A-E8F4-4BDC-A303-4BFA30407629}"/>
              </a:ext>
            </a:extLst>
          </p:cNvPr>
          <p:cNvSpPr>
            <a:spLocks xmlns:a="http://schemas.openxmlformats.org/drawingml/2006/main" noGrp="1"/>
          </p:cNvSpPr>
          <p:nvPr/>
        </p:nvSpPr>
        <p:spPr>
          <a:xfrm xmlns:a="http://schemas.openxmlformats.org/drawingml/2006/main">
            <a:off x="1783156" y="3415406"/>
            <a:ext cx="50802" cy="50787"/>
          </a:xfrm>
          <a:prstGeom xmlns:a="http://schemas.openxmlformats.org/drawingml/2006/main" prst="rect">
            <a:avLst/>
          </a:prstGeom>
          <a:solidFill xmlns:a="http://schemas.openxmlformats.org/drawingml/2006/main">
            <a:srgbClr val="927B45"/>
          </a:solidFill>
          <a:ln xmlns:a="http://schemas.openxmlformats.org/drawingml/2006/main" w="6350">
            <a:noFill/>
          </a:ln>
        </p:spPr>
      </p:sp>
      <p:sp>
        <p:nvSpPr>
          <p:cNvPr id="249" name="0249:panel-b-map/interval-2-style:line">
            <a:extLst xmlns:a="http://schemas.openxmlformats.org/drawingml/2006/main">
              <a:ext uri="{FF2B5EF4-FFF2-40B4-BE49-F238E27FC236}">
                <a16:creationId xmlns:a16="http://schemas.microsoft.com/office/drawing/2014/main" id="{BBBEA206-518C-45DF-97B0-BC31783EDF25}"/>
              </a:ext>
            </a:extLst>
          </p:cNvPr>
          <p:cNvSpPr>
            <a:spLocks xmlns:a="http://schemas.openxmlformats.org/drawingml/2006/main" noGrp="1"/>
          </p:cNvSpPr>
          <p:nvPr/>
        </p:nvSpPr>
        <p:spPr>
          <a:xfrm xmlns:a="http://schemas.openxmlformats.org/drawingml/2006/main">
            <a:off x="1795857" y="3491586"/>
            <a:ext cx="3810" cy="0"/>
          </a:xfrm>
          <a:prstGeom xmlns:a="http://schemas.openxmlformats.org/drawingml/2006/main" prst="line">
            <a:avLst/>
          </a:prstGeom>
          <a:noFill xmlns:a="http://schemas.openxmlformats.org/drawingml/2006/main"/>
          <a:ln xmlns:a="http://schemas.openxmlformats.org/drawingml/2006/main" w="11430">
            <a:solidFill>
              <a:srgbClr val="7B6A91"/>
            </a:solidFill>
          </a:ln>
        </p:spPr>
      </p:sp>
      <p:sp>
        <p:nvSpPr>
          <p:cNvPr id="250" name="0250:panel-b-map/interval-2-style:line">
            <a:extLst xmlns:a="http://schemas.openxmlformats.org/drawingml/2006/main">
              <a:ext uri="{FF2B5EF4-FFF2-40B4-BE49-F238E27FC236}">
                <a16:creationId xmlns:a16="http://schemas.microsoft.com/office/drawing/2014/main" id="{C5A3152A-4169-4947-B79D-2F039270A9F8}"/>
              </a:ext>
            </a:extLst>
          </p:cNvPr>
          <p:cNvSpPr>
            <a:spLocks xmlns:a="http://schemas.openxmlformats.org/drawingml/2006/main" noGrp="1"/>
          </p:cNvSpPr>
          <p:nvPr/>
        </p:nvSpPr>
        <p:spPr>
          <a:xfrm xmlns:a="http://schemas.openxmlformats.org/drawingml/2006/main">
            <a:off x="1795857" y="3466192"/>
            <a:ext cx="0" cy="50787"/>
          </a:xfrm>
          <a:prstGeom xmlns:a="http://schemas.openxmlformats.org/drawingml/2006/main" prst="line">
            <a:avLst/>
          </a:prstGeom>
          <a:noFill xmlns:a="http://schemas.openxmlformats.org/drawingml/2006/main"/>
          <a:ln xmlns:a="http://schemas.openxmlformats.org/drawingml/2006/main" w="8890">
            <a:solidFill>
              <a:srgbClr val="7B6A91"/>
            </a:solidFill>
          </a:ln>
        </p:spPr>
      </p:sp>
      <p:sp>
        <p:nvSpPr>
          <p:cNvPr id="251" name="0251:panel-b-map/interval-2-style:line">
            <a:extLst xmlns:a="http://schemas.openxmlformats.org/drawingml/2006/main">
              <a:ext uri="{FF2B5EF4-FFF2-40B4-BE49-F238E27FC236}">
                <a16:creationId xmlns:a16="http://schemas.microsoft.com/office/drawing/2014/main" id="{CCBAE425-42AA-4499-B16C-889EAB7AABC4}"/>
              </a:ext>
            </a:extLst>
          </p:cNvPr>
          <p:cNvSpPr>
            <a:spLocks xmlns:a="http://schemas.openxmlformats.org/drawingml/2006/main" noGrp="1"/>
          </p:cNvSpPr>
          <p:nvPr/>
        </p:nvSpPr>
        <p:spPr>
          <a:xfrm xmlns:a="http://schemas.openxmlformats.org/drawingml/2006/main">
            <a:off x="1799667" y="3466192"/>
            <a:ext cx="0" cy="50787"/>
          </a:xfrm>
          <a:prstGeom xmlns:a="http://schemas.openxmlformats.org/drawingml/2006/main" prst="line">
            <a:avLst/>
          </a:prstGeom>
          <a:noFill xmlns:a="http://schemas.openxmlformats.org/drawingml/2006/main"/>
          <a:ln xmlns:a="http://schemas.openxmlformats.org/drawingml/2006/main" w="8890">
            <a:solidFill>
              <a:srgbClr val="7B6A91"/>
            </a:solidFill>
          </a:ln>
        </p:spPr>
      </p:sp>
      <p:sp>
        <p:nvSpPr>
          <p:cNvPr id="252" name="0252:panel-b-map/interval-2-style:polygon">
            <a:extLst xmlns:a="http://schemas.openxmlformats.org/drawingml/2006/main">
              <a:ext uri="{FF2B5EF4-FFF2-40B4-BE49-F238E27FC236}">
                <a16:creationId xmlns:a16="http://schemas.microsoft.com/office/drawing/2014/main" id="{343ECDD6-8880-420B-A214-566A676D3FB9}"/>
              </a:ext>
            </a:extLst>
          </p:cNvPr>
          <p:cNvSpPr>
            <a:spLocks xmlns:a="http://schemas.openxmlformats.org/drawingml/2006/main" noGrp="1"/>
          </p:cNvSpPr>
          <p:nvPr/>
        </p:nvSpPr>
        <p:spPr>
          <a:xfrm xmlns:a="http://schemas.openxmlformats.org/drawingml/2006/main">
            <a:off x="1764105" y="3457305"/>
            <a:ext cx="68583" cy="59674"/>
          </a:xfrm>
          <a:custGeom xmlns:a="http://schemas.openxmlformats.org/drawingml/2006/main">
            <a:pathLst>
              <a:path w="68583" h="59674">
                <a:moveTo>
                  <a:pt x="34291" y="0"/>
                </a:moveTo>
                <a:lnTo>
                  <a:pt x="68583" y="59674"/>
                </a:lnTo>
                <a:lnTo>
                  <a:pt x="0" y="59674"/>
                </a:lnTo>
                <a:close/>
              </a:path>
            </a:pathLst>
          </a:custGeom>
          <a:solidFill xmlns:a="http://schemas.openxmlformats.org/drawingml/2006/main">
            <a:srgbClr val="7B6A91"/>
          </a:solidFill>
          <a:ln xmlns:a="http://schemas.openxmlformats.org/drawingml/2006/main" w="0">
            <a:noFill/>
          </a:ln>
        </p:spPr>
      </p:sp>
      <p:sp>
        <p:nvSpPr>
          <p:cNvPr id="253" name="0253:panel-b-map/interval-2-visual_content:line">
            <a:extLst xmlns:a="http://schemas.openxmlformats.org/drawingml/2006/main">
              <a:ext uri="{FF2B5EF4-FFF2-40B4-BE49-F238E27FC236}">
                <a16:creationId xmlns:a16="http://schemas.microsoft.com/office/drawing/2014/main" id="{C97908F4-5B05-454B-BC28-881A2AAF763B}"/>
              </a:ext>
            </a:extLst>
          </p:cNvPr>
          <p:cNvSpPr>
            <a:spLocks xmlns:a="http://schemas.openxmlformats.org/drawingml/2006/main" noGrp="1"/>
          </p:cNvSpPr>
          <p:nvPr/>
        </p:nvSpPr>
        <p:spPr>
          <a:xfrm xmlns:a="http://schemas.openxmlformats.org/drawingml/2006/main">
            <a:off x="1873330" y="3542372"/>
            <a:ext cx="21591" cy="0"/>
          </a:xfrm>
          <a:prstGeom xmlns:a="http://schemas.openxmlformats.org/drawingml/2006/main" prst="line">
            <a:avLst/>
          </a:prstGeom>
          <a:noFill xmlns:a="http://schemas.openxmlformats.org/drawingml/2006/main"/>
          <a:ln xmlns:a="http://schemas.openxmlformats.org/drawingml/2006/main" w="11430">
            <a:solidFill>
              <a:srgbClr val="378183"/>
            </a:solidFill>
          </a:ln>
        </p:spPr>
      </p:sp>
      <p:sp>
        <p:nvSpPr>
          <p:cNvPr id="254" name="0254:panel-b-map/interval-2-visual_content:line">
            <a:extLst xmlns:a="http://schemas.openxmlformats.org/drawingml/2006/main">
              <a:ext uri="{FF2B5EF4-FFF2-40B4-BE49-F238E27FC236}">
                <a16:creationId xmlns:a16="http://schemas.microsoft.com/office/drawing/2014/main" id="{FA746CCE-7C45-4BED-9FFF-8295A8890008}"/>
              </a:ext>
            </a:extLst>
          </p:cNvPr>
          <p:cNvSpPr>
            <a:spLocks xmlns:a="http://schemas.openxmlformats.org/drawingml/2006/main" noGrp="1"/>
          </p:cNvSpPr>
          <p:nvPr/>
        </p:nvSpPr>
        <p:spPr>
          <a:xfrm xmlns:a="http://schemas.openxmlformats.org/drawingml/2006/main">
            <a:off x="1873330" y="3516979"/>
            <a:ext cx="0" cy="50787"/>
          </a:xfrm>
          <a:prstGeom xmlns:a="http://schemas.openxmlformats.org/drawingml/2006/main" prst="line">
            <a:avLst/>
          </a:prstGeom>
          <a:noFill xmlns:a="http://schemas.openxmlformats.org/drawingml/2006/main"/>
          <a:ln xmlns:a="http://schemas.openxmlformats.org/drawingml/2006/main" w="8890">
            <a:solidFill>
              <a:srgbClr val="378183"/>
            </a:solidFill>
          </a:ln>
        </p:spPr>
      </p:sp>
      <p:sp>
        <p:nvSpPr>
          <p:cNvPr id="255" name="0255:panel-b-map/interval-2-visual_content:line">
            <a:extLst xmlns:a="http://schemas.openxmlformats.org/drawingml/2006/main">
              <a:ext uri="{FF2B5EF4-FFF2-40B4-BE49-F238E27FC236}">
                <a16:creationId xmlns:a16="http://schemas.microsoft.com/office/drawing/2014/main" id="{42D91CCC-75E0-4C64-8087-7B04AAF7E24F}"/>
              </a:ext>
            </a:extLst>
          </p:cNvPr>
          <p:cNvSpPr>
            <a:spLocks xmlns:a="http://schemas.openxmlformats.org/drawingml/2006/main" noGrp="1"/>
          </p:cNvSpPr>
          <p:nvPr/>
        </p:nvSpPr>
        <p:spPr>
          <a:xfrm xmlns:a="http://schemas.openxmlformats.org/drawingml/2006/main">
            <a:off x="1894921" y="3516979"/>
            <a:ext cx="0" cy="50787"/>
          </a:xfrm>
          <a:prstGeom xmlns:a="http://schemas.openxmlformats.org/drawingml/2006/main" prst="line">
            <a:avLst/>
          </a:prstGeom>
          <a:noFill xmlns:a="http://schemas.openxmlformats.org/drawingml/2006/main"/>
          <a:ln xmlns:a="http://schemas.openxmlformats.org/drawingml/2006/main" w="8890">
            <a:solidFill>
              <a:srgbClr val="378183"/>
            </a:solidFill>
          </a:ln>
        </p:spPr>
      </p:sp>
      <p:sp>
        <p:nvSpPr>
          <p:cNvPr id="256" name="0256:panel-b-map/interval-2-visual_content:polygon">
            <a:extLst xmlns:a="http://schemas.openxmlformats.org/drawingml/2006/main">
              <a:ext uri="{FF2B5EF4-FFF2-40B4-BE49-F238E27FC236}">
                <a16:creationId xmlns:a16="http://schemas.microsoft.com/office/drawing/2014/main" id="{4218C076-283A-4534-A685-5A8A1CA60AC6}"/>
              </a:ext>
            </a:extLst>
          </p:cNvPr>
          <p:cNvSpPr>
            <a:spLocks xmlns:a="http://schemas.openxmlformats.org/drawingml/2006/main" noGrp="1"/>
          </p:cNvSpPr>
          <p:nvPr/>
        </p:nvSpPr>
        <p:spPr>
          <a:xfrm xmlns:a="http://schemas.openxmlformats.org/drawingml/2006/main">
            <a:off x="1850469" y="3508091"/>
            <a:ext cx="68583" cy="68562"/>
          </a:xfrm>
          <a:custGeom xmlns:a="http://schemas.openxmlformats.org/drawingml/2006/main">
            <a:pathLst>
              <a:path w="68583" h="68562">
                <a:moveTo>
                  <a:pt x="34291" y="0"/>
                </a:moveTo>
                <a:lnTo>
                  <a:pt x="68583" y="34281"/>
                </a:lnTo>
                <a:lnTo>
                  <a:pt x="34291" y="68562"/>
                </a:lnTo>
                <a:lnTo>
                  <a:pt x="0" y="34281"/>
                </a:lnTo>
                <a:close/>
              </a:path>
            </a:pathLst>
          </a:custGeom>
          <a:solidFill xmlns:a="http://schemas.openxmlformats.org/drawingml/2006/main">
            <a:srgbClr val="378183"/>
          </a:solidFill>
          <a:ln xmlns:a="http://schemas.openxmlformats.org/drawingml/2006/main" w="0">
            <a:noFill/>
          </a:ln>
        </p:spPr>
      </p:sp>
      <p:sp>
        <p:nvSpPr>
          <p:cNvPr id="257" name="0257:panel-b-map/interval-2-visual_style:line">
            <a:extLst xmlns:a="http://schemas.openxmlformats.org/drawingml/2006/main">
              <a:ext uri="{FF2B5EF4-FFF2-40B4-BE49-F238E27FC236}">
                <a16:creationId xmlns:a16="http://schemas.microsoft.com/office/drawing/2014/main" id="{6A962E8C-4D72-4E8C-98FB-246E09D8B6E9}"/>
              </a:ext>
            </a:extLst>
          </p:cNvPr>
          <p:cNvSpPr>
            <a:spLocks xmlns:a="http://schemas.openxmlformats.org/drawingml/2006/main" noGrp="1"/>
          </p:cNvSpPr>
          <p:nvPr/>
        </p:nvSpPr>
        <p:spPr>
          <a:xfrm xmlns:a="http://schemas.openxmlformats.org/drawingml/2006/main">
            <a:off x="1875870" y="3593159"/>
            <a:ext cx="11430" cy="0"/>
          </a:xfrm>
          <a:prstGeom xmlns:a="http://schemas.openxmlformats.org/drawingml/2006/main" prst="line">
            <a:avLst/>
          </a:prstGeom>
          <a:noFill xmlns:a="http://schemas.openxmlformats.org/drawingml/2006/main"/>
          <a:ln xmlns:a="http://schemas.openxmlformats.org/drawingml/2006/main" w="11430">
            <a:solidFill>
              <a:srgbClr val="B5678E"/>
            </a:solidFill>
          </a:ln>
        </p:spPr>
      </p:sp>
      <p:sp>
        <p:nvSpPr>
          <p:cNvPr id="258" name="0258:panel-b-map/interval-2-visual_style:line">
            <a:extLst xmlns:a="http://schemas.openxmlformats.org/drawingml/2006/main">
              <a:ext uri="{FF2B5EF4-FFF2-40B4-BE49-F238E27FC236}">
                <a16:creationId xmlns:a16="http://schemas.microsoft.com/office/drawing/2014/main" id="{2E9A6331-6B84-4C14-884F-42DB837B8ED4}"/>
              </a:ext>
            </a:extLst>
          </p:cNvPr>
          <p:cNvSpPr>
            <a:spLocks xmlns:a="http://schemas.openxmlformats.org/drawingml/2006/main" noGrp="1"/>
          </p:cNvSpPr>
          <p:nvPr/>
        </p:nvSpPr>
        <p:spPr>
          <a:xfrm xmlns:a="http://schemas.openxmlformats.org/drawingml/2006/main">
            <a:off x="1875870" y="3567766"/>
            <a:ext cx="0" cy="50787"/>
          </a:xfrm>
          <a:prstGeom xmlns:a="http://schemas.openxmlformats.org/drawingml/2006/main" prst="line">
            <a:avLst/>
          </a:prstGeom>
          <a:noFill xmlns:a="http://schemas.openxmlformats.org/drawingml/2006/main"/>
          <a:ln xmlns:a="http://schemas.openxmlformats.org/drawingml/2006/main" w="8890">
            <a:solidFill>
              <a:srgbClr val="B5678E"/>
            </a:solidFill>
          </a:ln>
        </p:spPr>
      </p:sp>
      <p:sp>
        <p:nvSpPr>
          <p:cNvPr id="259" name="0259:panel-b-map/interval-2-visual_style:line">
            <a:extLst xmlns:a="http://schemas.openxmlformats.org/drawingml/2006/main">
              <a:ext uri="{FF2B5EF4-FFF2-40B4-BE49-F238E27FC236}">
                <a16:creationId xmlns:a16="http://schemas.microsoft.com/office/drawing/2014/main" id="{39CB1B39-B808-4C93-A7AA-1591462B266D}"/>
              </a:ext>
            </a:extLst>
          </p:cNvPr>
          <p:cNvSpPr>
            <a:spLocks xmlns:a="http://schemas.openxmlformats.org/drawingml/2006/main" noGrp="1"/>
          </p:cNvSpPr>
          <p:nvPr/>
        </p:nvSpPr>
        <p:spPr>
          <a:xfrm xmlns:a="http://schemas.openxmlformats.org/drawingml/2006/main">
            <a:off x="1887301" y="3567766"/>
            <a:ext cx="0" cy="50787"/>
          </a:xfrm>
          <a:prstGeom xmlns:a="http://schemas.openxmlformats.org/drawingml/2006/main" prst="line">
            <a:avLst/>
          </a:prstGeom>
          <a:noFill xmlns:a="http://schemas.openxmlformats.org/drawingml/2006/main"/>
          <a:ln xmlns:a="http://schemas.openxmlformats.org/drawingml/2006/main" w="8890">
            <a:solidFill>
              <a:srgbClr val="B5678E"/>
            </a:solidFill>
          </a:ln>
        </p:spPr>
      </p:sp>
      <p:sp>
        <p:nvSpPr>
          <p:cNvPr id="260" name="0260:panel-b-map/interval-2-visual_style:polygon">
            <a:extLst xmlns:a="http://schemas.openxmlformats.org/drawingml/2006/main">
              <a:ext uri="{FF2B5EF4-FFF2-40B4-BE49-F238E27FC236}">
                <a16:creationId xmlns:a16="http://schemas.microsoft.com/office/drawing/2014/main" id="{DE50F9F8-69E6-4BCC-86F3-362F68F5BAAF}"/>
              </a:ext>
            </a:extLst>
          </p:cNvPr>
          <p:cNvSpPr>
            <a:spLocks xmlns:a="http://schemas.openxmlformats.org/drawingml/2006/main" noGrp="1"/>
          </p:cNvSpPr>
          <p:nvPr/>
        </p:nvSpPr>
        <p:spPr>
          <a:xfrm xmlns:a="http://schemas.openxmlformats.org/drawingml/2006/main">
            <a:off x="1847929" y="3567766"/>
            <a:ext cx="68583" cy="59674"/>
          </a:xfrm>
          <a:custGeom xmlns:a="http://schemas.openxmlformats.org/drawingml/2006/main">
            <a:pathLst>
              <a:path w="68583" h="59674">
                <a:moveTo>
                  <a:pt x="34291" y="59674"/>
                </a:moveTo>
                <a:lnTo>
                  <a:pt x="68583" y="0"/>
                </a:lnTo>
                <a:lnTo>
                  <a:pt x="0" y="0"/>
                </a:lnTo>
                <a:close/>
              </a:path>
            </a:pathLst>
          </a:custGeom>
          <a:solidFill xmlns:a="http://schemas.openxmlformats.org/drawingml/2006/main">
            <a:srgbClr val="B5678E"/>
          </a:solidFill>
          <a:ln xmlns:a="http://schemas.openxmlformats.org/drawingml/2006/main" w="0">
            <a:noFill/>
          </a:ln>
        </p:spPr>
      </p:sp>
      <p:sp>
        <p:nvSpPr>
          <p:cNvPr id="261" name="0261:panel-b-map/interval-2-full:line">
            <a:extLst xmlns:a="http://schemas.openxmlformats.org/drawingml/2006/main">
              <a:ext uri="{FF2B5EF4-FFF2-40B4-BE49-F238E27FC236}">
                <a16:creationId xmlns:a16="http://schemas.microsoft.com/office/drawing/2014/main" id="{55E7F4EB-999B-4209-8CF0-D4E2BB5DA4FE}"/>
              </a:ext>
            </a:extLst>
          </p:cNvPr>
          <p:cNvSpPr>
            <a:spLocks xmlns:a="http://schemas.openxmlformats.org/drawingml/2006/main" noGrp="1"/>
          </p:cNvSpPr>
          <p:nvPr/>
        </p:nvSpPr>
        <p:spPr>
          <a:xfrm xmlns:a="http://schemas.openxmlformats.org/drawingml/2006/main">
            <a:off x="1877140" y="3643946"/>
            <a:ext cx="10160" cy="0"/>
          </a:xfrm>
          <a:prstGeom xmlns:a="http://schemas.openxmlformats.org/drawingml/2006/main" prst="line">
            <a:avLst/>
          </a:prstGeom>
          <a:noFill xmlns:a="http://schemas.openxmlformats.org/drawingml/2006/main"/>
          <a:ln xmlns:a="http://schemas.openxmlformats.org/drawingml/2006/main" w="11430">
            <a:solidFill>
              <a:srgbClr val="0F4D92"/>
            </a:solidFill>
          </a:ln>
        </p:spPr>
      </p:sp>
      <p:sp>
        <p:nvSpPr>
          <p:cNvPr id="262" name="0262:panel-b-map/interval-2-full:line">
            <a:extLst xmlns:a="http://schemas.openxmlformats.org/drawingml/2006/main">
              <a:ext uri="{FF2B5EF4-FFF2-40B4-BE49-F238E27FC236}">
                <a16:creationId xmlns:a16="http://schemas.microsoft.com/office/drawing/2014/main" id="{0C065A06-D576-4C7D-BF3E-C7EE057E19C3}"/>
              </a:ext>
            </a:extLst>
          </p:cNvPr>
          <p:cNvSpPr>
            <a:spLocks xmlns:a="http://schemas.openxmlformats.org/drawingml/2006/main" noGrp="1"/>
          </p:cNvSpPr>
          <p:nvPr/>
        </p:nvSpPr>
        <p:spPr>
          <a:xfrm xmlns:a="http://schemas.openxmlformats.org/drawingml/2006/main">
            <a:off x="1877140" y="3618552"/>
            <a:ext cx="0" cy="50787"/>
          </a:xfrm>
          <a:prstGeom xmlns:a="http://schemas.openxmlformats.org/drawingml/2006/main" prst="line">
            <a:avLst/>
          </a:prstGeom>
          <a:noFill xmlns:a="http://schemas.openxmlformats.org/drawingml/2006/main"/>
          <a:ln xmlns:a="http://schemas.openxmlformats.org/drawingml/2006/main" w="8890">
            <a:solidFill>
              <a:srgbClr val="0F4D92"/>
            </a:solidFill>
          </a:ln>
        </p:spPr>
      </p:sp>
      <p:sp>
        <p:nvSpPr>
          <p:cNvPr id="263" name="0263:panel-b-map/interval-2-full:line">
            <a:extLst xmlns:a="http://schemas.openxmlformats.org/drawingml/2006/main">
              <a:ext uri="{FF2B5EF4-FFF2-40B4-BE49-F238E27FC236}">
                <a16:creationId xmlns:a16="http://schemas.microsoft.com/office/drawing/2014/main" id="{689CFE86-FA87-4682-809C-4B50EA693563}"/>
              </a:ext>
            </a:extLst>
          </p:cNvPr>
          <p:cNvSpPr>
            <a:spLocks xmlns:a="http://schemas.openxmlformats.org/drawingml/2006/main" noGrp="1"/>
          </p:cNvSpPr>
          <p:nvPr/>
        </p:nvSpPr>
        <p:spPr>
          <a:xfrm xmlns:a="http://schemas.openxmlformats.org/drawingml/2006/main">
            <a:off x="1887301" y="3618552"/>
            <a:ext cx="0" cy="50787"/>
          </a:xfrm>
          <a:prstGeom xmlns:a="http://schemas.openxmlformats.org/drawingml/2006/main" prst="line">
            <a:avLst/>
          </a:prstGeom>
          <a:noFill xmlns:a="http://schemas.openxmlformats.org/drawingml/2006/main"/>
          <a:ln xmlns:a="http://schemas.openxmlformats.org/drawingml/2006/main" w="8890">
            <a:solidFill>
              <a:srgbClr val="0F4D92"/>
            </a:solidFill>
          </a:ln>
        </p:spPr>
      </p:sp>
      <p:sp>
        <p:nvSpPr>
          <p:cNvPr id="264" name="0264:panel-b-map/interval-2-full:line">
            <a:extLst xmlns:a="http://schemas.openxmlformats.org/drawingml/2006/main">
              <a:ext uri="{FF2B5EF4-FFF2-40B4-BE49-F238E27FC236}">
                <a16:creationId xmlns:a16="http://schemas.microsoft.com/office/drawing/2014/main" id="{F7A46EC5-452D-4206-AECE-F23DDCF00481}"/>
              </a:ext>
            </a:extLst>
          </p:cNvPr>
          <p:cNvSpPr>
            <a:spLocks xmlns:a="http://schemas.openxmlformats.org/drawingml/2006/main" noGrp="1"/>
          </p:cNvSpPr>
          <p:nvPr/>
        </p:nvSpPr>
        <p:spPr>
          <a:xfrm xmlns:a="http://schemas.openxmlformats.org/drawingml/2006/main">
            <a:off x="1850469" y="3643946"/>
            <a:ext cx="63503" cy="0"/>
          </a:xfrm>
          <a:prstGeom xmlns:a="http://schemas.openxmlformats.org/drawingml/2006/main" prst="line">
            <a:avLst/>
          </a:prstGeom>
          <a:noFill xmlns:a="http://schemas.openxmlformats.org/drawingml/2006/main"/>
          <a:ln xmlns:a="http://schemas.openxmlformats.org/drawingml/2006/main" w="22861">
            <a:solidFill>
              <a:srgbClr val="0F4D92"/>
            </a:solidFill>
          </a:ln>
        </p:spPr>
      </p:sp>
      <p:sp>
        <p:nvSpPr>
          <p:cNvPr id="265" name="0265:panel-b-map/interval-2-full:line">
            <a:extLst xmlns:a="http://schemas.openxmlformats.org/drawingml/2006/main">
              <a:ext uri="{FF2B5EF4-FFF2-40B4-BE49-F238E27FC236}">
                <a16:creationId xmlns:a16="http://schemas.microsoft.com/office/drawing/2014/main" id="{577D218E-A5D1-4FDC-832F-53E77DB33688}"/>
              </a:ext>
            </a:extLst>
          </p:cNvPr>
          <p:cNvSpPr>
            <a:spLocks xmlns:a="http://schemas.openxmlformats.org/drawingml/2006/main" noGrp="1"/>
          </p:cNvSpPr>
          <p:nvPr/>
        </p:nvSpPr>
        <p:spPr>
          <a:xfrm xmlns:a="http://schemas.openxmlformats.org/drawingml/2006/main">
            <a:off x="1882220" y="3612204"/>
            <a:ext cx="0" cy="63483"/>
          </a:xfrm>
          <a:prstGeom xmlns:a="http://schemas.openxmlformats.org/drawingml/2006/main" prst="line">
            <a:avLst/>
          </a:prstGeom>
          <a:noFill xmlns:a="http://schemas.openxmlformats.org/drawingml/2006/main"/>
          <a:ln xmlns:a="http://schemas.openxmlformats.org/drawingml/2006/main" w="22861">
            <a:solidFill>
              <a:srgbClr val="0F4D92"/>
            </a:solidFill>
          </a:ln>
        </p:spPr>
      </p:sp>
      <p:sp>
        <p:nvSpPr>
          <p:cNvPr id="266" name="0266:legend/legend-visual:circle">
            <a:extLst xmlns:a="http://schemas.openxmlformats.org/drawingml/2006/main">
              <a:ext uri="{FF2B5EF4-FFF2-40B4-BE49-F238E27FC236}">
                <a16:creationId xmlns:a16="http://schemas.microsoft.com/office/drawing/2014/main" id="{191B817F-B864-415B-8703-DFEC0543CF00}"/>
              </a:ext>
            </a:extLst>
          </p:cNvPr>
          <p:cNvSpPr>
            <a:spLocks xmlns:a="http://schemas.openxmlformats.org/drawingml/2006/main" noGrp="1"/>
          </p:cNvSpPr>
          <p:nvPr/>
        </p:nvSpPr>
        <p:spPr>
          <a:xfrm xmlns:a="http://schemas.openxmlformats.org/drawingml/2006/main">
            <a:off x="1828878" y="4113723"/>
            <a:ext cx="50802" cy="50787"/>
          </a:xfrm>
          <a:prstGeom xmlns:a="http://schemas.openxmlformats.org/drawingml/2006/main" prst="ellipse">
            <a:avLst/>
          </a:prstGeom>
          <a:solidFill xmlns:a="http://schemas.openxmlformats.org/drawingml/2006/main">
            <a:srgbClr val="484878"/>
          </a:solidFill>
          <a:ln xmlns:a="http://schemas.openxmlformats.org/drawingml/2006/main" w="0">
            <a:noFill/>
          </a:ln>
        </p:spPr>
      </p:sp>
      <p:sp>
        <p:nvSpPr>
          <p:cNvPr id="267" name="0267:legend/legend-visual/label-0:text">
            <a:extLst xmlns:a="http://schemas.openxmlformats.org/drawingml/2006/main">
              <a:ext uri="{FF2B5EF4-FFF2-40B4-BE49-F238E27FC236}">
                <a16:creationId xmlns:a16="http://schemas.microsoft.com/office/drawing/2014/main" id="{F3AE2C80-29AB-4E70-B74E-984B1D416B91}"/>
              </a:ext>
            </a:extLst>
          </p:cNvPr>
          <p:cNvSpPr>
            <a:spLocks xmlns:a="http://schemas.openxmlformats.org/drawingml/2006/main" noGrp="1"/>
          </p:cNvSpPr>
          <p:nvPr/>
        </p:nvSpPr>
        <p:spPr>
          <a:xfrm xmlns:a="http://schemas.openxmlformats.org/drawingml/2006/main">
            <a:off x="1968584" y="4071037"/>
            <a:ext cx="28413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a:t>
            </a:r>
          </a:p>
        </p:txBody>
      </p:sp>
      <p:sp>
        <p:nvSpPr>
          <p:cNvPr id="268" name="0268:legend/legend-content:rect">
            <a:extLst xmlns:a="http://schemas.openxmlformats.org/drawingml/2006/main">
              <a:ext uri="{FF2B5EF4-FFF2-40B4-BE49-F238E27FC236}">
                <a16:creationId xmlns:a16="http://schemas.microsoft.com/office/drawing/2014/main" id="{2580E66E-0575-4722-80A1-8043EF40CCDA}"/>
              </a:ext>
            </a:extLst>
          </p:cNvPr>
          <p:cNvSpPr>
            <a:spLocks xmlns:a="http://schemas.openxmlformats.org/drawingml/2006/main" noGrp="1"/>
          </p:cNvSpPr>
          <p:nvPr/>
        </p:nvSpPr>
        <p:spPr>
          <a:xfrm xmlns:a="http://schemas.openxmlformats.org/drawingml/2006/main">
            <a:off x="3327542" y="4113723"/>
            <a:ext cx="50802" cy="50787"/>
          </a:xfrm>
          <a:prstGeom xmlns:a="http://schemas.openxmlformats.org/drawingml/2006/main" prst="rect">
            <a:avLst/>
          </a:prstGeom>
          <a:solidFill xmlns:a="http://schemas.openxmlformats.org/drawingml/2006/main">
            <a:srgbClr val="927B45"/>
          </a:solidFill>
          <a:ln xmlns:a="http://schemas.openxmlformats.org/drawingml/2006/main" w="6350">
            <a:noFill/>
          </a:ln>
        </p:spPr>
      </p:sp>
      <p:sp>
        <p:nvSpPr>
          <p:cNvPr id="269" name="0269:legend/legend-content/label-1:text">
            <a:extLst xmlns:a="http://schemas.openxmlformats.org/drawingml/2006/main">
              <a:ext uri="{FF2B5EF4-FFF2-40B4-BE49-F238E27FC236}">
                <a16:creationId xmlns:a16="http://schemas.microsoft.com/office/drawing/2014/main" id="{E298463E-4211-4ED8-8AC3-B1CB25037F11}"/>
              </a:ext>
            </a:extLst>
          </p:cNvPr>
          <p:cNvSpPr>
            <a:spLocks xmlns:a="http://schemas.openxmlformats.org/drawingml/2006/main" noGrp="1"/>
          </p:cNvSpPr>
          <p:nvPr/>
        </p:nvSpPr>
        <p:spPr>
          <a:xfrm xmlns:a="http://schemas.openxmlformats.org/drawingml/2006/main">
            <a:off x="3467248" y="4071037"/>
            <a:ext cx="36499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Content</a:t>
            </a:r>
          </a:p>
        </p:txBody>
      </p:sp>
      <p:sp>
        <p:nvSpPr>
          <p:cNvPr id="270" name="0270:legend/legend-style:polygon">
            <a:extLst xmlns:a="http://schemas.openxmlformats.org/drawingml/2006/main">
              <a:ext uri="{FF2B5EF4-FFF2-40B4-BE49-F238E27FC236}">
                <a16:creationId xmlns:a16="http://schemas.microsoft.com/office/drawing/2014/main" id="{DC4E4DE6-5834-47CA-ACDD-23D80B28AC7B}"/>
              </a:ext>
            </a:extLst>
          </p:cNvPr>
          <p:cNvSpPr>
            <a:spLocks xmlns:a="http://schemas.openxmlformats.org/drawingml/2006/main" noGrp="1"/>
          </p:cNvSpPr>
          <p:nvPr/>
        </p:nvSpPr>
        <p:spPr>
          <a:xfrm xmlns:a="http://schemas.openxmlformats.org/drawingml/2006/main">
            <a:off x="4817316" y="4104835"/>
            <a:ext cx="68583" cy="59674"/>
          </a:xfrm>
          <a:custGeom xmlns:a="http://schemas.openxmlformats.org/drawingml/2006/main">
            <a:pathLst>
              <a:path w="68583" h="59674">
                <a:moveTo>
                  <a:pt x="34291" y="0"/>
                </a:moveTo>
                <a:lnTo>
                  <a:pt x="68583" y="59674"/>
                </a:lnTo>
                <a:lnTo>
                  <a:pt x="0" y="59674"/>
                </a:lnTo>
                <a:close/>
              </a:path>
            </a:pathLst>
          </a:custGeom>
          <a:solidFill xmlns:a="http://schemas.openxmlformats.org/drawingml/2006/main">
            <a:srgbClr val="7B6A91"/>
          </a:solidFill>
          <a:ln xmlns:a="http://schemas.openxmlformats.org/drawingml/2006/main" w="0">
            <a:noFill/>
          </a:ln>
        </p:spPr>
      </p:sp>
      <p:sp>
        <p:nvSpPr>
          <p:cNvPr id="271" name="0271:legend/legend-style/label-2:text">
            <a:extLst xmlns:a="http://schemas.openxmlformats.org/drawingml/2006/main">
              <a:ext uri="{FF2B5EF4-FFF2-40B4-BE49-F238E27FC236}">
                <a16:creationId xmlns:a16="http://schemas.microsoft.com/office/drawing/2014/main" id="{425F0F58-056C-4635-9FBA-74C86FF82878}"/>
              </a:ext>
            </a:extLst>
          </p:cNvPr>
          <p:cNvSpPr>
            <a:spLocks xmlns:a="http://schemas.openxmlformats.org/drawingml/2006/main" noGrp="1"/>
          </p:cNvSpPr>
          <p:nvPr/>
        </p:nvSpPr>
        <p:spPr>
          <a:xfrm xmlns:a="http://schemas.openxmlformats.org/drawingml/2006/main">
            <a:off x="4965912" y="4071037"/>
            <a:ext cx="23517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Style</a:t>
            </a:r>
          </a:p>
        </p:txBody>
      </p:sp>
      <p:sp>
        <p:nvSpPr>
          <p:cNvPr id="272" name="0272:legend/legend-visual_content:polygon">
            <a:extLst xmlns:a="http://schemas.openxmlformats.org/drawingml/2006/main">
              <a:ext uri="{FF2B5EF4-FFF2-40B4-BE49-F238E27FC236}">
                <a16:creationId xmlns:a16="http://schemas.microsoft.com/office/drawing/2014/main" id="{04494A52-3121-471F-BB2B-D3163746D820}"/>
              </a:ext>
            </a:extLst>
          </p:cNvPr>
          <p:cNvSpPr>
            <a:spLocks xmlns:a="http://schemas.openxmlformats.org/drawingml/2006/main" noGrp="1"/>
          </p:cNvSpPr>
          <p:nvPr/>
        </p:nvSpPr>
        <p:spPr>
          <a:xfrm xmlns:a="http://schemas.openxmlformats.org/drawingml/2006/main">
            <a:off x="1819988" y="4307982"/>
            <a:ext cx="68583" cy="68562"/>
          </a:xfrm>
          <a:custGeom xmlns:a="http://schemas.openxmlformats.org/drawingml/2006/main">
            <a:pathLst>
              <a:path w="68583" h="68562">
                <a:moveTo>
                  <a:pt x="34291" y="0"/>
                </a:moveTo>
                <a:lnTo>
                  <a:pt x="68583" y="34281"/>
                </a:lnTo>
                <a:lnTo>
                  <a:pt x="34291" y="68562"/>
                </a:lnTo>
                <a:lnTo>
                  <a:pt x="0" y="34281"/>
                </a:lnTo>
                <a:close/>
              </a:path>
            </a:pathLst>
          </a:custGeom>
          <a:solidFill xmlns:a="http://schemas.openxmlformats.org/drawingml/2006/main">
            <a:srgbClr val="378183"/>
          </a:solidFill>
          <a:ln xmlns:a="http://schemas.openxmlformats.org/drawingml/2006/main" w="0">
            <a:noFill/>
          </a:ln>
        </p:spPr>
      </p:sp>
      <p:sp>
        <p:nvSpPr>
          <p:cNvPr id="273" name="0273:legend/legend-visual_content/label-3:text">
            <a:extLst xmlns:a="http://schemas.openxmlformats.org/drawingml/2006/main">
              <a:ext uri="{FF2B5EF4-FFF2-40B4-BE49-F238E27FC236}">
                <a16:creationId xmlns:a16="http://schemas.microsoft.com/office/drawing/2014/main" id="{DF5DCF45-CBB7-474D-A392-7C441154EE74}"/>
              </a:ext>
            </a:extLst>
          </p:cNvPr>
          <p:cNvSpPr>
            <a:spLocks xmlns:a="http://schemas.openxmlformats.org/drawingml/2006/main" noGrp="1"/>
          </p:cNvSpPr>
          <p:nvPr/>
        </p:nvSpPr>
        <p:spPr>
          <a:xfrm xmlns:a="http://schemas.openxmlformats.org/drawingml/2006/main">
            <a:off x="1968584" y="4274184"/>
            <a:ext cx="73275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 + content</a:t>
            </a:r>
          </a:p>
        </p:txBody>
      </p:sp>
      <p:sp>
        <p:nvSpPr>
          <p:cNvPr id="274" name="0274:legend/legend-visual_style:polygon">
            <a:extLst xmlns:a="http://schemas.openxmlformats.org/drawingml/2006/main">
              <a:ext uri="{FF2B5EF4-FFF2-40B4-BE49-F238E27FC236}">
                <a16:creationId xmlns:a16="http://schemas.microsoft.com/office/drawing/2014/main" id="{5F4E2269-87E7-4878-8A45-4B95582EC874}"/>
              </a:ext>
            </a:extLst>
          </p:cNvPr>
          <p:cNvSpPr>
            <a:spLocks xmlns:a="http://schemas.openxmlformats.org/drawingml/2006/main" noGrp="1"/>
          </p:cNvSpPr>
          <p:nvPr/>
        </p:nvSpPr>
        <p:spPr>
          <a:xfrm xmlns:a="http://schemas.openxmlformats.org/drawingml/2006/main">
            <a:off x="3318652" y="4316870"/>
            <a:ext cx="68583" cy="59674"/>
          </a:xfrm>
          <a:custGeom xmlns:a="http://schemas.openxmlformats.org/drawingml/2006/main">
            <a:pathLst>
              <a:path w="68583" h="59674">
                <a:moveTo>
                  <a:pt x="34291" y="59674"/>
                </a:moveTo>
                <a:lnTo>
                  <a:pt x="68583" y="0"/>
                </a:lnTo>
                <a:lnTo>
                  <a:pt x="0" y="0"/>
                </a:lnTo>
                <a:close/>
              </a:path>
            </a:pathLst>
          </a:custGeom>
          <a:solidFill xmlns:a="http://schemas.openxmlformats.org/drawingml/2006/main">
            <a:srgbClr val="B5678E"/>
          </a:solidFill>
          <a:ln xmlns:a="http://schemas.openxmlformats.org/drawingml/2006/main" w="0">
            <a:noFill/>
          </a:ln>
        </p:spPr>
      </p:sp>
      <p:sp>
        <p:nvSpPr>
          <p:cNvPr id="275" name="0275:legend/legend-visual_style/label-4:text">
            <a:extLst xmlns:a="http://schemas.openxmlformats.org/drawingml/2006/main">
              <a:ext uri="{FF2B5EF4-FFF2-40B4-BE49-F238E27FC236}">
                <a16:creationId xmlns:a16="http://schemas.microsoft.com/office/drawing/2014/main" id="{3089500C-7B27-4B29-AB9E-DE4731E7A671}"/>
              </a:ext>
            </a:extLst>
          </p:cNvPr>
          <p:cNvSpPr>
            <a:spLocks xmlns:a="http://schemas.openxmlformats.org/drawingml/2006/main" noGrp="1"/>
          </p:cNvSpPr>
          <p:nvPr/>
        </p:nvSpPr>
        <p:spPr>
          <a:xfrm xmlns:a="http://schemas.openxmlformats.org/drawingml/2006/main">
            <a:off x="3467248" y="4274184"/>
            <a:ext cx="60855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 + style</a:t>
            </a:r>
          </a:p>
        </p:txBody>
      </p:sp>
      <p:sp>
        <p:nvSpPr>
          <p:cNvPr id="276" name="0276:legend/legend-full:line">
            <a:extLst xmlns:a="http://schemas.openxmlformats.org/drawingml/2006/main">
              <a:ext uri="{FF2B5EF4-FFF2-40B4-BE49-F238E27FC236}">
                <a16:creationId xmlns:a16="http://schemas.microsoft.com/office/drawing/2014/main" id="{13B3B9CA-B826-4745-B42F-3C045FB7E87D}"/>
              </a:ext>
            </a:extLst>
          </p:cNvPr>
          <p:cNvSpPr>
            <a:spLocks xmlns:a="http://schemas.openxmlformats.org/drawingml/2006/main" noGrp="1"/>
          </p:cNvSpPr>
          <p:nvPr/>
        </p:nvSpPr>
        <p:spPr>
          <a:xfrm xmlns:a="http://schemas.openxmlformats.org/drawingml/2006/main">
            <a:off x="4819856" y="4342263"/>
            <a:ext cx="63503" cy="0"/>
          </a:xfrm>
          <a:prstGeom xmlns:a="http://schemas.openxmlformats.org/drawingml/2006/main" prst="line">
            <a:avLst/>
          </a:prstGeom>
          <a:noFill xmlns:a="http://schemas.openxmlformats.org/drawingml/2006/main"/>
          <a:ln xmlns:a="http://schemas.openxmlformats.org/drawingml/2006/main" w="22861">
            <a:solidFill>
              <a:srgbClr val="0F4D92"/>
            </a:solidFill>
          </a:ln>
        </p:spPr>
      </p:sp>
      <p:sp>
        <p:nvSpPr>
          <p:cNvPr id="277" name="0277:legend/legend-full:line">
            <a:extLst xmlns:a="http://schemas.openxmlformats.org/drawingml/2006/main">
              <a:ext uri="{FF2B5EF4-FFF2-40B4-BE49-F238E27FC236}">
                <a16:creationId xmlns:a16="http://schemas.microsoft.com/office/drawing/2014/main" id="{DF3DF5CA-3368-4F4E-8F8F-E6C49660226F}"/>
              </a:ext>
            </a:extLst>
          </p:cNvPr>
          <p:cNvSpPr>
            <a:spLocks xmlns:a="http://schemas.openxmlformats.org/drawingml/2006/main" noGrp="1"/>
          </p:cNvSpPr>
          <p:nvPr/>
        </p:nvSpPr>
        <p:spPr>
          <a:xfrm xmlns:a="http://schemas.openxmlformats.org/drawingml/2006/main">
            <a:off x="4851607" y="4310521"/>
            <a:ext cx="0" cy="63483"/>
          </a:xfrm>
          <a:prstGeom xmlns:a="http://schemas.openxmlformats.org/drawingml/2006/main" prst="line">
            <a:avLst/>
          </a:prstGeom>
          <a:noFill xmlns:a="http://schemas.openxmlformats.org/drawingml/2006/main"/>
          <a:ln xmlns:a="http://schemas.openxmlformats.org/drawingml/2006/main" w="22861">
            <a:solidFill>
              <a:srgbClr val="0F4D92"/>
            </a:solidFill>
          </a:ln>
        </p:spPr>
      </p:sp>
      <p:sp>
        <p:nvSpPr>
          <p:cNvPr id="278" name="0278:legend/legend-full/label-5:text">
            <a:extLst xmlns:a="http://schemas.openxmlformats.org/drawingml/2006/main">
              <a:ext uri="{FF2B5EF4-FFF2-40B4-BE49-F238E27FC236}">
                <a16:creationId xmlns:a16="http://schemas.microsoft.com/office/drawing/2014/main" id="{A4134EA2-E2EC-424A-84D3-5927452CD446}"/>
              </a:ext>
            </a:extLst>
          </p:cNvPr>
          <p:cNvSpPr>
            <a:spLocks xmlns:a="http://schemas.openxmlformats.org/drawingml/2006/main" noGrp="1"/>
          </p:cNvSpPr>
          <p:nvPr/>
        </p:nvSpPr>
        <p:spPr>
          <a:xfrm xmlns:a="http://schemas.openxmlformats.org/drawingml/2006/main">
            <a:off x="4965912" y="4274184"/>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Full</a:t>
            </a:r>
          </a:p>
        </p:txBody>
      </p:sp>
      <p:sp>
        <p:nvSpPr>
          <p:cNvPr id="279" name="0279:notes/statistics:text">
            <a:extLst xmlns:a="http://schemas.openxmlformats.org/drawingml/2006/main">
              <a:ext uri="{FF2B5EF4-FFF2-40B4-BE49-F238E27FC236}">
                <a16:creationId xmlns:a16="http://schemas.microsoft.com/office/drawing/2014/main" id="{C2AB56FE-158E-4FAD-866F-7F279B42AD9C}"/>
              </a:ext>
            </a:extLst>
          </p:cNvPr>
          <p:cNvSpPr>
            <a:spLocks xmlns:a="http://schemas.openxmlformats.org/drawingml/2006/main" noGrp="1"/>
          </p:cNvSpPr>
          <p:nvPr/>
        </p:nvSpPr>
        <p:spPr>
          <a:xfrm xmlns:a="http://schemas.openxmlformats.org/drawingml/2006/main">
            <a:off x="203209" y="4553511"/>
            <a:ext cx="292007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Cells and points show mean ± sample SD over seeds 1, 2 and 3.</a:t>
            </a:r>
          </a:p>
        </p:txBody>
      </p:sp>
      <p:sp>
        <p:nvSpPr>
          <p:cNvPr id="280" name="0280:notes/metric-definition:text">
            <a:extLst xmlns:a="http://schemas.openxmlformats.org/drawingml/2006/main">
              <a:ext uri="{FF2B5EF4-FFF2-40B4-BE49-F238E27FC236}">
                <a16:creationId xmlns:a16="http://schemas.microsoft.com/office/drawing/2014/main" id="{67B97931-6519-47E6-9A1B-BFF114BFBCCE}"/>
              </a:ext>
            </a:extLst>
          </p:cNvPr>
          <p:cNvSpPr>
            <a:spLocks xmlns:a="http://schemas.openxmlformats.org/drawingml/2006/main" noGrp="1"/>
          </p:cNvSpPr>
          <p:nvPr/>
        </p:nvSpPr>
        <p:spPr>
          <a:xfrm xmlns:a="http://schemas.openxmlformats.org/drawingml/2006/main">
            <a:off x="203209" y="4731265"/>
            <a:ext cx="3114485"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Official mAP uses the dataset protocol; retrieval tasks are not pooled.</a:t>
            </a:r>
          </a:p>
        </p:txBody>
      </p:sp>
    </p:spTree>
    <p:extLst>
      <p:ext uri="{BB962C8B-B14F-4D97-AF65-F5344CB8AC3E}">
        <p14:creationId xmlns:p14="http://schemas.microsoft.com/office/powerpoint/2010/main" val="13524444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2026-09-29T14:57:16.6570000Z</dcterms:created>
  <dcterms:modified xsi:type="dcterms:W3CDTF">2026-09-29T14:57:16.6570000Z</dcterms:modified>
</coreProperties>
</file>