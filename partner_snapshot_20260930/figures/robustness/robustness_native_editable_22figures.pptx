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2674ce83046ac" /><Relationship Type="http://schemas.openxmlformats.org/officeDocument/2006/relationships/extended-properties" Target="/docProps/app.xml" Id="R0ffb2899e3d846ae" /><Relationship Type="http://schemas.openxmlformats.org/officeDocument/2006/relationships/officeDocument" Target="/ppt/presentation.xml" Id="Rd32e2d8ead49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72dd0b65f4fbd"/>
  </p:sldMasterIdLst>
  <p:notesMasterIdLst>
    <p:notesMasterId xmlns:r="http://schemas.openxmlformats.org/officeDocument/2006/relationships" r:id="Rc2b2815b44834e0d"/>
  </p:notesMasterIdLst>
  <p:sldIdLst>
    <p:sldId xmlns:r="http://schemas.openxmlformats.org/officeDocument/2006/relationships" id="256" r:id="R8467315a1deb4a78"/>
    <p:sldId xmlns:r="http://schemas.openxmlformats.org/officeDocument/2006/relationships" id="257" r:id="R7047f6a1e4354c28"/>
    <p:sldId xmlns:r="http://schemas.openxmlformats.org/officeDocument/2006/relationships" id="258" r:id="R22b5faf15507498a"/>
    <p:sldId xmlns:r="http://schemas.openxmlformats.org/officeDocument/2006/relationships" id="259" r:id="R58fa7790305941c3"/>
    <p:sldId xmlns:r="http://schemas.openxmlformats.org/officeDocument/2006/relationships" id="260" r:id="R3df399c38d424a95"/>
    <p:sldId xmlns:r="http://schemas.openxmlformats.org/officeDocument/2006/relationships" id="261" r:id="R108e47cbd7994a85"/>
    <p:sldId xmlns:r="http://schemas.openxmlformats.org/officeDocument/2006/relationships" id="262" r:id="R57f2f6fde52d4db5"/>
    <p:sldId xmlns:r="http://schemas.openxmlformats.org/officeDocument/2006/relationships" id="263" r:id="R8635b435f3be4aa8"/>
    <p:sldId xmlns:r="http://schemas.openxmlformats.org/officeDocument/2006/relationships" id="264" r:id="R1c31f421c8f24429"/>
    <p:sldId xmlns:r="http://schemas.openxmlformats.org/officeDocument/2006/relationships" id="265" r:id="R6984ff83b3804fb2"/>
    <p:sldId xmlns:r="http://schemas.openxmlformats.org/officeDocument/2006/relationships" id="266" r:id="R4c7efb517154405d"/>
    <p:sldId xmlns:r="http://schemas.openxmlformats.org/officeDocument/2006/relationships" id="267" r:id="R496272c92ce4496e"/>
    <p:sldId xmlns:r="http://schemas.openxmlformats.org/officeDocument/2006/relationships" id="268" r:id="Rd91877c5ecab4e83"/>
    <p:sldId xmlns:r="http://schemas.openxmlformats.org/officeDocument/2006/relationships" id="269" r:id="R2489af0248e64cdd"/>
    <p:sldId xmlns:r="http://schemas.openxmlformats.org/officeDocument/2006/relationships" id="270" r:id="R5062da7ca1ea490c"/>
    <p:sldId xmlns:r="http://schemas.openxmlformats.org/officeDocument/2006/relationships" id="271" r:id="Ra49d35864f864b14"/>
    <p:sldId xmlns:r="http://schemas.openxmlformats.org/officeDocument/2006/relationships" id="272" r:id="R0c8294b1b3074ccb"/>
    <p:sldId xmlns:r="http://schemas.openxmlformats.org/officeDocument/2006/relationships" id="273" r:id="Re3eb70c8cdf64a26"/>
    <p:sldId xmlns:r="http://schemas.openxmlformats.org/officeDocument/2006/relationships" id="274" r:id="R666baf6d5ea14515"/>
    <p:sldId xmlns:r="http://schemas.openxmlformats.org/officeDocument/2006/relationships" id="275" r:id="R248330eca7af48d7"/>
    <p:sldId xmlns:r="http://schemas.openxmlformats.org/officeDocument/2006/relationships" id="276" r:id="Rc5f30da72fa14f14"/>
    <p:sldId xmlns:r="http://schemas.openxmlformats.org/officeDocument/2006/relationships" id="277" r:id="R55a9d32490fd4945"/>
  </p:sldIdLst>
  <p:sldSz cx="6548400" cy="594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5eb7236d44565" /><Relationship Type="http://schemas.openxmlformats.org/officeDocument/2006/relationships/slideMaster" Target="/ppt/slideMasters/slideMaster1.xml" Id="Rcc172dd0b65f4fbd" /><Relationship Type="http://schemas.openxmlformats.org/officeDocument/2006/relationships/notesMaster" Target="/ppt/notesMasters/notesMaster1.xml" Id="Rc2b2815b44834e0d" /><Relationship Type="http://schemas.openxmlformats.org/officeDocument/2006/relationships/presProps" Target="/ppt/presProps.xml" Id="R05bc317477a24554" /><Relationship Type="http://schemas.openxmlformats.org/officeDocument/2006/relationships/tableStyles" Target="/ppt/tableStyles.xml" Id="R4f5fa003d2b14f85" /><Relationship Type="http://schemas.openxmlformats.org/officeDocument/2006/relationships/slide" Target="/ppt/slides/slide1.xml" Id="R8467315a1deb4a78" /><Relationship Type="http://schemas.openxmlformats.org/officeDocument/2006/relationships/slide" Target="/ppt/slides/slide2.xml" Id="R7047f6a1e4354c28" /><Relationship Type="http://schemas.openxmlformats.org/officeDocument/2006/relationships/slide" Target="/ppt/slides/slide3.xml" Id="R22b5faf15507498a" /><Relationship Type="http://schemas.openxmlformats.org/officeDocument/2006/relationships/slide" Target="/ppt/slides/slide4.xml" Id="R58fa7790305941c3" /><Relationship Type="http://schemas.openxmlformats.org/officeDocument/2006/relationships/slide" Target="/ppt/slides/slide5.xml" Id="R3df399c38d424a95" /><Relationship Type="http://schemas.openxmlformats.org/officeDocument/2006/relationships/slide" Target="/ppt/slides/slide6.xml" Id="R108e47cbd7994a85" /><Relationship Type="http://schemas.openxmlformats.org/officeDocument/2006/relationships/slide" Target="/ppt/slides/slide7.xml" Id="R57f2f6fde52d4db5" /><Relationship Type="http://schemas.openxmlformats.org/officeDocument/2006/relationships/slide" Target="/ppt/slides/slide8.xml" Id="R8635b435f3be4aa8" /><Relationship Type="http://schemas.openxmlformats.org/officeDocument/2006/relationships/slide" Target="/ppt/slides/slide9.xml" Id="R1c31f421c8f24429" /><Relationship Type="http://schemas.openxmlformats.org/officeDocument/2006/relationships/slide" Target="/ppt/slides/slide10.xml" Id="R6984ff83b3804fb2" /><Relationship Type="http://schemas.openxmlformats.org/officeDocument/2006/relationships/slide" Target="/ppt/slides/slide11.xml" Id="R4c7efb517154405d" /><Relationship Type="http://schemas.openxmlformats.org/officeDocument/2006/relationships/slide" Target="/ppt/slides/slide12.xml" Id="R496272c92ce4496e" /><Relationship Type="http://schemas.openxmlformats.org/officeDocument/2006/relationships/slide" Target="/ppt/slides/slide13.xml" Id="Rd91877c5ecab4e83" /><Relationship Type="http://schemas.openxmlformats.org/officeDocument/2006/relationships/slide" Target="/ppt/slides/slide14.xml" Id="R2489af0248e64cdd" /><Relationship Type="http://schemas.openxmlformats.org/officeDocument/2006/relationships/slide" Target="/ppt/slides/slide15.xml" Id="R5062da7ca1ea490c" /><Relationship Type="http://schemas.openxmlformats.org/officeDocument/2006/relationships/slide" Target="/ppt/slides/slide16.xml" Id="Ra49d35864f864b14" /><Relationship Type="http://schemas.openxmlformats.org/officeDocument/2006/relationships/slide" Target="/ppt/slides/slide17.xml" Id="R0c8294b1b3074ccb" /><Relationship Type="http://schemas.openxmlformats.org/officeDocument/2006/relationships/slide" Target="/ppt/slides/slide18.xml" Id="Re3eb70c8cdf64a26" /><Relationship Type="http://schemas.openxmlformats.org/officeDocument/2006/relationships/slide" Target="/ppt/slides/slide19.xml" Id="R666baf6d5ea14515" /><Relationship Type="http://schemas.openxmlformats.org/officeDocument/2006/relationships/slide" Target="/ppt/slides/slide20.xml" Id="R248330eca7af48d7" /><Relationship Type="http://schemas.openxmlformats.org/officeDocument/2006/relationships/slide" Target="/ppt/slides/slide21.xml" Id="Rc5f30da72fa14f14" /><Relationship Type="http://schemas.openxmlformats.org/officeDocument/2006/relationships/slide" Target="/ppt/slides/slide22.xml" Id="R55a9d32490fd49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e5f8b721e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77eee0aa034c29" /><Relationship Type="http://schemas.openxmlformats.org/officeDocument/2006/relationships/notesMaster" Target="/ppt/notesMasters/notesMaster1.xml" Id="Rafd531bb973747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ded1f3efc84d14" /><Relationship Type="http://schemas.openxmlformats.org/officeDocument/2006/relationships/notesMaster" Target="/ppt/notesMasters/notesMaster1.xml" Id="R7ab7e1a419304d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cc27f477e04f9d" /><Relationship Type="http://schemas.openxmlformats.org/officeDocument/2006/relationships/notesMaster" Target="/ppt/notesMasters/notesMaster1.xml" Id="R0928073931b0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d5789c0f724525" /><Relationship Type="http://schemas.openxmlformats.org/officeDocument/2006/relationships/notesMaster" Target="/ppt/notesMasters/notesMaster1.xml" Id="R5e487c85d1bf45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8f4b8686254e61" /><Relationship Type="http://schemas.openxmlformats.org/officeDocument/2006/relationships/notesMaster" Target="/ppt/notesMasters/notesMaster1.xml" Id="R61b01209d0e8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d9898169ed465c" /><Relationship Type="http://schemas.openxmlformats.org/officeDocument/2006/relationships/notesMaster" Target="/ppt/notesMasters/notesMaster1.xml" Id="Rad94d7e4d23b45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6feacaf2c4926" /><Relationship Type="http://schemas.openxmlformats.org/officeDocument/2006/relationships/notesMaster" Target="/ppt/notesMasters/notesMaster1.xml" Id="R78cc06eaae3e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2ed0f41bf4959" /><Relationship Type="http://schemas.openxmlformats.org/officeDocument/2006/relationships/notesMaster" Target="/ppt/notesMasters/notesMaster1.xml" Id="R298a13ebf1fb48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085d4b29ec4d81" /><Relationship Type="http://schemas.openxmlformats.org/officeDocument/2006/relationships/notesMaster" Target="/ppt/notesMasters/notesMaster1.xml" Id="R05d415770a0449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00924587224a85" /><Relationship Type="http://schemas.openxmlformats.org/officeDocument/2006/relationships/notesMaster" Target="/ppt/notesMasters/notesMaster1.xml" Id="R8265690b727341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9dbf13731b4b0f" /><Relationship Type="http://schemas.openxmlformats.org/officeDocument/2006/relationships/notesMaster" Target="/ppt/notesMasters/notesMaster1.xml" Id="Rce7d450d70b44d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135b3a89f443dc" /><Relationship Type="http://schemas.openxmlformats.org/officeDocument/2006/relationships/notesMaster" Target="/ppt/notesMasters/notesMaster1.xml" Id="R03fd40006a7f40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9978e347954ee6" /><Relationship Type="http://schemas.openxmlformats.org/officeDocument/2006/relationships/notesMaster" Target="/ppt/notesMasters/notesMaster1.xml" Id="R39e9bb99e5c649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36e3f3a36a4a2b" /><Relationship Type="http://schemas.openxmlformats.org/officeDocument/2006/relationships/notesMaster" Target="/ppt/notesMasters/notesMaster1.xml" Id="R7022c34ce20544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7d2ceff305488d" /><Relationship Type="http://schemas.openxmlformats.org/officeDocument/2006/relationships/notesMaster" Target="/ppt/notesMasters/notesMaster1.xml" Id="Rc2bc02a9b2034e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f74142738d4ae2" /><Relationship Type="http://schemas.openxmlformats.org/officeDocument/2006/relationships/notesMaster" Target="/ppt/notesMasters/notesMaster1.xml" Id="R4b345ddb080446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d4f45e3f1c4621" /><Relationship Type="http://schemas.openxmlformats.org/officeDocument/2006/relationships/notesMaster" Target="/ppt/notesMasters/notesMaster1.xml" Id="Re79b1463234e43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d6a51c146c4f18" /><Relationship Type="http://schemas.openxmlformats.org/officeDocument/2006/relationships/notesMaster" Target="/ppt/notesMasters/notesMaster1.xml" Id="Ra708ca315a3a49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2402fcf8d44710" /><Relationship Type="http://schemas.openxmlformats.org/officeDocument/2006/relationships/notesMaster" Target="/ppt/notesMasters/notesMaster1.xml" Id="Rdf1add9dc17a43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8ecc9311764be6" /><Relationship Type="http://schemas.openxmlformats.org/officeDocument/2006/relationships/notesMaster" Target="/ppt/notesMasters/notesMaster1.xml" Id="R7a07001752c94e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7670e86d8046d6" /><Relationship Type="http://schemas.openxmlformats.org/officeDocument/2006/relationships/notesMaster" Target="/ppt/notesMasters/notesMaster1.xml" Id="Rd0899f853a8742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f721c5feb34243" /><Relationship Type="http://schemas.openxmlformats.org/officeDocument/2006/relationships/notesMaster" Target="/ppt/notesMasters/notesMaster1.xml" Id="Rbc178a77c490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Drone → satellite. R@1 retained under six image corruptions, seed 1. Retained percentage is 100 × corrupted metric / that variant's own clean metric; severity 0 is the defined 100% clean reference only when clean &gt; 0. Undefined clean-zero retention is left as a gap. Clean R@1 is Visual 38.5550% and Full 31.9060%.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C:\OneDrive\文档\LGM-GAME\outputs\paper_evidence_rebuild_20260914\execution\pipeline_post_robustness_audit_20260929_1448\a1\aggregate\figures\source_data\university1652_drone_to_satellite__r_at_1.csv</a:t>
            </a:r>
          </a:p>
          <a:p xmlns:a="http://schemas.openxmlformats.org/drawingml/2006/main">
            <a:r>
              <a:t>Source SHA256: c5387f6c5f627eb07596cbdd5e0d7909954cefa12f3c6d152c368a91968c9e47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university1652,visual,1,university1652_drone_to_satellite,37855,951,gaussian_noise,Gaussian noise,1,standard_deviation,0.02,"fraction of the [0,1] RGB intensity range",r_at_1,0.3855501254788007,0.3857086250165104,-0.00015849953770968872,-0.015849953770968872,-0.0004110996916752495,-0.041109969167524955,100.04110996916752,3845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noise,2,standard_deviation,0.04,"fraction of the [0,1] RGB intensity range",r_at_1,0.3855501254788007,0.3823008849557522,0.00324924052304848,0.324924052304848,0.008427543679342255,0.8427543679342255,99.15724563206578,3845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noise,3,standard_deviation,0.08,"fraction of the [0,1] RGB intensity range",r_at_1,0.3855501254788007,0.33509443930788535,0.05045568617091534,5.045568617091534,0.13086673518328196,13.086673518328196,86.9133264816718,3845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noise,4,standard_deviation,0.12,"fraction of the [0,1] RGB intensity range",r_at_1,0.3855501254788007,0.24068154801215164,0.14486857746664905,14.486857746664905,0.37574511819116135,37.57451181911613,62.42548818088387,3845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noise,5,standard_deviation,0.18,"fraction of the [0,1] RGB intensity range",r_at_1,0.3855501254788007,0.11470083212257298,0.2708492933562277,27.08492933562277,0.702500856457691,70.2500856457691,29.749914354230903,3845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blur,1,radius,0.5,pixels in the decoded source image,r_at_1,0.3855501254788007,0.3750627394003434,0.010487386078457284,1.0487386078457284,0.0272010962658445,2.72010962658445,97.27989037341555,3845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blur,2,radius,1.0,pixels in the decoded source image,r_at_1,0.3855501254788007,0.3015189539030511,0.08403117157574957,8.403117157574957,0.2179513532031518,21.79513532031518,78.20486467968482,3845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blur,3,radius,2.0,pixels in the decoded source image,r_at_1,0.3855501254788007,0.10318319904900278,0.2823669264297979,28.23669264297979,0.7323741007194243,73.23741007194243,26.762589928057555,3845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blur,4,radius,3.0,pixels in the decoded source image,r_at_1,0.3855501254788007,0.03835688812574296,0.34719323735305774,34.71932373530577,0.9005138746145941,90.05138746145941,9.948612538540596,3845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blur,5,radius,4.0,pixels in the decoded source image,r_at_1,0.3855501254788007,0.01695945053493594,0.36859067494386477,36.85906749438648,0.9560123329907503,95.60123329907503,4.398766700924974,3845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university1652,visual,1,university1652_drone_to_satellite,37855,951,brightness,Brightness,1,factor,0.8,multiplicative Pillow brightness factor,r_at_1,0.3855501254788007,0.3827235503896447,0.0028265750891560137,0.2826575089156014,0.007331277834875019,0.7331277834875018,99.26687221651251,3845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university1652,visual,1,university1652_drone_to_satellite,37855,951,brightness,Brightness,2,factor,0.65,multiplicative Pillow brightness factor,r_at_1,0.3855501254788007,0.37530048870690796,0.010249636771892723,1.0249636771892723,0.026584446728331552,2.658444672833155,97.34155532716684,3845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university1652,visual,1,university1652_drone_to_satellite,37855,951,brightness,Brightness,3,factor,0.5,multiplicative Pillow brightness factor,r_at_1,0.3855501254788007,0.3560427948751816,0.029507330603619097,2.9507330603619097,0.07653305926687227,7.653305926687228,92.34669407331276,3845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university1652,visual,1,university1652_drone_to_satellite,37855,951,brightness,Brightness,4,factor,0.35,multiplicative Pillow brightness factor,r_at_1,0.3855501254788007,0.29293356227711004,0.09261656320169065,9.261656320169065,0.24021925316889342,24.02192531688934,75.97807468311066,3845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university1652,visual,1,university1652_drone_to_satellite,37855,951,brightness,Brightness,5,factor,0.2,multiplicative Pillow brightness factor,r_at_1,0.3855501254788007,0.12450138687095497,0.2610487386078457,26.104873860784572,0.6770811921891059,67.7081192189106,32.29188078108941,3845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university1652,visual,1,university1652_drone_to_satellite,37855,951,contrast,Contrast,1,factor,0.8,multiplicative Pillow contrast factor,r_at_1,0.3855501254788007,0.3775194822348435,0.008030643243957192,0.8030643243957192,0.02082905104487835,2.082905104487835,97.91709489551216,3845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university1652,visual,1,university1652_drone_to_satellite,37855,951,contrast,Contrast,2,factor,0.65,multiplicative Pillow contrast factor,r_at_1,0.3855501254788007,0.3670585127460045,0.018491612732796203,1.8491612732796203,0.047961630695443666,4.796163069544367,95.20383693045564,3845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university1652,visual,1,university1652_drone_to_satellite,37855,951,contrast,Contrast,3,factor,0.5,multiplicative Pillow contrast factor,r_at_1,0.3855501254788007,0.3392946770571919,0.04625544842160878,4.625544842160878,0.11997259335388834,11.997259335388835,88.00274066461117,3845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university1652,visual,1,university1652_drone_to_satellite,37855,951,contrast,Contrast,4,factor,0.35,multiplicative Pillow contrast factor,r_at_1,0.3855501254788007,0.25933166028265753,0.12621846519614316,12.621846519614316,0.32737238780404243,32.73723878040424,67.26276121959576,3845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university1652,visual,1,university1652_drone_to_satellite,37855,951,contrast,Contrast,5,factor,0.2,multiplicative Pillow contrast factor,r_at_1,0.3855501254788007,0.08236692642979791,0.30318319904900276,30.318319904900275,0.7863651935594381,78.63651935594382,21.363480644056185,3845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occlusion,1,area_fraction,0.05,fraction of decoded source-image area,r_at_1,0.3855501254788007,0.1890371153084137,0.196513010170387,19.6513010170387,0.5096951010620075,50.96951010620076,49.03048989379925,3845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occlusion,2,area_fraction,0.1,fraction of decoded source-image area,r_at_1,0.3855501254788007,0.11697265882974509,0.2685774666490556,26.85774666490556,0.6966084275436792,69.66084275436792,30.33915724563207,3845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occlusion,3,area_fraction,0.2,fraction of decoded source-image area,r_at_1,0.3855501254788007,0.04511953506802272,0.34043059041077794,34.0430590410778,0.8829736211031174,88.29736211031174,11.702637889688251,3845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occlusion,4,area_fraction,0.3,fraction of decoded source-image area,r_at_1,0.3855501254788007,0.022639017302866198,0.36291110817593447,36.29111081759345,0.941281260705721,94.12812607057211,5.871873929427886,3845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occlusion,5,area_fraction,0.4,fraction of decoded source-image area,r_at_1,0.3855501254788007,0.012706379606392815,0.3728437458724079,37.28437458724079,0.9670435080507023,96.70435080507022,3.2956491949297706,3845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1,magnitude,2.0,degrees,r_at_1,0.3855501254788007,0.38494254391758026,0.0006075815612204272,0.06075815612204272,0.0015758821514216697,0.15758821514216698,99.84241178485783,3845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2,magnitude,5.0,degrees,r_at_1,0.3855501254788007,0.3833839651301017,0.0021661603486989867,0.21661603486989867,0.005618362452894836,0.5618362452894836,99.43816375471052,3845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3,magnitude,10.0,degrees,r_at_1,0.3855501254788007,0.3793686435081231,0.0061814819706775825,0.6181481970677583,0.01603288797533401,1.6032887975334011,98.39671120246659,3845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4,magnitude,15.0,degrees,r_at_1,0.3855501254788007,0.3712059173160745,0.01434420816272619,1.434420816272619,0.037204522096608426,3.720452209660843,96.27954779033915,3845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5,magnitude,20.0,degrees,r_at_1,0.3855501254788007,0.365975432571655,0.019574692907145697,1.9574692907145697,0.05077081192189108,5.077081192189108,94.92291880781089,3845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noise,1,standard_deviation,0.02,"fraction of the [0,1] RGB intensity range",r_at_1,0.31905956940958924,0.32399947166820764,-0.0049399022586184005,-0.49399022586184005,-0.015482695810564625,-1.5482695810564626,101.54826958105647,581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noise,2,standard_deviation,0.04,"fraction of the [0,1] RGB intensity range",r_at_1,0.31905956940958924,0.322335226522256,-0.003275657112666752,-0.3275657112666752,-0.010266600430534848,-1.026660043053485,101.0266600430535,581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noise,3,standard_deviation,0.08,"fraction of the [0,1] RGB intensity range",r_at_1,0.31905956940958924,0.2829480914014001,0.036111478008189146,3.6111478008189146,0.11318099023017056,11.318099023017055,88.68190097698294,581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noise,4,standard_deviation,0.12,"fraction of the [0,1] RGB intensity range",r_at_1,0.31905956940958924,0.21487253995509178,0.10418702945449745,10.418702945449745,0.32654412982281844,32.65441298228184,67.34558701771816,581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noise,5,standard_deviation,0.18,"fraction of the [0,1] RGB intensity range",r_at_1,0.31905956940958924,0.1185576542068419,0.20050191520274735,20.050191520274733,0.6284153005464481,62.841530054644814,37.158469945355186,581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blur,1,radius,0.5,pixels in the decoded source image,r_at_1,0.31905956940958924,0.31081759344868576,0.00824197596090348,0.824197596090348,0.025832091405861998,2.5832091405861997,97.41679085941381,581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blur,2,radius,1.0,pixels in the decoded source image,r_at_1,0.31905956940958924,0.24799894333641526,0.07106062607317398,7.106062607317398,0.22271899321079658,22.27189932107966,77.72810067892034,581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blur,3,radius,2.0,pixels in the decoded source image,r_at_1,0.31905956940958924,0.09198256505085194,0.2270770043587373,22.70770043587373,0.7117072362974002,71.17072362974002,28.829276370259976,581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blur,4,radius,3.0,pixels in the decoded source image,r_at_1,0.31905956940958924,0.031541408004226654,0.28751816140536257,28.751816140536256,0.9011425732737208,90.11425732737209,9.885742672627918,581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blur,5,radius,4.0,pixels in the decoded source image,r_at_1,0.31905956940958924,0.015321621978602562,0.3037379474309867,30.37379474309867,0.9519788044378209,95.1978804437821,4.802119556217916,581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university1652,full,1,university1652_drone_to_satellite,37855,951,brightness,Brightness,1,factor,0.8,multiplicative Pillow brightness factor,r_at_1,0.31905956940958924,0.3188746532822613,0.00018491612732796092,0.018491612732796092,0.0005795661533366419,0.05795661533366419,99.94204338466633,581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university1652,full,1,university1652_drone_to_satellite,37855,951,brightness,Brightness,2,factor,0.65,multiplicative Pillow brightness factor,r_at_1,0.31905956940958924,0.31728965790516445,0.0017699115044247926,0.17699115044247926,0.005547276039079361,0.5547276039079361,99.44527239609207,581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university1652,full,1,university1652_drone_to_satellite,37855,951,brightness,Brightness,3,factor,0.5,multiplicative Pillow brightness factor,r_at_1,0.31905956940958924,0.3074362699775459,0.011623299432043321,1.1623299432043321,0.036429872495446255,3.6429872495446256,96.35701275045538,581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university1652,full,1,university1652_drone_to_satellite,37855,951,brightness,Brightness,4,factor,0.35,multiplicative Pillow brightness factor,r_at_1,0.31905956940958924,0.26408664641394797,0.05497292299564127,5.497292299564127,0.1722967378705084,17.22967378705084,82.77032621294916,581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university1652,full,1,university1652_drone_to_satellite,37855,951,brightness,Brightness,5,factor,0.2,multiplicative Pillow brightness factor,r_at_1,0.31905956940958924,0.12864879144102495,0.1904107779685643,19.041077796856428,0.5967875476072197,59.67875476072197,40.32124523927802,581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university1652,full,1,university1652_drone_to_satellite,37855,951,contrast,Contrast,1,factor,0.8,multiplicative Pillow contrast factor,r_at_1,0.31905956940958924,0.3102628450667019,0.008796724342887363,0.8796724342887363,0.027570789865871925,2.7570789865871923,97.24292101341281,581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university1652,full,1,university1652_drone_to_satellite,37855,951,contrast,Contrast,2,factor,0.65,multiplicative Pillow contrast factor,r_at_1,0.31905956940958924,0.30109628846915865,0.017963280940430593,1.7963280940430593,0.05630071203841696,5.630071203841696,94.3699287961583,581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university1652,full,1,university1652_drone_to_satellite,37855,951,contrast,Contrast,3,factor,0.5,multiplicative Pillow contrast factor,r_at_1,0.31905956940958924,0.27763835688812577,0.04142121252146347,4.142121252146347,0.12982281834740847,12.982281834740848,87.01771816525915,581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university1652,full,1,university1652_drone_to_satellite,37855,951,contrast,Contrast,4,factor,0.35,multiplicative Pillow contrast factor,r_at_1,0.31905956940958924,0.21732928278959188,0.10173028661999736,10.173028661999735,0.3188441794999172,31.88441794999172,68.11558205000829,581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university1652,full,1,university1652_drone_to_satellite,37855,951,contrast,Contrast,5,factor,0.2,multiplicative Pillow contrast factor,r_at_1,0.31905956940958924,0.06878879936600185,0.2502707700435874,25.027077004358738,0.784401390958768,78.4401390958768,21.559860904123198,581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occlusion,1,area_fraction,0.05,fraction of decoded source-image area,r_at_1,0.31905956940958924,0.1516576409985471,0.16740192841104215,16.740192841104214,0.5246729590991887,52.46729590991887,47.53270409008114,581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occlusion,2,area_fraction,0.1,fraction of decoded source-image area,r_at_1,0.31905956940958924,0.09211464799894334,0.2269449214106459,22.69449214106459,0.7112932604735883,71.12932604735883,28.870673952641162,581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occlusion,3,area_fraction,0.2,fraction of decoded source-image area,r_at_1,0.31905956940958924,0.04107779685642583,0.2779817725531634,27.798177255316343,0.8712535187945024,87.12535187945024,12.87464812054976,581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occlusion,4,area_fraction,0.3,fraction of decoded source-image area,r_at_1,0.31905956940958924,0.021344604411570465,0.29771496499801875,29.771496499801874,0.9331015068719986,93.31015068719985,6.689849312800132,581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occlusion,5,area_fraction,0.4,fraction of decoded source-image area,r_at_1,0.31905956940958924,0.013578127063796065,0.30548144234579316,30.548144234579315,0.9574432853121377,95.74432853121377,4.255671468786223,581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1,magnitude,2.0,degrees,r_at_1,0.31905956940958924,0.3182670717210408,0.0007924976885484436,0.07924976885484436,0.0024838549428714465,0.24838549428714465,99.75161450571285,581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2,magnitude,5.0,degrees,r_at_1,0.31905956940958924,0.319323735305772,-0.0002641658961827775,-0.026416589618277753,-0.0008279516476236995,-0.08279516476236995,100.08279516476237,581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3,magnitude,10.0,degrees,r_at_1,0.31905956940958924,0.3112402588825783,0.007819310527010959,0.7819310527010959,0.024507368769663838,2.450736876966384,97.54926312303363,581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4,magnitude,15.0,degrees,r_at_1,0.31905956940958924,0.30426627922335225,0.014793290186236985,1.4793290186236985,0.046365292266931694,4.6365292266931695,95.36347077330683,581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5,magnitude,20.0,degrees,r_at_1,0.31905956940958924,0.29853387927618547,0.020525690133403773,2.0525690133403773,0.0643318430203676,6.43318430203676,93.56681569796324,581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Drone → satellite.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44.2404% and Full 38.1420%.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C:\OneDrive\文档\LGM-GAME\outputs\paper_evidence_rebuild_20260914\execution\pipeline_post_robustness_audit_20260929_1448\a1\aggregate\figures\source_data\university1652_drone_to_satellite__official_trapezoid_map.csv</a:t>
            </a:r>
          </a:p>
          <a:p xmlns:a="http://schemas.openxmlformats.org/drawingml/2006/main">
            <a:r>
              <a:t>Source SHA256: a6176b909ce2a1673c1cdb56f977835ee8a12e226cc8343c11ec629ee17fa838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university1652,visual,1,university1652_drone_to_satellite,37855,951,gaussian_noise,Gaussian noise,1,standard_deviation,0.02,"fraction of the [0,1] RGB intensity range",official_trapezoid_mAP,0.4424035847187042,0.4427231550216675,-0.00031957030296325684,-0.031957030296325684,-0.000722350166232154,-0.0722350166232154,100.07223501662321,3845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noise,2,standard_deviation,0.04,"fraction of the [0,1] RGB intensity range",official_trapezoid_mAP,0.4424035847187042,0.4397444725036621,0.0026591122150421143,0.2659112215042114,0.006010602777400349,0.6010602777400349,99.39893972225997,3845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noise,3,standard_deviation,0.08,"fraction of the [0,1] RGB intensity range",official_trapezoid_mAP,0.4424035847187042,0.3936104476451874,0.048793137073516846,4.879313707351685,0.11029100748480879,11.029100748480879,88.97089925151913,3845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noise,4,standard_deviation,0.12,"fraction of the [0,1] RGB intensity range",official_trapezoid_mAP,0.4424035847187042,0.2975139915943146,0.14488959312438965,14.488959312438965,0.327505468149666,32.750546814966604,67.2494531850334,3845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university1652,visual,1,university1652_drone_to_satellite,37855,951,gaussian_noise,Gaussian noise,5,standard_deviation,0.18,"fraction of the [0,1] RGB intensity range",official_trapezoid_mAP,0.4424035847187042,0.15757976472377777,0.28482381999492645,28.482381999492645,0.6438099279327212,64.38099279327211,35.619007206727886,3845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blur,1,radius,0.5,pixels in the decoded source image,official_trapezoid_mAP,0.4424035847187042,0.432576447725296,0.009827136993408203,0.9827136993408203,0.02221305914520707,2.221305914520707,97.77869408547929,3845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blur,2,radius,1.0,pixels in the decoded source image,official_trapezoid_mAP,0.4424035847187042,0.3590778708457947,0.08332571387290955,8.332571387290955,0.18834773666196888,18.834773666196888,81.1652263338031,3845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blur,3,radius,2.0,pixels in the decoded source image,official_trapezoid_mAP,0.4424035847187042,0.14361299574375153,0.2987905889749527,29.87905889749527,0.6753801264176787,67.53801264176788,32.46198735823213,3845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blur,4,radius,3.0,pixels in the decoded source image,official_trapezoid_mAP,0.4424035847187042,0.06282033771276474,0.3795832470059395,37.95832470059395,0.8580021955457071,85.80021955457072,14.199780445429285,3845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university1652,visual,1,university1652_drone_to_satellite,37855,951,gaussian_blur,Gaussian blur,5,radius,4.0,pixels in the decoded source image,official_trapezoid_mAP,0.4424035847187042,0.034752752631902695,0.40765083208680153,40.76508320868015,0.921445589881466,92.1445589881466,7.855441011853401,3845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university1652,visual,1,university1652_drone_to_satellite,37855,951,brightness,Brightness,1,factor,0.8,multiplicative Pillow brightness factor,official_trapezoid_mAP,0.4424035847187042,0.4395606517791748,0.002842932939529419,0.2842932939529419,0.0064261073773555786,0.6426107377355579,99.35738926226445,3845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university1652,visual,1,university1652_drone_to_satellite,37855,951,brightness,Brightness,2,factor,0.65,multiplicative Pillow brightness factor,official_trapezoid_mAP,0.4424035847187042,0.43263909220695496,0.009764492511749268,0.9764492511749268,0.022071458842174336,2.2071458842174336,97.79285411578256,3845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university1652,visual,1,university1652_drone_to_satellite,37855,951,brightness,Brightness,3,factor,0.5,multiplicative Pillow brightness factor,official_trapezoid_mAP,0.4424035847187042,0.4141528010368347,0.028250783681869507,2.8250783681869507,0.06385749270054479,6.385749270054479,93.61425072994552,3845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university1652,visual,1,university1652_drone_to_satellite,37855,951,brightness,Brightness,4,factor,0.35,multiplicative Pillow brightness factor,official_trapezoid_mAP,0.4424035847187042,0.35294756293296814,0.08945602178573608,8.945602178573608,0.20220455908515156,20.220455908515156,79.77954409148484,3845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university1652,visual,1,university1652_drone_to_satellite,37855,951,brightness,Brightness,5,factor,0.2,multiplicative Pillow brightness factor,official_trapezoid_mAP,0.4424035847187042,0.16830545663833618,0.27409812808036804,27.409812808036804,0.6195657936511733,61.95657936511733,38.04342063488267,3845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university1652,visual,1,university1652_drone_to_satellite,37855,951,contrast,Contrast,1,factor,0.8,multiplicative Pillow contrast factor,official_trapezoid_mAP,0.4424035847187042,0.4345937669277191,0.007809817790985107,0.7809817790985107,0.01765315214602265,1.765315214602265,98.23468478539773,3845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university1652,visual,1,university1652_drone_to_satellite,37855,951,contrast,Contrast,2,factor,0.65,multiplicative Pillow contrast factor,official_trapezoid_mAP,0.4424035847187042,0.4244709312915802,0.017932653427124023,1.7932653427124023,0.04053460244569726,4.053460244569726,95.94653975543028,3845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university1652,visual,1,university1652_drone_to_satellite,37855,951,contrast,Contrast,3,factor,0.5,multiplicative Pillow contrast factor,official_trapezoid_mAP,0.4424035847187042,0.3973018527030945,0.04510173201560974,4.510173201560974,0.10194703111252366,10.194703111252366,89.80529688874763,3845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university1652,visual,1,university1652_drone_to_satellite,37855,951,contrast,Contrast,4,factor,0.35,multiplicative Pillow contrast factor,official_trapezoid_mAP,0.4424035847187042,0.31540292501449585,0.12700065970420837,12.700065970420837,0.28706968951203204,28.706968951203205,71.29303104879679,3845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university1652,visual,1,university1652_drone_to_satellite,37855,951,contrast,Contrast,5,factor,0.2,multiplicative Pillow contrast factor,official_trapezoid_mAP,0.4424035847187042,0.11550304293632507,0.32690054178237915,32.690054178237915,0.7389192878946359,73.89192878946359,26.10807121053641,3845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occlusion,1,area_fraction,0.05,fraction of decoded source-image area,official_trapezoid_mAP,0.4424035847187042,0.238470658659935,0.20393292605876923,20.393292605876923,0.46096580837706586,46.09658083770658,53.90341916229342,3845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occlusion,2,area_fraction,0.1,fraction of decoded source-image area,official_trapezoid_mAP,0.4424035847187042,0.15459135174751282,0.2878122329711914,28.78122329711914,0.6505648754048694,65.05648754048694,34.94351245951306,3845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occlusion,3,area_fraction,0.2,fraction of decoded source-image area,official_trapezoid_mAP,0.4424035847187042,0.06880968064069748,0.37359390407800674,37.359390407800674,0.8444640074866276,84.44640074866277,15.553599251337237,3845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occlusion,4,area_fraction,0.3,fraction of decoded source-image area,official_trapezoid_mAP,0.4424035847187042,0.039015766233205795,0.40338781848549843,40.33878184854984,0.9118095612674264,91.18095612674264,8.819043873257355,3845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university1652,visual,1,university1652_drone_to_satellite,37855,951,center_occlusion,Center occlusion,5,area_fraction,0.4,fraction of decoded source-image area,official_trapezoid_mAP,0.4424035847187042,0.024649186059832573,0.41775439865887165,41.775439865887165,0.9442834847834576,94.42834847834575,5.571651521654236,3845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1,magnitude,2.0,degrees,official_trapezoid_mAP,0.4424035847187042,0.44158822298049927,0.0008153617382049561,0.0815361738204956,0.0018430269698727505,0.18430269698727506,99.81569730301273,3845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2,magnitude,5.0,degrees,official_trapezoid_mAP,0.4424035847187042,0.4402061402797699,0.002197444438934326,0.21974444389343262,0.004967058393822778,0.4967058393822778,99.50329416061773,3845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3,magnitude,10.0,degrees,official_trapezoid_mAP,0.4424035847187042,0.43634799122810364,0.006055593490600586,0.6055593490600586,0.013687939473752107,1.3687939473752107,98.63120605262479,3845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4,magnitude,15.0,degrees,official_trapezoid_mAP,0.4424035847187042,0.4290531277656555,0.013350456953048706,1.3350456953048706,0.030177099404692657,3.0177099404692656,96.98229005953074,3845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drone_to_satellite,37855,951,rotation,Rotation,5,magnitude,20.0,degrees,official_trapezoid_mAP,0.4424035847187042,0.42306315898895264,0.019340425729751587,1.9340425729751587,0.04371670211951133,4.371670211951133,95.62832978804887,3845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noise,1,standard_deviation,0.02,"fraction of the [0,1] RGB intensity range",official_trapezoid_mAP,0.38141995668411255,0.387017160654068,-0.005597203969955444,-0.5597203969955444,-0.014674648958106253,-1.4674648958106253,101.46746489581062,581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noise,2,standard_deviation,0.04,"fraction of the [0,1] RGB intensity range",official_trapezoid_mAP,0.38141995668411255,0.3855036199092865,-0.00408366322517395,-0.408366322517395,-0.010706474985408252,-1.0706474985408252,101.07064749854082,581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noise,3,standard_deviation,0.08,"fraction of the [0,1] RGB intensity range",official_trapezoid_mAP,0.38141995668411255,0.3463508188724518,0.03506913781166077,3.5069137811660767,0.09194363639631108,9.194363639631108,90.8056363603689,581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noise,4,standard_deviation,0.12,"fraction of the [0,1] RGB intensity range",official_trapezoid_mAP,0.38141995668411255,0.2730744183063507,0.10834553837776184,10.834553837776184,0.2840583888679226,28.40583888679226,71.59416111320773,581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university1652,full,1,university1652_drone_to_satellite,37855,951,gaussian_noise,Gaussian noise,5,standard_deviation,0.18,"fraction of the [0,1] RGB intensity range",official_trapezoid_mAP,0.38141995668411255,0.16317392885684967,0.21824602782726288,21.824602782726288,0.5721935205608857,57.21935205608857,42.78064794391143,581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blur,1,radius,0.5,pixels in the decoded source image,official_trapezoid_mAP,0.38141995668411255,0.3736792206764221,0.00774073600769043,0.774073600769043,0.020294522801021696,2.0294522801021695,97.97054771989784,581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blur,2,radius,1.0,pixels in the decoded source image,official_trapezoid_mAP,0.38141995668411255,0.307949423789978,0.07347053289413452,7.347053289413452,0.1926237251266376,19.26237251266376,80.73762748733624,581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blur,3,radius,2.0,pixels in the decoded source image,official_trapezoid_mAP,0.38141995668411255,0.13175849616527557,0.24966146051883698,24.966146051883698,0.654557938418528,65.45579384185281,34.5442061581472,581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blur,4,radius,3.0,pixels in the decoded source image,official_trapezoid_mAP,0.38141995668411255,0.052421532571315765,0.3289984241127968,32.89984241127968,0.8625621663138863,86.25621663138863,13.743783368611373,581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university1652,full,1,university1652_drone_to_satellite,37855,951,gaussian_blur,Gaussian blur,5,radius,4.0,pixels in the decoded source image,official_trapezoid_mAP,0.38141995668411255,0.0284434724599123,0.35297648422420025,35.297648422420025,0.9254274141626291,92.54274141626291,7.457258583737097,581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university1652,full,1,university1652_drone_to_satellite,37855,951,brightness,Brightness,1,factor,0.8,multiplicative Pillow brightness factor,official_trapezoid_mAP,0.38141995668411255,0.3812086880207062,0.00021126866340637207,0.021126866340637207,0.0005539003916917285,0.05539003916917285,99.94460996083083,581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university1652,full,1,university1652_drone_to_satellite,37855,951,brightness,Brightness,2,factor,0.65,multiplicative Pillow brightness factor,official_trapezoid_mAP,0.38141995668411255,0.37964874505996704,0.0017712116241455078,0.17712116241455078,0.0046437308617608706,0.4643730861760871,99.53562691382392,581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university1652,full,1,university1652_drone_to_satellite,37855,951,brightness,Brightness,3,factor,0.5,multiplicative Pillow brightness factor,official_trapezoid_mAP,0.38141995668411255,0.3691585659980774,0.012261390686035156,1.2261390686035156,0.032146694139000946,3.2146694139000944,96.7853305860999,581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university1652,full,1,university1652_drone_to_satellite,37855,951,brightness,Brightness,4,factor,0.35,multiplicative Pillow brightness factor,official_trapezoid_mAP,0.38141995668411255,0.3251764476299286,0.05624350905418396,5.624350905418396,0.14745822306504053,14.745822306504053,85.25417769349595,581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university1652,full,1,university1652_drone_to_satellite,37855,951,brightness,Brightness,5,factor,0.2,multiplicative Pillow brightness factor,official_trapezoid_mAP,0.38141995668411255,0.17665942013263702,0.20476053655147552,20.476053655147552,0.536837501455268,53.6837501455268,46.3162498544732,581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university1652,full,1,university1652_drone_to_satellite,37855,951,contrast,Contrast,1,factor,0.8,multiplicative Pillow contrast factor,official_trapezoid_mAP,0.38141995668411255,0.3729029595851898,0.00851699709892273,0.851699709892273,0.02232971020437823,2.232971020437823,97.76702897956218,581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university1652,full,1,university1652_drone_to_satellite,37855,951,contrast,Contrast,2,factor,0.65,multiplicative Pillow contrast factor,official_trapezoid_mAP,0.38141995668411255,0.3633260428905487,0.018093913793563843,1.8093913793563843,0.047438298590519234,4.743829859051924,95.25617014094807,581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university1652,full,1,university1652_drone_to_satellite,37855,951,contrast,Contrast,3,factor,0.5,multiplicative Pillow contrast factor,official_trapezoid_mAP,0.38141995668411255,0.33889368176460266,0.04252627491950989,4.252627491950989,0.11149462468931494,11.149462468931494,88.85053753106851,581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university1652,full,1,university1652_drone_to_satellite,37855,951,contrast,Contrast,4,factor,0.35,multiplicative Pillow contrast factor,official_trapezoid_mAP,0.38141995668411255,0.27378129959106445,0.1076386570930481,10.76386570930481,0.2822051001966663,28.220510019666627,71.77948998033337,581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university1652,full,1,university1652_drone_to_satellite,37855,951,contrast,Contrast,5,factor,0.2,multiplicative Pillow contrast factor,official_trapezoid_mAP,0.38141995668411255,0.10205939412117004,0.2793605625629425,27.93605625629425,0.7324225113745308,73.24225113745308,26.75774886254691,581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occlusion,1,area_fraction,0.05,fraction of decoded source-image area,official_trapezoid_mAP,0.38141995668411255,0.20098471641540527,0.18043524026870728,18.043524026870728,0.4730618760416398,47.30618760416398,52.69381239583602,581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occlusion,2,area_fraction,0.1,fraction of decoded source-image area,official_trapezoid_mAP,0.38141995668411255,0.13001161813735962,0.25140833854675293,25.140833854675293,0.6591378718942237,65.91378718942237,34.08621281057763,581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occlusion,3,area_fraction,0.2,fraction of decoded source-image area,official_trapezoid_mAP,0.38141995668411255,0.06406699866056442,0.3173529580235481,31.735295802354813,0.8320302922334398,83.20302922334399,16.796970776656018,581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occlusion,4,area_fraction,0.3,fraction of decoded source-image area,official_trapezoid_mAP,0.38141995668411255,0.03707020729780197,0.3443497493863106,34.43497493863106,0.9028099955228533,90.28099955228534,9.719000447714663,581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university1652,full,1,university1652_drone_to_satellite,37855,951,center_occlusion,Center occlusion,5,area_fraction,0.4,fraction of decoded source-image area,official_trapezoid_mAP,0.38141995668411255,0.025127451866865158,0.3562925048172474,35.62925048172474,0.9341212974661538,93.41212974661538,6.587870253384621,581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1,magnitude,2.0,degrees,official_trapezoid_mAP,0.38141995668411255,0.38143739104270935,-1.7434358596801758e-05,-0.0017434358596801758,-4.570908860765428e-05,-0.004570908860765428,100.00457090886077,581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2,magnitude,5.0,degrees,official_trapezoid_mAP,0.38141995668411255,0.38192176818847656,-0.0005018115043640137,-0.05018115043640137,-0.0013156403999584321,-0.1315640399958432,100.13156403999584,581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3,magnitude,10.0,degrees,official_trapezoid_mAP,0.38141995668411255,0.37382155656814575,0.007598400115966797,0.7598400115966797,0.019921349113517155,1.9921349113517155,98.00786508864829,581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4,magnitude,15.0,degrees,official_trapezoid_mAP,0.38141995668411255,0.36606621742248535,0.015353739261627197,1.5353739261627197,0.0402541581596974,4.0254158159697395,95.97458418403026,581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drone_to_satellite,37855,951,rotation,Rotation,5,magnitude,20.0,degrees,official_trapezoid_mAP,0.38141995668411255,0.3603045344352722,0.021115422248840332,2.111542224884033,0.05536003525459962,5.536003525459962,94.46399647454004,581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Satellite → drone. R@1 retained under six image corruptions, seed 1. Retained percentage is 100 × corrupted metric / that variant's own clean metric; severity 0 is the defined 100% clean reference only when clean &gt; 0. Undefined clean-zero retention is left as a gap. Clean R@1 is Visual 56.4907% and Full 45.9344%.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C:\OneDrive\文档\LGM-GAME\outputs\paper_evidence_rebuild_20260914\execution\pipeline_post_robustness_audit_20260929_1448\a1\aggregate\figures\source_data\university1652_satellite_to_drone__r_at_1.csv</a:t>
            </a:r>
          </a:p>
          <a:p xmlns:a="http://schemas.openxmlformats.org/drawingml/2006/main">
            <a:r>
              <a:t>Source SHA256: e3b7b23939b78260f18dc402b9badcd9da813d91e19a2113e9813e5a297ad29e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university1652,visual,1,university1652_satellite_to_drone,701,51355,gaussian_noise,Gaussian noise,1,standard_deviation,0.02,"fraction of the [0,1] RGB intensity range",r_at_1,0.5649072753209701,0.5534950071326676,0.011412268188302432,1.1412268188302432,0.020202020202020214,2.020202020202021,97.97979797979798,3845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noise,2,standard_deviation,0.04,"fraction of the [0,1] RGB intensity range",r_at_1,0.5649072753209701,0.5135520684736091,0.051355206847360946,5.135520684736095,0.09090909090909097,9.090909090909097,90.9090909090909,3845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noise,3,standard_deviation,0.08,"fraction of the [0,1] RGB intensity range",r_at_1,0.5649072753209701,0.43509272467902993,0.12981455064194014,12.981455064194014,0.2297979797979799,22.97979797979799,77.02020202020202,3845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noise,4,standard_deviation,0.12,"fraction of the [0,1] RGB intensity range",r_at_1,0.5649072753209701,0.30099857346647646,0.2639087018544936,26.390870185449362,0.4671717171717172,46.717171717171716,53.28282828282828,3845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noise,5,standard_deviation,0.18,"fraction of the [0,1] RGB intensity range",r_at_1,0.5649072753209701,0.12553495007132667,0.4393723252496434,43.937232524964344,0.7777777777777778,77.77777777777779,22.22222222222222,3845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blur,1,radius,0.5,pixels in the decoded source image,r_at_1,0.5649072753209701,0.5620542082738944,0.0028530670470756636,0.28530670470756636,0.0050505050505051515,0.5050505050505152,99.49494949494948,3845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blur,2,radius,1.0,pixels in the decoded source image,r_at_1,0.5649072753209701,0.46504992867332384,0.09985734664764623,9.985734664764623,0.17676767676767677,17.67676767676768,82.32323232323232,3845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blur,3,radius,2.0,pixels in the decoded source image,r_at_1,0.5649072753209701,0.14978601997146934,0.41512125534950073,41.51212553495007,0.7348484848484849,73.48484848484848,26.51515151515152,3845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blur,4,radius,3.0,pixels in the decoded source image,r_at_1,0.5649072753209701,0.05563480741797432,0.5092724679029957,50.92724679029958,0.9015151515151515,90.15151515151516,9.848484848484848,3845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blur,5,radius,4.0,pixels in the decoded source image,r_at_1,0.5649072753209701,0.012838801711840228,0.5520684736091298,55.20684736091298,0.9772727272727272,97.72727272727272,2.2727272727272725,3845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university1652,visual,1,university1652_satellite_to_drone,701,51355,brightness,Brightness,1,factor,0.8,multiplicative Pillow brightness factor,r_at_1,0.5649072753209701,0.5734664764621968,-0.008559201141226769,-0.8559201141226769,-0.015151515151515062,-1.5151515151515063,101.51515151515152,3845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university1652,visual,1,university1652_satellite_to_drone,701,51355,brightness,Brightness,2,factor,0.65,multiplicative Pillow brightness factor,r_at_1,0.5649072753209701,0.5292439372325249,0.03566333808844513,3.566333808844513,0.06313131313131322,6.313131313131322,93.68686868686868,3845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university1652,visual,1,university1652_satellite_to_drone,701,51355,brightness,Brightness,3,factor,0.5,multiplicative Pillow brightness factor,r_at_1,0.5649072753209701,0.4864479315263909,0.0784593437945792,7.845934379457919,0.13888888888888892,13.888888888888893,86.11111111111111,3845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university1652,visual,1,university1652_satellite_to_drone,701,51355,brightness,Brightness,4,factor,0.35,multiplicative Pillow brightness factor,r_at_1,0.5649072753209701,0.3637660485021398,0.2011412268188303,20.11412268188303,0.35606060606060613,35.606060606060616,64.39393939393939,3845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university1652,visual,1,university1652_satellite_to_drone,701,51355,brightness,Brightness,5,factor,0.2,multiplicative Pillow brightness factor,r_at_1,0.5649072753209701,0.1312410841654779,0.4336661911554922,43.36661911554922,0.7676767676767677,76.76767676767678,23.232323232323232,3845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university1652,visual,1,university1652_satellite_to_drone,701,51355,contrast,Contrast,1,factor,0.8,multiplicative Pillow contrast factor,r_at_1,0.5649072753209701,0.5620542082738944,0.0028530670470756636,0.28530670470756636,0.0050505050505051515,0.5050505050505152,99.49494949494948,3845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university1652,visual,1,university1652_satellite_to_drone,701,51355,contrast,Contrast,2,factor,0.65,multiplicative Pillow contrast factor,r_at_1,0.5649072753209701,0.5263908701854494,0.03851640513552068,3.851640513552068,0.06818181818181818,6.8181818181818175,93.18181818181819,3845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university1652,visual,1,university1652_satellite_to_drone,701,51355,contrast,Contrast,3,factor,0.5,multiplicative Pillow contrast factor,r_at_1,0.5649072753209701,0.4664764621968616,0.09843081312410845,9.843081312410845,0.1742424242424243,17.42424242424243,82.57575757575756,3845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university1652,visual,1,university1652_satellite_to_drone,701,51355,contrast,Contrast,4,factor,0.35,multiplicative Pillow contrast factor,r_at_1,0.5649072753209701,0.3209700427960057,0.24393723252496435,24.393723252496436,0.4318181818181818,43.18181818181818,56.81818181818181,3845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university1652,visual,1,university1652_satellite_to_drone,701,51355,contrast,Contrast,5,factor,0.2,multiplicative Pillow contrast factor,r_at_1,0.5649072753209701,0.11840228245363767,0.4465049928673324,44.65049928673324,0.7904040404040404,79.04040404040404,20.95959595959596,3845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occlusion,1,area_fraction,0.05,fraction of decoded source-image area,r_at_1,0.5649072753209701,0.2796005706134094,0.28530670470756064,28.530670470756064,0.5050505050505051,50.505050505050505,49.494949494949495,3845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occlusion,2,area_fraction,0.1,fraction of decoded source-image area,r_at_1,0.5649072753209701,0.15977175463623394,0.40513552068473613,40.513552068473615,0.7171717171717172,71.71717171717172,28.28282828282828,3845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occlusion,3,area_fraction,0.2,fraction of decoded source-image area,r_at_1,0.5649072753209701,0.07560627674750357,0.4893009985734665,48.93009985734665,0.8661616161616161,86.61616161616162,13.383838383838384,3845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occlusion,4,area_fraction,0.3,fraction of decoded source-image area,r_at_1,0.5649072753209701,0.042796005706134094,0.522111269614836,52.2111269614836,0.9242424242424243,92.42424242424244,7.575757575757575,3845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occlusion,5,area_fraction,0.4,fraction of decoded source-image area,r_at_1,0.5649072753209701,0.02282453637660485,0.5420827389443652,54.20827389443652,0.9595959595959596,95.95959595959596,4.040404040404041,3845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1,magnitude,2.0,degrees,r_at_1,0.5649072753209701,0.5463623395149786,0.01854493580599148,1.854493580599148,0.032828282828282894,3.2828282828282895,96.71717171717171,3845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2,magnitude,5.0,degrees,r_at_1,0.5649072753209701,0.557774607703281,0.007132667617689048,0.7132667617689048,0.012626262626262683,1.2626262626262683,98.73737373737373,3845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3,magnitude,10.0,degrees,r_at_1,0.5649072753209701,0.5549215406562055,0.0099857346647646,0.9985734664764601,0.017676767676767638,1.7676767676767637,98.23232323232324,3845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4,magnitude,15.0,degrees,r_at_1,0.5649072753209701,0.550641940085592,0.014265335235378096,1.4265335235378096,0.025252525252525367,2.5252525252525366,97.47474747474746,3845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5,magnitude,20.0,degrees,r_at_1,0.5649072753209701,0.5763195435092725,-0.011412268188302432,-1.1412268188302432,-0.020202020202020214,-2.020202020202021,102.02020202020202,3845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noise,1,standard_deviation,0.02,"fraction of the [0,1] RGB intensity range",r_at_1,0.4593437945791726,0.42796005706134094,0.03138373751783169,3.1383737517831687,0.06832298136645967,6.832298136645967,93.16770186335404,581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noise,2,standard_deviation,0.04,"fraction of the [0,1] RGB intensity range",r_at_1,0.4593437945791726,0.42510699001426533,0.0342368045649073,3.4236804564907297,0.07453416149068327,7.453416149068327,92.54658385093167,581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noise,3,standard_deviation,0.08,"fraction of the [0,1] RGB intensity range",r_at_1,0.4593437945791726,0.3466476462196862,0.11269614835948644,11.269614835948644,0.24534161490683226,24.534161490683225,75.46583850931678,581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noise,4,standard_deviation,0.12,"fraction of the [0,1] RGB intensity range",r_at_1,0.4593437945791726,0.24108416547788872,0.2182596291012839,21.82596291012839,0.47515527950310565,47.51552795031056,52.48447204968944,581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noise,5,standard_deviation,0.18,"fraction of the [0,1] RGB intensity range",r_at_1,0.4593437945791726,0.11412268188302425,0.34522111269614836,34.52211126961483,0.7515527950310559,75.15527950310559,24.84472049689441,581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blur,1,radius,0.5,pixels in the decoded source image,r_at_1,0.4593437945791726,0.4664764621968616,-0.0071326676176889925,-0.7132667617688992,-0.015527950310558956,-1.5527950310558956,101.5527950310559,581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blur,2,radius,1.0,pixels in the decoded source image,r_at_1,0.4593437945791726,0.39229671897289586,0.06704707560627676,6.704707560627677,0.14596273291925468,14.596273291925469,85.40372670807453,581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blur,3,radius,2.0,pixels in the decoded source image,r_at_1,0.4593437945791726,0.14407988587731813,0.3152639087018545,31.526390870185452,0.6863354037267081,68.63354037267081,31.366459627329196,581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blur,4,radius,3.0,pixels in the decoded source image,r_at_1,0.4593437945791726,0.04136947218259629,0.41797432239657634,41.79743223965763,0.9099378881987578,90.99378881987577,9.006211180124224,581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blur,5,radius,4.0,pixels in the decoded source image,r_at_1,0.4593437945791726,0.018544935805991442,0.4407988587731812,44.07988587731812,0.9596273291925467,95.96273291925466,4.037267080745342,581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university1652,full,1,university1652_satellite_to_drone,701,51355,brightness,Brightness,1,factor,0.8,multiplicative Pillow brightness factor,r_at_1,0.4593437945791726,0.4536376604850214,0.005706134094151216,0.5706134094151216,0.012422360248447213,1.2422360248447213,98.75776397515529,581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university1652,full,1,university1652_satellite_to_drone,701,51355,brightness,Brightness,2,factor,0.65,multiplicative Pillow brightness factor,r_at_1,0.4593437945791726,0.43366619115549215,0.025677603423680473,2.5677603423680475,0.05590062111801246,5.590062111801246,94.40993788819875,581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university1652,full,1,university1652_satellite_to_drone,701,51355,brightness,Brightness,3,factor,0.5,multiplicative Pillow brightness factor,r_at_1,0.4593437945791726,0.40228245363766046,0.05706134094151216,5.706134094151216,0.12422360248447213,12.422360248447212,87.5776397515528,581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university1652,full,1,university1652_satellite_to_drone,701,51355,brightness,Brightness,4,factor,0.35,multiplicative Pillow brightness factor,r_at_1,0.4593437945791726,0.2995720399429387,0.15977175463623394,15.977175463623395,0.34782608695652173,34.78260869565217,65.21739130434783,581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university1652,full,1,university1652_satellite_to_drone,701,51355,brightness,Brightness,5,factor,0.2,multiplicative Pillow brightness factor,r_at_1,0.4593437945791726,0.12268188302425106,0.33666191155492153,33.66619115549215,0.732919254658385,73.2919254658385,26.708074534161486,581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university1652,full,1,university1652_satellite_to_drone,701,51355,contrast,Contrast,1,factor,0.8,multiplicative Pillow contrast factor,r_at_1,0.4593437945791726,0.4507845934379458,0.008559201141226824,0.8559201141226824,0.01863354037267082,1.8633540372670818,98.13664596273291,581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university1652,full,1,university1652_satellite_to_drone,701,51355,contrast,Contrast,2,factor,0.65,multiplicative Pillow contrast factor,r_at_1,0.4593437945791726,0.43651925820256776,0.022824536376604865,2.2824536376604865,0.04968944099378885,4.968944099378885,95.03105590062113,581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university1652,full,1,university1652_satellite_to_drone,701,51355,contrast,Contrast,3,factor,0.5,multiplicative Pillow contrast factor,r_at_1,0.4593437945791726,0.38516405135520687,0.07417974322396576,7.417974322396575,0.16149068322981364,16.149068322981364,83.85093167701864,581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university1652,full,1,university1652_satellite_to_drone,701,51355,contrast,Contrast,4,factor,0.35,multiplicative Pillow contrast factor,r_at_1,0.4593437945791726,0.24964336661911554,0.20970042796005708,20.970042796005707,0.4565217391304348,45.652173913043484,54.347826086956516,581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university1652,full,1,university1652_satellite_to_drone,701,51355,contrast,Contrast,5,factor,0.2,multiplicative Pillow contrast factor,r_at_1,0.4593437945791726,0.06419400855920114,0.39514978601997147,39.51497860199715,0.860248447204969,86.0248447204969,13.975155279503104,581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occlusion,1,area_fraction,0.05,fraction of decoded source-image area,r_at_1,0.4593437945791726,0.26961483594864477,0.18972895863052786,18.972895863052784,0.4130434782608696,41.30434782608696,58.69565217391303,581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occlusion,2,area_fraction,0.1,fraction of decoded source-image area,r_at_1,0.4593437945791726,0.16405135520684735,0.2952924393723253,29.52924393723253,0.6428571428571429,64.28571428571429,35.71428571428571,581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occlusion,3,area_fraction,0.2,fraction of decoded source-image area,r_at_1,0.4593437945791726,0.07275320970042796,0.38659058487874465,38.65905848787447,0.8416149068322981,84.16149068322981,15.838509316770185,581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occlusion,4,area_fraction,0.3,fraction of decoded source-image area,r_at_1,0.4593437945791726,0.042796005706134094,0.41654778887303856,41.654778887303856,0.906832298136646,90.6832298136646,9.316770186335402,581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occlusion,5,area_fraction,0.4,fraction of decoded source-image area,r_at_1,0.4593437945791726,0.028530670470756064,0.43081312410841655,43.081312410841655,0.937888198757764,93.7888198757764,6.211180124223603,581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1,magnitude,2.0,degrees,r_at_1,0.4593437945791726,0.442225392296719,0.01711840228245365,1.7118402282453649,0.03726708074534164,3.7267080745341636,96.27329192546583,581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2,magnitude,5.0,degrees,r_at_1,0.4593437945791726,0.4479315263908702,0.011412268188302432,1.1412268188302432,0.024844720496894426,2.4844720496894426,97.51552795031056,581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3,magnitude,10.0,degrees,r_at_1,0.4593437945791726,0.4593437945791726,0.0,0.0,0.0,0.0,100.0,581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4,magnitude,15.0,degrees,r_at_1,0.4593437945791726,0.49072753209700426,-0.031383737517831634,-3.1383737517831634,-0.06832298136645955,-6.832298136645955,106.83229813664595,581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5,magnitude,20.0,degrees,r_at_1,0.4593437945791726,0.48787446504992865,-0.028530670470756025,-2.8530670470756023,-0.06211180124223594,-6.211180124223594,106.21118012422359,581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Satellite → drone.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36.6366% and Full 29.2403%.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C:\OneDrive\文档\LGM-GAME\outputs\paper_evidence_rebuild_20260914\execution\pipeline_post_robustness_audit_20260929_1448\a1\aggregate\figures\source_data\university1652_satellite_to_drone__official_trapezoid_map.csv</a:t>
            </a:r>
          </a:p>
          <a:p xmlns:a="http://schemas.openxmlformats.org/drawingml/2006/main">
            <a:r>
              <a:t>Source SHA256: 17f81d49114e197b4a3e75b195c7980fb175b12000dfe9fcc9ada4f48a65d9a9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university1652,visual,1,university1652_satellite_to_drone,701,51355,gaussian_noise,Gaussian noise,1,standard_deviation,0.02,"fraction of the [0,1] RGB intensity range",official_trapezoid_mAP,0.36636626720428467,0.36298447847366333,0.003381788730621338,0.3381788730621338,0.009230622558205292,0.9230622558205291,99.07693774417947,3845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noise,2,standard_deviation,0.04,"fraction of the [0,1] RGB intensity range",official_trapezoid_mAP,0.36636626720428467,0.3499554395675659,0.01641082763671875,1.641082763671875,0.04479350067337975,4.4793500673379745,95.52064993266202,3845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noise,3,standard_deviation,0.08,"fraction of the [0,1] RGB intensity range",official_trapezoid_mAP,0.36636626720428467,0.2809894382953644,0.08537682890892029,8.537682890892029,0.23303681739158164,23.303681739158165,76.69631826084184,3845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noise,4,standard_deviation,0.12,"fraction of the [0,1] RGB intensity range",official_trapezoid_mAP,0.36636626720428467,0.18577907979488373,0.18058718740940094,18.058718740940094,0.49291434167083426,49.29143416708342,50.70856583291657,3845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university1652,visual,1,university1652_satellite_to_drone,701,51355,gaussian_noise,Gaussian noise,5,standard_deviation,0.18,"fraction of the [0,1] RGB intensity range",official_trapezoid_mAP,0.36636626720428467,0.0867944285273552,0.2795718386769295,27.957183867692947,0.7630938317829384,76.30938317829384,23.690616821706158,3845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blur,1,radius,0.5,pixels in the decoded source image,official_trapezoid_mAP,0.36636626720428467,0.3713681101799011,-0.005001842975616455,-0.5001842975616455,-0.01365257509591472,-1.365257509591472,101.36525750959147,3845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blur,2,radius,1.0,pixels in the decoded source image,official_trapezoid_mAP,0.36636626720428467,0.3099583685398102,0.05640789866447449,5.640789866447449,0.15396586343748078,15.396586343748078,84.60341365625192,3845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blur,3,radius,2.0,pixels in the decoded source image,official_trapezoid_mAP,0.36636626720428467,0.1013643890619278,0.2650018781423569,26.500187814235687,0.7233249943139352,72.33249943139352,27.66750056860648,3845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blur,4,radius,3.0,pixels in the decoded source image,official_trapezoid_mAP,0.36636626720428467,0.035673752427101135,0.33069251477718353,33.06925147771835,0.9026281739874005,90.26281739874005,9.737182601259947,3845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university1652,visual,1,university1652_satellite_to_drone,701,51355,gaussian_blur,Gaussian blur,5,radius,4.0,pixels in the decoded source image,official_trapezoid_mAP,0.36636626720428467,0.017644505947828293,0.3487217612564564,34.87217612564564,0.9518391633529137,95.18391633529137,4.816083664708621,3845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university1652,visual,1,university1652_satellite_to_drone,701,51355,brightness,Brightness,1,factor,0.8,multiplicative Pillow brightness factor,official_trapezoid_mAP,0.36636626720428467,0.3677334785461426,-0.0013672113418579102,-0.13672113418579102,-0.003731815574318575,-0.37318155743185755,100.37318155743186,3845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university1652,visual,1,university1652_satellite_to_drone,701,51355,brightness,Brightness,2,factor,0.65,multiplicative Pillow brightness factor,official_trapezoid_mAP,0.36636626720428467,0.35260599851608276,0.013760268688201904,1.3760268688201904,0.037558776339332633,3.755877633933263,96.24412236606673,3845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university1652,visual,1,university1652_satellite_to_drone,701,51355,brightness,Brightness,3,factor,0.5,multiplicative Pillow brightness factor,official_trapezoid_mAP,0.36636626720428467,0.3192768692970276,0.04708939790725708,4.708939790725708,0.1285309323551892,12.85309323551892,87.14690676448109,3845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university1652,visual,1,university1652_satellite_to_drone,701,51355,brightness,Brightness,4,factor,0.35,multiplicative Pillow brightness factor,official_trapezoid_mAP,0.36636626720428467,0.24684463441371918,0.11952163279056549,11.952163279056549,0.3262353646874389,32.62353646874389,67.3764635312561,3845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university1652,visual,1,university1652_satellite_to_drone,701,51355,brightness,Brightness,5,factor,0.2,multiplicative Pillow brightness factor,official_trapezoid_mAP,0.36636626720428467,0.08996012061834335,0.2764061465859413,27.64061465859413,0.7544530469335435,75.44530469335436,24.55469530664565,3845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university1652,visual,1,university1652_satellite_to_drone,701,51355,contrast,Contrast,1,factor,0.8,multiplicative Pillow contrast factor,official_trapezoid_mAP,0.36636626720428467,0.36140337586402893,0.004962891340255737,0.49628913402557373,0.013546256259145292,1.354625625914529,98.64537437408548,3845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university1652,visual,1,university1652_satellite_to_drone,701,51355,contrast,Contrast,2,factor,0.65,multiplicative Pillow contrast factor,official_trapezoid_mAP,0.36636626720428467,0.34320011734962463,0.023166149854660034,2.3166149854660034,0.06323221302943445,6.323221302943445,93.67677869705655,3845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university1652,visual,1,university1652_satellite_to_drone,701,51355,contrast,Contrast,3,factor,0.5,multiplicative Pillow contrast factor,official_trapezoid_mAP,0.36636626720428467,0.2988036572933197,0.06756260991096497,6.756260991096497,0.18441274745770267,18.44127474577027,81.55872525422973,3845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university1652,visual,1,university1652_satellite_to_drone,701,51355,contrast,Contrast,4,factor,0.35,multiplicative Pillow contrast factor,official_trapezoid_mAP,0.36636626720428467,0.20503532886505127,0.1613309383392334,16.13309383392334,0.44035423776959187,44.035423776959185,55.964576223040815,3845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university1652,visual,1,university1652_satellite_to_drone,701,51355,contrast,Contrast,5,factor,0.2,multiplicative Pillow contrast factor,official_trapezoid_mAP,0.36636626720428467,0.06944543868303299,0.2969208285212517,29.692082852125168,0.8104480545849205,81.04480545849205,18.955194541507947,3845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occlusion,1,area_fraction,0.05,fraction of decoded source-image area,official_trapezoid_mAP,0.36636626720428467,0.19019606709480286,0.1761702001094818,17.61702001094818,0.4808581353677135,48.08581353677135,51.91418646322865,3845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occlusion,2,area_fraction,0.1,fraction of decoded source-image area,official_trapezoid_mAP,0.36636626720428467,0.1125735342502594,0.25379273295402527,25.379273295402527,0.6927295323630634,69.27295323630635,30.727046763693654,3845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occlusion,3,area_fraction,0.2,fraction of decoded source-image area,official_trapezoid_mAP,0.36636626720428467,0.053607359528541565,0.3127589076757431,31.27589076757431,0.8536782331582665,85.36782331582666,14.632176684173347,3845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occlusion,4,area_fraction,0.3,fraction of decoded source-image area,official_trapezoid_mAP,0.36636626720428467,0.032122645527124405,0.33424362167716026,33.424362167716026,0.912320952001804,91.2320952001804,8.767904799819608,3845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university1652,visual,1,university1652_satellite_to_drone,701,51355,center_occlusion,Center occlusion,5,area_fraction,0.4,fraction of decoded source-image area,official_trapezoid_mAP,0.36636626720428467,0.017802860587835312,0.34856340661644936,34.856340661644936,0.9514069329480367,95.14069329480367,4.859306705196331,3845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1,magnitude,2.0,degrees,official_trapezoid_mAP,0.36636626720428467,0.3633089065551758,0.0030573606491088867,0.30573606491088867,0.008345093210789824,0.8345093210789825,99.16549067892102,3845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2,magnitude,5.0,degrees,official_trapezoid_mAP,0.36636626720428467,0.3669911026954651,-0.0006248354911804199,-0.06248354911804199,-0.0017054940563946998,-0.17054940563946996,100.17054940563948,3845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3,magnitude,10.0,degrees,official_trapezoid_mAP,0.36636626720428467,0.38065120577812195,-0.01428493857383728,-1.428493857383728,-0.03899086748036233,-3.899086748036233,103.89908674803624,3845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4,magnitude,15.0,degrees,official_trapezoid_mAP,0.36636626720428467,0.3873800039291382,-0.021013736724853516,-2.1013736724853516,-0.05735718215873931,-5.7357182158739315,105.73571821587393,3845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atellite_to_drone,701,51355,rotation,Rotation,5,magnitude,20.0,degrees,official_trapezoid_mAP,0.36636626720428467,0.37926700711250305,-0.012900739908218384,-1.2900739908218384,-0.03521268485404791,-3.521268485404791,103.52126848540479,3845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noise,1,standard_deviation,0.02,"fraction of the [0,1] RGB intensity range",official_trapezoid_mAP,0.2924031913280487,0.27351146936416626,0.018891721963882446,1.8891721963882446,0.06460846708984008,6.4608467089840085,93.53915329101599,581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noise,2,standard_deviation,0.04,"fraction of the [0,1] RGB intensity range",official_trapezoid_mAP,0.2924031913280487,0.2710109055042267,0.02139228582382202,2.139228582382202,0.07316023373979492,7.316023373979492,92.68397662602051,581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noise,3,standard_deviation,0.08,"fraction of the [0,1] RGB intensity range",official_trapezoid_mAP,0.2924031913280487,0.22204338014125824,0.07035981118679047,7.035981118679047,0.24062600297632666,24.062600297632667,75.93739970236733,581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noise,4,standard_deviation,0.12,"fraction of the [0,1] RGB intensity range",official_trapezoid_mAP,0.2924031913280487,0.15474022924900055,0.13766296207904816,13.766296207904816,0.4707984254679469,47.079842546794694,52.92015745320531,581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university1652,full,1,university1652_satellite_to_drone,701,51355,gaussian_noise,Gaussian noise,5,standard_deviation,0.18,"fraction of the [0,1] RGB intensity range",official_trapezoid_mAP,0.2924031913280487,0.08584725111722946,0.20655594021081924,20.655594021081924,0.7064079542794149,70.6407954279415,29.35920457205851,581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blur,1,radius,0.5,pixels in the decoded source image,official_trapezoid_mAP,0.2924031913280487,0.2978039085865021,-0.005400717258453369,-0.5400717258453369,-0.018470103674054213,-1.8470103674054212,101.84701036740542,581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blur,2,radius,1.0,pixels in the decoded source image,official_trapezoid_mAP,0.2924031913280487,0.25496402382850647,0.037439167499542236,3.7439167499542236,0.12803953106496377,12.803953106496376,87.19604689350362,581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blur,3,radius,2.0,pixels in the decoded source image,official_trapezoid_mAP,0.2924031913280487,0.10553104430437088,0.18687214702367783,18.687214702367783,0.6390906548418104,63.909065484181035,36.09093451581896,581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blur,4,radius,3.0,pixels in the decoded source image,official_trapezoid_mAP,0.2924031913280487,0.0336131677031517,0.258790023624897,25.8790023624897,0.8850451407507351,88.50451407507352,11.495485924926486,581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university1652,full,1,university1652_satellite_to_drone,701,51355,gaussian_blur,Gaussian blur,5,radius,4.0,pixels in the decoded source image,official_trapezoid_mAP,0.2924031913280487,0.016281021758913994,0.2761221695691347,27.61221695691347,0.9443199587358531,94.43199587358531,5.5680041264146904,581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university1652,full,1,university1652_satellite_to_drone,701,51355,brightness,Brightness,1,factor,0.8,multiplicative Pillow brightness factor,official_trapezoid_mAP,0.2924031913280487,0.29501885175704956,-0.0026156604290008545,-0.26156604290008545,-0.008945389471027802,-0.8945389471027801,100.89453894710277,581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university1652,full,1,university1652_satellite_to_drone,701,51355,brightness,Brightness,2,factor,0.65,multiplicative Pillow brightness factor,official_trapezoid_mAP,0.2924031913280487,0.28641074895858765,0.00599244236946106,0.599244236946106,0.020493765277473003,2.0493765277473,97.9506234722527,581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university1652,full,1,university1652_satellite_to_drone,701,51355,brightness,Brightness,3,factor,0.5,multiplicative Pillow brightness factor,official_trapezoid_mAP,0.2924031913280487,0.2630560100078583,0.02934718132019043,2.934718132019043,0.10036546176838976,10.036546176838975,89.96345382316102,581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university1652,full,1,university1652_satellite_to_drone,701,51355,brightness,Brightness,4,factor,0.35,multiplicative Pillow brightness factor,official_trapezoid_mAP,0.2924031913280487,0.2014736831188202,0.09092950820922852,9.092950820922852,0.31097303622522443,31.097303622522443,68.90269637747755,581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university1652,full,1,university1652_satellite_to_drone,701,51355,brightness,Brightness,5,factor,0.2,multiplicative Pillow brightness factor,official_trapezoid_mAP,0.2924031913280487,0.0821978822350502,0.2102053090929985,21.02053090929985,0.7188885597940279,71.88885597940279,28.111144020597216,581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university1652,full,1,university1652_satellite_to_drone,701,51355,contrast,Contrast,1,factor,0.8,multiplicative Pillow contrast factor,official_trapezoid_mAP,0.2924031913280487,0.2896919250488281,0.002711266279220581,0.2711266279220581,0.009272355294435883,0.9272355294435883,99.07276447055641,581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university1652,full,1,university1652_satellite_to_drone,701,51355,contrast,Contrast,2,factor,0.65,multiplicative Pillow contrast factor,official_trapezoid_mAP,0.2924031913280487,0.2759328782558441,0.01647031307220459,1.647031307220459,0.05632740531113581,5.632740531113581,94.36725946888642,581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university1652,full,1,university1652_satellite_to_drone,701,51355,contrast,Contrast,3,factor,0.5,multiplicative Pillow contrast factor,official_trapezoid_mAP,0.2924031913280487,0.24243085086345673,0.04997234046459198,4.997234046459198,0.17090217188678952,17.090217188678952,82.90978281132105,581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university1652,full,1,university1652_satellite_to_drone,701,51355,contrast,Contrast,4,factor,0.35,multiplicative Pillow contrast factor,official_trapezoid_mAP,0.2924031913280487,0.16596275568008423,0.12644043564796448,12.644043564796448,0.4324181110120316,43.24181110120316,56.75818889879684,581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university1652,full,1,university1652_satellite_to_drone,701,51355,contrast,Contrast,5,factor,0.2,multiplicative Pillow contrast factor,official_trapezoid_mAP,0.2924031913280487,0.05304073542356491,0.2393624559044838,23.93624559044838,0.8186041158351852,81.86041158351853,18.139588416481484,581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occlusion,1,area_fraction,0.05,fraction of decoded source-image area,official_trapezoid_mAP,0.2924031913280487,0.1746351569890976,0.11776803433895111,11.776803433895111,0.4027590595166471,40.27590595166471,59.724094048335296,581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occlusion,2,area_fraction,0.1,fraction of decoded source-image area,official_trapezoid_mAP,0.2924031913280487,0.11145348101854324,0.18094971030950546,18.094971030950546,0.6188363043770512,61.883630437705115,38.116369562294885,581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occlusion,3,area_fraction,0.2,fraction of decoded source-image area,official_trapezoid_mAP,0.2924031913280487,0.05671476572751999,0.23568842560052872,23.56884256005287,0.8060391698533433,80.60391698533434,19.39608301466566,581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occlusion,4,area_fraction,0.3,fraction of decoded source-image area,official_trapezoid_mAP,0.2924031913280487,0.033713340759277344,0.25868985056877136,25.868985056877136,0.8847025553785623,88.47025553785623,11.529744462143768,581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university1652,full,1,university1652_satellite_to_drone,701,51355,center_occlusion,Center occlusion,5,area_fraction,0.4,fraction of decoded source-image area,official_trapezoid_mAP,0.2924031913280487,0.022915318608283997,0.2694878727197647,26.94878727197647,0.9216310926559786,92.16310926559787,7.836890734402135,581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1,magnitude,2.0,degrees,official_trapezoid_mAP,0.2924031913280487,0.2839702367782593,0.008432954549789429,0.8432954549789429,0.028840159067650025,2.8840159067650024,97.115984093235,581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2,magnitude,5.0,degrees,official_trapezoid_mAP,0.2924031913280487,0.29115456342697144,0.0012486279010772705,0.12486279010772705,0.004270226653157243,0.4270226653157243,99.57297733468428,581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3,magnitude,10.0,degrees,official_trapezoid_mAP,0.2924031913280487,0.305208683013916,-0.01280549168586731,-1.280549168586731,-0.04379395323186046,-4.379395323186046,104.37939532318605,581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4,magnitude,15.0,degrees,official_trapezoid_mAP,0.2924031913280487,0.317912220954895,-0.025509029626846313,-2.5509029626846313,-0.08723923125116509,-8.723923125116508,108.72392312511651,581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atellite_to_drone,701,51355,rotation,Rotation,5,magnitude,20.0,degrees,official_trapezoid_mAP,0.2924031913280487,0.3064899444580078,-0.014086753129959106,-1.4086753129959106,-0.0481757844911997,-4.81757844911997,104.81757844911996,581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Street → satellite. R@1 retained under six image corruptions, seed 1. Retained percentage is 100 × corrupted metric / that variant's own clean metric; severity 0 is the defined 100% clean reference only when clean &gt; 0. Undefined clean-zero retention is left as a gap. Clean R@1 is Visual 0.5428% and Full 0.9306%.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C:\OneDrive\文档\LGM-GAME\outputs\paper_evidence_rebuild_20260914\execution\pipeline_post_robustness_audit_20260929_1448\a1\aggregate\figures\source_data\university1652_street_to_satellite__r_at_1.csv</a:t>
            </a:r>
          </a:p>
          <a:p xmlns:a="http://schemas.openxmlformats.org/drawingml/2006/main">
            <a:r>
              <a:t>Source SHA256: a013bcb71abeb6425b347f6f6c2249a14b5401552043d42a31892f6bbb55b40a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university1652,visual,1,university1652_street_to_satellite,2579,951,gaussian_noise,Gaussian noise,1,standard_deviation,0.02,"fraction of the [0,1] RGB intensity range",r_at_1,0.005428460643660334,0.005040713454827452,0.00038774718883288154,0.03877471888328815,0.07142857142857154,7.142857142857154,92.85714285714285,3845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noise,2,standard_deviation,0.04,"fraction of the [0,1] RGB intensity range",r_at_1,0.005428460643660334,0.0034897246994959287,0.001938735944164405,0.1938735944164405,0.35714285714285715,35.714285714285715,64.28571428571428,3845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noise,3,standard_deviation,0.08,"fraction of the [0,1] RGB intensity range",r_at_1,0.005428460643660334,0.004265219077161691,0.0011632415664986429,0.11632415664986429,0.21428571428571427,21.428571428571427,78.57142857142857,3845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noise,4,standard_deviation,0.12,"fraction of the [0,1] RGB intensity range",r_at_1,0.005428460643660334,0.0034897246994959287,0.001938735944164405,0.1938735944164405,0.35714285714285715,35.714285714285715,64.28571428571428,3845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noise,5,standard_deviation,0.18,"fraction of the [0,1] RGB intensity range",r_at_1,0.005428460643660334,0.0031019775106630476,0.002326483132997286,0.23264831329972863,0.4285714285714286,42.85714285714286,57.14285714285714,3845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blur,1,radius,0.5,pixels in the decoded source image,r_at_1,0.005428460643660334,0.0058162078324932144,-0.0003877471888328807,-0.03877471888328807,-0.07142857142857137,-7.142857142857137,107.14285714285714,3845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blur,2,radius,1.0,pixels in the decoded source image,r_at_1,0.005428460643660334,0.0058162078324932144,-0.0003877471888328807,-0.03877471888328807,-0.07142857142857137,-7.142857142857137,107.14285714285714,3845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blur,3,radius,2.0,pixels in the decoded source image,r_at_1,0.005428460643660334,0.0038774718883288098,0.001550988755331524,0.1550988755331524,0.2857142857142857,28.57142857142857,71.42857142857142,3845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blur,4,radius,3.0,pixels in the decoded source image,r_at_1,0.005428460643660334,0.0031019775106630476,0.002326483132997286,0.23264831329972863,0.4285714285714286,42.85714285714286,57.14285714285714,3845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blur,5,radius,4.0,pixels in the decoded source image,r_at_1,0.005428460643660334,0.0019387359441644049,0.0034897246994959287,0.34897246994959286,0.6428571428571428,64.28571428571428,35.71428571428571,3845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university1652,visual,1,university1652_street_to_satellite,2579,951,brightness,Brightness,1,factor,0.8,multiplicative Pillow brightness factor,r_at_1,0.005428460643660334,0.006591702210158977,-0.0011632415664986429,-0.11632415664986429,-0.21428571428571427,-21.428571428571427,121.42857142857142,3845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university1652,visual,1,university1652_street_to_satellite,2579,951,brightness,Brightness,2,factor,0.65,multiplicative Pillow brightness factor,r_at_1,0.005428460643660334,0.006979449398991857,-0.0015509887553315236,-0.15509887553315235,-0.28571428571428564,-28.571428571428566,128.57142857142856,3845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university1652,visual,1,university1652_street_to_satellite,2579,951,brightness,Brightness,3,factor,0.5,multiplicative Pillow brightness factor,r_at_1,0.005428460643660334,0.0081426909654905,-0.0027142303218301656,-0.27142303218301655,-0.4999999999999998,-49.99999999999998,149.99999999999997,3845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university1652,visual,1,university1652_street_to_satellite,2579,951,brightness,Brightness,4,factor,0.35,multiplicative Pillow brightness factor,r_at_1,0.005428460643660334,0.006979449398991857,-0.0015509887553315236,-0.15509887553315235,-0.28571428571428564,-28.571428571428566,128.57142857142856,3845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university1652,visual,1,university1652_street_to_satellite,2579,951,brightness,Brightness,5,factor,0.2,multiplicative Pillow brightness factor,r_at_1,0.005428460643660334,0.004265219077161691,0.0011632415664986429,0.11632415664986429,0.21428571428571427,21.428571428571427,78.57142857142857,3845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university1652,visual,1,university1652_street_to_satellite,2579,951,contrast,Contrast,1,factor,0.8,multiplicative Pillow contrast factor,r_at_1,0.005428460643660334,0.006203955021326095,-0.0007754943776657613,-0.07754943776657613,-0.14285714285714274,-14.285714285714274,114.28571428571428,3845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university1652,visual,1,university1652_street_to_satellite,2579,951,contrast,Contrast,2,factor,0.65,multiplicative Pillow contrast factor,r_at_1,0.005428460643660334,0.006979449398991857,-0.0015509887553315236,-0.15509887553315235,-0.28571428571428564,-28.571428571428566,128.57142857142856,3845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university1652,visual,1,university1652_street_to_satellite,2579,951,contrast,Contrast,3,factor,0.5,multiplicative Pillow contrast factor,r_at_1,0.005428460643660334,0.005040713454827452,0.00038774718883288154,0.03877471888328815,0.07142857142857154,7.142857142857154,92.85714285714285,3845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university1652,visual,1,university1652_street_to_satellite,2579,951,contrast,Contrast,4,factor,0.35,multiplicative Pillow contrast factor,r_at_1,0.005428460643660334,0.004265219077161691,0.0011632415664986429,0.11632415664986429,0.21428571428571427,21.428571428571427,78.57142857142857,3845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university1652,visual,1,university1652_street_to_satellite,2579,951,contrast,Contrast,5,factor,0.2,multiplicative Pillow contrast factor,r_at_1,0.005428460643660334,0.0031019775106630476,0.002326483132997286,0.23264831329972863,0.4285714285714286,42.85714285714286,57.14285714285714,3845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occlusion,1,area_fraction,0.05,fraction of decoded source-image area,r_at_1,0.005428460643660334,0.0058162078324932144,-0.0003877471888328807,-0.03877471888328807,-0.07142857142857137,-7.142857142857137,107.14285714285714,3845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occlusion,2,area_fraction,0.1,fraction of decoded source-image area,r_at_1,0.005428460643660334,0.005428460643660334,0.0,0.0,0.0,0.0,99.99999999999999,3845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occlusion,3,area_fraction,0.2,fraction of decoded source-image area,r_at_1,0.005428460643660334,0.0034897246994959287,0.001938735944164405,0.1938735944164405,0.35714285714285715,35.714285714285715,64.28571428571428,3845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occlusion,4,area_fraction,0.3,fraction of decoded source-image area,r_at_1,0.005428460643660334,0.0019387359441644049,0.0034897246994959287,0.34897246994959286,0.6428571428571428,64.28571428571428,35.71428571428571,3845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occlusion,5,area_fraction,0.4,fraction of decoded source-image area,r_at_1,0.005428460643660334,0.0031019775106630476,0.002326483132997286,0.23264831329972863,0.4285714285714286,42.85714285714286,57.14285714285714,3845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1,magnitude,2.0,degrees,r_at_1,0.005428460643660334,0.005040713454827452,0.00038774718883288154,0.03877471888328815,0.07142857142857154,7.142857142857154,92.85714285714285,3845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2,magnitude,5.0,degrees,r_at_1,0.005428460643660334,0.005428460643660334,0.0,0.0,0.0,0.0,99.99999999999999,3845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3,magnitude,10.0,degrees,r_at_1,0.005428460643660334,0.0058162078324932144,-0.0003877471888328807,-0.03877471888328807,-0.07142857142857137,-7.142857142857137,107.14285714285714,3845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4,magnitude,15.0,degrees,r_at_1,0.005428460643660334,0.0058162078324932144,-0.0003877471888328807,-0.03877471888328807,-0.07142857142857137,-7.142857142857137,107.14285714285714,3845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5,magnitude,20.0,degrees,r_at_1,0.005428460643660334,0.005428460643660334,0.0,0.0,0.0,0.0,99.99999999999999,3845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noise,1,standard_deviation,0.02,"fraction of the [0,1] RGB intensity range",r_at_1,0.009305932531989143,0.010469174098487785,-0.001163241566498642,-0.1163241566498642,-0.1249999999999999,-12.499999999999991,112.5,581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noise,2,standard_deviation,0.04,"fraction of the [0,1] RGB intensity range",r_at_1,0.009305932531989143,0.01202016285381931,-0.0027142303218301665,-0.27142303218301667,-0.29166666666666663,-29.166666666666664,129.16666666666666,581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noise,3,standard_deviation,0.08,"fraction of the [0,1] RGB intensity range",r_at_1,0.009305932531989143,0.010856921287320668,-0.0015509887553315244,-0.15509887553315244,-0.16666666666666674,-16.666666666666675,116.66666666666666,581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noise,4,standard_deviation,0.12,"fraction of the [0,1] RGB intensity range",r_at_1,0.009305932531989143,0.008918185343156262,0.0003877471888328807,0.03877471888328807,0.04166666666666664,4.166666666666663,95.83333333333333,581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noise,5,standard_deviation,0.18,"fraction of the [0,1] RGB intensity range",r_at_1,0.009305932531989143,0.0058162078324932144,0.0034897246994959287,0.34897246994959286,0.375,37.5,62.5,581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blur,1,radius,0.5,pixels in the decoded source image,r_at_1,0.009305932531989143,0.010856921287320668,-0.0015509887553315244,-0.15509887553315244,-0.16666666666666674,-16.666666666666675,116.66666666666666,581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blur,2,radius,1.0,pixels in the decoded source image,r_at_1,0.009305932531989143,0.007367196587824738,0.001938735944164405,0.1938735944164405,0.20833333333333337,20.833333333333336,79.16666666666667,581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blur,3,radius,2.0,pixels in the decoded source image,r_at_1,0.009305932531989143,0.004265219077161691,0.005040713454827452,0.5040713454827452,0.5416666666666666,54.166666666666664,45.833333333333336,581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blur,4,radius,3.0,pixels in the decoded source image,r_at_1,0.009305932531989143,0.0031019775106630476,0.006203955021326096,0.6203955021326096,0.6666666666666667,66.66666666666667,33.333333333333336,581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blur,5,radius,4.0,pixels in the decoded source image,r_at_1,0.009305932531989143,0.0031019775106630476,0.006203955021326096,0.6203955021326096,0.6666666666666667,66.66666666666667,33.333333333333336,581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university1652,full,1,university1652_street_to_satellite,2579,951,brightness,Brightness,1,factor,0.8,multiplicative Pillow brightness factor,r_at_1,0.009305932531989143,0.010469174098487785,-0.001163241566498642,-0.1163241566498642,-0.1249999999999999,-12.499999999999991,112.5,581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university1652,full,1,university1652_street_to_satellite,2579,951,brightness,Brightness,2,factor,0.65,multiplicative Pillow brightness factor,r_at_1,0.009305932531989143,0.009305932531989143,0.0,0.0,0.0,0.0,100.0,581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university1652,full,1,university1652_street_to_satellite,2579,951,brightness,Brightness,3,factor,0.5,multiplicative Pillow brightness factor,r_at_1,0.009305932531989143,0.009305932531989143,0.0,0.0,0.0,0.0,100.0,581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university1652,full,1,university1652_street_to_satellite,2579,951,brightness,Brightness,4,factor,0.35,multiplicative Pillow brightness factor,r_at_1,0.009305932531989143,0.009693679720822024,-0.0003877471888328807,-0.03877471888328807,-0.04166666666666664,-4.166666666666663,104.16666666666666,581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university1652,full,1,university1652_street_to_satellite,2579,951,brightness,Brightness,5,factor,0.2,multiplicative Pillow brightness factor,r_at_1,0.009305932531989143,0.006979449398991857,0.0023264831329972858,0.23264831329972857,0.25,25.0,75.0,581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university1652,full,1,university1652_street_to_satellite,2579,951,contrast,Contrast,1,factor,0.8,multiplicative Pillow contrast factor,r_at_1,0.009305932531989143,0.008918185343156262,0.0003877471888328807,0.03877471888328807,0.04166666666666664,4.166666666666663,95.83333333333333,581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university1652,full,1,university1652_street_to_satellite,2579,951,contrast,Contrast,2,factor,0.65,multiplicative Pillow contrast factor,r_at_1,0.009305932531989143,0.009305932531989143,0.0,0.0,0.0,0.0,100.0,581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university1652,full,1,university1652_street_to_satellite,2579,951,contrast,Contrast,3,factor,0.5,multiplicative Pillow contrast factor,r_at_1,0.009305932531989143,0.0058162078324932144,0.0034897246994959287,0.34897246994959286,0.375,37.5,62.5,581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university1652,full,1,university1652_street_to_satellite,2579,951,contrast,Contrast,4,factor,0.35,multiplicative Pillow contrast factor,r_at_1,0.009305932531989143,0.008530438154323382,0.0007754943776657613,0.07754943776657613,0.08333333333333327,8.333333333333327,91.66666666666667,581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university1652,full,1,university1652_street_to_satellite,2579,951,contrast,Contrast,5,factor,0.2,multiplicative Pillow contrast factor,r_at_1,0.009305932531989143,0.006203955021326095,0.003101977510663048,0.3101977510663048,0.33333333333333337,33.333333333333336,66.66666666666667,581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occlusion,1,area_fraction,0.05,fraction of decoded source-image area,r_at_1,0.009305932531989143,0.006979449398991857,0.0023264831329972858,0.23264831329972857,0.25,25.0,75.0,581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occlusion,2,area_fraction,0.1,fraction of decoded source-image area,r_at_1,0.009305932531989143,0.005428460643660334,0.0038774718883288093,0.38774718883288095,0.41666666666666663,41.666666666666664,58.33333333333333,581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occlusion,3,area_fraction,0.2,fraction of decoded source-image area,r_at_1,0.009305932531989143,0.0058162078324932144,0.0034897246994959287,0.34897246994959286,0.375,37.5,62.5,581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occlusion,4,area_fraction,0.3,fraction of decoded source-image area,r_at_1,0.009305932531989143,0.0031019775106630476,0.006203955021326096,0.6203955021326096,0.6666666666666667,66.66666666666667,33.333333333333336,581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occlusion,5,area_fraction,0.4,fraction of decoded source-image area,r_at_1,0.009305932531989143,0.0031019775106630476,0.006203955021326096,0.6203955021326096,0.6666666666666667,66.66666666666667,33.333333333333336,581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1,magnitude,2.0,degrees,r_at_1,0.009305932531989143,0.010081426909654904,-0.0007754943776657613,-0.07754943776657613,-0.08333333333333327,-8.333333333333327,108.33333333333333,581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2,magnitude,5.0,degrees,r_at_1,0.009305932531989143,0.009305932531989143,0.0,0.0,0.0,0.0,100.0,581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3,magnitude,10.0,degrees,r_at_1,0.009305932531989143,0.010469174098487785,-0.001163241566498642,-0.1163241566498642,-0.1249999999999999,-12.499999999999991,112.5,581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4,magnitude,15.0,degrees,r_at_1,0.009305932531989143,0.008530438154323382,0.0007754943776657613,0.07754943776657613,0.08333333333333327,8.333333333333327,91.66666666666667,581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5,magnitude,20.0,degrees,r_at_1,0.009305932531989143,0.006591702210158977,0.0027142303218301665,0.27142303218301667,0.29166666666666663,29.166666666666664,70.83333333333333,581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University-1652: Street → satellite.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1.7087% and Full 2.1849%.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C:\OneDrive\文档\LGM-GAME\outputs\paper_evidence_rebuild_20260914\execution\pipeline_post_robustness_audit_20260929_1448\a1\aggregate\figures\source_data\university1652_street_to_satellite__official_trapezoid_map.csv</a:t>
            </a:r>
          </a:p>
          <a:p xmlns:a="http://schemas.openxmlformats.org/drawingml/2006/main">
            <a:r>
              <a:t>Source SHA256: 2898b494b574a144bbb8a70ec22ca604f9374a90afa013c3965b3caa24562c89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university1652,visual,1,university1652_street_to_satellite,2579,951,gaussian_noise,Gaussian noise,1,standard_deviation,0.02,"fraction of the [0,1] RGB intensity range",official_trapezoid_mAP,0.017087433487176895,0.016470149159431458,0.0006172843277454376,0.06172843277454376,0.036125046409612824,3.612504640961282,96.38749535903872,3845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noise,2,standard_deviation,0.04,"fraction of the [0,1] RGB intensity range",official_trapezoid_mAP,0.017087433487176895,0.014940529130399227,0.002146904356777668,0.2146904356777668,0.12564229487060138,12.564229487060139,87.43577051293987,3845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noise,3,standard_deviation,0.08,"fraction of the [0,1] RGB intensity range",official_trapezoid_mAP,0.017087433487176895,0.014482608065009117,0.002604825422167778,0.2604825422167778,0.15244099847543197,15.244099847543197,84.7559001524568,3845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noise,4,standard_deviation,0.12,"fraction of the [0,1] RGB intensity range",official_trapezoid_mAP,0.017087433487176895,0.012954828329384327,0.004132605157792568,0.4132605157792568,0.241850548292922,24.1850548292922,75.8149451707078,3845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university1652,visual,1,university1652_street_to_satellite,2579,951,gaussian_noise,Gaussian noise,5,standard_deviation,0.18,"fraction of the [0,1] RGB intensity range",official_trapezoid_mAP,0.017087433487176895,0.011189311742782593,0.005898121744394302,0.5898121744394302,0.34517306234552386,34.517306234552386,65.48269376544762,3845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blur,1,radius,0.5,pixels in the decoded source image,official_trapezoid_mAP,0.017087433487176895,0.017265617847442627,-0.0001781843602657318,-0.01781843602657318,-0.010427801249347867,-1.0427801249347868,101.0427801249348,3845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blur,2,radius,1.0,pixels in the decoded source image,official_trapezoid_mAP,0.017087433487176895,0.016467154026031494,0.000620279461145401,0.0620279461145401,0.03630032922210839,3.630032922210839,96.36996707778916,3845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blur,3,radius,2.0,pixels in the decoded source image,official_trapezoid_mAP,0.017087433487176895,0.013004438020288944,0.004082995466887951,0.4082995466887951,0.2389472632008778,23.89472632008778,76.10527367991222,3845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blur,4,radius,3.0,pixels in the decoded source image,official_trapezoid_mAP,0.017087433487176895,0.010398329235613346,0.006689104251563549,0.6689104251563549,0.39146336730927583,39.14633673092759,60.85366326907241,3845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university1652,visual,1,university1652_street_to_satellite,2579,951,gaussian_blur,Gaussian blur,5,radius,4.0,pixels in the decoded source image,official_trapezoid_mAP,0.017087433487176895,0.00831516832113266,0.008772265166044235,0.8772265166044235,0.5133752340646885,51.337523406468854,48.662476593531146,3845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university1652,visual,1,university1652_street_to_satellite,2579,951,brightness,Brightness,1,factor,0.8,multiplicative Pillow brightness factor,official_trapezoid_mAP,0.017087433487176895,0.01806778460741043,-0.0009803511202335358,-0.09803511202335358,-0.05737263708849144,-5.737263708849144,105.73726370884914,3845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university1652,visual,1,university1652_street_to_satellite,2579,951,brightness,Brightness,2,factor,0.65,multiplicative Pillow brightness factor,official_trapezoid_mAP,0.017087433487176895,0.018005963414907455,-0.0009185299277305603,-0.09185299277305603,-0.053754703912665555,-5.375470391266555,105.37547039126656,3845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university1652,visual,1,university1652_street_to_satellite,2579,951,brightness,Brightness,3,factor,0.5,multiplicative Pillow brightness factor,official_trapezoid_mAP,0.017087433487176895,0.01818499155342579,-0.0010975580662488937,-0.10975580662488937,-0.06423188520807095,-6.423188520807095,106.42318852080709,3845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university1652,visual,1,university1652_street_to_satellite,2579,951,brightness,Brightness,4,factor,0.35,multiplicative Pillow brightness factor,official_trapezoid_mAP,0.017087433487176895,0.017289992421865463,-0.00020255893468856812,-0.02025589346885681,-0.011854263242082351,-1.185426324208235,101.18542632420824,3845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university1652,visual,1,university1652_street_to_satellite,2579,951,brightness,Brightness,5,factor,0.2,multiplicative Pillow brightness factor,official_trapezoid_mAP,0.017087433487176895,0.012847166508436203,0.004240266978740692,0.4240266978740692,0.24815119145439607,24.815119145439606,75.18488085456039,3845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university1652,visual,1,university1652_street_to_satellite,2579,951,contrast,Contrast,1,factor,0.8,multiplicative Pillow contrast factor,official_trapezoid_mAP,0.017087433487176895,0.017183903604745865,-9.647011756896973e-05,-0.009647011756896973,-0.005645676259185724,-0.5645676259185723,100.56456762591857,3845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university1652,visual,1,university1652_street_to_satellite,2579,951,contrast,Contrast,2,factor,0.65,multiplicative Pillow contrast factor,official_trapezoid_mAP,0.017087433487176895,0.01738153025507927,-0.00029409676790237427,-0.029409676790237427,-0.017211289695616163,-1.7211289695616163,101.72112896956162,3845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university1652,visual,1,university1652_street_to_satellite,2579,951,contrast,Contrast,3,factor,0.5,multiplicative Pillow contrast factor,official_trapezoid_mAP,0.017087433487176895,0.015100746415555477,0.001986687071621418,0.1986687071621418,0.11626597248277858,11.626597248277857,88.37340275172214,3845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university1652,visual,1,university1652_street_to_satellite,2579,951,contrast,Contrast,4,factor,0.35,multiplicative Pillow contrast factor,official_trapezoid_mAP,0.017087433487176895,0.012821923941373825,0.00426550954580307,0.426550954580307,0.2496284505806025,24.96284505806025,75.03715494193975,3845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university1652,visual,1,university1652_street_to_satellite,2579,951,contrast,Contrast,5,factor,0.2,multiplicative Pillow contrast factor,official_trapezoid_mAP,0.017087433487176895,0.009272740222513676,0.00781469326466322,0.781469326466322,0.45733569470966384,45.73356947096639,54.26643052903361,3845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occlusion,1,area_fraction,0.05,fraction of decoded source-image area,official_trapezoid_mAP,0.017087433487176895,0.015583226457238197,0.0015042070299386978,0.15042070299386978,0.08803001521951884,8.803001521951884,91.19699847804812,3845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occlusion,2,area_fraction,0.1,fraction of decoded source-image area,official_trapezoid_mAP,0.017087433487176895,0.014211633242666721,0.002875800244510174,0.2875800244510174,0.1682991332003306,16.82991332003306,83.17008667996694,3845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occlusion,3,area_fraction,0.2,fraction of decoded source-image area,official_trapezoid_mAP,0.017087433487176895,0.011027722619473934,0.006059710867702961,0.6059710867702961,0.3546296681857117,35.46296681857117,64.53703318142882,3845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occlusion,4,area_fraction,0.3,fraction of decoded source-image area,official_trapezoid_mAP,0.017087433487176895,0.008995442651212215,0.00809199083596468,0.809199083596468,0.4735638527598213,47.356385275982134,52.643614724017866,3845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university1652,visual,1,university1652_street_to_satellite,2579,951,center_occlusion,Center occlusion,5,area_fraction,0.4,fraction of decoded source-image area,official_trapezoid_mAP,0.017087433487176895,0.008743112906813622,0.008344320580363274,0.8344320580363274,0.4883308301755902,48.83308301755902,51.16691698244098,3845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1,magnitude,2.0,degrees,official_trapezoid_mAP,0.017087433487176895,0.016851812601089478,0.0002356208860874176,0.02356208860874176,0.013789132596433343,1.3789132596433342,98.62108674035666,3845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2,magnitude,5.0,degrees,official_trapezoid_mAP,0.017087433487176895,0.01624760404229164,0.0008398294448852539,0.08398294448852539,0.049148951802240874,4.914895180224088,95.0851048197759,3845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3,magnitude,10.0,degrees,official_trapezoid_mAP,0.017087433487176895,0.016393054276704788,0.0006943792104721069,0.0694379210472107,0.04063683472378677,4.063683472378677,95.93631652762133,3845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4,magnitude,15.0,degrees,official_trapezoid_mAP,0.017087433487176895,0.015347346663475037,0.0017400868237018585,0.17400868237018585,0.10183429975061442,10.183429975061442,89.81657002493856,3845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visual,1,university1652_street_to_satellite,2579,951,rotation,Rotation,5,magnitude,20.0,degrees,official_trapezoid_mAP,0.017087433487176895,0.014557522721588612,0.0025299107655882835,0.25299107655882835,0.148056802531921,14.805680253192099,85.1943197468079,3845e67389e89f600edc8321ff7357341a48ec3ad6e411d8657506fd50b30103,51edb3f929b337ec3c129ad502336a5f5676ef15fbd606d760526b04a2dbfbd0,4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noise,1,standard_deviation,0.02,"fraction of the [0,1] RGB intensity range",official_trapezoid_mAP,0.021849311888217926,0.02285950258374214,-0.0010101906955242157,-0.10101906955242157,-0.046234439816338256,-4.623443981633826,104.62344398163383,581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noise,2,standard_deviation,0.04,"fraction of the [0,1] RGB intensity range",official_trapezoid_mAP,0.021849311888217926,0.023547817021608353,-0.0016985051333904266,-0.16985051333904266,-0.07773723685579007,-7.773723685579006,107.773723685579,581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noise,3,standard_deviation,0.08,"fraction of the [0,1] RGB intensity range",official_trapezoid_mAP,0.021849311888217926,0.02234329655766487,-0.0004939846694469452,-0.04939846694469452,-0.02260870603038637,-2.260870603038637,102.26087060303864,581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noise,4,standard_deviation,0.12,"fraction of the [0,1] RGB intensity range",official_trapezoid_mAP,0.021849311888217926,0.01931389980018139,0.002535412088036537,0.2535412088036537,0.11604082091957041,11.604082091957041,88.39591790804296,581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university1652,full,1,university1652_street_to_satellite,2579,951,gaussian_noise,Gaussian noise,5,standard_deviation,0.18,"fraction of the [0,1] RGB intensity range",official_trapezoid_mAP,0.021849311888217926,0.014311790466308594,0.007537521421909332,0.7537521421909332,0.34497751967987067,34.497751967987064,65.50224803201293,581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blur,1,radius,0.5,pixels in the decoded source image,official_trapezoid_mAP,0.021849311888217926,0.02340824343264103,-0.0015589315444231033,-0.15589315444231033,-0.0713492284058495,-7.13492284058495,107.13492284058495,581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blur,2,radius,1.0,pixels in the decoded source image,official_trapezoid_mAP,0.021849311888217926,0.019482485949993134,0.0023668259382247925,0.23668259382247925,0.10832496466403985,10.832496466403985,89.16750353359602,581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blur,3,radius,2.0,pixels in the decoded source image,official_trapezoid_mAP,0.021849311888217926,0.013351515866816044,0.008497796021401882,0.8497796021401882,0.3889273980286882,38.89273980286882,61.10726019713118,581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blur,4,radius,3.0,pixels in the decoded source image,official_trapezoid_mAP,0.021849311888217926,0.00956028513610363,0.012289026752114296,1.2289026752114296,0.5624445664460975,56.244456644609755,43.755543355390245,581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university1652,full,1,university1652_street_to_satellite,2579,951,gaussian_blur,Gaussian blur,5,radius,4.0,pixels in the decoded source image,official_trapezoid_mAP,0.021849311888217926,0.008510429412126541,0.013338882476091385,1.3338882476091385,0.6104943965436401,61.049439654364015,38.950560345635985,581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university1652,full,1,university1652_street_to_satellite,2579,951,brightness,Brightness,1,factor,0.8,multiplicative Pillow brightness factor,official_trapezoid_mAP,0.021849311888217926,0.0233101025223732,-0.0014607906341552734,-0.14607906341552734,-0.066857512109706,-6.6857512109706,106.68575121097061,581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university1652,full,1,university1652_street_to_satellite,2579,951,brightness,Brightness,2,factor,0.65,multiplicative Pillow brightness factor,official_trapezoid_mAP,0.021849311888217926,0.022307096049189568,-0.00045778416097164154,-0.045778416097164154,-0.020951880009479756,-2.0951880009479757,102.09518800094797,581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university1652,full,1,university1652_street_to_satellite,2579,951,brightness,Brightness,3,factor,0.5,multiplicative Pillow brightness factor,official_trapezoid_mAP,0.021849311888217926,0.02239910699427128,-0.0005497951060533524,-0.054979510605335236,-0.02516303986441903,-2.516303986441903,102.5163039864419,581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university1652,full,1,university1652_street_to_satellite,2579,951,brightness,Brightness,4,factor,0.35,multiplicative Pillow brightness factor,official_trapezoid_mAP,0.021849311888217926,0.021397072821855545,0.000452239066362381,0.0452239066362381,0.020698091943401085,2.0698091943401087,97.93019080565989,581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university1652,full,1,university1652_street_to_satellite,2579,951,brightness,Brightness,5,factor,0.2,multiplicative Pillow brightness factor,official_trapezoid_mAP,0.021849311888217926,0.015749774873256683,0.006099537014961243,0.6099537014961243,0.27916380370085575,27.916380370085577,72.08361962991442,581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university1652,full,1,university1652_street_to_satellite,2579,951,contrast,Contrast,1,factor,0.8,multiplicative Pillow contrast factor,official_trapezoid_mAP,0.021849311888217926,0.021454190835356712,0.0003951210528612137,0.03951210528612137,0.018083912888546376,1.8083912888546376,98.19160871114536,581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university1652,full,1,university1652_street_to_satellite,2579,951,contrast,Contrast,2,factor,0.65,multiplicative Pillow contrast factor,official_trapezoid_mAP,0.021849311888217926,0.021477961912751198,0.0003713499754667282,0.03713499754667282,0.01699595746385843,1.6995957463858429,98.30040425361416,581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university1652,full,1,university1652_street_to_satellite,2579,951,contrast,Contrast,3,factor,0.5,multiplicative Pillow contrast factor,official_trapezoid_mAP,0.021849311888217926,0.018191346898674965,0.003657964989542961,0.3657964989542961,0.16741785774569362,16.74178577456936,83.25821422543063,581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university1652,full,1,university1652_street_to_satellite,2579,951,contrast,Contrast,4,factor,0.35,multiplicative Pillow contrast factor,official_trapezoid_mAP,0.021849311888217926,0.018266022205352783,0.003583289682865143,0.3583289682865143,0.16400011593945915,16.400011593945916,83.59998840605408,581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university1652,full,1,university1652_street_to_satellite,2579,951,contrast,Contrast,5,factor,0.2,multiplicative Pillow contrast factor,official_trapezoid_mAP,0.021849311888217926,0.012553839012980461,0.009295472875237465,0.9295472875237465,0.4254354975934037,42.54354975934037,57.45645024065963,581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occlusion,1,area_fraction,0.05,fraction of decoded source-image area,official_trapezoid_mAP,0.021849311888217926,0.018158994615077972,0.0036903172731399536,0.36903172731399536,0.1688985580882265,16.889855808822652,83.11014419117735,581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occlusion,2,area_fraction,0.1,fraction of decoded source-image area,official_trapezoid_mAP,0.021849311888217926,0.016209295019507408,0.005640016868710518,0.5640016868710518,0.2581324710620225,25.813247106202247,74.18675289379775,581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occlusion,3,area_fraction,0.2,fraction of decoded source-image area,official_trapezoid_mAP,0.021849311888217926,0.015027586370706558,0.006821725517511368,0.6821725517511368,0.3122169500079282,31.22169500079282,68.77830499920718,581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occlusion,4,area_fraction,0.3,fraction of decoded source-image area,official_trapezoid_mAP,0.021849311888217926,0.009608527645468712,0.012240784242749214,1.2240784242749214,0.5602366017462529,56.02366017462529,43.976339825374716,581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university1652,full,1,university1652_street_to_satellite,2579,951,center_occlusion,Center occlusion,5,area_fraction,0.4,fraction of decoded source-image area,official_trapezoid_mAP,0.021849311888217926,0.008330029435455799,0.013519282452762127,1.3519282452762127,0.6187509484018257,61.87509484018256,38.12490515981743,581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1,magnitude,2.0,degrees,official_trapezoid_mAP,0.021849311888217926,0.022438017651438713,-0.000588705763220787,-0.058870576322078705,-0.026943904056687576,-2.6943904056687575,102.69439040566876,581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2,magnitude,5.0,degrees,official_trapezoid_mAP,0.021849311888217926,0.022103169932961464,-0.0002538580447435379,-0.02538580447435379,-0.011618583049310075,-1.1618583049310076,101.161858304931,581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3,magnitude,10.0,degrees,official_trapezoid_mAP,0.021849311888217926,0.021980276331305504,-0.00013096444308757782,-0.013096444308757782,-0.005993984788060964,-0.5993984788060963,100.5993984788061,581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4,magnitude,15.0,degrees,official_trapezoid_mAP,0.021849311888217926,0.019148297607898712,0.002701014280319214,0.2701014280319214,0.12362010731219938,12.362010731219938,87.63798926878006,581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university1652,full,1,university1652_street_to_satellite,2579,951,rotation,Rotation,5,magnitude,20.0,degrees,official_trapezoid_mAP,0.021849311888217926,0.016393344849348068,0.005455967038869858,0.5455967038869858,0.24970887260810928,24.97088726081093,75.02911273918907,581fc1b40e0dc343f3906c8e180bc843a58d37ba97e8fb5833f2c49ac39a9c99,c7bfc6c41ccadf0f52cf79609a76ef921bf456c5d06334b78ece284a5b4c9ce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150 m → satellite. R@1 retained under six image corruptions, seed 1. Retained percentage is 100 × corrupted metric / that variant's own clean metric; severity 0 is the defined 100% clean reference only when clean &gt; 0. Undefined clean-zero retention is left as a gap. Clean R@1 is Visual 34.0750% and Full 28.7000%.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C:\OneDrive\文档\LGM-GAME\outputs\paper_evidence_rebuild_20260914\execution\pipeline_post_robustness_audit_20260929_1448\a1\aggregate\figures\source_data\sues200_uav_150m_to_satellite__r_at_1.csv</a:t>
            </a:r>
          </a:p>
          <a:p xmlns:a="http://schemas.openxmlformats.org/drawingml/2006/main">
            <a:r>
              <a:t>Source SHA256: c48e1326be92b725582f0439f79d12f5bda2c26717f3fc85a60bf6d5a4e3852a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sues200,visual,1,sues200_uav_150m_to_satellite,4000,200,gaussian_noise,Gaussian noise,1,standard_deviation,0.02,"fraction of the [0,1] RGB intensity range",r_at_1,0.34075,0.3375,0.003249999999999975,0.3249999999999975,0.00953778429933962,0.953778429933962,99.04622157006604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noise,2,standard_deviation,0.04,"fraction of the [0,1] RGB intensity range",r_at_1,0.34075,0.32425,0.016500000000000015,1.6500000000000015,0.04842259721203233,4.842259721203233,95.15774027879677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noise,3,standard_deviation,0.08,"fraction of the [0,1] RGB intensity range",r_at_1,0.34075,0.247,0.09375,9.375,0.2751283932501834,27.51283932501834,72.48716067498165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noise,4,standard_deviation,0.12,"fraction of the [0,1] RGB intensity range",r_at_1,0.34075,0.168,0.17275,17.275,0.5069699192956713,50.696991929567126,49.303008070432874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noise,5,standard_deviation,0.18,"fraction of the [0,1] RGB intensity range",r_at_1,0.34075,0.07725,0.2635,26.35,0.7732942039618489,77.32942039618489,22.670579603815114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blur,1,radius,0.5,pixels in the decoded source image,r_at_1,0.34075,0.34475,-0.0040000000000000036,-0.40000000000000036,-0.01173881144534117,-1.173881144534117,101.17388114453412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blur,2,radius,1.0,pixels in the decoded source image,r_at_1,0.34075,0.345,-0.004249999999999976,-0.4249999999999976,-0.012472487160674912,-1.2472487160674912,101.2472487160675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blur,3,radius,2.0,pixels in the decoded source image,r_at_1,0.34075,0.2805,0.06024999999999997,6.024999999999997,0.17681584739545111,17.681584739545112,82.3184152604549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blur,4,radius,3.0,pixels in the decoded source image,r_at_1,0.34075,0.179,0.16175,16.175,0.47468818782098315,47.46881878209832,52.53118121790168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blur,5,radius,4.0,pixels in the decoded source image,r_at_1,0.34075,0.119,0.22175,22.175,0.6507703595011005,65.07703595011006,34.92296404988994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sues200,visual,1,sues200_uav_150m_to_satellite,4000,200,brightness,Brightness,1,factor,0.8,multiplicative Pillow brightness factor,r_at_1,0.34075,0.35925,-0.018500000000000016,-1.8500000000000016,-0.05429200293470291,-5.429200293470291,105.4292002934703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sues200,visual,1,sues200_uav_150m_to_satellite,4000,200,brightness,Brightness,2,factor,0.65,multiplicative Pillow brightness factor,r_at_1,0.34075,0.36425,-0.02350000000000002,-2.3500000000000023,-0.06896551724137938,-6.896551724137938,106.89655172413795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sues200,visual,1,sues200_uav_150m_to_satellite,4000,200,brightness,Brightness,3,factor,0.5,multiplicative Pillow brightness factor,r_at_1,0.34075,0.36925,-0.028500000000000025,-2.8500000000000023,-0.08363903154805584,-8.363903154805584,108.36390315480558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sues200,visual,1,sues200_uav_150m_to_satellite,4000,200,brightness,Brightness,4,factor,0.35,multiplicative Pillow brightness factor,r_at_1,0.34075,0.337,0.0037499999999999756,0.37499999999999756,0.011005135730007266,1.1005135730007265,98.89948642699927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sues200,visual,1,sues200_uav_150m_to_satellite,4000,200,brightness,Brightness,5,factor,0.2,multiplicative Pillow brightness factor,r_at_1,0.34075,0.17125,0.16949999999999998,16.95,0.4974321349963316,49.74321349963316,50.256786500366836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sues200,visual,1,sues200_uav_150m_to_satellite,4000,200,contrast,Contrast,1,factor,0.8,multiplicative Pillow contrast factor,r_at_1,0.34075,0.3275,0.013249999999999984,1.3249999999999984,0.038884812912692544,3.8884812912692546,96.11151870873074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sues200,visual,1,sues200_uav_150m_to_satellite,4000,200,contrast,Contrast,2,factor,0.65,multiplicative Pillow contrast factor,r_at_1,0.34075,0.302,0.03875000000000001,3.875000000000001,0.1137197358767425,11.37197358767425,88.62802641232575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sues200,visual,1,sues200_uav_150m_to_satellite,4000,200,contrast,Contrast,3,factor,0.5,multiplicative Pillow contrast factor,r_at_1,0.34075,0.2655,0.07524999999999998,7.524999999999999,0.22083639031548052,22.083639031548053,77.91636096845194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sues200,visual,1,sues200_uav_150m_to_satellite,4000,200,contrast,Contrast,4,factor,0.35,multiplicative Pillow contrast factor,r_at_1,0.34075,0.19575,0.145,14.499999999999998,0.42553191489361697,42.553191489361694,57.4468085106383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sues200,visual,1,sues200_uav_150m_to_satellite,4000,200,contrast,Contrast,5,factor,0.2,multiplicative Pillow contrast factor,r_at_1,0.34075,0.0895,0.25125,25.124999999999996,0.7373440939104915,73.73440939104916,26.26559060895084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occlusion,1,area_fraction,0.05,fraction of decoded source-image area,r_at_1,0.34075,0.2675,0.07324999999999998,7.324999999999998,0.21496698459280994,21.496698459280992,78.50330154071901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occlusion,2,area_fraction,0.1,fraction of decoded source-image area,r_at_1,0.34075,0.158,0.18275,18.275,0.5363169479090242,53.631694790902415,46.36830520909758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occlusion,3,area_fraction,0.2,fraction of decoded source-image area,r_at_1,0.34075,0.056,0.28475,28.475,0.8356566397652238,83.56566397652237,16.434336023477623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occlusion,4,area_fraction,0.3,fraction of decoded source-image area,r_at_1,0.34075,0.026,0.31475,31.474999999999998,0.9236977256052824,92.36977256052825,7.630227439471754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occlusion,5,area_fraction,0.4,fraction of decoded source-image area,r_at_1,0.34075,0.014,0.32675,32.675,0.9589141599413059,95.8914159941306,4.108584005869406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1,magnitude,2.0,degrees,r_at_1,0.34075,0.33375,0.007000000000000006,0.7000000000000006,0.02054292002934705,2.0542920029347047,97.9457079970653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2,magnitude,5.0,degrees,r_at_1,0.34075,0.33275,0.008000000000000007,0.8000000000000007,0.02347762289068234,2.347762289068234,97.65223771093177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3,magnitude,10.0,degrees,r_at_1,0.34075,0.3315,0.00924999999999998,0.924999999999998,0.027146001467351372,2.7146001467351373,97.28539985326485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4,magnitude,15.0,degrees,r_at_1,0.34075,0.32225,0.018500000000000016,1.8500000000000016,0.05429200293470291,5.429200293470291,94.57079970652971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5,magnitude,20.0,degrees,r_at_1,0.34075,0.3155,0.025249999999999995,2.5249999999999995,0.07410124724871606,7.410124724871606,92.58987527512839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noise,1,standard_deviation,0.02,"fraction of the [0,1] RGB intensity range",r_at_1,0.287,0.2795,0.007499999999999951,0.7499999999999951,0.0261324041811845,2.61324041811845,97.38675958188155,7478740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noise,2,standard_deviation,0.04,"fraction of the [0,1] RGB intensity range",r_at_1,0.287,0.263,0.023999999999999966,2.399999999999997,0.08362369337979082,8.362369337979082,91.63763066202091,7478740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noise,3,standard_deviation,0.08,"fraction of the [0,1] RGB intensity range",r_at_1,0.287,0.22775,0.05924999999999997,5.924999999999997,0.2064459930313588,20.64459930313588,79.35540069686412,7478740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noise,4,standard_deviation,0.12,"fraction of the [0,1] RGB intensity range",r_at_1,0.287,0.1685,0.11849999999999997,11.849999999999996,0.4128919860627177,41.28919860627177,58.71080139372823,7478740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noise,5,standard_deviation,0.18,"fraction of the [0,1] RGB intensity range",r_at_1,0.287,0.09975,0.18724999999999997,18.724999999999998,0.6524390243902438,65.24390243902438,34.75609756097562,7478740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blur,1,radius,0.5,pixels in the decoded source image,r_at_1,0.287,0.2885,-0.0015000000000000013,-0.15000000000000013,-0.0052264808362369386,-0.5226480836236939,100.5226480836237,7478740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blur,2,radius,1.0,pixels in the decoded source image,r_at_1,0.287,0.29875,-0.011750000000000038,-1.1750000000000038,-0.040940766550522784,-4.0940766550522785,104.09407665505228,7478740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blur,3,radius,2.0,pixels in the decoded source image,r_at_1,0.287,0.24725,0.03974999999999998,3.974999999999998,0.1385017421602787,13.850174216027868,86.14982578397213,7478740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blur,4,radius,3.0,pixels in the decoded source image,r_at_1,0.287,0.19025,0.09674999999999997,9.674999999999997,0.3371080139372822,33.71080139372822,66.28919860627178,7478740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blur,5,radius,4.0,pixels in the decoded source image,r_at_1,0.287,0.15375,0.13324999999999998,13.324999999999998,0.46428571428571425,46.42857142857142,53.57142857142858,7478740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sues200,full,1,sues200_uav_150m_to_satellite,4000,200,brightness,Brightness,1,factor,0.8,multiplicative Pillow brightness factor,r_at_1,0.287,0.2995,-0.012500000000000011,-1.250000000000001,-0.04355400696864116,-4.355400696864116,104.35540069686412,7478740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sues200,full,1,sues200_uav_150m_to_satellite,4000,200,brightness,Brightness,2,factor,0.65,multiplicative Pillow brightness factor,r_at_1,0.287,0.30425,-0.017250000000000043,-1.7250000000000043,-0.06010452961672489,-6.010452961672489,106.01045296167248,7478740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sues200,full,1,sues200_uav_150m_to_satellite,4000,200,brightness,Brightness,3,factor,0.5,multiplicative Pillow brightness factor,r_at_1,0.287,0.304,-0.017000000000000015,-1.7000000000000015,-0.05923344947735197,-5.923344947735197,105.92334494773519,7478740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sues200,full,1,sues200_uav_150m_to_satellite,4000,200,brightness,Brightness,4,factor,0.35,multiplicative Pillow brightness factor,r_at_1,0.287,0.2585,0.02849999999999997,2.849999999999997,0.09930313588850165,9.930313588850165,90.06968641114983,7478740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sues200,full,1,sues200_uav_150m_to_satellite,4000,200,brightness,Brightness,5,factor,0.2,multiplicative Pillow brightness factor,r_at_1,0.287,0.12475,0.16224999999999998,16.224999999999998,0.5653310104529616,56.53310104529616,43.46689895470384,7478740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sues200,full,1,sues200_uav_150m_to_satellite,4000,200,contrast,Contrast,1,factor,0.8,multiplicative Pillow contrast factor,r_at_1,0.287,0.285,0.0020000000000000018,0.20000000000000018,0.006968641114982585,0.6968641114982586,99.30313588850174,7478740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sues200,full,1,sues200_uav_150m_to_satellite,4000,200,contrast,Contrast,2,factor,0.65,multiplicative Pillow contrast factor,r_at_1,0.287,0.277,0.009999999999999953,0.9999999999999953,0.03484320557491273,3.484320557491273,96.51567944250873,7478740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sues200,full,1,sues200_uav_150m_to_satellite,4000,200,contrast,Contrast,3,factor,0.5,multiplicative Pillow contrast factor,r_at_1,0.287,0.25,0.03699999999999998,3.6999999999999975,0.12891986062717764,12.891986062717764,87.10801393728224,7478740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sues200,full,1,sues200_uav_150m_to_satellite,4000,200,contrast,Contrast,4,factor,0.35,multiplicative Pillow contrast factor,r_at_1,0.287,0.18975,0.09724999999999998,9.724999999999998,0.3388501742160278,33.88501742160278,66.11498257839722,7478740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sues200,full,1,sues200_uav_150m_to_satellite,4000,200,contrast,Contrast,5,factor,0.2,multiplicative Pillow contrast factor,r_at_1,0.287,0.081,0.20599999999999996,20.599999999999994,0.7177700348432055,71.77700348432055,28.222996515679444,7478740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occlusion,1,area_fraction,0.05,fraction of decoded source-image area,r_at_1,0.287,0.21675,0.07024999999999998,7.024999999999998,0.24477351916376303,24.477351916376303,75.52264808362371,7478740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occlusion,2,area_fraction,0.1,fraction of decoded source-image area,r_at_1,0.287,0.176,0.11099999999999999,11.099999999999998,0.3867595818815331,38.67595818815331,61.32404181184669,7478740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occlusion,3,area_fraction,0.2,fraction of decoded source-image area,r_at_1,0.287,0.09575,0.19124999999999998,19.124999999999996,0.6663763066202091,66.63763066202091,33.362369337979096,7478740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occlusion,4,area_fraction,0.3,fraction of decoded source-image area,r_at_1,0.287,0.05275,0.23424999999999999,23.424999999999997,0.8162020905923345,81.62020905923345,18.37979094076655,7478740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occlusion,5,area_fraction,0.4,fraction of decoded source-image area,r_at_1,0.287,0.01525,0.27175,27.175,0.9468641114982579,94.68641114982579,5.313588850174217,7478740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1,magnitude,2.0,degrees,r_at_1,0.287,0.2855,0.0015000000000000013,0.15000000000000013,0.0052264808362369386,0.5226480836236939,99.4773519163763,7478740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2,magnitude,5.0,degrees,r_at_1,0.287,0.28325,0.0037499999999999756,0.37499999999999756,0.01306620209059225,1.306620209059225,98.69337979094077,7478740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3,magnitude,10.0,degrees,r_at_1,0.287,0.27875,0.00824999999999998,0.824999999999998,0.028745644599303066,2.8745644599303066,97.12543554006969,7478740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4,magnitude,15.0,degrees,r_at_1,0.287,0.26825,0.01874999999999999,1.874999999999999,0.06533101045296164,6.5331010452961635,93.46689895470384,7478740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5,magnitude,20.0,degrees,r_at_1,0.287,0.26075,0.026249999999999996,2.6249999999999996,0.09146341463414634,9.146341463414634,90.85365853658537,7478740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150 m → satellite.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42.5678% and Full 37.1579%.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C:\OneDrive\文档\LGM-GAME\outputs\paper_evidence_rebuild_20260914\execution\pipeline_post_robustness_audit_20260929_1448\a1\aggregate\figures\source_data\sues200_uav_150m_to_satellite__official_trapezoid_map.csv</a:t>
            </a:r>
          </a:p>
          <a:p xmlns:a="http://schemas.openxmlformats.org/drawingml/2006/main">
            <a:r>
              <a:t>Source SHA256: d71573bcb39f59489fed67c2a26587faac870d13a8bb9a0fd1fd4b4628dc3a3a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sues200,visual,1,sues200_uav_150m_to_satellite,4000,200,gaussian_noise,Gaussian noise,1,standard_deviation,0.02,"fraction of the [0,1] RGB intensity range",official_trapezoid_mAP,0.4256778061389923,0.4230140447616577,0.0026637613773345947,0.2663761377334595,0.006257693821286101,0.6257693821286101,99.37423061787139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noise,2,standard_deviation,0.04,"fraction of the [0,1] RGB intensity range",official_trapezoid_mAP,0.4256778061389923,0.41128265857696533,0.014395147562026978,1.4395147562026978,0.03381700279982808,3.381700279982808,96.61829972001719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noise,3,standard_deviation,0.08,"fraction of the [0,1] RGB intensity range",official_trapezoid_mAP,0.4256778061389923,0.3347657322883606,0.09091207385063171,9.091207385063171,0.2135701522126035,21.35701522126035,78.64298477873965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noise,4,standard_deviation,0.12,"fraction of the [0,1] RGB intensity range",official_trapezoid_mAP,0.4256778061389923,0.24419718980789185,0.18148061633110046,18.148061633110046,0.42633328238833157,42.63332823883316,57.36667176116684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sues200,visual,1,sues200_uav_150m_to_satellite,4000,200,gaussian_noise,Gaussian noise,5,standard_deviation,0.18,"fraction of the [0,1] RGB intensity range",official_trapezoid_mAP,0.4256778061389923,0.13491293787956238,0.29076486825942993,29.076486825942993,0.6830632559793107,68.30632559793108,31.693674402068922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blur,1,radius,0.5,pixels in the decoded source image,official_trapezoid_mAP,0.4256778061389923,0.42987385392189026,-0.004196047782897949,-0.4196047782897949,-0.00985733275821257,-0.985733275821257,100.98573327582126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blur,2,radius,1.0,pixels in the decoded source image,official_trapezoid_mAP,0.4256778061389923,0.4280325770378113,-0.0023547708988189697,-0.23547708988189697,-0.00553181506026201,-0.553181506026201,100.5531815060262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blur,3,radius,2.0,pixels in the decoded source image,official_trapezoid_mAP,0.4256778061389923,0.3627709448337555,0.06290686130523682,6.290686130523682,0.1477804583607924,14.77804583607924,85.22195416392076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blur,4,radius,3.0,pixels in the decoded source image,official_trapezoid_mAP,0.4256778061389923,0.256994366645813,0.16868343949317932,16.868343949317932,0.3962702237713112,39.62702237713112,60.37297762286888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sues200,visual,1,sues200_uav_150m_to_satellite,4000,200,gaussian_blur,Gaussian blur,5,radius,4.0,pixels in the decoded source image,official_trapezoid_mAP,0.4256778061389923,0.18127483129501343,0.24440297484397888,24.440297484397888,0.5741501467055025,57.41501467055025,42.58498532944975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sues200,visual,1,sues200_uav_150m_to_satellite,4000,200,brightness,Brightness,1,factor,0.8,multiplicative Pillow brightness factor,official_trapezoid_mAP,0.4256778061389923,0.44233331084251404,-0.01665550470352173,-1.6655504703521729,-0.0391270215719994,-3.9127021571999396,103.91270215719994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sues200,visual,1,sues200_uav_150m_to_satellite,4000,200,brightness,Brightness,2,factor,0.65,multiplicative Pillow brightness factor,official_trapezoid_mAP,0.4256778061389923,0.44870033860206604,-0.02302253246307373,-2.302253246307373,-0.05408440875011561,-5.408440875011561,105.40844087501156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sues200,visual,1,sues200_uav_150m_to_satellite,4000,200,brightness,Brightness,3,factor,0.5,multiplicative Pillow brightness factor,official_trapezoid_mAP,0.4256778061389923,0.45358574390411377,-0.02790793776512146,-2.790793776512146,-0.06556117646408129,-6.556117646408128,106.55611764640813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sues200,visual,1,sues200_uav_150m_to_satellite,4000,200,brightness,Brightness,4,factor,0.35,multiplicative Pillow brightness factor,official_trapezoid_mAP,0.4256778061389923,0.42083027958869934,0.004847526550292969,0.4847526550292969,0.011387783155202023,1.1387783155202023,98.8612216844798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sues200,visual,1,sues200_uav_150m_to_satellite,4000,200,brightness,Brightness,5,factor,0.2,multiplicative Pillow brightness factor,official_trapezoid_mAP,0.4256778061389923,0.2330533117055893,0.19262449443340302,19.2624494433403,0.45251242055712737,45.25124205571274,54.74875794428726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sues200,visual,1,sues200_uav_150m_to_satellite,4000,200,contrast,Contrast,1,factor,0.8,multiplicative Pillow contrast factor,official_trapezoid_mAP,0.4256778061389923,0.4114841818809509,0.014193624258041382,1.4193624258041382,0.03334358534399813,3.3343585343998132,96.66564146560019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sues200,visual,1,sues200_uav_150m_to_satellite,4000,200,contrast,Contrast,2,factor,0.65,multiplicative Pillow contrast factor,official_trapezoid_mAP,0.4256778061389923,0.3875635266304016,0.0381142795085907,3.81142795085907,0.0895378592891583,8.953785928915831,91.04621407108417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sues200,visual,1,sues200_uav_150m_to_satellite,4000,200,contrast,Contrast,3,factor,0.5,multiplicative Pillow contrast factor,official_trapezoid_mAP,0.4256778061389923,0.35080239176750183,0.07487541437149048,7.487541437149048,0.17589691849483494,17.589691849483494,82.4103081505165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sues200,visual,1,sues200_uav_150m_to_satellite,4000,200,contrast,Contrast,4,factor,0.35,multiplicative Pillow contrast factor,official_trapezoid_mAP,0.4256778061389923,0.28001469373703003,0.14566311240196228,14.566311240196228,0.3421909958688341,34.21909958688341,65.78090041311658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sues200,visual,1,sues200_uav_150m_to_satellite,4000,200,contrast,Contrast,5,factor,0.2,multiplicative Pillow contrast factor,official_trapezoid_mAP,0.4256778061389923,0.15566541254520416,0.27001239359378815,27.001239359378815,0.6343116547298303,63.43116547298303,36.56883452701697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occlusion,1,area_fraction,0.05,fraction of decoded source-image area,official_trapezoid_mAP,0.4256778061389923,0.3473648130893707,0.07831299304962158,7.831299304962158,0.1839724597341371,18.39724597341371,81.6027540265863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occlusion,2,area_fraction,0.1,fraction of decoded source-image area,official_trapezoid_mAP,0.4256778061389923,0.23497726023197174,0.19070054590702057,19.070054590702057,0.44799269108418827,44.79926910841883,55.20073089158117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occlusion,3,area_fraction,0.2,fraction of decoded source-image area,official_trapezoid_mAP,0.4256778061389923,0.10843463987112045,0.31724316626787186,31.724316626787186,0.7452659304588823,74.52659304588823,25.473406954111763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occlusion,4,area_fraction,0.3,fraction of decoded source-image area,official_trapezoid_mAP,0.4256778061389923,0.05994589999318123,0.3657319061458111,36.57319061458111,0.859175415939802,85.91754159398019,14.082458406019809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sues200,visual,1,sues200_uav_150m_to_satellite,4000,200,center_occlusion,Center occlusion,5,area_fraction,0.4,fraction of decoded source-image area,official_trapezoid_mAP,0.4256778061389923,0.03372916579246521,0.3919486403465271,39.19486403465271,0.9207636261368722,92.07636261368722,7.923637386312775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1,magnitude,2.0,degrees,official_trapezoid_mAP,0.4256778061389923,0.41941148042678833,0.0062663257122039795,0.626632571220398,0.014720818473110386,1.4720818473110386,98.52791815268895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2,magnitude,5.0,degrees,official_trapezoid_mAP,0.4256778061389923,0.41959458589553833,0.0060832202434539795,0.608322024345398,0.01429066809620722,1.429066809620722,98.57093319037928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3,magnitude,10.0,degrees,official_trapezoid_mAP,0.4256778061389923,0.41740137338638306,0.008276432752609253,0.8276432752609253,0.019442951061223127,1.9442951061223128,98.05570489387769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4,magnitude,15.0,degrees,official_trapezoid_mAP,0.4256778061389923,0.4081222414970398,0.017555564641952515,1.7555564641952515,0.04124143751159127,4.124143751159127,95.87585624884088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150m_to_satellite,4000,200,rotation,Rotation,5,magnitude,20.0,degrees,official_trapezoid_mAP,0.4256778061389923,0.40060320496559143,0.02507460117340088,2.507460117340088,0.058905117466268656,5.890511746626865,94.10948825337313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noise,1,standard_deviation,0.02,"fraction of the [0,1] RGB intensity range",official_trapezoid_mAP,0.3715789318084717,0.3643897771835327,0.007189154624938965,0.7189154624938965,0.019347584078433636,1.9347584078433635,98.06524159215664,7478740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noise,2,standard_deviation,0.04,"fraction of the [0,1] RGB intensity range",official_trapezoid_mAP,0.3715789318084717,0.3467569053173065,0.02482202649116516,2.482202649116516,0.06680149052142584,6.680149052142584,93.31985094785742,7478740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noise,3,standard_deviation,0.08,"fraction of the [0,1] RGB intensity range",official_trapezoid_mAP,0.3715789318084717,0.30516186356544495,0.06641706824302673,6.641706824302673,0.17874282570267208,17.87428257026721,82.12571742973279,7478740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noise,4,standard_deviation,0.12,"fraction of the [0,1] RGB intensity range",official_trapezoid_mAP,0.3715789318084717,0.24089163541793823,0.13068729639053345,13.068729639053345,0.3517080361754619,35.17080361754619,64.82919638245382,7478740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sues200,full,1,sues200_uav_150m_to_satellite,4000,200,gaussian_noise,Gaussian noise,5,standard_deviation,0.18,"fraction of the [0,1] RGB intensity range",official_trapezoid_mAP,0.3715789318084717,0.16034573316574097,0.2112331986427307,21.12331986427307,0.568474637716031,56.8474637716031,43.152536228396905,7478740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blur,1,radius,0.5,pixels in the decoded source image,official_trapezoid_mAP,0.3715789318084717,0.37445464730262756,-0.002875715494155884,-0.2875715494155884,-0.007739177999570104,-0.7739177999570104,100.773917799957,7478740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blur,2,radius,1.0,pixels in the decoded source image,official_trapezoid_mAP,0.3715789318084717,0.38520610332489014,-0.013627171516418457,-1.3627171516418457,-0.03667369258557024,-3.6673692585570237,103.66736925855703,7478740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blur,3,radius,2.0,pixels in the decoded source image,official_trapezoid_mAP,0.3715789318084717,0.33285069465637207,0.03872823715209961,3.872823715209961,0.10422613834323058,10.422613834323059,89.57738616567694,7478740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blur,4,radius,3.0,pixels in the decoded source image,official_trapezoid_mAP,0.3715789318084717,0.26850900053977966,0.10306993126869202,10.306993126869202,0.27738367933577796,27.738367933577795,72.26163206642221,7478740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sues200,full,1,sues200_uav_150m_to_satellite,4000,200,gaussian_blur,Gaussian blur,5,radius,4.0,pixels in the decoded source image,official_trapezoid_mAP,0.3715789318084717,0.22322887182235718,0.1483500599861145,14.83500599861145,0.39924238778580895,39.92423877858089,60.07576122141911,7478740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sues200,full,1,sues200_uav_150m_to_satellite,4000,200,brightness,Brightness,1,factor,0.8,multiplicative Pillow brightness factor,official_trapezoid_mAP,0.3715789318084717,0.38234463334083557,-0.010765701532363892,-1.0765701532363892,-0.02897285236266574,-2.897285236266574,102.89728523626657,7478740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sues200,full,1,sues200_uav_150m_to_satellite,4000,200,brightness,Brightness,2,factor,0.65,multiplicative Pillow brightness factor,official_trapezoid_mAP,0.3715789318084717,0.385823130607605,-0.0142441987991333,-1.42441987991333,-0.038334247665245444,-3.8334247665245442,103.83342476652454,7478740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sues200,full,1,sues200_uav_150m_to_satellite,4000,200,brightness,Brightness,3,factor,0.5,multiplicative Pillow brightness factor,official_trapezoid_mAP,0.3715789318084717,0.38406527042388916,-0.01248633861541748,-1.248633861541748,-0.03360346227017385,-3.3603462270173847,103.36034622701739,7478740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sues200,full,1,sues200_uav_150m_to_satellite,4000,200,brightness,Brightness,4,factor,0.35,multiplicative Pillow brightness factor,official_trapezoid_mAP,0.3715789318084717,0.341836154460907,0.029742777347564697,2.9742777347564697,0.08004430499546042,8.004430499546041,91.99556950045395,7478740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sues200,full,1,sues200_uav_150m_to_satellite,4000,200,brightness,Brightness,5,factor,0.2,multiplicative Pillow brightness factor,official_trapezoid_mAP,0.3715789318084717,0.19437436759471893,0.17720456421375275,17.720456421375275,0.4768961559561506,47.68961559561506,52.31038440438494,7478740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sues200,full,1,sues200_uav_150m_to_satellite,4000,200,contrast,Contrast,1,factor,0.8,multiplicative Pillow contrast factor,official_trapezoid_mAP,0.3715789318084717,0.36694616079330444,0.004632771015167236,0.46327710151672363,0.012467797871691963,1.2467797871691964,98.7532202128308,7478740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sues200,full,1,sues200_uav_150m_to_satellite,4000,200,contrast,Contrast,2,factor,0.65,multiplicative Pillow contrast factor,official_trapezoid_mAP,0.3715789318084717,0.3573856055736542,0.014193326234817505,1.4193326234817505,0.03819733849209023,3.8197338492090225,96.18026615079097,7478740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sues200,full,1,sues200_uav_150m_to_satellite,4000,200,contrast,Contrast,3,factor,0.5,multiplicative Pillow contrast factor,official_trapezoid_mAP,0.3715789318084717,0.3296542465686798,0.04192468523979187,4.192468523979187,0.11282847774965271,11.282847774965271,88.71715222503472,7478740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sues200,full,1,sues200_uav_150m_to_satellite,4000,200,contrast,Contrast,4,factor,0.35,multiplicative Pillow contrast factor,official_trapezoid_mAP,0.3715789318084717,0.2704865038394928,0.10109242796897888,10.109242796897888,0.2720617863799835,27.206178637998352,72.79382136200165,7478740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sues200,full,1,sues200_uav_150m_to_satellite,4000,200,contrast,Contrast,5,factor,0.2,multiplicative Pillow contrast factor,official_trapezoid_mAP,0.3715789318084717,0.1564037799835205,0.21517515182495117,21.517515182495117,0.579083294033102,57.9083294033102,42.091670596689795,7478740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occlusion,1,area_fraction,0.05,fraction of decoded source-image area,official_trapezoid_mAP,0.3715789318084717,0.2990490794181824,0.0725298523902893,7.252985239028931,0.1951936619153489,19.51936619153489,80.48063380846511,7478740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occlusion,2,area_fraction,0.1,fraction of decoded source-image area,official_trapezoid_mAP,0.3715789318084717,0.2506549060344696,0.12092402577400208,12.092402577400208,0.3254329441808388,32.54329441808388,67.45670558191613,7478740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occlusion,3,area_fraction,0.2,fraction of decoded source-image area,official_trapezoid_mAP,0.3715789318084717,0.15212978422641754,0.21944914758205414,21.944914758205414,0.5905855493851518,59.05855493851519,40.94144506148481,7478740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occlusion,4,area_fraction,0.3,fraction of decoded source-image area,official_trapezoid_mAP,0.3715789318084717,0.09519083797931671,0.27638809382915497,27.638809382915497,0.7438206802629426,74.38206802629426,25.61793197370574,7478740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sues200,full,1,sues200_uav_150m_to_satellite,4000,200,center_occlusion,Center occlusion,5,area_fraction,0.4,fraction of decoded source-image area,official_trapezoid_mAP,0.3715789318084717,0.047574784606695175,0.3240041472017765,32.40041472017765,0.871965871759335,87.1965871759335,12.803412824066498,7478740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1,magnitude,2.0,degrees,official_trapezoid_mAP,0.3715789318084717,0.368821918964386,0.0027570128440856934,0.27570128440856934,0.0074197232622079355,0.7419723262207936,99.25802767377921,7478740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2,magnitude,5.0,degrees,official_trapezoid_mAP,0.3715789318084717,0.3662535548210144,0.005325376987457275,0.5325376987457275,0.014331751699534493,1.4331751699534494,98.56682483004656,7478740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3,magnitude,10.0,degrees,official_trapezoid_mAP,0.3715789318084717,0.3614623546600342,0.0101165771484375,1.01165771484375,0.02722591697866238,2.722591697866238,97.27740830213376,7478740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4,magnitude,15.0,degrees,official_trapezoid_mAP,0.3715789318084717,0.35284850001335144,0.01873043179512024,1.873043179512024,0.05040767974642528,5.040767974642528,94.95923202535747,7478740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150m_to_satellite,4000,200,rotation,Rotation,5,magnitude,20.0,degrees,official_trapezoid_mAP,0.3715789318084717,0.347922146320343,0.023656785488128662,2.365678548812866,0.06366557267655429,6.366557267655429,93.63344273234458,7478740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150 m. R@1 retained under six image corruptions, seed 1. Retained percentage is 100 × corrupted metric / that variant's own clean metric; severity 0 is the defined 100% clean reference only when clean &gt; 0. Undefined clean-zero retention is left as a gap. Clean R@1 is Visual 53.7500% and Full 47.5000%.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C:\OneDrive\文档\LGM-GAME\outputs\paper_evidence_rebuild_20260914\execution\pipeline_post_robustness_audit_20260929_1448\a1\aggregate\figures\source_data\sues200_satellite_to_uav_150m__r_at_1.csv</a:t>
            </a:r>
          </a:p>
          <a:p xmlns:a="http://schemas.openxmlformats.org/drawingml/2006/main">
            <a:r>
              <a:t>Source SHA256: 5b19be3f2e54ee94ef1ac2c503edc71b1c0a8c5309b2faa16206247ed3cb3f7e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sues200,visual,1,sues200_satellite_to_uav_150m,80,10000,gaussian_noise,Gaussian noise,1,standard_deviation,0.02,"fraction of the [0,1] RGB intensity range",r_at_1,0.5375,0.5375,0.0,0.0,0.0,0.0,100.0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noise,2,standard_deviation,0.04,"fraction of the [0,1] RGB intensity range",r_at_1,0.5375,0.4375,0.09999999999999998,9.999999999999998,0.18604651162790695,18.604651162790695,81.39534883720931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noise,3,standard_deviation,0.08,"fraction of the [0,1] RGB intensity range",r_at_1,0.5375,0.2,0.33749999999999997,33.75,0.627906976744186,62.7906976744186,37.2093023255814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noise,4,standard_deviation,0.12,"fraction of the [0,1] RGB intensity range",r_at_1,0.5375,0.1,0.4375,43.75,0.813953488372093,81.3953488372093,18.6046511627907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noise,5,standard_deviation,0.18,"fraction of the [0,1] RGB intensity range",r_at_1,0.5375,0.0375,0.5,50.0,0.9302325581395349,93.02325581395348,6.976744186046512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blur,1,radius,0.5,pixels in the decoded source image,r_at_1,0.5375,0.5125,0.025000000000000022,2.500000000000002,0.046511627906976785,4.651162790697678,95.34883720930232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blur,2,radius,1.0,pixels in the decoded source image,r_at_1,0.5375,0.475,0.0625,6.25,0.11627906976744186,11.627906976744185,88.37209302325581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blur,3,radius,2.0,pixels in the decoded source image,r_at_1,0.5375,0.2875,0.25,25.0,0.46511627906976744,46.51162790697674,53.48837209302325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blur,4,radius,3.0,pixels in the decoded source image,r_at_1,0.5375,0.15,0.38749999999999996,38.74999999999999,0.7209302325581395,72.09302325581395,27.906976744186046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blur,5,radius,4.0,pixels in the decoded source image,r_at_1,0.5375,0.0625,0.475,47.5,0.8837209302325582,88.37209302325581,11.627906976744187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sues200,visual,1,sues200_satellite_to_uav_150m,80,10000,brightness,Brightness,1,factor,0.8,multiplicative Pillow brightness factor,r_at_1,0.5375,0.5,0.03749999999999998,3.749999999999998,0.06976744186046507,6.976744186046507,93.0232558139535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sues200,visual,1,sues200_satellite_to_uav_150m,80,10000,brightness,Brightness,2,factor,0.65,multiplicative Pillow brightness factor,r_at_1,0.5375,0.475,0.0625,6.25,0.11627906976744186,11.627906976744185,88.37209302325581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sues200,visual,1,sues200_satellite_to_uav_150m,80,10000,brightness,Brightness,3,factor,0.5,multiplicative Pillow brightness factor,r_at_1,0.5375,0.3875,0.14999999999999997,14.999999999999996,0.2790697674418604,27.90697674418604,72.09302325581396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sues200,visual,1,sues200_satellite_to_uav_150m,80,10000,brightness,Brightness,4,factor,0.35,multiplicative Pillow brightness factor,r_at_1,0.5375,0.2375,0.3,30.0,0.5581395348837209,55.81395348837209,44.18604651162791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sues200,visual,1,sues200_satellite_to_uav_150m,80,10000,brightness,Brightness,5,factor,0.2,multiplicative Pillow brightness factor,r_at_1,0.5375,0.0375,0.5,50.0,0.9302325581395349,93.02325581395348,6.976744186046512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sues200,visual,1,sues200_satellite_to_uav_150m,80,10000,contrast,Contrast,1,factor,0.8,multiplicative Pillow contrast factor,r_at_1,0.5375,0.5375,0.0,0.0,0.0,0.0,100.0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sues200,visual,1,sues200_satellite_to_uav_150m,80,10000,contrast,Contrast,2,factor,0.65,multiplicative Pillow contrast factor,r_at_1,0.5375,0.525,0.012499999999999956,1.2499999999999956,0.023255813953488292,2.3255813953488293,97.67441860465117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sues200,visual,1,sues200_satellite_to_uav_150m,80,10000,contrast,Contrast,3,factor,0.5,multiplicative Pillow contrast factor,r_at_1,0.5375,0.5125,0.025000000000000022,2.500000000000002,0.046511627906976785,4.651162790697678,95.34883720930232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sues200,visual,1,sues200_satellite_to_uav_150m,80,10000,contrast,Contrast,4,factor,0.35,multiplicative Pillow contrast factor,r_at_1,0.5375,0.425,0.11249999999999999,11.249999999999998,0.20930232558139533,20.930232558139533,79.06976744186046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sues200,visual,1,sues200_satellite_to_uav_150m,80,10000,contrast,Contrast,5,factor,0.2,multiplicative Pillow contrast factor,r_at_1,0.5375,0.2625,0.27499999999999997,27.499999999999996,0.5116279069767441,51.16279069767441,48.83720930232558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occlusion,1,area_fraction,0.05,fraction of decoded source-image area,r_at_1,0.5375,0.3125,0.22499999999999998,22.499999999999996,0.41860465116279066,41.860465116279066,58.139534883720934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occlusion,2,area_fraction,0.1,fraction of decoded source-image area,r_at_1,0.5375,0.2375,0.3,30.0,0.5581395348837209,55.81395348837209,44.18604651162791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occlusion,3,area_fraction,0.2,fraction of decoded source-image area,r_at_1,0.5375,0.0625,0.475,47.5,0.8837209302325582,88.37209302325581,11.627906976744187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occlusion,4,area_fraction,0.3,fraction of decoded source-image area,r_at_1,0.5375,0.0625,0.475,47.5,0.8837209302325582,88.37209302325581,11.627906976744187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occlusion,5,area_fraction,0.4,fraction of decoded source-image area,r_at_1,0.5375,0.05,0.4875,48.75,0.9069767441860466,90.69767441860466,9.30232558139535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1,magnitude,2.0,degrees,r_at_1,0.5375,0.4625,0.07499999999999996,7.499999999999996,0.13953488372093015,13.953488372093014,86.04651162790698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2,magnitude,5.0,degrees,r_at_1,0.5375,0.6125,-0.07500000000000007,-7.500000000000007,-0.13953488372093037,-13.953488372093037,113.95348837209305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3,magnitude,10.0,degrees,r_at_1,0.5375,0.525,0.012499999999999956,1.2499999999999956,0.023255813953488292,2.3255813953488293,97.67441860465117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4,magnitude,15.0,degrees,r_at_1,0.5375,0.4125,0.125,12.5,0.23255813953488372,23.25581395348837,76.74418604651163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5,magnitude,20.0,degrees,r_at_1,0.5375,0.45,0.08749999999999997,8.749999999999996,0.16279069767441856,16.279069767441857,83.72093023255815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noise,1,standard_deviation,0.02,"fraction of the [0,1] RGB intensity range",r_at_1,0.475,0.425,0.04999999999999999,4.999999999999999,0.10526315789473682,10.526315789473681,89.47368421052632,7478740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noise,2,standard_deviation,0.04,"fraction of the [0,1] RGB intensity range",r_at_1,0.475,0.425,0.04999999999999999,4.999999999999999,0.10526315789473682,10.526315789473681,89.47368421052632,7478740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noise,3,standard_deviation,0.08,"fraction of the [0,1] RGB intensity range",r_at_1,0.475,0.225,0.24999999999999997,24.999999999999996,0.5263157894736842,52.63157894736842,47.36842105263158,7478740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noise,4,standard_deviation,0.12,"fraction of the [0,1] RGB intensity range",r_at_1,0.475,0.15,0.32499999999999996,32.49999999999999,0.6842105263157894,68.42105263157893,31.578947368421055,7478740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noise,5,standard_deviation,0.18,"fraction of the [0,1] RGB intensity range",r_at_1,0.475,0.1125,0.3625,36.25,0.7631578947368421,76.31578947368422,23.68421052631579,7478740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blur,1,radius,0.5,pixels in the decoded source image,r_at_1,0.475,0.4625,0.012499999999999956,1.2499999999999956,0.02631578947368412,2.631578947368412,97.36842105263159,7478740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blur,2,radius,1.0,pixels in the decoded source image,r_at_1,0.475,0.3625,0.11249999999999999,11.249999999999998,0.23684210526315788,23.684210526315788,76.31578947368422,7478740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blur,3,radius,2.0,pixels in the decoded source image,r_at_1,0.475,0.25,0.22499999999999998,22.499999999999996,0.47368421052631576,47.368421052631575,52.631578947368425,7478740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blur,4,radius,3.0,pixels in the decoded source image,r_at_1,0.475,0.2125,0.26249999999999996,26.249999999999996,0.5526315789473684,55.263157894736835,44.73684210526316,7478740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blur,5,radius,4.0,pixels in the decoded source image,r_at_1,0.475,0.1625,0.3125,31.25,0.6578947368421053,65.78947368421053,34.21052631578947,7478740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sues200,full,1,sues200_satellite_to_uav_150m,80,10000,brightness,Brightness,1,factor,0.8,multiplicative Pillow brightness factor,r_at_1,0.475,0.4375,0.03749999999999998,3.749999999999998,0.07894736842105259,7.894736842105258,92.10526315789474,7478740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sues200,full,1,sues200_satellite_to_uav_150m,80,10000,brightness,Brightness,2,factor,0.65,multiplicative Pillow brightness factor,r_at_1,0.475,0.4,0.07499999999999996,7.499999999999996,0.15789473684210517,15.789473684210517,84.21052631578948,7478740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sues200,full,1,sues200_satellite_to_uav_150m,80,10000,brightness,Brightness,3,factor,0.5,multiplicative Pillow brightness factor,r_at_1,0.475,0.3875,0.08749999999999997,8.749999999999996,0.1842105263157894,18.42105263157894,81.57894736842105,7478740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sues200,full,1,sues200_satellite_to_uav_150m,80,10000,brightness,Brightness,4,factor,0.35,multiplicative Pillow brightness factor,r_at_1,0.475,0.35,0.125,12.5,0.2631578947368421,26.31578947368421,73.6842105263158,7478740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sues200,full,1,sues200_satellite_to_uav_150m,80,10000,brightness,Brightness,5,factor,0.2,multiplicative Pillow brightness factor,r_at_1,0.475,0.15,0.32499999999999996,32.49999999999999,0.6842105263157894,68.42105263157893,31.578947368421055,7478740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sues200,full,1,sues200_satellite_to_uav_150m,80,10000,contrast,Contrast,1,factor,0.8,multiplicative Pillow contrast factor,r_at_1,0.475,0.475,0.0,0.0,0.0,0.0,100.0,7478740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sues200,full,1,sues200_satellite_to_uav_150m,80,10000,contrast,Contrast,2,factor,0.65,multiplicative Pillow contrast factor,r_at_1,0.475,0.4875,-0.012500000000000011,-1.250000000000001,-0.026315789473684237,-2.631578947368424,102.63157894736842,7478740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sues200,full,1,sues200_satellite_to_uav_150m,80,10000,contrast,Contrast,3,factor,0.5,multiplicative Pillow contrast factor,r_at_1,0.475,0.425,0.04999999999999999,4.999999999999999,0.10526315789473682,10.526315789473681,89.47368421052632,7478740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sues200,full,1,sues200_satellite_to_uav_150m,80,10000,contrast,Contrast,4,factor,0.35,multiplicative Pillow contrast factor,r_at_1,0.475,0.3625,0.11249999999999999,11.249999999999998,0.23684210526315788,23.684210526315788,76.31578947368422,7478740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sues200,full,1,sues200_satellite_to_uav_150m,80,10000,contrast,Contrast,5,factor,0.2,multiplicative Pillow contrast factor,r_at_1,0.475,0.2,0.27499999999999997,27.499999999999996,0.5789473684210525,57.89473684210525,42.10526315789474,7478740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occlusion,1,area_fraction,0.05,fraction of decoded source-image area,r_at_1,0.475,0.375,0.09999999999999998,9.999999999999998,0.21052631578947364,21.052631578947363,78.94736842105263,7478740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occlusion,2,area_fraction,0.1,fraction of decoded source-image area,r_at_1,0.475,0.2375,0.2375,23.75,0.5,50.0,50.0,7478740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occlusion,3,area_fraction,0.2,fraction of decoded source-image area,r_at_1,0.475,0.1125,0.3625,36.25,0.7631578947368421,76.31578947368422,23.68421052631579,7478740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occlusion,4,area_fraction,0.3,fraction of decoded source-image area,r_at_1,0.475,0.0625,0.4125,41.25,0.868421052631579,86.8421052631579,13.157894736842106,7478740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occlusion,5,area_fraction,0.4,fraction of decoded source-image area,r_at_1,0.475,0.0375,0.4375,43.75,0.9210526315789475,92.10526315789474,7.894736842105264,7478740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1,magnitude,2.0,degrees,r_at_1,0.475,0.3875,0.08749999999999997,8.749999999999996,0.1842105263157894,18.42105263157894,81.57894736842105,7478740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2,magnitude,5.0,degrees,r_at_1,0.475,0.5125,-0.03749999999999998,-3.749999999999998,-0.07894736842105259,-7.894736842105258,107.89473684210526,7478740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3,magnitude,10.0,degrees,r_at_1,0.475,0.4375,0.03749999999999998,3.749999999999998,0.07894736842105259,7.894736842105258,92.10526315789474,7478740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4,magnitude,15.0,degrees,r_at_1,0.475,0.4125,0.0625,6.25,0.13157894736842105,13.157894736842104,86.8421052631579,7478740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5,magnitude,20.0,degrees,r_at_1,0.475,0.3625,0.11249999999999999,11.249999999999998,0.23684210526315788,23.684210526315788,76.31578947368422,7478740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150 m.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39.3597% and Full 34.2788%.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C:\OneDrive\文档\LGM-GAME\outputs\paper_evidence_rebuild_20260914\execution\pipeline_post_robustness_audit_20260929_1448\a1\aggregate\figures\source_data\sues200_satellite_to_uav_150m__official_trapezoid_map.csv</a:t>
            </a:r>
          </a:p>
          <a:p xmlns:a="http://schemas.openxmlformats.org/drawingml/2006/main">
            <a:r>
              <a:t>Source SHA256: 0199a000da56d9dcdb577a4a93cf111d86172ba9761012db1df92a18128ef75f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sues200,visual,1,sues200_satellite_to_uav_150m,80,10000,gaussian_noise,Gaussian noise,1,standard_deviation,0.02,"fraction of the [0,1] RGB intensity range",official_trapezoid_mAP,0.39359670877456665,0.3801904618740082,0.013406246900558472,1.3406246900558472,0.034060871449605866,3.4060871449605865,96.59391285503942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noise,2,standard_deviation,0.04,"fraction of the [0,1] RGB intensity range",official_trapezoid_mAP,0.39359670877456665,0.30894339084625244,0.08465331792831421,8.465331792831421,0.21507628504281923,21.50762850428192,78.49237149571807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noise,3,standard_deviation,0.08,"fraction of the [0,1] RGB intensity range",official_trapezoid_mAP,0.39359670877456665,0.15928006172180176,0.2343166470527649,23.43166470527649,0.5953216625776468,59.532166257764686,40.467833742235314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noise,4,standard_deviation,0.12,"fraction of the [0,1] RGB intensity range",official_trapezoid_mAP,0.39359670877456665,0.0791754350066185,0.31442127376794815,31.442127376794815,0.7988412168050765,79.88412168050765,20.11587831949235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sues200,visual,1,sues200_satellite_to_uav_150m,80,10000,gaussian_noise,Gaussian noise,5,standard_deviation,0.18,"fraction of the [0,1] RGB intensity range",official_trapezoid_mAP,0.39359670877456665,0.034175366163253784,0.35942134261131287,35.94213426113129,0.9131716160187006,91.31716160187005,8.682838398129949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blur,1,radius,0.5,pixels in the decoded source image,official_trapezoid_mAP,0.39359670877456665,0.389986127614975,0.003610581159591675,0.3610581159591675,0.009173301196630795,0.9173301196630795,99.08266988033692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blur,2,radius,1.0,pixels in the decoded source image,official_trapezoid_mAP,0.39359670877456665,0.36001595854759216,0.03358075022697449,3.3580750226974487,0.08531766012862657,8.531766012862658,91.46823398713734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blur,3,radius,2.0,pixels in the decoded source image,official_trapezoid_mAP,0.39359670877456665,0.22379259765148163,0.16980411112308502,16.980411112308502,0.43141649139231164,43.14164913923116,56.85835086076884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blur,4,radius,3.0,pixels in the decoded source image,official_trapezoid_mAP,0.39359670877456665,0.13038113713264465,0.263215571641922,26.3215571641922,0.6687443410322805,66.87443410322805,33.125565896771946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sues200,visual,1,sues200_satellite_to_uav_150m,80,10000,gaussian_blur,Gaussian blur,5,radius,4.0,pixels in the decoded source image,official_trapezoid_mAP,0.39359670877456665,0.09287215769290924,0.3007245510816574,30.07245510816574,0.7640423417612926,76.40423417612926,23.59576582387074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sues200,visual,1,sues200_satellite_to_uav_150m,80,10000,brightness,Brightness,1,factor,0.8,multiplicative Pillow brightness factor,official_trapezoid_mAP,0.39359670877456665,0.37875884771347046,0.014837861061096191,1.4837861061096191,0.03769813296277995,3.7698132962779947,96.23018670372201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sues200,visual,1,sues200_satellite_to_uav_150m,80,10000,brightness,Brightness,2,factor,0.65,multiplicative Pillow brightness factor,official_trapezoid_mAP,0.39359670877456665,0.34492263197898865,0.048674076795578,4.8674076795578,0.12366484706419682,12.366484706419682,87.63351529358032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sues200,visual,1,sues200_satellite_to_uav_150m,80,10000,brightness,Brightness,3,factor,0.5,multiplicative Pillow brightness factor,official_trapezoid_mAP,0.39359670877456665,0.28603795170783997,0.10755875706672668,10.755875706672668,0.27327148492070136,27.327148492070137,72.67285150792986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sues200,visual,1,sues200_satellite_to_uav_150m,80,10000,brightness,Brightness,4,factor,0.35,multiplicative Pillow brightness factor,official_trapezoid_mAP,0.39359670877456665,0.1874377727508545,0.20615893602371216,20.615893602371216,0.5237821644026758,52.37821644026758,47.62178355973243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sues200,visual,1,sues200_satellite_to_uav_150m,80,10000,brightness,Brightness,5,factor,0.2,multiplicative Pillow brightness factor,official_trapezoid_mAP,0.39359670877456665,0.059836674481630325,0.3337600342929363,33.37600342929363,0.847974657440792,84.7974657440792,15.202534255920801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sues200,visual,1,sues200_satellite_to_uav_150m,80,10000,contrast,Contrast,1,factor,0.8,multiplicative Pillow contrast factor,official_trapezoid_mAP,0.39359670877456665,0.40445488691329956,-0.01085817813873291,-1.085817813873291,-0.027587065381057225,-2.7587065381057223,102.75870653810573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sues200,visual,1,sues200_satellite_to_uav_150m,80,10000,contrast,Contrast,2,factor,0.65,multiplicative Pillow contrast factor,official_trapezoid_mAP,0.39359670877456665,0.39793235063552856,-0.004335641860961914,-0.4335641860961914,-0.011015442366021313,-1.1015442366021313,101.10154423660214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sues200,visual,1,sues200_satellite_to_uav_150m,80,10000,contrast,Contrast,3,factor,0.5,multiplicative Pillow contrast factor,official_trapezoid_mAP,0.39359670877456665,0.3747238218784332,0.018872886896133423,1.8872886896133423,0.04794980871382974,4.7949808713829745,95.20501912861702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sues200,visual,1,sues200_satellite_to_uav_150m,80,10000,contrast,Contrast,4,factor,0.35,multiplicative Pillow contrast factor,official_trapezoid_mAP,0.39359670877456665,0.3196045756340027,0.07399213314056396,7.3992133140563965,0.187989715084084,18.7989715084084,81.2010284915916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sues200,visual,1,sues200_satellite_to_uav_150m,80,10000,contrast,Contrast,5,factor,0.2,multiplicative Pillow contrast factor,official_trapezoid_mAP,0.39359670877456665,0.18930122256278992,0.20429548621177673,20.429548621177673,0.5190477502920061,51.904775029200614,48.095224970799386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occlusion,1,area_fraction,0.05,fraction of decoded source-image area,official_trapezoid_mAP,0.39359670877456665,0.2483481466770172,0.14524856209754944,14.524856209754944,0.36902890410280553,36.902890410280555,63.097109589719445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occlusion,2,area_fraction,0.1,fraction of decoded source-image area,official_trapezoid_mAP,0.39359670877456665,0.16496309638023376,0.22863361239433289,22.86336123943329,0.5808829375280251,58.088293752802514,41.91170624719749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occlusion,3,area_fraction,0.2,fraction of decoded source-image area,official_trapezoid_mAP,0.39359670877456665,0.08428828418254852,0.3093084245920181,30.930842459201813,0.7858511458467891,78.5851145846789,21.414885415321095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occlusion,4,area_fraction,0.3,fraction of decoded source-image area,official_trapezoid_mAP,0.39359670877456665,0.054904401302337646,0.338692307472229,33.8692307472229,0.8605059440835308,86.05059440835308,13.94940559164692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sues200,visual,1,sues200_satellite_to_uav_150m,80,10000,center_occlusion,Center occlusion,5,area_fraction,0.4,fraction of decoded source-image area,official_trapezoid_mAP,0.39359670877456665,0.04075048118829727,0.3528462275862694,35.28462275862694,0.8964664076710123,89.64664076710123,10.353359232898768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1,magnitude,2.0,degrees,official_trapezoid_mAP,0.39359670877456665,0.3752065896987915,0.018390119075775146,1.8390119075775146,0.04672325419852056,4.672325419852056,95.32767458014794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2,magnitude,5.0,degrees,official_trapezoid_mAP,0.39359670877456665,0.39085355401039124,0.002743154764175415,0.2743154764175415,0.006969455544270221,0.6969455544270221,99.30305444557298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3,magnitude,10.0,degrees,official_trapezoid_mAP,0.39359670877456665,0.3674235939979553,0.026173114776611328,2.617311477661133,0.0664972907372608,6.649729073726079,93.35027092627392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4,magnitude,15.0,degrees,official_trapezoid_mAP,0.39359670877456665,0.33926430344581604,0.05433240532875061,5.433240532875061,0.13804080196176033,13.804080196176033,86.19591980382397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150m,80,10000,rotation,Rotation,5,magnitude,20.0,degrees,official_trapezoid_mAP,0.39359670877456665,0.3431616425514221,0.05043506622314453,5.043506622314453,0.1281389429809265,12.81389429809265,87.18610570190735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noise,1,standard_deviation,0.02,"fraction of the [0,1] RGB intensity range",official_trapezoid_mAP,0.34278807044029236,0.3375682234764099,0.005219846963882446,0.5219846963882446,0.015227621419782318,1.5227621419782318,98.47723785802177,7478740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noise,2,standard_deviation,0.04,"fraction of the [0,1] RGB intensity range",official_trapezoid_mAP,0.34278807044029236,0.3032107949256897,0.03957727551460266,3.957727551460266,0.11545698035456087,11.545698035456088,88.45430196454392,7478740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noise,3,standard_deviation,0.08,"fraction of the [0,1] RGB intensity range",official_trapezoid_mAP,0.34278807044029236,0.19415628910064697,0.14863178133964539,14.863178133964539,0.43359671516204185,43.35967151620419,56.64032848379581,7478740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noise,4,standard_deviation,0.12,"fraction of the [0,1] RGB intensity range",official_trapezoid_mAP,0.34278807044029236,0.14085295796394348,0.20193511247634888,20.193511247634888,0.5890960914041564,58.90960914041564,41.09039085958436,7478740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sues200,full,1,sues200_satellite_to_uav_150m,80,10000,gaussian_noise,Gaussian noise,5,standard_deviation,0.18,"fraction of the [0,1] RGB intensity range",official_trapezoid_mAP,0.34278807044029236,0.08169267326593399,0.26109539717435837,26.109539717435837,0.761681691078093,76.1681691078093,23.831830892190695,7478740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blur,1,radius,0.5,pixels in the decoded source image,official_trapezoid_mAP,0.34278807044029236,0.3368731141090393,0.005914956331253052,0.5914956331253052,0.01725543226651854,1.725543226651854,98.27445677334815,7478740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blur,2,radius,1.0,pixels in the decoded source image,official_trapezoid_mAP,0.34278807044029236,0.2921043038368225,0.05068376660346985,5.068376660346985,0.14785744013311009,14.785744013311009,85.214255986689,7478740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blur,3,radius,2.0,pixels in the decoded source image,official_trapezoid_mAP,0.34278807044029236,0.19864049553871155,0.1441475749015808,14.414757490158081,0.4205151442885139,42.05151442885139,57.94848557114861,7478740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blur,4,radius,3.0,pixels in the decoded source image,official_trapezoid_mAP,0.34278807044029236,0.13991673290729523,0.20287133753299713,20.287133753299713,0.5918272980515923,59.18272980515923,40.817270194840766,7478740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sues200,full,1,sues200_satellite_to_uav_150m,80,10000,gaussian_blur,Gaussian blur,5,radius,4.0,pixels in the decoded source image,official_trapezoid_mAP,0.34278807044029236,0.10810716450214386,0.2346809059381485,23.46809059381485,0.6846239008163669,68.4623900816367,31.537609918363312,7478740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sues200,full,1,sues200_satellite_to_uav_150m,80,10000,brightness,Brightness,1,factor,0.8,multiplicative Pillow brightness factor,official_trapezoid_mAP,0.34278807044029236,0.32545000314712524,0.017338067293167114,1.7338067293167114,0.050579552756597757,5.057955275659776,94.94204472434022,7478740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sues200,full,1,sues200_satellite_to_uav_150m,80,10000,brightness,Brightness,2,factor,0.65,multiplicative Pillow brightness factor,official_trapezoid_mAP,0.34278807044029236,0.29282885789871216,0.0499592125415802,4.99592125415802,0.14574373162231213,14.574373162231213,85.42562683776879,7478740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sues200,full,1,sues200_satellite_to_uav_150m,80,10000,brightness,Brightness,3,factor,0.5,multiplicative Pillow brightness factor,official_trapezoid_mAP,0.34278807044029236,0.26234063506126404,0.08044743537902832,8.044743537902832,0.23468563324183958,23.468563324183958,76.53143667581604,7478740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sues200,full,1,sues200_satellite_to_uav_150m,80,10000,brightness,Brightness,4,factor,0.35,multiplicative Pillow brightness factor,official_trapezoid_mAP,0.34278807044029236,0.20554204285144806,0.1372460275888443,13.72460275888443,0.40038157515971706,40.038157515971704,59.961842484028296,7478740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sues200,full,1,sues200_satellite_to_uav_150m,80,10000,brightness,Brightness,5,factor,0.2,multiplicative Pillow brightness factor,official_trapezoid_mAP,0.34278807044029236,0.1073259562253952,0.23546211421489716,23.546211421489716,0.6869028840836237,68.69028840836236,31.309711591637637,7478740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sues200,full,1,sues200_satellite_to_uav_150m,80,10000,contrast,Contrast,1,factor,0.8,multiplicative Pillow contrast factor,official_trapezoid_mAP,0.34278807044029236,0.3480110764503479,-0.005223006010055542,-0.5223006010055542,-0.015236837161068292,-1.5236837161068293,101.52368371610683,7478740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sues200,full,1,sues200_satellite_to_uav_150m,80,10000,contrast,Contrast,2,factor,0.65,multiplicative Pillow contrast factor,official_trapezoid_mAP,0.34278807044029236,0.33475345373153687,0.008034616708755493,0.8034616708755493,0.023439020787495525,2.3439020787495526,97.65609792125045,7478740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sues200,full,1,sues200_satellite_to_uav_150m,80,10000,contrast,Contrast,3,factor,0.5,multiplicative Pillow contrast factor,official_trapezoid_mAP,0.34278807044029236,0.31334295868873596,0.029445111751556396,2.9445111751556396,0.08589888123509017,8.589888123509017,91.41011187649099,7478740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sues200,full,1,sues200_satellite_to_uav_150m,80,10000,contrast,Contrast,4,factor,0.35,multiplicative Pillow contrast factor,official_trapezoid_mAP,0.34278807044029236,0.28378286957740784,0.05900520086288452,5.900520086288452,0.17213318067660754,17.213318067660754,82.78668193233925,7478740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sues200,full,1,sues200_satellite_to_uav_150m,80,10000,contrast,Contrast,5,factor,0.2,multiplicative Pillow contrast factor,official_trapezoid_mAP,0.34278807044029236,0.17919084429740906,0.1635972261428833,16.35972261428833,0.4772547245671405,47.72547245671405,52.27452754328595,7478740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occlusion,1,area_fraction,0.05,fraction of decoded source-image area,official_trapezoid_mAP,0.34278807044029236,0.271659255027771,0.07112881541252136,7.112881541252136,0.20750084832637355,20.750084832637356,79.24991516736264,7478740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occlusion,2,area_fraction,0.1,fraction of decoded source-image area,official_trapezoid_mAP,0.34278807044029236,0.19841496646404266,0.1443731039762497,14.43731039762497,0.4211730699694724,42.11730699694724,57.88269300305276,7478740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occlusion,3,area_fraction,0.2,fraction of decoded source-image area,official_trapezoid_mAP,0.34278807044029236,0.10110499709844589,0.24168307334184647,24.168307334184647,0.7050510043462653,70.50510043462653,29.49489956537347,7478740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occlusion,4,area_fraction,0.3,fraction of decoded source-image area,official_trapezoid_mAP,0.34278807044029236,0.05882009118795395,0.2839679792523384,28.39679792523384,0.8284068313334161,82.84068313334161,17.159316866658397,7478740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sues200,full,1,sues200_satellite_to_uav_150m,80,10000,center_occlusion,Center occlusion,5,area_fraction,0.4,fraction of decoded source-image area,official_trapezoid_mAP,0.34278807044029236,0.036145228892564774,0.3066428415477276,30.66428415477276,0.8945551726869077,89.45551726869077,10.544482731309238,7478740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1,magnitude,2.0,degrees,official_trapezoid_mAP,0.34278807044029236,0.32761403918266296,0.015174031257629395,1.5174031257629395,0.04426650915283951,4.42665091528395,95.57334908471604,7478740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2,magnitude,5.0,degrees,official_trapezoid_mAP,0.34278807044029236,0.3418530523777008,0.0009350180625915527,0.09350180625915527,0.002727685538737021,0.2727685538737021,99.7272314461263,7478740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3,magnitude,10.0,degrees,official_trapezoid_mAP,0.34278807044029236,0.32801803946495056,0.014770030975341797,1.4770030975341797,0.043087937559701264,4.308793755970126,95.69120624402987,7478740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4,magnitude,15.0,degrees,official_trapezoid_mAP,0.34278807044029236,0.30630141496658325,0.036486655473709106,3.6486655473709106,0.10644085550248003,10.644085550248002,89.35591444975199,7478740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150m,80,10000,rotation,Rotation,5,magnitude,20.0,degrees,official_trapezoid_mAP,0.34278807044029236,0.2922571301460266,0.05053094029426575,5.053094029426575,0.14741160691316224,14.741160691316225,85.25883930868378,7478740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200 m → satellite. R@1 retained under six image corruptions, seed 1. Retained percentage is 100 × corrupted metric / that variant's own clean metric; severity 0 is the defined 100% clean reference only when clean &gt; 0. Undefined clean-zero retention is left as a gap. Clean R@1 is Visual 41.4500% and Full 33.1500%.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C:\OneDrive\文档\LGM-GAME\outputs\paper_evidence_rebuild_20260914\execution\pipeline_post_robustness_audit_20260929_1448\a1\aggregate\figures\source_data\sues200_uav_200m_to_satellite__r_at_1.csv</a:t>
            </a:r>
          </a:p>
          <a:p xmlns:a="http://schemas.openxmlformats.org/drawingml/2006/main">
            <a:r>
              <a:t>Source SHA256: 552b96d749a9379371a5f331657d6eecf33fa336ca8a1133c01c035cde7b5d65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sues200,visual,1,sues200_uav_200m_to_satellite,4000,200,gaussian_noise,Gaussian noise,1,standard_deviation,0.02,"fraction of the [0,1] RGB intensity range",r_at_1,0.4145,0.41375,0.0007499999999999729,0.07499999999999729,0.001809408926417305,0.1809408926417305,99.81905910735827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noise,2,standard_deviation,0.04,"fraction of the [0,1] RGB intensity range",r_at_1,0.4145,0.40225,0.012249999999999983,1.2249999999999983,0.029553679131483677,2.955367913148368,97.04463208685164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noise,3,standard_deviation,0.08,"fraction of the [0,1] RGB intensity range",r_at_1,0.4145,0.31275,0.10175000000000001,10.175,0.2454764776839566,24.54764776839566,75.45235223160434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noise,4,standard_deviation,0.12,"fraction of the [0,1] RGB intensity range",r_at_1,0.4145,0.206,0.2085,20.849999999999998,0.503015681544029,50.3015681544029,49.6984318455971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noise,5,standard_deviation,0.18,"fraction of the [0,1] RGB intensity range",r_at_1,0.4145,0.0925,0.32199999999999995,32.199999999999996,0.7768395657418575,77.68395657418576,22.316043425814236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blur,1,radius,0.5,pixels in the decoded source image,r_at_1,0.4145,0.41775,-0.0032500000000000306,-0.32500000000000306,-0.007840772014475346,-0.7840772014475346,100.78407720144753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blur,2,radius,1.0,pixels in the decoded source image,r_at_1,0.4145,0.428,-0.013500000000000012,-1.3500000000000012,-0.03256936067551269,-3.256936067551269,103.25693606755127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blur,3,radius,2.0,pixels in the decoded source image,r_at_1,0.4145,0.32375,0.09075,9.075,0.21893848009650183,21.89384800965018,78.10615199034983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blur,4,radius,3.0,pixels in the decoded source image,r_at_1,0.4145,0.197,0.21749999999999997,21.749999999999996,0.5247285886610373,52.472858866103735,47.52714113389626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blur,5,radius,4.0,pixels in the decoded source image,r_at_1,0.4145,0.13025,0.28425,28.425,0.6857659831121834,68.57659831121833,31.423401688781667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sues200,visual,1,sues200_uav_200m_to_satellite,4000,200,brightness,Brightness,1,factor,0.8,multiplicative Pillow brightness factor,r_at_1,0.4145,0.429,-0.014500000000000013,-1.4500000000000013,-0.03498190591073586,-3.498190591073586,103.49819059107358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sues200,visual,1,sues200_uav_200m_to_satellite,4000,200,brightness,Brightness,2,factor,0.65,multiplicative Pillow brightness factor,r_at_1,0.4145,0.43275,-0.018250000000000044,-1.8250000000000044,-0.044028950542822784,-4.402895054282278,104.40289505428228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sues200,visual,1,sues200_uav_200m_to_satellite,4000,200,brightness,Brightness,3,factor,0.5,multiplicative Pillow brightness factor,r_at_1,0.4145,0.44975,-0.035250000000000004,-3.5250000000000004,-0.08504221954161642,-8.504221954161642,108.50422195416165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sues200,visual,1,sues200_uav_200m_to_satellite,4000,200,brightness,Brightness,4,factor,0.35,multiplicative Pillow brightness factor,r_at_1,0.4145,0.41275,0.0017499999999999738,0.17499999999999738,0.0042219541616404675,0.42219541616404677,99.57780458383594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sues200,visual,1,sues200_uav_200m_to_satellite,4000,200,brightness,Brightness,5,factor,0.2,multiplicative Pillow brightness factor,r_at_1,0.4145,0.1965,0.21799999999999997,21.799999999999997,0.525934861278649,52.5934861278649,47.40651387213511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sues200,visual,1,sues200_uav_200m_to_satellite,4000,200,contrast,Contrast,1,factor,0.8,multiplicative Pillow contrast factor,r_at_1,0.4145,0.39825,0.016249999999999987,1.6249999999999987,0.03920386007237633,3.920386007237633,96.07961399276238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sues200,visual,1,sues200_uav_200m_to_satellite,4000,200,contrast,Contrast,2,factor,0.65,multiplicative Pillow contrast factor,r_at_1,0.4145,0.3735,0.04099999999999998,4.099999999999998,0.09891435464414954,9.891435464414954,90.10856453558505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sues200,visual,1,sues200_uav_200m_to_satellite,4000,200,contrast,Contrast,3,factor,0.5,multiplicative Pillow contrast factor,r_at_1,0.4145,0.3205,0.09399999999999997,9.399999999999997,0.22677925211097702,22.6779252110977,77.32207478890228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sues200,visual,1,sues200_uav_200m_to_satellite,4000,200,contrast,Contrast,4,factor,0.35,multiplicative Pillow contrast factor,r_at_1,0.4145,0.2465,0.16799999999999998,16.799999999999997,0.40530759951749096,40.5307599517491,59.4692400482509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sues200,visual,1,sues200_uav_200m_to_satellite,4000,200,contrast,Contrast,5,factor,0.2,multiplicative Pillow contrast factor,r_at_1,0.4145,0.12625,0.28825,28.825,0.695416164053076,69.54161640530761,30.458383594692403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occlusion,1,area_fraction,0.05,fraction of decoded source-image area,r_at_1,0.4145,0.322,0.09249999999999997,9.249999999999996,0.22316043425814228,22.31604342581423,77.68395657418577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occlusion,2,area_fraction,0.1,fraction of decoded source-image area,r_at_1,0.4145,0.20125,0.21324999999999997,21.324999999999996,0.5144752714113389,51.44752714113389,48.5524728588661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occlusion,3,area_fraction,0.2,fraction of decoded source-image area,r_at_1,0.4145,0.0615,0.353,35.3,0.8516284680337757,85.16284680337756,14.837153196622438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occlusion,4,area_fraction,0.3,fraction of decoded source-image area,r_at_1,0.4145,0.03175,0.38275,38.275,0.9234016887816646,92.34016887816647,7.659831121833534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occlusion,5,area_fraction,0.4,fraction of decoded source-image area,r_at_1,0.4145,0.01475,0.39975,39.975,0.9644149577804584,96.44149577804583,3.5585042219541614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1,magnitude,2.0,degrees,r_at_1,0.4145,0.41125,0.003249999999999975,0.3249999999999975,0.007840772014475212,0.7840772014475212,99.21592279855248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2,magnitude,5.0,degrees,r_at_1,0.4145,0.41525,-0.0007500000000000284,-0.07500000000000284,-0.001809408926417439,-0.1809408926417439,100.18094089264174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3,magnitude,10.0,degrees,r_at_1,0.4145,0.40825,0.006249999999999978,0.6249999999999978,0.0150784077201447,1.50784077201447,98.49215922798554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4,magnitude,15.0,degrees,r_at_1,0.4145,0.4155,-0.0010000000000000009,-0.10000000000000009,-0.002412545235223163,-0.2412545235223163,100.24125452352231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5,magnitude,20.0,degrees,r_at_1,0.4145,0.4085,0.006000000000000005,0.6000000000000005,0.014475271411338976,1.4475271411338977,98.5524728588661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noise,1,standard_deviation,0.02,"fraction of the [0,1] RGB intensity range",r_at_1,0.3315,0.321,0.01050000000000001,1.050000000000001,0.031674208144796406,3.1674208144796405,96.83257918552036,7478740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noise,2,standard_deviation,0.04,"fraction of the [0,1] RGB intensity range",r_at_1,0.3315,0.29875,0.03275,3.2750000000000004,0.09879336349924585,9.879336349924586,90.12066365007541,7478740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noise,3,standard_deviation,0.08,"fraction of the [0,1] RGB intensity range",r_at_1,0.3315,0.26225,0.06925000000000003,6.925000000000003,0.20889894419306193,20.88989441930619,79.11010558069381,7478740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noise,4,standard_deviation,0.12,"fraction of the [0,1] RGB intensity range",r_at_1,0.3315,0.191,0.1405,14.05,0.4238310708898944,42.38310708898944,57.61689291101056,7478740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noise,5,standard_deviation,0.18,"fraction of the [0,1] RGB intensity range",r_at_1,0.3315,0.1005,0.231,23.1,0.6968325791855203,69.68325791855203,30.316742081447963,7478740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blur,1,radius,0.5,pixels in the decoded source image,r_at_1,0.3315,0.33575,-0.004249999999999976,-0.4249999999999976,-0.012820512820512747,-1.2820512820512748,101.28205128205128,7478740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blur,2,radius,1.0,pixels in the decoded source image,r_at_1,0.3315,0.339,-0.007500000000000007,-0.7500000000000007,-0.02262443438914029,-2.2624434389140293,102.26244343891403,7478740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blur,3,radius,2.0,pixels in the decoded source image,r_at_1,0.3315,0.275,0.056499999999999995,5.6499999999999995,0.17043740573152336,17.043740573152334,82.95625942684767,7478740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blur,4,radius,3.0,pixels in the decoded source image,r_at_1,0.3315,0.20875,0.12275000000000003,12.275000000000002,0.3702865761689292,37.02865761689292,62.971342383107086,7478740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blur,5,radius,4.0,pixels in the decoded source image,r_at_1,0.3315,0.15025,0.18125000000000002,18.125000000000004,0.5467571644042233,54.67571644042233,45.32428355957767,7478740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sues200,full,1,sues200_uav_200m_to_satellite,4000,200,brightness,Brightness,1,factor,0.8,multiplicative Pillow brightness factor,r_at_1,0.3315,0.33975,-0.00824999999999998,-0.824999999999998,-0.024886877828054235,-2.4886877828054232,102.48868778280543,7478740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sues200,full,1,sues200_uav_200m_to_satellite,4000,200,brightness,Brightness,2,factor,0.65,multiplicative Pillow brightness factor,r_at_1,0.3315,0.3465,-0.014999999999999958,-1.4999999999999958,-0.04524886877828041,-4.524886877828041,104.52488687782804,7478740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sues200,full,1,sues200_uav_200m_to_satellite,4000,200,brightness,Brightness,3,factor,0.5,multiplicative Pillow brightness factor,r_at_1,0.3315,0.3465,-0.014999999999999958,-1.4999999999999958,-0.04524886877828041,-4.524886877828041,104.52488687782804,7478740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sues200,full,1,sues200_uav_200m_to_satellite,4000,200,brightness,Brightness,4,factor,0.35,multiplicative Pillow brightness factor,r_at_1,0.3315,0.30875,0.022749999999999992,2.2749999999999995,0.06862745098039214,6.8627450980392135,93.13725490196079,7478740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sues200,full,1,sues200_uav_200m_to_satellite,4000,200,brightness,Brightness,5,factor,0.2,multiplicative Pillow brightness factor,r_at_1,0.3315,0.1495,0.18200000000000002,18.200000000000003,0.5490196078431373,54.90196078431373,45.09803921568627,7478740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sues200,full,1,sues200_uav_200m_to_satellite,4000,200,contrast,Contrast,1,factor,0.8,multiplicative Pillow contrast factor,r_at_1,0.3315,0.32525,0.006250000000000033,0.6250000000000033,0.01885369532428366,1.885369532428366,98.11463046757163,7478740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sues200,full,1,sues200_uav_200m_to_satellite,4000,200,contrast,Contrast,2,factor,0.65,multiplicative Pillow contrast factor,r_at_1,0.3315,0.313,0.018500000000000016,1.8500000000000016,0.05580693815987938,5.580693815987938,94.41930618401206,7478740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sues200,full,1,sues200_uav_200m_to_satellite,4000,200,contrast,Contrast,3,factor,0.5,multiplicative Pillow contrast factor,r_at_1,0.3315,0.2835,0.04800000000000004,4.800000000000004,0.14479638009049786,14.479638009049786,85.52036199095022,7478740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sues200,full,1,sues200_uav_200m_to_satellite,4000,200,contrast,Contrast,4,factor,0.35,multiplicative Pillow contrast factor,r_at_1,0.3315,0.22825,0.10325000000000001,10.325000000000001,0.3114630467571644,31.14630467571644,68.85369532428355,7478740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sues200,full,1,sues200_uav_200m_to_satellite,4000,200,contrast,Contrast,5,factor,0.2,multiplicative Pillow contrast factor,r_at_1,0.3315,0.10875,0.22275,22.275,0.671945701357466,67.1945701357466,32.80542986425339,7478740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occlusion,1,area_fraction,0.05,fraction of decoded source-image area,r_at_1,0.3315,0.27025,0.06125000000000003,6.125000000000003,0.18476621417797895,18.476621417797894,81.5233785822021,7478740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occlusion,2,area_fraction,0.1,fraction of decoded source-image area,r_at_1,0.3315,0.2045,0.12700000000000003,12.700000000000003,0.383107088989442,38.3107088989442,61.6892911010558,7478740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occlusion,3,area_fraction,0.2,fraction of decoded source-image area,r_at_1,0.3315,0.1075,0.22400000000000003,22.400000000000002,0.6757164404223228,67.57164404223228,32.42835595776772,7478740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occlusion,4,area_fraction,0.3,fraction of decoded source-image area,r_at_1,0.3315,0.04975,0.28175,28.175,0.8499245852187028,84.99245852187029,15.007541478129713,7478740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occlusion,5,area_fraction,0.4,fraction of decoded source-image area,r_at_1,0.3315,0.01475,0.31675000000000003,31.675000000000004,0.9555052790346908,95.55052790346909,4.449472096530919,7478740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1,magnitude,2.0,degrees,r_at_1,0.3315,0.33375,-0.0022499999999999742,-0.22499999999999742,-0.0067873303167420036,-0.6787330316742004,100.6787330316742,7478740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2,magnitude,5.0,degrees,r_at_1,0.3315,0.33575,-0.004249999999999976,-0.4249999999999976,-0.012820512820512747,-1.2820512820512748,101.28205128205128,7478740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3,magnitude,10.0,degrees,r_at_1,0.3315,0.32525,0.006250000000000033,0.6250000000000033,0.01885369532428366,1.885369532428366,98.11463046757163,7478740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4,magnitude,15.0,degrees,r_at_1,0.3315,0.33375,-0.0022499999999999742,-0.22499999999999742,-0.0067873303167420036,-0.6787330316742004,100.6787330316742,7478740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5,magnitude,20.0,degrees,r_at_1,0.3315,0.332,-0.0005000000000000004,-0.050000000000000044,-0.0015082956259426861,-0.1508295625942686,100.15082956259427,7478740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200 m → satellite.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50.1874% and Full 41.4650%.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C:\OneDrive\文档\LGM-GAME\outputs\paper_evidence_rebuild_20260914\execution\pipeline_post_robustness_audit_20260929_1448\a1\aggregate\figures\source_data\sues200_uav_200m_to_satellite__official_trapezoid_map.csv</a:t>
            </a:r>
          </a:p>
          <a:p xmlns:a="http://schemas.openxmlformats.org/drawingml/2006/main">
            <a:r>
              <a:t>Source SHA256: 26ff6595885baedb4352feb24683bd5eefb4402cb4f83e412712bd59ae7d08bf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sues200,visual,1,sues200_uav_200m_to_satellite,4000,200,gaussian_noise,Gaussian noise,1,standard_deviation,0.02,"fraction of the [0,1] RGB intensity range",official_trapezoid_mAP,0.501873791217804,0.5009559988975525,0.0009177923202514648,0.09177923202514648,0.0018287313191319048,0.1828731319131905,99.8171268680868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noise,2,standard_deviation,0.04,"fraction of the [0,1] RGB intensity range",official_trapezoid_mAP,0.501873791217804,0.4879583716392517,0.013915419578552246,1.3915419578552246,0.027726930200491804,2.7726930200491804,97.22730697995082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noise,3,standard_deviation,0.08,"fraction of the [0,1] RGB intensity range",official_trapezoid_mAP,0.501873791217804,0.39822179079055786,0.1036520004272461,10.36520004272461,0.206530012606821,20.6530012606821,79.3469987393179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noise,4,standard_deviation,0.12,"fraction of the [0,1] RGB intensity range",official_trapezoid_mAP,0.501873791217804,0.2827807664871216,0.21909302473068237,21.909302473068237,0.4365500421909859,43.65500421909859,56.34499578090141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sues200,visual,1,sues200_uav_200m_to_satellite,4000,200,gaussian_noise,Gaussian noise,5,standard_deviation,0.18,"fraction of the [0,1] RGB intensity range",official_trapezoid_mAP,0.501873791217804,0.1516319215297699,0.35024186968803406,35.024186968803406,0.6978684199431239,69.78684199431238,30.213158005687617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blur,1,radius,0.5,pixels in the decoded source image,official_trapezoid_mAP,0.501873791217804,0.5051550269126892,-0.003281235694885254,-0.3281235694885254,-0.006537969808949952,-0.6537969808949953,100.653796980895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blur,2,radius,1.0,pixels in the decoded source image,official_trapezoid_mAP,0.501873791217804,0.5107656121253967,-0.008891820907592773,-0.8891820907592773,-0.01771724497909453,-1.771724497909453,101.77172449790945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blur,3,radius,2.0,pixels in the decoded source image,official_trapezoid_mAP,0.501873791217804,0.41121044754981995,0.09066334366798401,9.0663343667984,0.18064968773919854,18.064968773919855,81.93503122608014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blur,4,radius,3.0,pixels in the decoded source image,official_trapezoid_mAP,0.501873791217804,0.28014594316482544,0.22172784805297852,22.17278480529785,0.4418000141329411,44.180001413294114,55.81999858670589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sues200,visual,1,sues200_uav_200m_to_satellite,4000,200,gaussian_blur,Gaussian blur,5,radius,4.0,pixels in the decoded source image,official_trapezoid_mAP,0.501873791217804,0.19312509894371033,0.30874869227409363,30.874869227409363,0.6151919021810454,61.519190218104534,38.480809781895466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sues200,visual,1,sues200_uav_200m_to_satellite,4000,200,brightness,Brightness,1,factor,0.8,multiplicative Pillow brightness factor,official_trapezoid_mAP,0.501873791217804,0.5161129236221313,-0.014239132404327393,-1.4239132404327393,-0.02837193862978167,-2.8371938629781672,102.83719386297817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sues200,visual,1,sues200_uav_200m_to_satellite,4000,200,brightness,Brightness,2,factor,0.65,multiplicative Pillow brightness factor,official_trapezoid_mAP,0.501873791217804,0.5206023454666138,-0.018728554248809814,-1.8728554248809814,-0.037317258993271415,-3.7317258993271416,103.73172589932715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sues200,visual,1,sues200_uav_200m_to_satellite,4000,200,brightness,Brightness,3,factor,0.5,multiplicative Pillow brightness factor,official_trapezoid_mAP,0.501873791217804,0.5337292551994324,-0.03185546398162842,-3.185546398162842,-0.06347305744803027,-6.347305744803027,106.34730574480302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sues200,visual,1,sues200_uav_200m_to_satellite,4000,200,brightness,Brightness,4,factor,0.35,multiplicative Pillow brightness factor,official_trapezoid_mAP,0.501873791217804,0.4968281388282776,0.005045652389526367,0.5045652389526367,0.010053627979422913,1.0053627979422912,98.9946372020577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sues200,visual,1,sues200_uav_200m_to_satellite,4000,200,brightness,Brightness,5,factor,0.2,multiplicative Pillow brightness factor,official_trapezoid_mAP,0.501873791217804,0.26355019211769104,0.23832359910011292,23.83235991001129,0.47486759275039503,47.4867592750395,52.5132407249605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sues200,visual,1,sues200_uav_200m_to_satellite,4000,200,contrast,Contrast,1,factor,0.8,multiplicative Pillow contrast factor,official_trapezoid_mAP,0.501873791217804,0.48422524333000183,0.017648547887802124,1.7648547887802124,0.03516531087422929,3.516531087422929,96.48346891257707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sues200,visual,1,sues200_uav_200m_to_satellite,4000,200,contrast,Contrast,2,factor,0.65,multiplicative Pillow contrast factor,official_trapezoid_mAP,0.501873791217804,0.45965659618377686,0.0422171950340271,4.22171950340271,0.08411914663163914,8.411914663163914,91.58808533683609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sues200,visual,1,sues200_uav_200m_to_satellite,4000,200,contrast,Contrast,3,factor,0.5,multiplicative Pillow contrast factor,official_trapezoid_mAP,0.501873791217804,0.41001462936401367,0.09185916185379028,9.185916185379028,0.1830323947199807,18.30323947199807,81.69676052800193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sues200,visual,1,sues200_uav_200m_to_satellite,4000,200,contrast,Contrast,4,factor,0.35,multiplicative Pillow contrast factor,official_trapezoid_mAP,0.501873791217804,0.3350992500782013,0.16677454113960266,16.677454113960266,0.33230374659517853,33.23037465951785,66.76962534048215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sues200,visual,1,sues200_uav_200m_to_satellite,4000,200,contrast,Contrast,5,factor,0.2,multiplicative Pillow contrast factor,official_trapezoid_mAP,0.501873791217804,0.1968168318271637,0.30505695939064026,30.505695939064026,0.6078360032517641,60.783600325176415,39.21639967482359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occlusion,1,area_fraction,0.05,fraction of decoded source-image area,official_trapezoid_mAP,0.501873791217804,0.4051201641559601,0.09675362706184387,9.675362706184387,0.19278477727850624,19.278477727850625,80.72152227214937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occlusion,2,area_fraction,0.1,fraction of decoded source-image area,official_trapezoid_mAP,0.501873791217804,0.2819637358188629,0.21991005539894104,21.991005539894104,0.438178002611625,43.817800261162496,56.1821997388375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occlusion,3,area_fraction,0.2,fraction of decoded source-image area,official_trapezoid_mAP,0.501873791217804,0.11386091262102127,0.3880128785967827,38.80128785967827,0.7731283948007404,77.31283948007403,22.687160519925964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occlusion,4,area_fraction,0.3,fraction of decoded source-image area,official_trapezoid_mAP,0.501873791217804,0.0632832795381546,0.43859051167964935,43.859051167964935,0.8739059886259515,87.39059886259514,12.609401137404848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sues200,visual,1,sues200_uav_200m_to_satellite,4000,200,center_occlusion,Center occlusion,5,area_fraction,0.4,fraction of decoded source-image area,official_trapezoid_mAP,0.501873791217804,0.03485649824142456,0.4670172929763794,46.70172929763794,0.9305472832983672,93.05472832983672,6.945271670163283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1,magnitude,2.0,degrees,official_trapezoid_mAP,0.501873791217804,0.49794310331344604,0.00393068790435791,0.393068790435791,0.00783202465069961,0.783202465069961,99.21679753493004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2,magnitude,5.0,degrees,official_trapezoid_mAP,0.501873791217804,0.5014346837997437,0.00043910741806030273,0.04391074180603027,0.0008749359415537566,0.08749359415537566,99.91250640584462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3,magnitude,10.0,degrees,official_trapezoid_mAP,0.501873791217804,0.4952172338962555,0.006656557321548462,0.6656557321548462,0.013263408924774156,1.3263408924774156,98.67365910752258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4,magnitude,15.0,degrees,official_trapezoid_mAP,0.501873791217804,0.4989578127861023,0.00291597843170166,0.291597843170166,0.00581018272467665,0.581018272467665,99.41898172753234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200m_to_satellite,4000,200,rotation,Rotation,5,magnitude,20.0,degrees,official_trapezoid_mAP,0.501873791217804,0.4906739294528961,0.011199861764907837,1.1199861764907837,0.022316092134899518,2.2316092134899517,97.76839078651005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noise,1,standard_deviation,0.02,"fraction of the [0,1] RGB intensity range",official_trapezoid_mAP,0.4146501421928406,0.4050067067146301,0.00964343547821045,0.9643435478210449,0.023256800123622277,2.325680012362228,97.67431998763777,7478740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noise,2,standard_deviation,0.04,"fraction of the [0,1] RGB intensity range",official_trapezoid_mAP,0.4146501421928406,0.3834612965583801,0.03118884563446045,3.118884563446045,0.07521725536984264,7.521725536984264,92.47827446301574,7478740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noise,3,standard_deviation,0.08,"fraction of the [0,1] RGB intensity range",official_trapezoid_mAP,0.4146501421928406,0.33939915895462036,0.07525098323822021,7.5250983238220215,0.18148066425411566,18.148066425411567,81.85193357458843,7478740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noise,4,standard_deviation,0.12,"fraction of the [0,1] RGB intensity range",official_trapezoid_mAP,0.4146501421928406,0.2658926248550415,0.14875751733779907,14.875751733779907,0.35875428994454966,35.875428994454964,64.12457100554504,7478740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sues200,full,1,sues200_uav_200m_to_satellite,4000,200,gaussian_noise,Gaussian noise,5,standard_deviation,0.18,"fraction of the [0,1] RGB intensity range",official_trapezoid_mAP,0.4146501421928406,0.16451923549175262,0.25013090670108795,25.013090670108795,0.6032336209467886,60.323362094678856,39.67663790532115,7478740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blur,1,radius,0.5,pixels in the decoded source image,official_trapezoid_mAP,0.4146501421928406,0.42041870951652527,-0.005768567323684692,-0.5768567323684692,-0.013911890378665095,-1.3911890378665095,101.39118903786651,7478740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blur,2,radius,1.0,pixels in the decoded source image,official_trapezoid_mAP,0.4146501421928406,0.4254916310310364,-0.0108414888381958,-1.08414888381958,-0.02614611146848171,-2.614611146848171,102.61461114684818,7478740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blur,3,radius,2.0,pixels in the decoded source image,official_trapezoid_mAP,0.4146501421928406,0.357723593711853,0.05692654848098755,5.692654848098755,0.13728814412057486,13.728814412057485,86.27118558794251,7478740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blur,4,radius,3.0,pixels in the decoded source image,official_trapezoid_mAP,0.4146501421928406,0.2855660915374756,0.129084050655365,12.908405065536499,0.3113083477379639,31.13083477379639,68.8691652262036,7478740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sues200,full,1,sues200_uav_200m_to_satellite,4000,200,gaussian_blur,Gaussian blur,5,radius,4.0,pixels in the decoded source image,official_trapezoid_mAP,0.4146501421928406,0.22012993693351746,0.19452020525932312,19.452020525932312,0.46911886784994267,46.911886784994266,53.088113215005734,7478740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sues200,full,1,sues200_uav_200m_to_satellite,4000,200,brightness,Brightness,1,factor,0.8,multiplicative Pillow brightness factor,official_trapezoid_mAP,0.4146501421928406,0.4229740500450134,-0.008323907852172852,-0.8323907852172852,-0.020074532732950727,-2.0074532732950727,102.00745327329507,7478740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sues200,full,1,sues200_uav_200m_to_satellite,4000,200,brightness,Brightness,2,factor,0.65,multiplicative Pillow brightness factor,official_trapezoid_mAP,0.4146501421928406,0.4283004403114319,-0.013650298118591309,-1.3650298118591309,-0.032920037230429765,-3.2920037230429764,103.29200372304298,7478740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sues200,full,1,sues200_uav_200m_to_satellite,4000,200,brightness,Brightness,3,factor,0.5,multiplicative Pillow brightness factor,official_trapezoid_mAP,0.4146501421928406,0.42685675621032715,-0.012206614017486572,-1.2206614017486572,-0.02943834518645761,-2.9438345186457613,102.94383451864576,7478740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sues200,full,1,sues200_uav_200m_to_satellite,4000,200,brightness,Brightness,4,factor,0.35,multiplicative Pillow brightness factor,official_trapezoid_mAP,0.4146501421928406,0.3899725079536438,0.024677634239196777,2.4677634239196777,0.059514351324447386,5.951435132444739,94.04856486755526,7478740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sues200,full,1,sues200_uav_200m_to_satellite,4000,200,brightness,Brightness,5,factor,0.2,multiplicative Pillow brightness factor,official_trapezoid_mAP,0.4146501421928406,0.22259390354156494,0.19205623865127563,19.205623865127563,0.463176589390765,46.3176589390765,53.6823410609235,7478740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sues200,full,1,sues200_uav_200m_to_satellite,4000,200,contrast,Contrast,1,factor,0.8,multiplicative Pillow contrast factor,official_trapezoid_mAP,0.4146501421928406,0.4087507128715515,0.0058994293212890625,0.5899429321289062,0.01422748655068693,1.422748655068693,98.57725134493131,7478740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sues200,full,1,sues200_uav_200m_to_satellite,4000,200,contrast,Contrast,2,factor,0.65,multiplicative Pillow contrast factor,official_trapezoid_mAP,0.4146501421928406,0.3950580060482025,0.01959213614463806,1.9592136144638062,0.0472497996528514,4.72497996528514,95.27502003471486,7478740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sues200,full,1,sues200_uav_200m_to_satellite,4000,200,contrast,Contrast,3,factor,0.5,multiplicative Pillow contrast factor,official_trapezoid_mAP,0.4146501421928406,0.3640514016151428,0.050598740577697754,5.059874057769775,0.12202754908055932,12.202754908055931,87.79724509194406,7478740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sues200,full,1,sues200_uav_200m_to_satellite,4000,200,contrast,Contrast,4,factor,0.35,multiplicative Pillow contrast factor,official_trapezoid_mAP,0.4146501421928406,0.3068782389163971,0.10777190327644348,10.777190327644348,0.25991044572299266,25.991044572299266,74.00895542770073,7478740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sues200,full,1,sues200_uav_200m_to_satellite,4000,200,contrast,Contrast,5,factor,0.2,multiplicative Pillow contrast factor,official_trapezoid_mAP,0.4146501421928406,0.18662558495998383,0.22802455723285675,22.802455723285675,0.549920364254475,54.9920364254475,45.0079635745525,7478740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occlusion,1,area_fraction,0.05,fraction of decoded source-image area,official_trapezoid_mAP,0.4146501421928406,0.3505857586860657,0.0640643835067749,6.40643835067749,0.15450225862211472,15.450225862211472,84.54977413778853,7478740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occlusion,2,area_fraction,0.1,fraction of decoded source-image area,official_trapezoid_mAP,0.4146501421928406,0.2817623019218445,0.1328878402709961,13.28878402709961,0.32048183938447605,32.04818393844761,67.95181606155239,7478740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occlusion,3,area_fraction,0.2,fraction of decoded source-image area,official_trapezoid_mAP,0.4146501421928406,0.1676872968673706,0.24696284532546997,24.696284532546997,0.5955932970851736,59.55932970851736,40.44067029148264,7478740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occlusion,4,area_fraction,0.3,fraction of decoded source-image area,official_trapezoid_mAP,0.4146501421928406,0.0924043133854866,0.322245828807354,32.2245828807354,0.7771511354202978,77.71511354202978,22.284886457970224,7478740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sues200,full,1,sues200_uav_200m_to_satellite,4000,200,center_occlusion,Center occlusion,5,area_fraction,0.4,fraction of decoded source-image area,official_trapezoid_mAP,0.4146501421928406,0.04605330154299736,0.3685968406498432,36.85968406498432,0.888934557457406,88.8934557457406,11.106544254259399,7478740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1,magnitude,2.0,degrees,official_trapezoid_mAP,0.4146501421928406,0.4156196415424347,-0.0009694993495941162,-0.09694993495941162,-0.0023381141134234387,-0.23381141134234387,100.23381141134234,7478740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2,magnitude,5.0,degrees,official_trapezoid_mAP,0.4146501421928406,0.41642463207244873,-0.0017744898796081543,-0.17744898796081543,-0.004279486967552746,-0.42794869675527464,100.42794869675528,7478740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3,magnitude,10.0,degrees,official_trapezoid_mAP,0.4146501421928406,0.40816250443458557,0.006487637758255005,0.6487637758255005,0.015646052172913066,1.5646052172913065,98.4353947827087,7478740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4,magnitude,15.0,degrees,official_trapezoid_mAP,0.4146501421928406,0.41441813111305237,0.000232011079788208,0.0232011079788208,0.0005595345477544947,0.055953454775449475,99.94404654522455,7478740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200m_to_satellite,4000,200,rotation,Rotation,5,magnitude,20.0,degrees,official_trapezoid_mAP,0.4146501421928406,0.4147913157939911,-0.0001411736011505127,-0.01411736011505127,-0.00034046437414425715,-0.034046437414425715,100.03404643741443,7478740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200 m. R@1 retained under six image corruptions, seed 1. Retained percentage is 100 × corrupted metric / that variant's own clean metric; severity 0 is the defined 100% clean reference only when clean &gt; 0. Undefined clean-zero retention is left as a gap. Clean R@1 is Visual 61.2500% and Full 61.2500%.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C:\OneDrive\文档\LGM-GAME\outputs\paper_evidence_rebuild_20260914\execution\pipeline_post_robustness_audit_20260929_1448\a1\aggregate\figures\source_data\sues200_satellite_to_uav_200m__r_at_1.csv</a:t>
            </a:r>
          </a:p>
          <a:p xmlns:a="http://schemas.openxmlformats.org/drawingml/2006/main">
            <a:r>
              <a:t>Source SHA256: 2857b17c085a550306136d31ddfcff9f3876b0e054897e2c7e3574506a2cd771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sues200,visual,1,sues200_satellite_to_uav_200m,80,10000,gaussian_noise,Gaussian noise,1,standard_deviation,0.02,"fraction of the [0,1] RGB intensity range",r_at_1,0.6125,0.5875,0.025000000000000022,2.500000000000002,0.040816326530612276,4.081632653061227,95.91836734693877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noise,2,standard_deviation,0.04,"fraction of the [0,1] RGB intensity range",r_at_1,0.6125,0.475,0.13750000000000007,13.750000000000007,0.22448979591836743,22.448979591836743,77.55102040816325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noise,3,standard_deviation,0.08,"fraction of the [0,1] RGB intensity range",r_at_1,0.6125,0.225,0.38750000000000007,38.75000000000001,0.6326530612244898,63.26530612244898,36.73469387755102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noise,4,standard_deviation,0.12,"fraction of the [0,1] RGB intensity range",r_at_1,0.6125,0.1125,0.5,50.0,0.8163265306122448,81.63265306122447,18.36734693877551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noise,5,standard_deviation,0.18,"fraction of the [0,1] RGB intensity range",r_at_1,0.6125,0.0375,0.5750000000000001,57.50000000000001,0.9387755102040817,93.87755102040816,6.122448979591836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blur,1,radius,0.5,pixels in the decoded source image,r_at_1,0.6125,0.6125,0.0,0.0,0.0,0.0,100.0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blur,2,radius,1.0,pixels in the decoded source image,r_at_1,0.6125,0.575,0.03750000000000009,3.750000000000009,0.061224489795918505,6.122448979591851,93.87755102040815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blur,3,radius,2.0,pixels in the decoded source image,r_at_1,0.6125,0.35,0.26250000000000007,26.250000000000007,0.42857142857142866,42.85714285714287,57.14285714285714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blur,4,radius,3.0,pixels in the decoded source image,r_at_1,0.6125,0.1625,0.45000000000000007,45.00000000000001,0.7346938775510204,73.46938775510205,26.530612244897956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blur,5,radius,4.0,pixels in the decoded source image,r_at_1,0.6125,0.075,0.5375000000000001,53.75000000000001,0.8775510204081634,87.75510204081634,12.244897959183673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sues200,visual,1,sues200_satellite_to_uav_200m,80,10000,brightness,Brightness,1,factor,0.8,multiplicative Pillow brightness factor,r_at_1,0.6125,0.625,-0.012499999999999956,-1.2499999999999956,-0.020408163265306048,-2.0408163265306047,102.0408163265306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sues200,visual,1,sues200_satellite_to_uav_200m,80,10000,brightness,Brightness,2,factor,0.65,multiplicative Pillow brightness factor,r_at_1,0.6125,0.55,0.0625,6.25,0.1020408163265306,10.20408163265306,89.79591836734694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sues200,visual,1,sues200_satellite_to_uav_200m,80,10000,brightness,Brightness,3,factor,0.5,multiplicative Pillow brightness factor,r_at_1,0.6125,0.4375,0.17500000000000004,17.500000000000004,0.28571428571428575,28.571428571428577,71.42857142857142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sues200,visual,1,sues200_satellite_to_uav_200m,80,10000,brightness,Brightness,4,factor,0.35,multiplicative Pillow brightness factor,r_at_1,0.6125,0.3125,0.30000000000000004,30.000000000000004,0.489795918367347,48.9795918367347,51.0204081632653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sues200,visual,1,sues200_satellite_to_uav_200m,80,10000,brightness,Brightness,5,factor,0.2,multiplicative Pillow brightness factor,r_at_1,0.6125,0.1125,0.5,50.0,0.8163265306122448,81.63265306122447,18.36734693877551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sues200,visual,1,sues200_satellite_to_uav_200m,80,10000,contrast,Contrast,1,factor,0.8,multiplicative Pillow contrast factor,r_at_1,0.6125,0.625,-0.012499999999999956,-1.2499999999999956,-0.020408163265306048,-2.0408163265306047,102.0408163265306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sues200,visual,1,sues200_satellite_to_uav_200m,80,10000,contrast,Contrast,2,factor,0.65,multiplicative Pillow contrast factor,r_at_1,0.6125,0.6625,-0.04999999999999993,-4.999999999999993,-0.08163265306122437,-8.163265306122437,108.16326530612244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sues200,visual,1,sues200_satellite_to_uav_200m,80,10000,contrast,Contrast,3,factor,0.5,multiplicative Pillow contrast factor,r_at_1,0.6125,0.6,0.012500000000000067,1.2500000000000067,0.02040816326530623,2.040816326530623,97.95918367346938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sues200,visual,1,sues200_satellite_to_uav_200m,80,10000,contrast,Contrast,4,factor,0.35,multiplicative Pillow contrast factor,r_at_1,0.6125,0.5,0.11250000000000004,11.250000000000004,0.18367346938775517,18.367346938775515,81.63265306122449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sues200,visual,1,sues200_satellite_to_uav_200m,80,10000,contrast,Contrast,5,factor,0.2,multiplicative Pillow contrast factor,r_at_1,0.6125,0.275,0.3375,33.75,0.5510204081632653,55.10204081632652,44.89795918367347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occlusion,1,area_fraction,0.05,fraction of decoded source-image area,r_at_1,0.6125,0.475,0.13750000000000007,13.750000000000007,0.22448979591836743,22.448979591836743,77.55102040816325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occlusion,2,area_fraction,0.1,fraction of decoded source-image area,r_at_1,0.6125,0.3,0.31250000000000006,31.250000000000007,0.5102040816326531,51.02040816326531,48.97959183673469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occlusion,3,area_fraction,0.2,fraction of decoded source-image area,r_at_1,0.6125,0.1375,0.47500000000000003,47.5,0.7755102040816326,77.55102040816327,22.448979591836736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occlusion,4,area_fraction,0.3,fraction of decoded source-image area,r_at_1,0.6125,0.0625,0.55,55.00000000000001,0.8979591836734694,89.79591836734694,10.204081632653061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occlusion,5,area_fraction,0.4,fraction of decoded source-image area,r_at_1,0.6125,0.025,0.5875,58.75,0.9591836734693877,95.91836734693877,4.081632653061225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1,magnitude,2.0,degrees,r_at_1,0.6125,0.6,0.012500000000000067,1.2500000000000067,0.02040816326530623,2.040816326530623,97.95918367346938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2,magnitude,5.0,degrees,r_at_1,0.6125,0.5875,0.025000000000000022,2.500000000000002,0.040816326530612276,4.081632653061227,95.91836734693877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3,magnitude,10.0,degrees,r_at_1,0.6125,0.6,0.012500000000000067,1.2500000000000067,0.02040816326530623,2.040816326530623,97.95918367346938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4,magnitude,15.0,degrees,r_at_1,0.6125,0.5375,0.07500000000000007,7.500000000000007,0.12244897959183683,12.244897959183684,87.75510204081633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5,magnitude,20.0,degrees,r_at_1,0.6125,0.5875,0.025000000000000022,2.500000000000002,0.040816326530612276,4.081632653061227,95.91836734693877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noise,1,standard_deviation,0.02,"fraction of the [0,1] RGB intensity range",r_at_1,0.6125,0.575,0.03750000000000009,3.750000000000009,0.061224489795918505,6.122448979591851,93.87755102040815,7478740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noise,2,standard_deviation,0.04,"fraction of the [0,1] RGB intensity range",r_at_1,0.6125,0.4875,0.12500000000000006,12.500000000000005,0.2040816326530613,20.408163265306133,79.59183673469387,7478740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noise,3,standard_deviation,0.08,"fraction of the [0,1] RGB intensity range",r_at_1,0.6125,0.2375,0.37500000000000006,37.50000000000001,0.6122448979591837,61.224489795918366,38.77551020408163,7478740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noise,4,standard_deviation,0.12,"fraction of the [0,1] RGB intensity range",r_at_1,0.6125,0.175,0.43750000000000006,43.75000000000001,0.7142857142857143,71.42857142857143,28.57142857142857,7478740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noise,5,standard_deviation,0.18,"fraction of the [0,1] RGB intensity range",r_at_1,0.6125,0.1125,0.5,50.0,0.8163265306122448,81.63265306122447,18.36734693877551,7478740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blur,1,radius,0.5,pixels in the decoded source image,r_at_1,0.6125,0.6125,0.0,0.0,0.0,0.0,100.0,7478740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blur,2,radius,1.0,pixels in the decoded source image,r_at_1,0.6125,0.5,0.11250000000000004,11.250000000000004,0.18367346938775517,18.367346938775515,81.63265306122449,7478740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blur,3,radius,2.0,pixels in the decoded source image,r_at_1,0.6125,0.2625,0.35000000000000003,35.0,0.5714285714285714,57.14285714285714,42.857142857142854,7478740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blur,4,radius,3.0,pixels in the decoded source image,r_at_1,0.6125,0.25,0.36250000000000004,36.25000000000001,0.5918367346938775,59.183673469387756,40.816326530612244,7478740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blur,5,radius,4.0,pixels in the decoded source image,r_at_1,0.6125,0.175,0.43750000000000006,43.75000000000001,0.7142857142857143,71.42857142857143,28.57142857142857,7478740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sues200,full,1,sues200_satellite_to_uav_200m,80,10000,brightness,Brightness,1,factor,0.8,multiplicative Pillow brightness factor,r_at_1,0.6125,0.525,0.08750000000000002,8.750000000000002,0.14285714285714288,14.285714285714288,85.71428571428571,7478740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sues200,full,1,sues200_satellite_to_uav_200m,80,10000,brightness,Brightness,2,factor,0.65,multiplicative Pillow brightness factor,r_at_1,0.6125,0.475,0.13750000000000007,13.750000000000007,0.22448979591836743,22.448979591836743,77.55102040816325,7478740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sues200,full,1,sues200_satellite_to_uav_200m,80,10000,brightness,Brightness,3,factor,0.5,multiplicative Pillow brightness factor,r_at_1,0.6125,0.4125,0.20000000000000007,20.000000000000007,0.32653061224489804,32.653061224489804,67.3469387755102,7478740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sues200,full,1,sues200_satellite_to_uav_200m,80,10000,brightness,Brightness,4,factor,0.35,multiplicative Pillow brightness factor,r_at_1,0.6125,0.35,0.26250000000000007,26.250000000000007,0.42857142857142866,42.85714285714287,57.14285714285714,7478740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sues200,full,1,sues200_satellite_to_uav_200m,80,10000,brightness,Brightness,5,factor,0.2,multiplicative Pillow brightness factor,r_at_1,0.6125,0.2125,0.4,40.0,0.6530612244897959,65.3061224489796,34.69387755102041,7478740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sues200,full,1,sues200_satellite_to_uav_200m,80,10000,contrast,Contrast,1,factor,0.8,multiplicative Pillow contrast factor,r_at_1,0.6125,0.575,0.03750000000000009,3.750000000000009,0.061224489795918505,6.122448979591851,93.87755102040815,7478740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sues200,full,1,sues200_satellite_to_uav_200m,80,10000,contrast,Contrast,2,factor,0.65,multiplicative Pillow contrast factor,r_at_1,0.6125,0.5375,0.07500000000000007,7.500000000000007,0.12244897959183683,12.244897959183684,87.75510204081633,7478740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sues200,full,1,sues200_satellite_to_uav_200m,80,10000,contrast,Contrast,3,factor,0.5,multiplicative Pillow contrast factor,r_at_1,0.6125,0.4875,0.12500000000000006,12.500000000000005,0.2040816326530613,20.408163265306133,79.59183673469387,7478740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sues200,full,1,sues200_satellite_to_uav_200m,80,10000,contrast,Contrast,4,factor,0.35,multiplicative Pillow contrast factor,r_at_1,0.6125,0.4375,0.17500000000000004,17.500000000000004,0.28571428571428575,28.571428571428577,71.42857142857142,7478740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sues200,full,1,sues200_satellite_to_uav_200m,80,10000,contrast,Contrast,5,factor,0.2,multiplicative Pillow contrast factor,r_at_1,0.6125,0.2625,0.35000000000000003,35.0,0.5714285714285714,57.14285714285714,42.857142857142854,7478740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occlusion,1,area_fraction,0.05,fraction of decoded source-image area,r_at_1,0.6125,0.4625,0.15000000000000002,15.000000000000002,0.2448979591836735,24.48979591836735,75.51020408163265,7478740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occlusion,2,area_fraction,0.1,fraction of decoded source-image area,r_at_1,0.6125,0.325,0.28750000000000003,28.750000000000004,0.46938775510204084,46.93877551020408,53.06122448979591,7478740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occlusion,3,area_fraction,0.2,fraction of decoded source-image area,r_at_1,0.6125,0.1125,0.5,50.0,0.8163265306122448,81.63265306122447,18.36734693877551,7478740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occlusion,4,area_fraction,0.3,fraction of decoded source-image area,r_at_1,0.6125,0.05,0.5625,56.25,0.9183673469387754,91.83673469387755,8.16326530612245,7478740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occlusion,5,area_fraction,0.4,fraction of decoded source-image area,r_at_1,0.6125,0.05,0.5625,56.25,0.9183673469387754,91.83673469387755,8.16326530612245,7478740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1,magnitude,2.0,degrees,r_at_1,0.6125,0.525,0.08750000000000002,8.750000000000002,0.14285714285714288,14.285714285714288,85.71428571428571,7478740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2,magnitude,5.0,degrees,r_at_1,0.6125,0.5375,0.07500000000000007,7.500000000000007,0.12244897959183683,12.244897959183684,87.75510204081633,7478740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3,magnitude,10.0,degrees,r_at_1,0.6125,0.55,0.0625,6.25,0.1020408163265306,10.20408163265306,89.79591836734694,7478740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4,magnitude,15.0,degrees,r_at_1,0.6125,0.5375,0.07500000000000007,7.500000000000007,0.12244897959183683,12.244897959183684,87.75510204081633,7478740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5,magnitude,20.0,degrees,r_at_1,0.6125,0.4875,0.12500000000000006,12.500000000000005,0.2040816326530613,20.408163265306133,79.59183673469387,7478740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200 m.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48.7702% and Full 40.2459%.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C:\OneDrive\文档\LGM-GAME\outputs\paper_evidence_rebuild_20260914\execution\pipeline_post_robustness_audit_20260929_1448\a1\aggregate\figures\source_data\sues200_satellite_to_uav_200m__official_trapezoid_map.csv</a:t>
            </a:r>
          </a:p>
          <a:p xmlns:a="http://schemas.openxmlformats.org/drawingml/2006/main">
            <a:r>
              <a:t>Source SHA256: bbff07dcf1d46c2dc694718afc88159305affa85dcb0af636ea6fa67ab09555a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sues200,visual,1,sues200_satellite_to_uav_200m,80,10000,gaussian_noise,Gaussian noise,1,standard_deviation,0.02,"fraction of the [0,1] RGB intensity range",official_trapezoid_mAP,0.48770156502723694,0.47199374437332153,0.015707820653915405,1.5707820653915405,0.03220785369642634,3.220785369642634,96.77921463035736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noise,2,standard_deviation,0.04,"fraction of the [0,1] RGB intensity range",official_trapezoid_mAP,0.48770156502723694,0.37721195816993713,0.1104896068572998,11.04896068572998,0.22655167582070243,22.65516758207024,77.34483241792975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noise,3,standard_deviation,0.08,"fraction of the [0,1] RGB intensity range",official_trapezoid_mAP,0.48770156502723694,0.185639888048172,0.30206167697906494,30.206167697906494,0.6193576126051503,61.93576126051503,38.06423873948497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noise,4,standard_deviation,0.12,"fraction of the [0,1] RGB intensity range",official_trapezoid_mAP,0.48770156502723694,0.09040578454732895,0.397295780479908,39.7295780479908,0.8146288816147638,81.46288816147637,18.53711183852363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sues200,visual,1,sues200_satellite_to_uav_200m,80,10000,gaussian_noise,Gaussian noise,5,standard_deviation,0.18,"fraction of the [0,1] RGB intensity range",official_trapezoid_mAP,0.48770156502723694,0.03665802255272865,0.4510435424745083,45.10435424745083,0.9248351344726946,92.48351344726946,7.51648655273054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blur,1,radius,0.5,pixels in the decoded source image,official_trapezoid_mAP,0.48770156502723694,0.484447181224823,0.0032543838024139404,0.32543838024139404,0.0066729000597572224,0.6672900059757223,99.33270999402428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blur,2,radius,1.0,pixels in the decoded source image,official_trapezoid_mAP,0.48770156502723694,0.441405713558197,0.04629585146903992,4.629585146903992,0.09492660017700458,9.492660017700457,90.50733998229954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blur,3,radius,2.0,pixels in the decoded source image,official_trapezoid_mAP,0.48770156502723694,0.2641875147819519,0.22351405024528503,22.351405024528503,0.45830086731996095,45.8300867319961,54.1699132680039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blur,4,radius,3.0,pixels in the decoded source image,official_trapezoid_mAP,0.48770156502723694,0.1475904881954193,0.3401110768318176,34.01110768318176,0.6973754058238941,69.73754058238941,30.262459417610593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sues200,visual,1,sues200_satellite_to_uav_200m,80,10000,gaussian_blur,Gaussian blur,5,radius,4.0,pixels in the decoded source image,official_trapezoid_mAP,0.48770156502723694,0.10084690898656845,0.3868546560406685,38.68546560406685,0.7932200422999741,79.32200422999742,20.677995770002582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sues200,visual,1,sues200_satellite_to_uav_200m,80,10000,brightness,Brightness,1,factor,0.8,multiplicative Pillow brightness factor,official_trapezoid_mAP,0.48770156502723694,0.47136634588241577,0.016335219144821167,1.6335219144821167,0.033494293059955396,3.34942930599554,96.65057069400446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sues200,visual,1,sues200_satellite_to_uav_200m,80,10000,brightness,Brightness,2,factor,0.65,multiplicative Pillow brightness factor,official_trapezoid_mAP,0.48770156502723694,0.42681455612182617,0.06088700890541077,6.088700890541077,0.12484480934977188,12.484480934977189,87.51551906502281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sues200,visual,1,sues200_satellite_to_uav_200m,80,10000,brightness,Brightness,3,factor,0.5,multiplicative Pillow brightness factor,official_trapezoid_mAP,0.48770156502723694,0.34644967317581177,0.14125189185142517,14.125189185142517,0.28962771904071416,28.962771904071417,71.03722809592858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sues200,visual,1,sues200_satellite_to_uav_200m,80,10000,brightness,Brightness,4,factor,0.35,multiplicative Pillow brightness factor,official_trapezoid_mAP,0.48770156502723694,0.2285163402557373,0.25918522477149963,25.918522477149963,0.5314422658394069,53.14422658394069,46.855773416059314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sues200,visual,1,sues200_satellite_to_uav_200m,80,10000,brightness,Brightness,5,factor,0.2,multiplicative Pillow brightness factor,official_trapezoid_mAP,0.48770156502723694,0.08182264864444733,0.4058789163827896,40.58789163827896,0.8322280375707268,83.22280375707268,16.777196242927317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sues200,visual,1,sues200_satellite_to_uav_200m,80,10000,contrast,Contrast,1,factor,0.8,multiplicative Pillow contrast factor,official_trapezoid_mAP,0.48770156502723694,0.49555379152297974,-0.007852226495742798,-0.7852226495742798,-0.016100474262993745,-1.6100474262993745,101.61004742629937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sues200,visual,1,sues200_satellite_to_uav_200m,80,10000,contrast,Contrast,2,factor,0.65,multiplicative Pillow contrast factor,official_trapezoid_mAP,0.48770156502723694,0.4897770881652832,-0.0020755231380462646,-0.20755231380462646,-0.004255723759939855,-0.4255723759939855,100.42557237599398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sues200,visual,1,sues200_satellite_to_uav_200m,80,10000,contrast,Contrast,3,factor,0.5,multiplicative Pillow contrast factor,official_trapezoid_mAP,0.48770156502723694,0.45793285965919495,0.029768705368041992,2.976870536804199,0.06103877350973742,6.103877350973742,93.89612264902625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sues200,visual,1,sues200_satellite_to_uav_200m,80,10000,contrast,Contrast,4,factor,0.35,multiplicative Pillow contrast factor,official_trapezoid_mAP,0.48770156502723694,0.37891799211502075,0.10878357291221619,10.878357291221619,0.2230535653625407,22.30535653625407,77.69464346374593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sues200,visual,1,sues200_satellite_to_uav_200m,80,10000,contrast,Contrast,5,factor,0.2,multiplicative Pillow contrast factor,official_trapezoid_mAP,0.48770156502723694,0.21758925914764404,0.2701123058795929,27.01123058795929,0.5538475273592935,55.384752735929354,44.615247264070646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occlusion,1,area_fraction,0.05,fraction of decoded source-image area,official_trapezoid_mAP,0.48770156502723694,0.3209531009197235,0.16674846410751343,16.674846410751343,0.3419067644332881,34.19067644332881,65.80932355667119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occlusion,2,area_fraction,0.1,fraction of decoded source-image area,official_trapezoid_mAP,0.48770156502723694,0.2101116180419922,0.27758994698524475,27.758994698524475,0.5691799389032964,56.91799389032964,43.08200610967036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occlusion,3,area_fraction,0.2,fraction of decoded source-image area,official_trapezoid_mAP,0.48770156502723694,0.11343590915203094,0.374265655875206,37.4265655875206,0.7674071249992896,76.74071249992896,23.25928750007104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occlusion,4,area_fraction,0.3,fraction of decoded source-image area,official_trapezoid_mAP,0.48770156502723694,0.06629437208175659,0.42140719294548035,42.140719294548035,0.8640677479104374,86.40677479104374,13.593225208956262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sues200,visual,1,sues200_satellite_to_uav_200m,80,10000,center_occlusion,Center occlusion,5,area_fraction,0.4,fraction of decoded source-image area,official_trapezoid_mAP,0.48770156502723694,0.04622948542237282,0.4414720796048641,44.14720796048641,0.9052094790391108,90.52094790391108,9.47905209608893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1,magnitude,2.0,degrees,official_trapezoid_mAP,0.48770156502723694,0.4781618118286133,0.009539753198623657,0.9539753198623657,0.019560636837593265,1.9560636837593264,98.04393631624067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2,magnitude,5.0,degrees,official_trapezoid_mAP,0.48770156502723694,0.49613451957702637,-0.008432954549789429,-0.8432954549789429,-0.0172912189636268,-1.72912189636268,101.72912189636268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3,magnitude,10.0,degrees,official_trapezoid_mAP,0.48770156502723694,0.46234235167503357,0.02535921335220337,2.535921335220337,0.05199739998945281,5.199739998945281,94.80026000105472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4,magnitude,15.0,degrees,official_trapezoid_mAP,0.48770156502723694,0.429218590259552,0.058482974767684937,5.848297476768494,0.11991549537967713,11.991549537967714,88.00845046203229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200m,80,10000,rotation,Rotation,5,magnitude,20.0,degrees,official_trapezoid_mAP,0.48770156502723694,0.4350951313972473,0.052606433629989624,5.260643362998962,0.10786603407157754,10.786603407157754,89.21339659284224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noise,1,standard_deviation,0.02,"fraction of the [0,1] RGB intensity range",official_trapezoid_mAP,0.402458518743515,0.3950214385986328,0.007437080144882202,0.7437080144882202,0.018479122191526573,1.8479122191526574,98.15208778084734,7478740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noise,2,standard_deviation,0.04,"fraction of the [0,1] RGB intensity range",official_trapezoid_mAP,0.402458518743515,0.3466804027557373,0.05577811598777771,5.577811598777771,0.1385934534617836,13.859345346178358,86.14065465382164,7478740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noise,3,standard_deviation,0.08,"fraction of the [0,1] RGB intensity range",official_trapezoid_mAP,0.402458518743515,0.21292062103748322,0.1895378977060318,18.95378977060318,0.4709501448690255,47.09501448690255,52.90498551309745,7478740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noise,4,standard_deviation,0.12,"fraction of the [0,1] RGB intensity range",official_trapezoid_mAP,0.402458518743515,0.15235549211502075,0.25010302662849426,25.010302662849426,0.6214380239964153,62.14380239964154,37.85619760035846,7478740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sues200,full,1,sues200_satellite_to_uav_200m,80,10000,gaussian_noise,Gaussian noise,5,standard_deviation,0.18,"fraction of the [0,1] RGB intensity range",official_trapezoid_mAP,0.402458518743515,0.08948436379432678,0.31297415494918823,31.297415494918823,0.7776556846809975,77.76556846809976,22.23443153190025,7478740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blur,1,radius,0.5,pixels in the decoded source image,official_trapezoid_mAP,0.402458518743515,0.3961043357849121,0.006354182958602905,0.6354182958602905,0.015788417098092034,1.5788417098092034,98.4211582901908,7478740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blur,2,radius,1.0,pixels in the decoded source image,official_trapezoid_mAP,0.402458518743515,0.3393479585647583,0.06311056017875671,6.311056017875671,0.15681258375593432,15.681258375593432,84.31874162440657,7478740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blur,3,radius,2.0,pixels in the decoded source image,official_trapezoid_mAP,0.402458518743515,0.22787034511566162,0.1745881736278534,17.45881736278534,0.4338041450157939,43.38041450157939,56.61958549842061,7478740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blur,4,radius,3.0,pixels in the decoded source image,official_trapezoid_mAP,0.402458518743515,0.16695895791053772,0.2354995608329773,23.54995608329773,0.5851523818360522,58.51523818360522,41.48476181639477,7478740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sues200,full,1,sues200_satellite_to_uav_200m,80,10000,gaussian_blur,Gaussian blur,5,radius,4.0,pixels in the decoded source image,official_trapezoid_mAP,0.402458518743515,0.12260081619024277,0.27985770255327225,27.985770255327225,0.6953703040675958,69.53703040675958,30.46296959324042,7478740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sues200,full,1,sues200_satellite_to_uav_200m,80,10000,brightness,Brightness,1,factor,0.8,multiplicative Pillow brightness factor,official_trapezoid_mAP,0.402458518743515,0.3739212155342102,0.02853730320930481,2.853730320930481,0.0709074398484568,7.0907439848456795,92.90925601515433,7478740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sues200,full,1,sues200_satellite_to_uav_200m,80,10000,brightness,Brightness,2,factor,0.65,multiplicative Pillow brightness factor,official_trapezoid_mAP,0.402458518743515,0.3393338620662689,0.0631246566772461,6.312465667724609,0.15684760972217152,15.684760972217152,84.31523902778285,7478740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sues200,full,1,sues200_satellite_to_uav_200m,80,10000,brightness,Brightness,3,factor,0.5,multiplicative Pillow brightness factor,official_trapezoid_mAP,0.402458518743515,0.30614179372787476,0.09631672501564026,9.631672501564026,0.23932087539442162,23.93208753944216,76.06791246055784,7478740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sues200,full,1,sues200_satellite_to_uav_200m,80,10000,brightness,Brightness,4,factor,0.35,multiplicative Pillow brightness factor,official_trapezoid_mAP,0.402458518743515,0.2385600358247757,0.16389848291873932,16.389848291873932,0.40724316988104575,40.724316988104576,59.275683011895424,7478740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sues200,full,1,sues200_satellite_to_uav_200m,80,10000,brightness,Brightness,5,factor,0.2,multiplicative Pillow brightness factor,official_trapezoid_mAP,0.402458518743515,0.13030801713466644,0.27215050160884857,27.215050160884857,0.6762200051287494,67.62200051287493,32.37799948712507,7478740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sues200,full,1,sues200_satellite_to_uav_200m,80,10000,contrast,Contrast,1,factor,0.8,multiplicative Pillow contrast factor,official_trapezoid_mAP,0.402458518743515,0.396271675825119,0.006186842918395996,0.6186842918395996,0.015372622594028983,1.5372622594028984,98.4627377405971,7478740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sues200,full,1,sues200_satellite_to_uav_200m,80,10000,contrast,Contrast,2,factor,0.65,multiplicative Pillow contrast factor,official_trapezoid_mAP,0.402458518743515,0.37902259826660156,0.023435920476913452,2.343592047691345,0.058231890705360015,5.823189070536001,94.176810929464,7478740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sues200,full,1,sues200_satellite_to_uav_200m,80,10000,contrast,Contrast,3,factor,0.5,multiplicative Pillow contrast factor,official_trapezoid_mAP,0.402458518743515,0.3500412702560425,0.052417248487472534,5.241724848747253,0.130242611464954,13.0242611464954,86.9757388535046,7478740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sues200,full,1,sues200_satellite_to_uav_200m,80,10000,contrast,Contrast,4,factor,0.35,multiplicative Pillow contrast factor,official_trapezoid_mAP,0.402458518743515,0.31365376710891724,0.08880475163459778,8.880475163459778,0.22065566387275962,22.06556638727596,77.93443361272404,7478740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sues200,full,1,sues200_satellite_to_uav_200m,80,10000,contrast,Contrast,5,factor,0.2,multiplicative Pillow contrast factor,official_trapezoid_mAP,0.402458518743515,0.20206646621227264,0.20039205253124237,20.039205253124237,0.49791976861831894,49.79197686183189,50.20802313816811,7478740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occlusion,1,area_fraction,0.05,fraction of decoded source-image area,official_trapezoid_mAP,0.402458518743515,0.32505670189857483,0.07740181684494019,7.7401816844940186,0.19232247111227882,19.23224711122788,80.76775288877212,7478740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occlusion,2,area_fraction,0.1,fraction of decoded source-image area,official_trapezoid_mAP,0.402458518743515,0.23782825469970703,0.16463026404380798,16.4630264043808,0.40906144702263364,40.90614470226336,59.09385529773663,7478740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occlusion,3,area_fraction,0.2,fraction of decoded source-image area,official_trapezoid_mAP,0.402458518743515,0.11508605629205704,0.287372462451458,28.737246245145798,0.7140424393267698,71.40424393267698,28.595756067323016,7478740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occlusion,4,area_fraction,0.3,fraction of decoded source-image area,official_trapezoid_mAP,0.402458518743515,0.05753803998231888,0.34492047876119614,34.492047876119614,0.8570336138940381,85.70336138940381,14.296638610596192,7478740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sues200,full,1,sues200_satellite_to_uav_200m,80,10000,center_occlusion,Center occlusion,5,area_fraction,0.4,fraction of decoded source-image area,official_trapezoid_mAP,0.402458518743515,0.03487744927406311,0.3675810694694519,36.75810694694519,0.9133390209183512,91.33390209183511,8.666097908164879,7478740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1,magnitude,2.0,degrees,official_trapezoid_mAP,0.402458518743515,0.37750768661499023,0.02495083212852478,2.495083212852478,0.061996034290494995,6.1996034290495,93.8003965709505,7478740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2,magnitude,5.0,degrees,official_trapezoid_mAP,0.402458518743515,0.3919740319252014,0.010484486818313599,1.0484486818313599,0.0260510992562573,2.60510992562573,97.39489007437427,7478740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3,magnitude,10.0,degrees,official_trapezoid_mAP,0.402458518743515,0.3933330178260803,0.009125500917434692,0.9125500917434692,0.02267438876912016,2.267438876912016,97.73256112308799,7478740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4,magnitude,15.0,degrees,official_trapezoid_mAP,0.402458518743515,0.37478092312812805,0.027677595615386963,2.7677595615386963,0.06877130021199966,6.877130021199966,93.12286997880004,7478740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200m,80,10000,rotation,Rotation,5,magnitude,20.0,degrees,official_trapezoid_mAP,0.402458518743515,0.34977224469184875,0.05268627405166626,5.268627405166626,0.1309110668502037,13.091106685020371,86.90889331497962,7478740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250 m → satellite. R@1 retained under six image corruptions, seed 1. Retained percentage is 100 × corrupted metric / that variant's own clean metric; severity 0 is the defined 100% clean reference only when clean &gt; 0. Undefined clean-zero retention is left as a gap. Clean R@1 is Visual 48.1000% and Full 35.9750%.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C:\OneDrive\文档\LGM-GAME\outputs\paper_evidence_rebuild_20260914\execution\pipeline_post_robustness_audit_20260929_1448\a1\aggregate\figures\source_data\sues200_uav_250m_to_satellite__r_at_1.csv</a:t>
            </a:r>
          </a:p>
          <a:p xmlns:a="http://schemas.openxmlformats.org/drawingml/2006/main">
            <a:r>
              <a:t>Source SHA256: bf0d79837d97a24ac130362b55e2ccd429fcf615313d9ba10f24d601046ad729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sues200,visual,1,sues200_uav_250m_to_satellite,4000,200,gaussian_noise,Gaussian noise,1,standard_deviation,0.02,"fraction of the [0,1] RGB intensity range",r_at_1,0.481,0.4765,0.004500000000000004,0.4500000000000004,0.009355509355509365,0.9355509355509365,99.06444906444906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noise,2,standard_deviation,0.04,"fraction of the [0,1] RGB intensity range",r_at_1,0.481,0.461,0.019999999999999962,1.9999999999999962,0.041580041580041506,4.15800415800415,95.84199584199585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noise,3,standard_deviation,0.08,"fraction of the [0,1] RGB intensity range",r_at_1,0.481,0.36625,0.11474999999999996,11.474999999999996,0.2385654885654885,23.85654885654885,76.14345114345114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noise,4,standard_deviation,0.12,"fraction of the [0,1] RGB intensity range",r_at_1,0.481,0.2195,0.26149999999999995,26.149999999999995,0.5436590436590436,54.36590436590436,45.63409563409564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noise,5,standard_deviation,0.18,"fraction of the [0,1] RGB intensity range",r_at_1,0.481,0.09925,0.38175,38.175,0.7936590436590436,79.36590436590436,20.634095634095637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blur,1,radius,0.5,pixels in the decoded source image,r_at_1,0.481,0.48625,-0.005250000000000032,-0.5250000000000032,-0.010914760914760983,-1.0914760914760984,101.0914760914761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blur,2,radius,1.0,pixels in the decoded source image,r_at_1,0.481,0.47475,0.006249999999999978,0.6249999999999978,0.012993762993762948,1.2993762993762947,98.70062370062371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blur,3,radius,2.0,pixels in the decoded source image,r_at_1,0.481,0.34825,0.13274999999999998,13.274999999999999,0.27598752598752596,27.598752598752597,72.4012474012474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blur,4,radius,3.0,pixels in the decoded source image,r_at_1,0.481,0.224,0.257,25.7,0.5343035343035344,53.43035343035344,46.56964656964657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blur,5,radius,4.0,pixels in the decoded source image,r_at_1,0.481,0.141,0.33999999999999997,34.0,0.7068607068607068,70.68607068607068,29.31392931392931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sues200,visual,1,sues200_uav_250m_to_satellite,4000,200,brightness,Brightness,1,factor,0.8,multiplicative Pillow brightness factor,r_at_1,0.481,0.49525,-0.01425000000000004,-1.425000000000004,-0.02962577962577971,-2.962577962577971,102.96257796257798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sues200,visual,1,sues200_uav_250m_to_satellite,4000,200,brightness,Brightness,2,factor,0.65,multiplicative Pillow brightness factor,r_at_1,0.481,0.50125,-0.02024999999999999,-2.024999999999999,-0.04209979209979208,-4.209979209979208,104.20997920997921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sues200,visual,1,sues200_uav_250m_to_satellite,4000,200,brightness,Brightness,3,factor,0.5,multiplicative Pillow brightness factor,r_at_1,0.481,0.50175,-0.020750000000000046,-2.0750000000000046,-0.04313929313929324,-4.313929313929324,104.31392931392932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sues200,visual,1,sues200_uav_250m_to_satellite,4000,200,brightness,Brightness,4,factor,0.35,multiplicative Pillow brightness factor,r_at_1,0.481,0.46075,0.02024999999999999,2.024999999999999,0.04209979209979208,4.209979209979208,95.7900207900208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sues200,visual,1,sues200_uav_250m_to_satellite,4000,200,brightness,Brightness,5,factor,0.2,multiplicative Pillow brightness factor,r_at_1,0.481,0.21075,0.27025,27.025,0.5618503118503119,56.185031185031185,43.814968814968815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sues200,visual,1,sues200_uav_250m_to_satellite,4000,200,contrast,Contrast,1,factor,0.8,multiplicative Pillow contrast factor,r_at_1,0.481,0.4655,0.015499999999999958,1.5499999999999958,0.032224532224532136,3.2224532224532134,96.77754677754679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sues200,visual,1,sues200_uav_250m_to_satellite,4000,200,contrast,Contrast,2,factor,0.65,multiplicative Pillow contrast factor,r_at_1,0.481,0.4395,0.04149999999999998,4.149999999999999,0.08627858627858624,8.627858627858624,91.37214137214139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sues200,visual,1,sues200_uav_250m_to_satellite,4000,200,contrast,Contrast,3,factor,0.5,multiplicative Pillow contrast factor,r_at_1,0.481,0.38475,0.09625,9.625,0.20010395010395013,20.010395010395012,79.989604989605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sues200,visual,1,sues200_uav_250m_to_satellite,4000,200,contrast,Contrast,4,factor,0.35,multiplicative Pillow contrast factor,r_at_1,0.481,0.297,0.184,18.4,0.38253638253638256,38.25363825363826,61.74636174636175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sues200,visual,1,sues200_uav_250m_to_satellite,4000,200,contrast,Contrast,5,factor,0.2,multiplicative Pillow contrast factor,r_at_1,0.481,0.15475,0.32625,32.625,0.6782744282744283,67.82744282744282,32.17255717255717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occlusion,1,area_fraction,0.05,fraction of decoded source-image area,r_at_1,0.481,0.36125,0.11974999999999997,11.974999999999996,0.2489604989604989,24.89604989604989,75.10395010395011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occlusion,2,area_fraction,0.1,fraction of decoded source-image area,r_at_1,0.481,0.22225,0.25875,25.874999999999996,0.5379417879417879,53.79417879417879,46.20582120582121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occlusion,3,area_fraction,0.2,fraction of decoded source-image area,r_at_1,0.481,0.05825,0.42274999999999996,42.275,0.8788981288981288,87.88981288981287,12.11018711018711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occlusion,4,area_fraction,0.3,fraction of decoded source-image area,r_at_1,0.481,0.02925,0.45175,45.175,0.9391891891891891,93.91891891891892,6.081081081081082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occlusion,5,area_fraction,0.4,fraction of decoded source-image area,r_at_1,0.481,0.01425,0.46675,46.675,0.9703742203742204,97.03742203742203,2.9625779625779627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1,magnitude,2.0,degrees,r_at_1,0.481,0.47925,0.0017499999999999738,0.17499999999999738,0.003638253638253584,0.3638253638253584,99.63617463617464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2,magnitude,5.0,degrees,r_at_1,0.481,0.47875,0.0022499999999999742,0.22499999999999742,0.004677754677754624,0.4677754677754624,99.53222453222453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3,magnitude,10.0,degrees,r_at_1,0.481,0.48025,0.0007499999999999729,0.07499999999999729,0.001559251559251503,0.1559251559251503,99.84407484407484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4,magnitude,15.0,degrees,r_at_1,0.481,0.46425,0.016749999999999987,1.6749999999999987,0.0348232848232848,3.4823284823284797,96.51767151767152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5,magnitude,20.0,degrees,r_at_1,0.481,0.448,0.032999999999999974,3.299999999999997,0.06860706860706856,6.8607068607068555,93.13929313929314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noise,1,standard_deviation,0.02,"fraction of the [0,1] RGB intensity range",r_at_1,0.35975,0.34225,0.017500000000000016,1.7500000000000016,0.04864489228630998,4.8644892286309975,95.13551077136901,7478740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noise,2,standard_deviation,0.04,"fraction of the [0,1] RGB intensity range",r_at_1,0.35975,0.32975,0.030000000000000027,3.0000000000000027,0.08339124391938854,8.339124391938855,91.66087560806115,7478740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noise,3,standard_deviation,0.08,"fraction of the [0,1] RGB intensity range",r_at_1,0.35975,0.27675,0.08300000000000002,8.300000000000002,0.23071577484364145,23.071577484364145,76.92842251563586,7478740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noise,4,standard_deviation,0.12,"fraction of the [0,1] RGB intensity range",r_at_1,0.35975,0.1885,0.17125,17.125,0.4760250173731758,47.60250173731758,52.39749826268242,7478740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noise,5,standard_deviation,0.18,"fraction of the [0,1] RGB intensity range",r_at_1,0.35975,0.09425,0.2655,26.55,0.738012508686588,73.8012508686588,26.19874913134121,7478740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blur,1,radius,0.5,pixels in the decoded source image,r_at_1,0.35975,0.367,-0.007249999999999979,-0.7249999999999979,-0.020152883947185486,-2.0152883947185485,102.01528839471855,7478740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blur,2,radius,1.0,pixels in the decoded source image,r_at_1,0.35975,0.37125,-0.01150000000000001,-1.150000000000001,-0.03196664350243227,-3.196664350243227,103.19666435024322,7478740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blur,3,radius,2.0,pixels in the decoded source image,r_at_1,0.35975,0.28475,0.07500000000000001,7.500000000000001,0.20847810979847117,20.847810979847118,79.15218902015289,7478740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blur,4,radius,3.0,pixels in the decoded source image,r_at_1,0.35975,0.217,0.14275000000000002,14.275000000000002,0.3968033356497568,39.680333564975676,60.31966643502432,7478740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blur,5,radius,4.0,pixels in the decoded source image,r_at_1,0.35975,0.1555,0.20425000000000001,20.425,0.5677553856845031,56.775538568450315,43.224461431549685,7478740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sues200,full,1,sues200_uav_250m_to_satellite,4000,200,brightness,Brightness,1,factor,0.8,multiplicative Pillow brightness factor,r_at_1,0.35975,0.3835,-0.023749999999999993,-2.374999999999999,-0.06601806810284917,-6.601806810284917,106.60180681028491,7478740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sues200,full,1,sues200_uav_250m_to_satellite,4000,200,brightness,Brightness,2,factor,0.65,multiplicative Pillow brightness factor,r_at_1,0.35975,0.381,-0.02124999999999999,-2.124999999999999,-0.059068797776233466,-5.906879777623346,105.90687977762335,7478740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sues200,full,1,sues200_uav_250m_to_satellite,4000,200,brightness,Brightness,3,factor,0.5,multiplicative Pillow brightness factor,r_at_1,0.35975,0.367,-0.007249999999999979,-0.7249999999999979,-0.020152883947185486,-2.0152883947185485,102.01528839471855,7478740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sues200,full,1,sues200_uav_250m_to_satellite,4000,200,brightness,Brightness,4,factor,0.35,multiplicative Pillow brightness factor,r_at_1,0.35975,0.331,0.028749999999999998,2.875,0.0799166087560806,7.99166087560806,92.00833912439194,7478740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sues200,full,1,sues200_uav_250m_to_satellite,4000,200,brightness,Brightness,5,factor,0.2,multiplicative Pillow brightness factor,r_at_1,0.35975,0.15275,0.20700000000000002,20.700000000000003,0.5753995830437805,57.53995830437805,42.46004169562196,7478740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sues200,full,1,sues200_uav_250m_to_satellite,4000,200,contrast,Contrast,1,factor,0.8,multiplicative Pillow contrast factor,r_at_1,0.35975,0.36,-0.00024999999999997247,-0.024999999999997247,-0.000694927032661494,-0.0694927032661494,100.06949270326615,7478740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sues200,full,1,sues200_uav_250m_to_satellite,4000,200,contrast,Contrast,2,factor,0.65,multiplicative Pillow contrast factor,r_at_1,0.35975,0.344,0.015750000000000042,1.5750000000000042,0.04378040305767906,4.378040305767906,95.6219596942321,7478740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sues200,full,1,sues200_uav_250m_to_satellite,4000,200,contrast,Contrast,3,factor,0.5,multiplicative Pillow contrast factor,r_at_1,0.35975,0.311,0.048750000000000016,4.875000000000002,0.1355107713690063,13.55107713690063,86.44892286309937,7478740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sues200,full,1,sues200_uav_250m_to_satellite,4000,200,contrast,Contrast,4,factor,0.35,multiplicative Pillow contrast factor,r_at_1,0.35975,0.24075,0.11900000000000002,11.900000000000002,0.3307852675469076,33.07852675469076,66.92147324530924,7478740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sues200,full,1,sues200_uav_250m_to_satellite,4000,200,contrast,Contrast,5,factor,0.2,multiplicative Pillow contrast factor,r_at_1,0.35975,0.1155,0.24425000000000002,24.425,0.6789437109103544,67.89437109103544,32.10562890896456,7478740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occlusion,1,area_fraction,0.05,fraction of decoded source-image area,r_at_1,0.35975,0.29175,0.068,6.800000000000001,0.1890201528839472,18.90201528839472,81.09798471160528,7478740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occlusion,2,area_fraction,0.1,fraction of decoded source-image area,r_at_1,0.35975,0.2125,0.14725000000000002,14.725000000000001,0.4093120222376651,40.93120222376651,59.068797776233495,7478740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occlusion,3,area_fraction,0.2,fraction of decoded source-image area,r_at_1,0.35975,0.12425,0.23550000000000001,23.55,0.6546212647671995,65.46212647671994,34.537873523280055,7478740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occlusion,4,area_fraction,0.3,fraction of decoded source-image area,r_at_1,0.35975,0.0535,0.30625,30.625000000000004,0.8512856150104239,85.12856150104238,14.871438498957607,7478740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occlusion,5,area_fraction,0.4,fraction of decoded source-image area,r_at_1,0.35975,0.02575,0.334,33.4,0.9284225156358582,92.84225156358582,7.157748436414176,7478740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1,magnitude,2.0,degrees,r_at_1,0.35975,0.362,-0.0022499999999999742,-0.22499999999999742,-0.006254343293954063,-0.6254343293954063,100.6254343293954,7478740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2,magnitude,5.0,degrees,r_at_1,0.35975,0.3555,0.0042500000000000315,0.42500000000000315,0.011813759555246786,1.1813759555246786,98.81862404447531,7478740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3,magnitude,10.0,degrees,r_at_1,0.35975,0.3615,-0.0017499999999999738,-0.17499999999999738,-0.004864489228630921,-0.4864489228630921,100.48644892286309,7478740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4,magnitude,15.0,degrees,r_at_1,0.35975,0.36225,-0.0025000000000000022,-0.2500000000000002,-0.0069492703266157115,-0.6949270326615712,100.69492703266157,7478740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5,magnitude,20.0,degrees,r_at_1,0.35975,0.35575,0.0040000000000000036,0.40000000000000036,0.011118832522585139,1.1118832522585138,98.88811674774149,7478740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250 m → satellite.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55.9603% and Full 44.4342%.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C:\OneDrive\文档\LGM-GAME\outputs\paper_evidence_rebuild_20260914\execution\pipeline_post_robustness_audit_20260929_1448\a1\aggregate\figures\source_data\sues200_uav_250m_to_satellite__official_trapezoid_map.csv</a:t>
            </a:r>
          </a:p>
          <a:p xmlns:a="http://schemas.openxmlformats.org/drawingml/2006/main">
            <a:r>
              <a:t>Source SHA256: 7510ef6d868d58a6c737e64bf9704a91fad4a5b3800820798d788cd0a59f021e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sues200,visual,1,sues200_uav_250m_to_satellite,4000,200,gaussian_noise,Gaussian noise,1,standard_deviation,0.02,"fraction of the [0,1] RGB intensity range",official_trapezoid_mAP,0.5596025586128235,0.5565274953842163,0.0030750632286071777,0.3075063228607178,0.005495084290232392,0.5495084290232392,99.45049157097677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noise,2,standard_deviation,0.04,"fraction of the [0,1] RGB intensity range",official_trapezoid_mAP,0.5596025586128235,0.5405510067939758,0.019051551818847656,1.9051551818847656,0.034044790406380185,3.4044790406380185,96.59552095936198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noise,3,standard_deviation,0.08,"fraction of the [0,1] RGB intensity range",official_trapezoid_mAP,0.5596025586128235,0.44754758477211,0.1120549738407135,11.20549738407135,0.2002402814570436,20.02402814570436,79.97597185429564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noise,4,standard_deviation,0.12,"fraction of the [0,1] RGB intensity range",official_trapezoid_mAP,0.5596025586128235,0.2960670292377472,0.2635355293750763,26.35355293750763,0.47093338891863545,47.093338891863546,52.906661108136454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sues200,visual,1,sues200_uav_250m_to_satellite,4000,200,gaussian_noise,Gaussian noise,5,standard_deviation,0.18,"fraction of the [0,1] RGB intensity range",official_trapezoid_mAP,0.5596025586128235,0.15725407004356384,0.40234848856925964,40.234848856925964,0.7189897229323349,71.89897229323348,28.101027706766512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blur,1,radius,0.5,pixels in the decoded source image,official_trapezoid_mAP,0.5596025586128235,0.5650236010551453,-0.005421042442321777,-0.5421042442321777,-0.009687308177717742,-0.9687308177717742,100.96873081777177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blur,2,radius,1.0,pixels in the decoded source image,official_trapezoid_mAP,0.5596025586128235,0.5539619326591492,0.005640625953674316,0.5640625953674316,0.010079700077956468,1.0079700077956468,98.99202999220435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blur,3,radius,2.0,pixels in the decoded source image,official_trapezoid_mAP,0.5596025586128235,0.438910573720932,0.12069198489189148,12.069198489189148,0.21567446937889284,21.567446937889283,78.43255306211071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blur,4,radius,3.0,pixels in the decoded source image,official_trapezoid_mAP,0.5596025586128235,0.30914509296417236,0.2504574656486511,25.045746564865112,0.4475631174194417,44.756311741944174,55.24368825805583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sues200,visual,1,sues200_uav_250m_to_satellite,4000,200,gaussian_blur,Gaussian blur,5,radius,4.0,pixels in the decoded source image,official_trapezoid_mAP,0.5596025586128235,0.20629549026489258,0.3533070683479309,35.33070683479309,0.6313535613985214,63.13535613985214,36.864643860147865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sues200,visual,1,sues200_uav_250m_to_satellite,4000,200,brightness,Brightness,1,factor,0.8,multiplicative Pillow brightness factor,official_trapezoid_mAP,0.5596025586128235,0.5740112066268921,-0.014408648014068604,-1.4408648014068604,-0.02574800238545304,-2.574800238545304,102.57480023854531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sues200,visual,1,sues200_uav_250m_to_satellite,4000,200,brightness,Brightness,2,factor,0.65,multiplicative Pillow brightness factor,official_trapezoid_mAP,0.5596025586128235,0.5794767737388611,-0.019874215126037598,-1.9874215126037598,-0.03551487537030388,-3.551487537030388,103.55148753703038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sues200,visual,1,sues200_uav_250m_to_satellite,4000,200,brightness,Brightness,3,factor,0.5,multiplicative Pillow brightness factor,official_trapezoid_mAP,0.5596025586128235,0.5799744129180908,-0.020371854305267334,-2.0371854305267334,-0.036404147893401906,-3.6404147893401904,103.64041478934018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sues200,visual,1,sues200_uav_250m_to_satellite,4000,200,brightness,Brightness,4,factor,0.35,multiplicative Pillow brightness factor,official_trapezoid_mAP,0.5596025586128235,0.541115403175354,0.018487155437469482,1.8487155437469482,0.03303622392881218,3.3036223928812185,96.69637760711878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sues200,visual,1,sues200_uav_250m_to_satellite,4000,200,brightness,Brightness,5,factor,0.2,multiplicative Pillow brightness factor,official_trapezoid_mAP,0.5596025586128235,0.28055018186569214,0.27905237674713135,27.905237674713135,0.4986617242045197,49.866172420451974,50.13382757954803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sues200,visual,1,sues200_uav_250m_to_satellite,4000,200,contrast,Contrast,1,factor,0.8,multiplicative Pillow contrast factor,official_trapezoid_mAP,0.5596025586128235,0.5437861680984497,0.01581639051437378,1.581639051437378,0.028263613650338554,2.8263613650338555,97.17363863496614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sues200,visual,1,sues200_uav_250m_to_satellite,4000,200,contrast,Contrast,2,factor,0.65,multiplicative Pillow contrast factor,official_trapezoid_mAP,0.5596025586128235,0.5178249478340149,0.041777610778808594,4.177761077880859,0.07465586090665749,7.465586090665749,92.53441390933425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sues200,visual,1,sues200_uav_250m_to_satellite,4000,200,contrast,Contrast,3,factor,0.5,multiplicative Pillow contrast factor,official_trapezoid_mAP,0.5596025586128235,0.4661652445793152,0.0934373140335083,9.34373140335083,0.16697084849848853,16.697084849848853,83.30291515015115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sues200,visual,1,sues200_uav_250m_to_satellite,4000,200,contrast,Contrast,4,factor,0.35,multiplicative Pillow contrast factor,official_trapezoid_mAP,0.5596025586128235,0.3817371726036072,0.1778653860092163,17.78653860092163,0.31784233876649837,31.784233876649836,68.21576612335016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sues200,visual,1,sues200_uav_250m_to_satellite,4000,200,contrast,Contrast,5,factor,0.2,multiplicative Pillow contrast factor,official_trapezoid_mAP,0.5596025586128235,0.22555333375930786,0.3340492248535156,33.40492248535156,0.5969401313703371,59.69401313703371,40.305986862966286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occlusion,1,area_fraction,0.05,fraction of decoded source-image area,official_trapezoid_mAP,0.5596025586128235,0.441779762506485,0.1178227961063385,11.78227961063385,0.21054727912324908,21.054727912324907,78.9452720876751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occlusion,2,area_fraction,0.1,fraction of decoded source-image area,official_trapezoid_mAP,0.5596025586128235,0.3013897240161896,0.2582128345966339,25.82128345966339,0.4614218262988422,46.14218262988422,53.857817370115775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occlusion,3,area_fraction,0.2,fraction of decoded source-image area,official_trapezoid_mAP,0.5596025586128235,0.11192471534013748,0.447677843272686,44.7677843272686,0.7999924882088044,79.99924882088044,20.000751179119554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occlusion,4,area_fraction,0.3,fraction of decoded source-image area,official_trapezoid_mAP,0.5596025586128235,0.06163443997502327,0.4979681186378002,49.79681186378002,0.8898603320760248,88.98603320760247,11.013966792397524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sues200,visual,1,sues200_uav_250m_to_satellite,4000,200,center_occlusion,Center occlusion,5,area_fraction,0.4,fraction of decoded source-image area,official_trapezoid_mAP,0.5596025586128235,0.03423788398504257,0.5253646746277809,52.53646746277809,0.9388174992088787,93.88174992088787,6.118250079112129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1,magnitude,2.0,degrees,official_trapezoid_mAP,0.5596025586128235,0.5583906173706055,0.0012119412422180176,0.12119412422180176,0.0021657178359267165,0.21657178359267165,99.78342821640733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2,magnitude,5.0,degrees,official_trapezoid_mAP,0.5596025586128235,0.5591422915458679,0.0004602670669555664,0.04602670669555664,0.0008224892110867115,0.08224892110867116,99.91775107889133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3,magnitude,10.0,degrees,official_trapezoid_mAP,0.5596025586128235,0.5597017407417297,-9.918212890625e-05,-0.009918212890625,-0.00017723673235538564,-0.017723673235538563,100.01772367323554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4,magnitude,15.0,degrees,official_trapezoid_mAP,0.5596025586128235,0.544221818447113,0.01538074016571045,1.538074016571045,0.027485114084962646,2.7485114084962645,97.25148859150373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250m_to_satellite,4000,200,rotation,Rotation,5,magnitude,20.0,degrees,official_trapezoid_mAP,0.5596025586128235,0.5284649729728699,0.031137585639953613,3.1137585639953613,0.05564232178841236,5.564232178841236,94.43576782115876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noise,1,standard_deviation,0.02,"fraction of the [0,1] RGB intensity range",official_trapezoid_mAP,0.4443421959877014,0.42975276708602905,0.014589428901672363,1.4589428901672363,0.03283376873367249,3.283376873367249,96.71662312663275,7478740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noise,2,standard_deviation,0.04,"fraction of the [0,1] RGB intensity range",official_trapezoid_mAP,0.4443421959877014,0.4160744547843933,0.028267741203308105,2.8267741203308105,0.06361705338488831,6.3617053384888305,93.63829466151117,7478740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noise,3,standard_deviation,0.08,"fraction of the [0,1] RGB intensity range",official_trapezoid_mAP,0.4443421959877014,0.35662275552749634,0.08771944046020508,8.771944046020508,0.19741415794468684,19.741415794468683,80.25858420553132,7478740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noise,4,standard_deviation,0.12,"fraction of the [0,1] RGB intensity range",official_trapezoid_mAP,0.4443421959877014,0.26624244451522827,0.17809975147247314,17.809975147247314,0.4008166523023679,40.08166523023679,59.918334769763206,7478740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sues200,full,1,sues200_uav_250m_to_satellite,4000,200,gaussian_noise,Gaussian noise,5,standard_deviation,0.18,"fraction of the [0,1] RGB intensity range",official_trapezoid_mAP,0.4443421959877014,0.15997344255447388,0.28436875343322754,28.436875343322754,0.6399769276944798,63.99769276944798,36.00230723055203,7478740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blur,1,radius,0.5,pixels in the decoded source image,official_trapezoid_mAP,0.4443421959877014,0.45290741324424744,-0.00856521725654602,-0.856521725654602,-0.019276173484957727,-1.9276173484957728,101.92761734849577,7478740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blur,2,radius,1.0,pixels in the decoded source image,official_trapezoid_mAP,0.4443421959877014,0.4587249159812927,-0.014382719993591309,-1.4382719993591309,-0.03236856666655488,-3.236856666655488,103.23685666665548,7478740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blur,3,radius,2.0,pixels in the decoded source image,official_trapezoid_mAP,0.4443421959877014,0.3702666163444519,0.07407557964324951,7.407557964324951,0.16670840697132394,16.670840697132395,83.32915930286761,7478740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blur,4,radius,3.0,pixels in the decoded source image,official_trapezoid_mAP,0.4443421959877014,0.29482170939445496,0.14952048659324646,14.952048659324646,0.3364985093546797,33.64985093546797,66.35014906453203,7478740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sues200,full,1,sues200_uav_250m_to_satellite,4000,200,gaussian_blur,Gaussian blur,5,radius,4.0,pixels in the decoded source image,official_trapezoid_mAP,0.4443421959877014,0.22381636500358582,0.2205258309841156,22.05258309841156,0.4962972973879333,49.62972973879333,50.37027026120667,7478740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sues200,full,1,sues200_uav_250m_to_satellite,4000,200,brightness,Brightness,1,factor,0.8,multiplicative Pillow brightness factor,official_trapezoid_mAP,0.4443421959877014,0.4656904637813568,-0.021348267793655396,-2.1348267793655396,-0.048044655642486576,-4.804465564248658,104.80446556424866,7478740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sues200,full,1,sues200_uav_250m_to_satellite,4000,200,brightness,Brightness,2,factor,0.65,multiplicative Pillow brightness factor,official_trapezoid_mAP,0.4443421959877014,0.46529620885849,-0.020954012870788574,-2.0954012870788574,-0.04715737793979067,-4.715737793979067,104.71573779397907,7478740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sues200,full,1,sues200_uav_250m_to_satellite,4000,200,brightness,Brightness,3,factor,0.5,multiplicative Pillow brightness factor,official_trapezoid_mAP,0.4443421959877014,0.45237383246421814,-0.008031636476516724,-0.8031636476516724,-0.0180753404674154,-1.80753404674154,101.80753404674154,7478740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sues200,full,1,sues200_uav_250m_to_satellite,4000,200,brightness,Brightness,4,factor,0.35,multiplicative Pillow brightness factor,official_trapezoid_mAP,0.4443421959877014,0.4151516258716583,0.02919057011604309,2.919057011604309,0.06569389623498875,6.569389623498875,93.43061037650112,7478740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sues200,full,1,sues200_uav_250m_to_satellite,4000,200,brightness,Brightness,5,factor,0.2,multiplicative Pillow brightness factor,official_trapezoid_mAP,0.4443421959877014,0.2302539348602295,0.21408826112747192,21.408826112747192,0.4818094321462945,48.18094321462945,51.81905678537055,7478740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sues200,full,1,sues200_uav_250m_to_satellite,4000,200,contrast,Contrast,1,factor,0.8,multiplicative Pillow contrast factor,official_trapezoid_mAP,0.4443421959877014,0.4431019425392151,0.0012402534484863281,0.12402534484863281,0.00279121240270563,0.279121240270563,99.72087875972943,7478740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sues200,full,1,sues200_uav_250m_to_satellite,4000,200,contrast,Contrast,2,factor,0.65,multiplicative Pillow contrast factor,official_trapezoid_mAP,0.4443421959877014,0.4264264404773712,0.0179157555103302,1.79157555103302,0.04031972581515998,4.031972581515999,95.968027418484,7478740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sues200,full,1,sues200_uav_250m_to_satellite,4000,200,contrast,Contrast,3,factor,0.5,multiplicative Pillow contrast factor,official_trapezoid_mAP,0.4443421959877014,0.3930048644542694,0.05133733153343201,5.133733153343201,0.11553557595248715,11.553557595248714,88.44644240475128,7478740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sues200,full,1,sues200_uav_250m_to_satellite,4000,200,contrast,Contrast,4,factor,0.35,multiplicative Pillow contrast factor,official_trapezoid_mAP,0.4443421959877014,0.32242587208747864,0.12191632390022278,12.191632390022278,0.2743748511869829,27.43748511869829,72.56251488130171,7478740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sues200,full,1,sues200_uav_250m_to_satellite,4000,200,contrast,Contrast,5,factor,0.2,multiplicative Pillow contrast factor,official_trapezoid_mAP,0.4443421959877014,0.1934974491596222,0.2508447468280792,25.084474682807922,0.5645305557139169,56.45305557139169,43.54694442860832,7478740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occlusion,1,area_fraction,0.05,fraction of decoded source-image area,official_trapezoid_mAP,0.4443421959877014,0.3710267245769501,0.07331547141075134,7.331547141075134,0.1649977699007019,16.49977699007019,83.50022300992981,7478740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occlusion,2,area_fraction,0.1,fraction of decoded source-image area,official_trapezoid_mAP,0.4443421959877014,0.28842416405677795,0.15591803193092346,15.591803193092346,0.3508962987058717,35.08962987058717,64.91037012941283,7478740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occlusion,3,area_fraction,0.2,fraction of decoded source-image area,official_trapezoid_mAP,0.4443421959877014,0.1791147142648697,0.2652274817228317,26.522748172283173,0.5968991559157995,59.68991559157995,40.31008440842005,7478740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occlusion,4,area_fraction,0.3,fraction of decoded source-image area,official_trapezoid_mAP,0.4443421959877014,0.09597906470298767,0.34836313128471375,34.836313128471375,0.7839974110726945,78.39974110726945,21.600258892730547,7478740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sues200,full,1,sues200_uav_250m_to_satellite,4000,200,center_occlusion,Center occlusion,5,area_fraction,0.4,fraction of decoded source-image area,official_trapezoid_mAP,0.4443421959877014,0.05415605753660202,0.3901861384510994,39.01861384510994,0.878120831139564,87.81208311395639,12.187916886043602,7478740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1,magnitude,2.0,degrees,official_trapezoid_mAP,0.4443421959877014,0.4461899399757385,-0.0018477439880371094,-0.18477439880371094,-0.004158380646091625,-0.4158380646091625,100.41583806460916,7478740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2,magnitude,5.0,degrees,official_trapezoid_mAP,0.4443421959877014,0.44063514471054077,0.0037070512771606445,0.37070512771606445,0.008342784706549115,0.8342784706549115,99.16572152934509,7478740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3,magnitude,10.0,degrees,official_trapezoid_mAP,0.4443421959877014,0.444277286529541,6.490945816040039e-05,0.006490945816040039,0.00014607988785786386,0.014607988785786386,99.98539201121422,7478740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4,magnitude,15.0,degrees,official_trapezoid_mAP,0.4443421959877014,0.44451844692230225,-0.00017625093460083008,-0.017625093460083008,-0.00039665585711267537,-0.039665585711267534,100.03966558571126,7478740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250m_to_satellite,4000,200,rotation,Rotation,5,magnitude,20.0,degrees,official_trapezoid_mAP,0.4443421959877014,0.4417878985404968,0.00255429744720459,0.255429744720459,0.005748491748632597,0.5748491748632597,99.42515082513674,7478740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250 m. R@1 retained under six image corruptions, seed 1. Retained percentage is 100 × corrupted metric / that variant's own clean metric; severity 0 is the defined 100% clean reference only when clean &gt; 0. Undefined clean-zero retention is left as a gap. Clean R@1 is Visual 68.7500% and Full 60.0000%.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C:\OneDrive\文档\LGM-GAME\outputs\paper_evidence_rebuild_20260914\execution\pipeline_post_robustness_audit_20260929_1448\a1\aggregate\figures\source_data\sues200_satellite_to_uav_250m__r_at_1.csv</a:t>
            </a:r>
          </a:p>
          <a:p xmlns:a="http://schemas.openxmlformats.org/drawingml/2006/main">
            <a:r>
              <a:t>Source SHA256: 18150152356d786b9d2b66b3042e7d7912666bef0aa769fc38da543375a1c5bb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sues200,visual,1,sues200_satellite_to_uav_250m,80,10000,gaussian_noise,Gaussian noise,1,standard_deviation,0.02,"fraction of the [0,1] RGB intensity range",r_at_1,0.6875,0.675,0.012499999999999956,1.2499999999999956,0.01818181818181812,1.818181818181812,98.18181818181819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noise,2,standard_deviation,0.04,"fraction of the [0,1] RGB intensity range",r_at_1,0.6875,0.5875,0.09999999999999998,9.999999999999998,0.14545454545454542,14.545454545454541,85.45454545454545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noise,3,standard_deviation,0.08,"fraction of the [0,1] RGB intensity range",r_at_1,0.6875,0.2375,0.45,45.0,0.6545454545454545,65.45454545454545,34.54545454545455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noise,4,standard_deviation,0.12,"fraction of the [0,1] RGB intensity range",r_at_1,0.6875,0.0625,0.625,62.5,0.9090909090909091,90.9090909090909,9.090909090909092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noise,5,standard_deviation,0.18,"fraction of the [0,1] RGB intensity range",r_at_1,0.6875,0.0125,0.675,67.5,0.9818181818181819,98.18181818181819,1.8181818181818181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blur,1,radius,0.5,pixels in the decoded source image,r_at_1,0.6875,0.6625,0.025000000000000022,2.500000000000002,0.0363636363636364,3.63636363636364,96.36363636363636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blur,2,radius,1.0,pixels in the decoded source image,r_at_1,0.6875,0.7,-0.012499999999999956,-1.2499999999999956,-0.01818181818181812,-1.818181818181812,101.81818181818181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blur,3,radius,2.0,pixels in the decoded source image,r_at_1,0.6875,0.3375,0.35,35.0,0.509090909090909,50.90909090909091,49.09090909090909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blur,4,radius,3.0,pixels in the decoded source image,r_at_1,0.6875,0.1,0.5875,58.75,0.8545454545454546,85.45454545454547,14.545454545454545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blur,5,radius,4.0,pixels in the decoded source image,r_at_1,0.6875,0.0625,0.625,62.5,0.9090909090909091,90.9090909090909,9.090909090909092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sues200,visual,1,sues200_satellite_to_uav_250m,80,10000,brightness,Brightness,1,factor,0.8,multiplicative Pillow brightness factor,r_at_1,0.6875,0.675,0.012499999999999956,1.2499999999999956,0.01818181818181812,1.818181818181812,98.18181818181819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sues200,visual,1,sues200_satellite_to_uav_250m,80,10000,brightness,Brightness,2,factor,0.65,multiplicative Pillow brightness factor,r_at_1,0.6875,0.65,0.03749999999999998,3.749999999999998,0.054545454545454515,5.4545454545454515,94.54545454545455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sues200,visual,1,sues200_satellite_to_uav_250m,80,10000,brightness,Brightness,3,factor,0.5,multiplicative Pillow brightness factor,r_at_1,0.6875,0.4375,0.25,25.0,0.36363636363636365,36.36363636363637,63.63636363636363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sues200,visual,1,sues200_satellite_to_uav_250m,80,10000,brightness,Brightness,4,factor,0.35,multiplicative Pillow brightness factor,r_at_1,0.6875,0.3125,0.375,37.5,0.5454545454545454,54.54545454545454,45.45454545454545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sues200,visual,1,sues200_satellite_to_uav_250m,80,10000,brightness,Brightness,5,factor,0.2,multiplicative Pillow brightness factor,r_at_1,0.6875,0.1375,0.55,55.00000000000001,0.8,80.0,20.000000000000004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sues200,visual,1,sues200_satellite_to_uav_250m,80,10000,contrast,Contrast,1,factor,0.8,multiplicative Pillow contrast factor,r_at_1,0.6875,0.6875,0.0,0.0,0.0,0.0,100.0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sues200,visual,1,sues200_satellite_to_uav_250m,80,10000,contrast,Contrast,2,factor,0.65,multiplicative Pillow contrast factor,r_at_1,0.6875,0.6875,0.0,0.0,0.0,0.0,100.0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sues200,visual,1,sues200_satellite_to_uav_250m,80,10000,contrast,Contrast,3,factor,0.5,multiplicative Pillow contrast factor,r_at_1,0.6875,0.65,0.03749999999999998,3.749999999999998,0.054545454545454515,5.4545454545454515,94.54545454545455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sues200,visual,1,sues200_satellite_to_uav_250m,80,10000,contrast,Contrast,4,factor,0.35,multiplicative Pillow contrast factor,r_at_1,0.6875,0.5125,0.17500000000000004,17.500000000000004,0.25454545454545463,25.454545454545464,74.54545454545453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sues200,visual,1,sues200_satellite_to_uav_250m,80,10000,contrast,Contrast,5,factor,0.2,multiplicative Pillow contrast factor,r_at_1,0.6875,0.325,0.3625,36.25,0.5272727272727272,52.72727272727272,47.27272727272727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occlusion,1,area_fraction,0.05,fraction of decoded source-image area,r_at_1,0.6875,0.55,0.13749999999999996,13.749999999999996,0.19999999999999993,19.999999999999993,80.00000000000001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occlusion,2,area_fraction,0.1,fraction of decoded source-image area,r_at_1,0.6875,0.3875,0.3,30.0,0.43636363636363634,43.63636363636363,56.36363636363637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occlusion,3,area_fraction,0.2,fraction of decoded source-image area,r_at_1,0.6875,0.1625,0.525,52.5,0.7636363636363637,76.36363636363637,23.636363636363637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occlusion,4,area_fraction,0.3,fraction of decoded source-image area,r_at_1,0.6875,0.075,0.6125,61.25000000000001,0.890909090909091,89.0909090909091,10.909090909090908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occlusion,5,area_fraction,0.4,fraction of decoded source-image area,r_at_1,0.6875,0.0375,0.65,65.0,0.9454545454545454,94.54545454545455,5.454545454545454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1,magnitude,2.0,degrees,r_at_1,0.6875,0.7,-0.012499999999999956,-1.2499999999999956,-0.01818181818181812,-1.818181818181812,101.81818181818181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2,magnitude,5.0,degrees,r_at_1,0.6875,0.7,-0.012499999999999956,-1.2499999999999956,-0.01818181818181812,-1.818181818181812,101.81818181818181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3,magnitude,10.0,degrees,r_at_1,0.6875,0.65,0.03749999999999998,3.749999999999998,0.054545454545454515,5.4545454545454515,94.54545454545455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4,magnitude,15.0,degrees,r_at_1,0.6875,0.6125,0.07499999999999996,7.499999999999996,0.10909090909090903,10.909090909090903,89.09090909090911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5,magnitude,20.0,degrees,r_at_1,0.6875,0.6625,0.025000000000000022,2.500000000000002,0.0363636363636364,3.63636363636364,96.36363636363636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noise,1,standard_deviation,0.02,"fraction of the [0,1] RGB intensity range",r_at_1,0.6,0.5875,0.012499999999999956,1.2499999999999956,0.02083333333333326,2.083333333333326,97.91666666666667,7478740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noise,2,standard_deviation,0.04,"fraction of the [0,1] RGB intensity range",r_at_1,0.6,0.4375,0.16249999999999998,16.249999999999996,0.2708333333333333,27.083333333333332,72.91666666666667,7478740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noise,3,standard_deviation,0.08,"fraction of the [0,1] RGB intensity range",r_at_1,0.6,0.2625,0.33749999999999997,33.75,0.5625,56.25,43.75,7478740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noise,4,standard_deviation,0.12,"fraction of the [0,1] RGB intensity range",r_at_1,0.6,0.125,0.475,47.5,0.7916666666666666,79.16666666666666,20.833333333333336,7478740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noise,5,standard_deviation,0.18,"fraction of the [0,1] RGB intensity range",r_at_1,0.6,0.1,0.5,50.0,0.8333333333333334,83.33333333333334,16.666666666666668,7478740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blur,1,radius,0.5,pixels in the decoded source image,r_at_1,0.6,0.575,0.025000000000000022,2.500000000000002,0.041666666666666706,4.1666666666666705,95.83333333333333,7478740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blur,2,radius,1.0,pixels in the decoded source image,r_at_1,0.6,0.5375,0.0625,6.25,0.10416666666666667,10.416666666666668,89.58333333333334,7478740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blur,3,radius,2.0,pixels in the decoded source image,r_at_1,0.6,0.3375,0.26249999999999996,26.249999999999996,0.43749999999999994,43.74999999999999,56.25,7478740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blur,4,radius,3.0,pixels in the decoded source image,r_at_1,0.6,0.2625,0.33749999999999997,33.75,0.5625,56.25,43.75,7478740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blur,5,radius,4.0,pixels in the decoded source image,r_at_1,0.6,0.175,0.425,42.5,0.7083333333333334,70.83333333333334,29.166666666666668,7478740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sues200,full,1,sues200_satellite_to_uav_250m,80,10000,brightness,Brightness,1,factor,0.8,multiplicative Pillow brightness factor,r_at_1,0.6,0.5625,0.03749999999999998,3.749999999999998,0.062499999999999965,6.2499999999999964,93.75,7478740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sues200,full,1,sues200_satellite_to_uav_250m,80,10000,brightness,Brightness,2,factor,0.65,multiplicative Pillow brightness factor,r_at_1,0.6,0.5125,0.08750000000000002,8.750000000000002,0.14583333333333337,14.583333333333337,85.41666666666666,7478740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sues200,full,1,sues200_satellite_to_uav_250m,80,10000,brightness,Brightness,3,factor,0.5,multiplicative Pillow brightness factor,r_at_1,0.6,0.425,0.175,17.5,0.2916666666666667,29.166666666666668,70.83333333333334,7478740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sues200,full,1,sues200_satellite_to_uav_250m,80,10000,brightness,Brightness,4,factor,0.35,multiplicative Pillow brightness factor,r_at_1,0.6,0.325,0.27499999999999997,27.499999999999996,0.4583333333333333,45.83333333333333,54.16666666666667,7478740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sues200,full,1,sues200_satellite_to_uav_250m,80,10000,brightness,Brightness,5,factor,0.2,multiplicative Pillow brightness factor,r_at_1,0.6,0.1875,0.4125,41.25,0.6875,68.75,31.25,7478740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sues200,full,1,sues200_satellite_to_uav_250m,80,10000,contrast,Contrast,1,factor,0.8,multiplicative Pillow contrast factor,r_at_1,0.6,0.625,-0.025000000000000022,-2.500000000000002,-0.041666666666666706,-4.1666666666666705,104.16666666666667,7478740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sues200,full,1,sues200_satellite_to_uav_250m,80,10000,contrast,Contrast,2,factor,0.65,multiplicative Pillow contrast factor,r_at_1,0.6,0.575,0.025000000000000022,2.500000000000002,0.041666666666666706,4.1666666666666705,95.83333333333333,7478740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sues200,full,1,sues200_satellite_to_uav_250m,80,10000,contrast,Contrast,3,factor,0.5,multiplicative Pillow contrast factor,r_at_1,0.6,0.5125,0.08750000000000002,8.750000000000002,0.14583333333333337,14.583333333333337,85.41666666666666,7478740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sues200,full,1,sues200_satellite_to_uav_250m,80,10000,contrast,Contrast,4,factor,0.35,multiplicative Pillow contrast factor,r_at_1,0.6,0.4125,0.1875,18.75,0.3125,31.25,68.75,7478740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sues200,full,1,sues200_satellite_to_uav_250m,80,10000,contrast,Contrast,5,factor,0.2,multiplicative Pillow contrast factor,r_at_1,0.6,0.2625,0.33749999999999997,33.75,0.5625,56.25,43.75,7478740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occlusion,1,area_fraction,0.05,fraction of decoded source-image area,r_at_1,0.6,0.4625,0.13749999999999996,13.749999999999996,0.2291666666666666,22.91666666666666,77.08333333333334,7478740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occlusion,2,area_fraction,0.1,fraction of decoded source-image area,r_at_1,0.6,0.3375,0.26249999999999996,26.249999999999996,0.43749999999999994,43.74999999999999,56.25,7478740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occlusion,3,area_fraction,0.2,fraction of decoded source-image area,r_at_1,0.6,0.125,0.475,47.5,0.7916666666666666,79.16666666666666,20.833333333333336,7478740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occlusion,4,area_fraction,0.3,fraction of decoded source-image area,r_at_1,0.6,0.0375,0.5625,56.25,0.9375,93.75,6.25,7478740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occlusion,5,area_fraction,0.4,fraction of decoded source-image area,r_at_1,0.6,0.0375,0.5625,56.25,0.9375,93.75,6.25,7478740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1,magnitude,2.0,degrees,r_at_1,0.6,0.6,0.0,0.0,0.0,0.0,100.0,7478740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2,magnitude,5.0,degrees,r_at_1,0.6,0.55,0.04999999999999993,4.999999999999993,0.08333333333333323,8.333333333333323,91.66666666666669,7478740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3,magnitude,10.0,degrees,r_at_1,0.6,0.5875,0.012499999999999956,1.2499999999999956,0.02083333333333326,2.083333333333326,97.91666666666667,7478740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4,magnitude,15.0,degrees,r_at_1,0.6,0.5625,0.03749999999999998,3.749999999999998,0.062499999999999965,6.2499999999999964,93.75,7478740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5,magnitude,20.0,degrees,r_at_1,0.6,0.55,0.04999999999999993,4.999999999999993,0.08333333333333323,8.333333333333323,91.66666666666669,7478740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250 m.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52.8418% and Full 43.9953%.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C:\OneDrive\文档\LGM-GAME\outputs\paper_evidence_rebuild_20260914\execution\pipeline_post_robustness_audit_20260929_1448\a1\aggregate\figures\source_data\sues200_satellite_to_uav_250m__official_trapezoid_map.csv</a:t>
            </a:r>
          </a:p>
          <a:p xmlns:a="http://schemas.openxmlformats.org/drawingml/2006/main">
            <a:r>
              <a:t>Source SHA256: 3a29e393e64e4e2c5bec7ba74569f5c7096c510c61d9364caa46c3c97b95289a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sues200,visual,1,sues200_satellite_to_uav_250m,80,10000,gaussian_noise,Gaussian noise,1,standard_deviation,0.02,"fraction of the [0,1] RGB intensity range",official_trapezoid_mAP,0.5284179449081421,0.5142399668693542,0.014177978038787842,1.4177978038787842,0.026830992731052085,2.6830992731052086,97.31690072689479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noise,2,standard_deviation,0.04,"fraction of the [0,1] RGB intensity range",official_trapezoid_mAP,0.5284179449081421,0.4076804518699646,0.12073749303817749,12.073749303817749,0.22848863139794764,22.848863139794766,77.15113686020523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noise,3,standard_deviation,0.08,"fraction of the [0,1] RGB intensity range",official_trapezoid_mAP,0.5284179449081421,0.19291815161705017,0.3354997932910919,33.54997932910919,0.6349137014062113,63.49137014062113,36.50862985937887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noise,4,standard_deviation,0.12,"fraction of the [0,1] RGB intensity range",official_trapezoid_mAP,0.5284179449081421,0.07926302403211594,0.44915492087602615,44.915492087602615,0.8499993711494891,84.9999371149489,15.00006288505109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sues200,visual,1,sues200_satellite_to_uav_250m,80,10000,gaussian_noise,Gaussian noise,5,standard_deviation,0.18,"fraction of the [0,1] RGB intensity range",official_trapezoid_mAP,0.5284179449081421,0.033683158457279205,0.4947347864508629,49.47347864508629,0.9362565961624666,93.62565961624666,6.374340383753346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blur,1,radius,0.5,pixels in the decoded source image,official_trapezoid_mAP,0.5284179449081421,0.524537205696106,0.003880739212036133,0.3880739212036133,0.007344071580897473,0.7344071580897473,99.26559284191025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blur,2,radius,1.0,pixels in the decoded source image,official_trapezoid_mAP,0.5284179449081421,0.47910839319229126,0.04930955171585083,4.930955171585083,0.09331543750737419,9.331543750737419,90.66845624926258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blur,3,radius,2.0,pixels in the decoded source image,official_trapezoid_mAP,0.5284179449081421,0.27956634759902954,0.24885159730911255,24.885159730911255,0.47093706734802854,47.09370673480285,52.90629326519714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blur,4,radius,3.0,pixels in the decoded source image,official_trapezoid_mAP,0.5284179449081421,0.15019725263118744,0.37822069227695465,37.822069227695465,0.7157604996603644,71.57604996603644,28.423950033963568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sues200,visual,1,sues200_satellite_to_uav_250m,80,10000,gaussian_blur,Gaussian blur,5,radius,4.0,pixels in the decoded source image,official_trapezoid_mAP,0.5284179449081421,0.10303816944360733,0.42537977546453476,42.537977546453476,0.8050063014769132,80.50063014769133,19.499369852308675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sues200,visual,1,sues200_satellite_to_uav_250m,80,10000,brightness,Brightness,1,factor,0.8,multiplicative Pillow brightness factor,official_trapezoid_mAP,0.5284179449081421,0.5059818029403687,0.022436141967773438,2.2436141967773438,0.042459084109404424,4.245908410940443,95.75409158905956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sues200,visual,1,sues200_satellite_to_uav_250m,80,10000,brightness,Brightness,2,factor,0.65,multiplicative Pillow brightness factor,official_trapezoid_mAP,0.5284179449081421,0.4583438038825989,0.07007414102554321,7.007414102554321,0.13261120614994368,13.261120614994368,86.73887938500563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sues200,visual,1,sues200_satellite_to_uav_250m,80,10000,brightness,Brightness,3,factor,0.5,multiplicative Pillow brightness factor,official_trapezoid_mAP,0.5284179449081421,0.37394946813583374,0.15446847677230835,15.446847677230835,0.29232254176977374,29.232254176977374,70.76774582302262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sues200,visual,1,sues200_satellite_to_uav_250m,80,10000,brightness,Brightness,4,factor,0.35,multiplicative Pillow brightness factor,official_trapezoid_mAP,0.5284179449081421,0.2521821856498718,0.27623575925827026,27.623575925827026,0.5227599893608645,52.27599893608645,47.72400106391355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sues200,visual,1,sues200_satellite_to_uav_250m,80,10000,brightness,Brightness,5,factor,0.2,multiplicative Pillow brightness factor,official_trapezoid_mAP,0.5284179449081421,0.09023512154817581,0.4381828233599663,43.81828233599663,0.8292353194707233,82.92353194707232,17.07646805292767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sues200,visual,1,sues200_satellite_to_uav_250m,80,10000,contrast,Contrast,1,factor,0.8,multiplicative Pillow contrast factor,official_trapezoid_mAP,0.5284179449081421,0.5330632925033569,-0.004645347595214844,-0.4645347595214844,-0.008791048146599888,-0.8791048146599888,100.87910481465998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sues200,visual,1,sues200_satellite_to_uav_250m,80,10000,contrast,Contrast,2,factor,0.65,multiplicative Pillow contrast factor,official_trapezoid_mAP,0.5284179449081421,0.5274803042411804,0.0009376406669616699,0.09376406669616699,0.0017744300245607014,0.17744300245607014,99.82255699754393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sues200,visual,1,sues200_satellite_to_uav_250m,80,10000,contrast,Contrast,3,factor,0.5,multiplicative Pillow contrast factor,official_trapezoid_mAP,0.5284179449081421,0.49073299765586853,0.03768494725227356,3.768494725227356,0.07131655466171678,7.1316554661716784,92.86834453382832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sues200,visual,1,sues200_satellite_to_uav_250m,80,10000,contrast,Contrast,4,factor,0.35,multiplicative Pillow contrast factor,official_trapezoid_mAP,0.5284179449081421,0.3984084725379944,0.1300094723701477,13.00094723701477,0.24603530902560092,24.60353090256009,75.3964690974399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sues200,visual,1,sues200_satellite_to_uav_250m,80,10000,contrast,Contrast,5,factor,0.2,multiplicative Pillow contrast factor,official_trapezoid_mAP,0.5284179449081421,0.22353067994117737,0.3048872649669647,30.488726496696472,0.5769812851831991,57.69812851831991,42.30187148168009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occlusion,1,area_fraction,0.05,fraction of decoded source-image area,official_trapezoid_mAP,0.5284179449081421,0.37353864312171936,0.15487930178642273,15.487930178642273,0.29310000403817904,29.310000403817902,70.68999959618209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occlusion,2,area_fraction,0.1,fraction of decoded source-image area,official_trapezoid_mAP,0.5284179449081421,0.2553989589214325,0.2730189859867096,27.30189859867096,0.5166724344196336,51.667243441963365,48.33275655803664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occlusion,3,area_fraction,0.2,fraction of decoded source-image area,official_trapezoid_mAP,0.5284179449081421,0.12942273914813995,0.39899520576000214,39.899520576000214,0.7550750492195373,75.50750492195372,24.49249507804627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occlusion,4,area_fraction,0.3,fraction of decoded source-image area,official_trapezoid_mAP,0.5284179449081421,0.0702793151140213,0.4581386297941208,45.81386297941208,0.8670005139090453,86.70005139090453,13.299948609095468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sues200,visual,1,sues200_satellite_to_uav_250m,80,10000,center_occlusion,Center occlusion,5,area_fraction,0.4,fraction of decoded source-image area,official_trapezoid_mAP,0.5284179449081421,0.0468333475291729,0.4815845973789692,48.15845973789692,0.9113706338316837,91.13706338316837,8.862936616831627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1,magnitude,2.0,degrees,official_trapezoid_mAP,0.5284179449081421,0.5197599530220032,0.008657991886138916,0.8657991886138916,0.01638474236079167,1.638474236079167,98.36152576392084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2,magnitude,5.0,degrees,official_trapezoid_mAP,0.5284179449081421,0.5350188612937927,-0.006600916385650635,-0.6600916385650635,-0.012491847503017918,-1.2491847503017917,101.2491847503018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3,magnitude,10.0,degrees,official_trapezoid_mAP,0.5284179449081421,0.5081587433815002,0.020259201526641846,2.0259201526641846,0.03833935187451595,3.8339351874515954,96.1660648125484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4,magnitude,15.0,degrees,official_trapezoid_mAP,0.5284179449081421,0.46435943245887756,0.06405851244926453,6.405851244926453,0.12122698153333945,12.122698153333946,87.87730184666606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250m,80,10000,rotation,Rotation,5,magnitude,20.0,degrees,official_trapezoid_mAP,0.5284179449081421,0.47709137201309204,0.05132657289505005,5.132657289505005,0.09713253190894651,9.713253190894651,90.28674680910535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noise,1,standard_deviation,0.02,"fraction of the [0,1] RGB intensity range",official_trapezoid_mAP,0.4399527907371521,0.42548808455467224,0.014464706182479858,1.4464706182479858,0.03287785982274115,3.287785982274115,96.71221401772588,7478740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noise,2,standard_deviation,0.04,"fraction of the [0,1] RGB intensity range",official_trapezoid_mAP,0.4399527907371521,0.35979849100112915,0.08015429973602295,8.015429973602295,0.1821884107195283,18.21884107195283,81.78115892804718,7478740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noise,3,standard_deviation,0.08,"fraction of the [0,1] RGB intensity range",official_trapezoid_mAP,0.4399527907371521,0.22208106517791748,0.21787172555923462,21.787172555923462,0.49521614624647564,49.52161462464756,50.47838537535243,7478740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noise,4,standard_deviation,0.12,"fraction of the [0,1] RGB intensity range",official_trapezoid_mAP,0.4399527907371521,0.15113860368728638,0.2888141870498657,28.881418704986572,0.6564663144105762,65.64663144105762,34.35336855894238,7478740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sues200,full,1,sues200_satellite_to_uav_250m,80,10000,gaussian_noise,Gaussian noise,5,standard_deviation,0.18,"fraction of the [0,1] RGB intensity range",official_trapezoid_mAP,0.4399527907371521,0.09136452525854111,0.348588265478611,34.8588265478611,0.7923310701008226,79.23310701008226,20.76689298991774,7478740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blur,1,radius,0.5,pixels in the decoded source image,official_trapezoid_mAP,0.4399527907371521,0.43130379915237427,0.008648991584777832,0.8648991584777832,0.019658908334883447,1.9658908334883447,98.03410916651166,7478740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blur,2,radius,1.0,pixels in the decoded source image,official_trapezoid_mAP,0.4399527907371521,0.37524014711380005,0.06471264362335205,6.471264362335205,0.14708997189203954,14.708997189203954,85.29100281079604,7478740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blur,3,radius,2.0,pixels in the decoded source image,official_trapezoid_mAP,0.4399527907371521,0.25664639472961426,0.18330639600753784,18.330639600753784,0.4166501494408146,41.665014944081456,58.334985055918544,7478740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blur,4,radius,3.0,pixels in the decoded source image,official_trapezoid_mAP,0.4399527907371521,0.18734031915664673,0.25261247158050537,25.261247158050537,0.5741808596264312,57.41808596264312,42.58191403735688,7478740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sues200,full,1,sues200_satellite_to_uav_250m,80,10000,gaussian_blur,Gaussian blur,5,radius,4.0,pixels in the decoded source image,official_trapezoid_mAP,0.4399527907371521,0.13132897019386292,0.3086238205432892,30.86238205432892,0.7014930398013435,70.14930398013435,29.85069601986565,7478740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sues200,full,1,sues200_satellite_to_uav_250m,80,10000,brightness,Brightness,1,factor,0.8,multiplicative Pillow brightness factor,official_trapezoid_mAP,0.4399527907371521,0.4064158499240875,0.033536940813064575,3.3536940813064575,0.07622849887341906,7.622849887341906,92.37715011265809,7478740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sues200,full,1,sues200_satellite_to_uav_250m,80,10000,brightness,Brightness,2,factor,0.65,multiplicative Pillow brightness factor,official_trapezoid_mAP,0.4399527907371521,0.36388954520225525,0.07606324553489685,7.606324553489685,0.17288956255386162,17.28895625538616,82.71104374461383,7478740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sues200,full,1,sues200_satellite_to_uav_250m,80,10000,brightness,Brightness,3,factor,0.5,multiplicative Pillow brightness factor,official_trapezoid_mAP,0.4399527907371521,0.3233519196510315,0.1166008710861206,11.66008710861206,0.26503041585610326,26.503041585610326,73.49695841438967,7478740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sues200,full,1,sues200_satellite_to_uav_250m,80,10000,brightness,Brightness,4,factor,0.35,multiplicative Pillow brightness factor,official_trapezoid_mAP,0.4399527907371521,0.2555921673774719,0.18436062335968018,18.436062335968018,0.41904637779607956,41.90463777960795,58.09536222039204,7478740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sues200,full,1,sues200_satellite_to_uav_250m,80,10000,brightness,Brightness,5,factor,0.2,multiplicative Pillow brightness factor,official_trapezoid_mAP,0.4399527907371521,0.13404344022274017,0.3059093505144119,30.590935051441193,0.6953231277425312,69.53231277425313,30.467687225746875,7478740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sues200,full,1,sues200_satellite_to_uav_250m,80,10000,contrast,Contrast,1,factor,0.8,multiplicative Pillow contrast factor,official_trapezoid_mAP,0.4399527907371521,0.43135198950767517,0.008600801229476929,0.8600801229476929,0.019549373047653744,1.9549373047653744,98.04506269523462,7478740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sues200,full,1,sues200_satellite_to_uav_250m,80,10000,contrast,Contrast,2,factor,0.65,multiplicative Pillow contrast factor,official_trapezoid_mAP,0.4399527907371521,0.4069552421569824,0.03299754858016968,3.2997548580169678,0.07500247589038234,7.500247589038233,92.49975241096176,7478740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sues200,full,1,sues200_satellite_to_uav_250m,80,10000,contrast,Contrast,3,factor,0.5,multiplicative Pillow contrast factor,official_trapezoid_mAP,0.4399527907371521,0.36955663561820984,0.07039615511894226,7.039615511894226,0.16000842954306918,16.00084295430692,83.99915704569308,7478740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sues200,full,1,sues200_satellite_to_uav_250m,80,10000,contrast,Contrast,4,factor,0.35,multiplicative Pillow contrast factor,official_trapezoid_mAP,0.4399527907371521,0.32876548171043396,0.11118730902671814,11.118730902671814,0.252725545485053,25.272554548505298,74.7274454514947,7478740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sues200,full,1,sues200_satellite_to_uav_250m,80,10000,contrast,Contrast,5,factor,0.2,multiplicative Pillow contrast factor,official_trapezoid_mAP,0.4399527907371521,0.21115775406360626,0.22879503667354584,22.879503667354584,0.5200445172542125,52.004451725421255,47.99554827457875,7478740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occlusion,1,area_fraction,0.05,fraction of decoded source-image area,official_trapezoid_mAP,0.4399527907371521,0.3505747616291046,0.08937802910804749,8.937802910804749,0.20315368146271404,20.315368146271403,79.68463185372859,7478740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occlusion,2,area_fraction,0.1,fraction of decoded source-image area,official_trapezoid_mAP,0.4399527907371521,0.25607284903526306,0.18387994170188904,18.387994170188904,0.4179538022563592,41.79538022563592,58.20461977436408,7478740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occlusion,3,area_fraction,0.2,fraction of decoded source-image area,official_trapezoid_mAP,0.4399527907371521,0.12905380129814148,0.3108989894390106,31.089898943901062,0.7066644330590367,70.66644330590367,29.333556694096327,7478740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occlusion,4,area_fraction,0.3,fraction of decoded source-image area,official_trapezoid_mAP,0.4399527907371521,0.06315186619758606,0.37680092453956604,37.680092453956604,0.8564576301657878,85.64576301657878,14.354236983421222,7478740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sues200,full,1,sues200_satellite_to_uav_250m,80,10000,center_occlusion,Center occlusion,5,area_fraction,0.4,fraction of decoded source-image area,official_trapezoid_mAP,0.4399527907371521,0.04168255254626274,0.39827023819088936,39.827023819088936,0.9052567606710198,90.52567606710198,9.474323932898018,7478740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1,magnitude,2.0,degrees,official_trapezoid_mAP,0.4399527907371521,0.41431766748428345,0.025635123252868652,2.5635123252868652,0.058267895539238085,5.826789553923809,94.1732104460762,7478740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2,magnitude,5.0,degrees,official_trapezoid_mAP,0.4399527907371521,0.4175012707710266,0.02245151996612549,2.245151996612549,0.05103165712054558,5.103165712054558,94.89683428794544,7478740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3,magnitude,10.0,degrees,official_trapezoid_mAP,0.4399527907371521,0.42593201994895935,0.014020770788192749,1.402077078819275,0.03186880747977661,3.1868807479776615,96.81311925202233,7478740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4,magnitude,15.0,degrees,official_trapezoid_mAP,0.4399527907371521,0.38947129249572754,0.05048149824142456,5.048149824142456,0.1147429890303492,11.47429890303492,88.52570109696508,7478740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250m,80,10000,rotation,Rotation,5,magnitude,20.0,degrees,official_trapezoid_mAP,0.4399527907371521,0.3650303781032562,0.07492241263389587,7.492241263389587,0.17029648228475028,17.02964822847503,82.97035177152497,7478740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300 m → satellite. R@1 retained under six image corruptions, seed 1. Retained percentage is 100 × corrupted metric / that variant's own clean metric; severity 0 is the defined 100% clean reference only when clean &gt; 0. Undefined clean-zero retention is left as a gap. Clean R@1 is Visual 49.6750% and Full 38.7750%.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C:\OneDrive\文档\LGM-GAME\outputs\paper_evidence_rebuild_20260914\execution\pipeline_post_robustness_audit_20260929_1448\a1\aggregate\figures\source_data\sues200_uav_300m_to_satellite__r_at_1.csv</a:t>
            </a:r>
          </a:p>
          <a:p xmlns:a="http://schemas.openxmlformats.org/drawingml/2006/main">
            <a:r>
              <a:t>Source SHA256: 7679482275b54c94e3adce3a2fc10008c71665157c294c599011947cdf1416e6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sues200,visual,1,sues200_uav_300m_to_satellite,4000,200,gaussian_noise,Gaussian noise,1,standard_deviation,0.02,"fraction of the [0,1] RGB intensity range",r_at_1,0.49675,0.49525,0.0015000000000000013,0.15000000000000013,0.0030196275792652265,0.30196275792652266,99.69803724207348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noise,2,standard_deviation,0.04,"fraction of the [0,1] RGB intensity range",r_at_1,0.49675,0.479,0.017750000000000044,1.7750000000000044,0.035732259687971904,3.5732259687971903,96.42677403120281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noise,3,standard_deviation,0.08,"fraction of the [0,1] RGB intensity range",r_at_1,0.49675,0.37975,0.11700000000000005,11.700000000000005,0.23553095118268755,23.553095118268754,76.44690488173124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noise,4,standard_deviation,0.12,"fraction of the [0,1] RGB intensity range",r_at_1,0.49675,0.22125,0.2755,27.55,0.5546049320583795,55.46049320583795,44.53950679416205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noise,5,standard_deviation,0.18,"fraction of the [0,1] RGB intensity range",r_at_1,0.49675,0.091,0.40575000000000006,40.575,0.8168092601912431,81.68092601912431,18.31907398087569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blur,1,radius,0.5,pixels in the decoded source image,r_at_1,0.49675,0.504,-0.007249999999999979,-0.7249999999999979,-0.014594866633115206,-1.4594866633115207,101.45948666331152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blur,2,radius,1.0,pixels in the decoded source image,r_at_1,0.49675,0.5025,-0.005749999999999922,-0.5749999999999922,-0.011575239053849867,-1.1575239053849866,101.15752390538498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blur,3,radius,2.0,pixels in the decoded source image,r_at_1,0.49675,0.37775,0.11900000000000005,11.900000000000006,0.23955712128837453,23.955712128837455,76.04428787116255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blur,4,radius,3.0,pixels in the decoded source image,r_at_1,0.49675,0.23425,0.2625,26.25,0.5284348263714141,52.84348263714141,47.15651736285858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blur,5,radius,4.0,pixels in the decoded source image,r_at_1,0.49675,0.135,0.36175,36.175000000000004,0.7282335178661299,72.82335178661299,27.176648213387015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sues200,visual,1,sues200_uav_300m_to_satellite,4000,200,brightness,Brightness,1,factor,0.8,multiplicative Pillow brightness factor,r_at_1,0.49675,0.515,-0.01824999999999999,-1.8249999999999988,-0.03673880221439353,-3.673880221439353,103.67388022143935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sues200,visual,1,sues200_uav_300m_to_satellite,4000,200,brightness,Brightness,2,factor,0.65,multiplicative Pillow brightness factor,r_at_1,0.49675,0.52725,-0.03049999999999997,-3.049999999999997,-0.06139909411172616,-6.139909411172615,106.13990941117262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sues200,visual,1,sues200_uav_300m_to_satellite,4000,200,brightness,Brightness,3,factor,0.5,multiplicative Pillow brightness factor,r_at_1,0.49675,0.53,-0.03325,-3.325,-0.0669350780070458,-6.69350780070458,106.69350780070458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sues200,visual,1,sues200_uav_300m_to_satellite,4000,200,brightness,Brightness,4,factor,0.35,multiplicative Pillow brightness factor,r_at_1,0.49675,0.4755,0.021250000000000047,2.1250000000000044,0.042778057372924096,4.277805737292409,95.72219426270759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sues200,visual,1,sues200_uav_300m_to_satellite,4000,200,brightness,Brightness,5,factor,0.2,multiplicative Pillow brightness factor,r_at_1,0.49675,0.2275,0.26925,26.924999999999997,0.5420231504781077,54.20231504781077,45.79768495218923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sues200,visual,1,sues200_uav_300m_to_satellite,4000,200,contrast,Contrast,1,factor,0.8,multiplicative Pillow contrast factor,r_at_1,0.49675,0.48425,0.012500000000000011,1.250000000000001,0.025163563160543554,2.5163563160543556,97.48364368394564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sues200,visual,1,sues200_uav_300m_to_satellite,4000,200,contrast,Contrast,2,factor,0.65,multiplicative Pillow contrast factor,r_at_1,0.49675,0.4645,0.03225,3.225,0.06492199295420231,6.492199295420232,93.50780070457976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sues200,visual,1,sues200_uav_300m_to_satellite,4000,200,contrast,Contrast,3,factor,0.5,multiplicative Pillow contrast factor,r_at_1,0.49675,0.407,0.08975000000000005,8.975000000000005,0.18067438349270265,18.067438349270265,81.93256165072972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sues200,visual,1,sues200_uav_300m_to_satellite,4000,200,contrast,Contrast,4,factor,0.35,multiplicative Pillow contrast factor,r_at_1,0.49675,0.305,0.19175000000000003,19.175000000000004,0.38600905888273784,38.600905888273786,61.399094111726214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sues200,visual,1,sues200_uav_300m_to_satellite,4000,200,contrast,Contrast,5,factor,0.2,multiplicative Pillow contrast factor,r_at_1,0.49675,0.15125,0.34550000000000003,34.550000000000004,0.6955208857574233,69.55208857574233,30.447911424257672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occlusion,1,area_fraction,0.05,fraction of decoded source-image area,r_at_1,0.49675,0.38025,0.11650000000000005,11.650000000000006,0.2345244086562658,23.45244086562658,76.54755913437342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occlusion,2,area_fraction,0.1,fraction of decoded source-image area,r_at_1,0.49675,0.22375,0.273,27.3,0.5495722194262708,54.95722194262708,45.04277805737292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occlusion,3,area_fraction,0.2,fraction of decoded source-image area,r_at_1,0.49675,0.058,0.43875000000000003,43.875,0.883241066935078,88.3241066935078,11.6758933064922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occlusion,4,area_fraction,0.3,fraction of decoded source-image area,r_at_1,0.49675,0.0305,0.46625000000000005,46.62500000000001,0.9386009058882738,93.86009058882738,6.139909411172622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occlusion,5,area_fraction,0.4,fraction of decoded source-image area,r_at_1,0.49675,0.0155,0.48125,48.125,0.968797181680926,96.8797181680926,3.120281831907398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1,magnitude,2.0,degrees,r_at_1,0.49675,0.492,0.004750000000000032,0.4750000000000032,0.009562154001006606,0.9562154001006606,99.04378459989934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2,magnitude,5.0,degrees,r_at_1,0.49675,0.49825,-0.0015000000000000013,-0.15000000000000013,-0.0030196275792652265,-0.30196275792652266,100.30196275792652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3,magnitude,10.0,degrees,r_at_1,0.49675,0.5005,-0.00374999999999992,-0.374999999999992,-0.007549068948162899,-0.7549068948162899,100.7549068948163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4,magnitude,15.0,degrees,r_at_1,0.49675,0.49625,0.0005000000000000004,0.050000000000000044,0.0010065425264217422,0.10065425264217422,99.89934574735783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5,magnitude,20.0,degrees,r_at_1,0.49675,0.4875,0.009250000000000036,0.9250000000000036,0.018621036738802287,1.8621036738802288,98.13789632611977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noise,1,standard_deviation,0.02,"fraction of the [0,1] RGB intensity range",r_at_1,0.38775,0.36325,0.024499999999999966,2.4499999999999966,0.06318504190844608,6.318504190844608,93.6814958091554,7478740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noise,2,standard_deviation,0.04,"fraction of the [0,1] RGB intensity range",r_at_1,0.38775,0.35025,0.03749999999999998,3.749999999999998,0.09671179883945837,9.671179883945836,90.32882011605416,7478740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noise,3,standard_deviation,0.08,"fraction of the [0,1] RGB intensity range",r_at_1,0.38775,0.28175,0.10599999999999998,10.599999999999998,0.2733720180528691,27.33720180528691,72.66279819471309,7478740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noise,4,standard_deviation,0.12,"fraction of the [0,1] RGB intensity range",r_at_1,0.38775,0.1945,0.19324999999999998,19.325,0.498388136686009,49.8388136686009,50.1611863313991,7478740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noise,5,standard_deviation,0.18,"fraction of the [0,1] RGB intensity range",r_at_1,0.38775,0.09,0.29774999999999996,29.774999999999995,0.7678916827852997,76.78916827852997,23.21083172147002,7478740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blur,1,radius,0.5,pixels in the decoded source image,r_at_1,0.38775,0.3895,-0.0017500000000000293,-0.17500000000000293,-0.004513217279174802,-0.4513217279174802,100.45132172791749,7478740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blur,2,radius,1.0,pixels in the decoded source image,r_at_1,0.38775,0.37375,0.013999999999999957,1.3999999999999957,0.036105738233397695,3.6105738233397697,96.38942617666022,7478740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blur,3,radius,2.0,pixels in the decoded source image,r_at_1,0.38775,0.2985,0.08925,8.924999999999999,0.23017408123791103,23.017408123791103,76.9825918762089,7478740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blur,4,radius,3.0,pixels in the decoded source image,r_at_1,0.38775,0.209,0.17875,17.875,0.46099290780141844,46.09929078014184,53.90070921985816,7478740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blur,5,radius,4.0,pixels in the decoded source image,r_at_1,0.38775,0.13525,0.25249999999999995,25.249999999999993,0.6511927788523532,65.11927788523532,34.88072211476467,7478740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sues200,full,1,sues200_uav_300m_to_satellite,4000,200,brightness,Brightness,1,factor,0.8,multiplicative Pillow brightness factor,r_at_1,0.38775,0.39625,-0.008500000000000008,-0.8500000000000008,-0.02192134107027726,-2.192134107027726,102.19213410702773,7478740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sues200,full,1,sues200_uav_300m_to_satellite,4000,200,brightness,Brightness,2,factor,0.65,multiplicative Pillow brightness factor,r_at_1,0.38775,0.39,-0.0022500000000000298,-0.22500000000000298,-0.005802707930367581,-0.5802707930367581,100.58027079303676,7478740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sues200,full,1,sues200_uav_300m_to_satellite,4000,200,brightness,Brightness,3,factor,0.5,multiplicative Pillow brightness factor,r_at_1,0.38775,0.3735,0.014249999999999985,1.4249999999999985,0.03675048355899416,3.6750483558994156,96.3249516441006,7478740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sues200,full,1,sues200_uav_300m_to_satellite,4000,200,brightness,Brightness,4,factor,0.35,multiplicative Pillow brightness factor,r_at_1,0.38775,0.338,0.04974999999999996,4.974999999999996,0.1283043197936814,12.83043197936814,87.16956802063187,7478740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sues200,full,1,sues200_uav_300m_to_satellite,4000,200,brightness,Brightness,5,factor,0.2,multiplicative Pillow brightness factor,r_at_1,0.38775,0.14725,0.2405,24.05,0.6202450032237267,62.02450032237267,37.97549967762734,7478740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sues200,full,1,sues200_uav_300m_to_satellite,4000,200,contrast,Contrast,1,factor,0.8,multiplicative Pillow contrast factor,r_at_1,0.38775,0.37775,0.010000000000000009,1.0000000000000009,0.0257898130238556,2.57898130238556,97.42101869761444,7478740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sues200,full,1,sues200_uav_300m_to_satellite,4000,200,contrast,Contrast,2,factor,0.65,multiplicative Pillow contrast factor,r_at_1,0.38775,0.36575,0.021999999999999964,2.1999999999999966,0.05673758865248218,5.673758865248217,94.32624113475178,7478740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sues200,full,1,sues200_uav_300m_to_satellite,4000,200,contrast,Contrast,3,factor,0.5,multiplicative Pillow contrast factor,r_at_1,0.38775,0.323,0.06474999999999997,6.474999999999998,0.1669890393294648,16.69890393294648,83.30109606705354,7478740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sues200,full,1,sues200_uav_300m_to_satellite,4000,200,contrast,Contrast,4,factor,0.35,multiplicative Pillow contrast factor,r_at_1,0.38775,0.25275,0.135,13.5,0.34816247582205034,34.81624758220504,65.18375241779496,7478740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sues200,full,1,sues200_uav_300m_to_satellite,4000,200,contrast,Contrast,5,factor,0.2,multiplicative Pillow contrast factor,r_at_1,0.38775,0.128,0.25975,25.974999999999998,0.6698903932946486,66.98903932946486,33.01096067053514,7478740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occlusion,1,area_fraction,0.05,fraction of decoded source-image area,r_at_1,0.38775,0.297,0.09075,9.075,0.23404255319148937,23.404255319148938,76.59574468085107,7478740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occlusion,2,area_fraction,0.1,fraction of decoded source-image area,r_at_1,0.38775,0.22,0.16774999999999998,16.775,0.43262411347517726,43.26241134751773,56.73758865248227,7478740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occlusion,3,area_fraction,0.2,fraction of decoded source-image area,r_at_1,0.38775,0.1315,0.25625,25.624999999999996,0.6608639587362991,66.08639587362991,33.91360412637009,7478740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occlusion,4,area_fraction,0.3,fraction of decoded source-image area,r_at_1,0.38775,0.06025,0.3275,32.75,0.8446163765312702,84.46163765312701,15.538362346872985,7478740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occlusion,5,area_fraction,0.4,fraction of decoded source-image area,r_at_1,0.38775,0.021,0.36674999999999996,36.675,0.9458413926499032,94.58413926499031,5.415860735009671,7478740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1,magnitude,2.0,degrees,r_at_1,0.38775,0.38725,0.0005000000000000004,0.050000000000000044,0.00128949065119278,0.128949065119278,99.87105093488073,7478740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2,magnitude,5.0,degrees,r_at_1,0.38775,0.3855,0.0022499999999999742,0.22499999999999742,0.005802707930367438,0.5802707930367438,99.41972920696327,7478740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3,magnitude,10.0,degrees,r_at_1,0.38775,0.37625,0.01150000000000001,1.150000000000001,0.029658284977433943,2.965828497743394,97.03417150225661,7478740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4,magnitude,15.0,degrees,r_at_1,0.38775,0.37275,0.014999999999999958,1.4999999999999958,0.03868471953578326,3.8684719535783256,96.13152804642168,7478740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5,magnitude,20.0,degrees,r_at_1,0.38775,0.379,0.00874999999999998,0.874999999999998,0.02256608639587358,2.256608639587358,97.74339136041264,7478740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UAV 300 m → satellite.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57.6093% and Full 47.1076%.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C:\OneDrive\文档\LGM-GAME\outputs\paper_evidence_rebuild_20260914\execution\pipeline_post_robustness_audit_20260929_1448\a1\aggregate\figures\source_data\sues200_uav_300m_to_satellite__official_trapezoid_map.csv</a:t>
            </a:r>
          </a:p>
          <a:p xmlns:a="http://schemas.openxmlformats.org/drawingml/2006/main">
            <a:r>
              <a:t>Source SHA256: e4ed5d92ecc81daf9ac42d513c045712754bb7793131c1cf1d7f56f4c63ef368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sues200,visual,1,sues200_uav_300m_to_satellite,4000,200,gaussian_noise,Gaussian noise,1,standard_deviation,0.02,"fraction of the [0,1] RGB intensity range",official_trapezoid_mAP,0.576092541217804,0.5749325156211853,0.0011600255966186523,0.11600255966186523,0.0020136098172117804,0.20136098172117806,99.79863901827882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noise,2,standard_deviation,0.04,"fraction of the [0,1] RGB intensity range",official_trapezoid_mAP,0.576092541217804,0.5582211017608643,0.017871439456939697,1.7871439456939697,0.031021820590076035,3.1021820590076037,96.8978179409924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noise,3,standard_deviation,0.08,"fraction of the [0,1] RGB intensity range",official_trapezoid_mAP,0.576092541217804,0.4606170058250427,0.11547553539276123,11.547553539276123,0.2004461560093403,20.04461560093403,79.95538439906598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noise,4,standard_deviation,0.12,"fraction of the [0,1] RGB intensity range",official_trapezoid_mAP,0.576092541217804,0.30050545930862427,0.2755870819091797,27.55870819091797,0.47837293870636693,47.83729387063669,52.16270612936331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sues200,visual,1,sues200_uav_300m_to_satellite,4000,200,gaussian_noise,Gaussian noise,5,standard_deviation,0.18,"fraction of the [0,1] RGB intensity range",official_trapezoid_mAP,0.576092541217804,0.1495022028684616,0.42659033834934235,42.659033834934235,0.7404892579368787,74.04892579368787,25.951074206312132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blur,1,radius,0.5,pixels in the decoded source image,official_trapezoid_mAP,0.576092541217804,0.5823530554771423,-0.006260514259338379,-0.6260514259338379,-0.010867202422208518,-1.0867202422208517,101.08672024222085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blur,2,radius,1.0,pixels in the decoded source image,official_trapezoid_mAP,0.576092541217804,0.5790066123008728,-0.0029140710830688477,-0.29140710830688477,-0.0050583385039299125,-0.5058338503929912,100.50583385039299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blur,3,radius,2.0,pixels in the decoded source image,official_trapezoid_mAP,0.576092541217804,0.4638892114162445,0.11220332980155945,11.220332980155945,0.19476615608383413,19.476615608383412,80.52338439161659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blur,4,radius,3.0,pixels in the decoded source image,official_trapezoid_mAP,0.576092541217804,0.32028138637542725,0.2558111548423767,25.58111548423767,0.4440452471431355,44.404524714313546,55.595475285686454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sues200,visual,1,sues200_uav_300m_to_satellite,4000,200,gaussian_blur,Gaussian blur,5,radius,4.0,pixels in the decoded source image,official_trapezoid_mAP,0.576092541217804,0.20378351211547852,0.37230902910232544,37.230902910232544,0.6462660119072192,64.62660119072193,35.373398809278086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sues200,visual,1,sues200_uav_300m_to_satellite,4000,200,brightness,Brightness,1,factor,0.8,multiplicative Pillow brightness factor,official_trapezoid_mAP,0.576092541217804,0.5933048725128174,-0.017212331295013428,-1.7212331295013428,-0.029877719400130096,-2.9877719400130096,102.987771940013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sues200,visual,1,sues200_uav_300m_to_satellite,4000,200,brightness,Brightness,2,factor,0.65,multiplicative Pillow brightness factor,official_trapezoid_mAP,0.576092541217804,0.6042496562004089,-0.02815711498260498,-2.815711498260498,-0.04887602766576974,-4.887602766576974,104.88760276657698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sues200,visual,1,sues200_uav_300m_to_satellite,4000,200,brightness,Brightness,3,factor,0.5,multiplicative Pillow brightness factor,official_trapezoid_mAP,0.576092541217804,0.6058571338653564,-0.02976459264755249,-2.976459264755249,-0.051666339204171984,-5.1666339204171985,105.1666339204172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sues200,visual,1,sues200_uav_300m_to_satellite,4000,200,brightness,Brightness,4,factor,0.35,multiplicative Pillow brightness factor,official_trapezoid_mAP,0.576092541217804,0.5560441017150879,0.020048439502716064,2.0048439502716064,0.03480072743232468,3.480072743232468,96.51992725676753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sues200,visual,1,sues200_uav_300m_to_satellite,4000,200,brightness,Brightness,5,factor,0.2,multiplicative Pillow brightness factor,official_trapezoid_mAP,0.576092541217804,0.2940452992916107,0.28204724192619324,28.204724192619324,0.48958669266915456,48.95866926691546,51.04133073308454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sues200,visual,1,sues200_uav_300m_to_satellite,4000,200,contrast,Contrast,1,factor,0.8,multiplicative Pillow contrast factor,official_trapezoid_mAP,0.576092541217804,0.5641500353813171,0.011942505836486816,1.1942505836486816,0.020730186527396298,2.0730186527396297,97.92698134726037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sues200,visual,1,sues200_uav_300m_to_satellite,4000,200,contrast,Contrast,2,factor,0.65,multiplicative Pillow contrast factor,official_trapezoid_mAP,0.576092541217804,0.5444194078445435,0.0316731333732605,3.16731333732605,0.05497924570643903,5.497924570643903,94.5020754293561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sues200,visual,1,sues200_uav_300m_to_satellite,4000,200,contrast,Contrast,3,factor,0.5,multiplicative Pillow contrast factor,official_trapezoid_mAP,0.576092541217804,0.4913739562034607,0.08471858501434326,8.471858501434326,0.1470572502731182,14.70572502731182,85.29427497268819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sues200,visual,1,sues200_uav_300m_to_satellite,4000,200,contrast,Contrast,4,factor,0.35,multiplicative Pillow contrast factor,official_trapezoid_mAP,0.576092541217804,0.39374932646751404,0.18234321475028992,18.23432147502899,0.3165172289244259,31.651722892442592,68.34827710755741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sues200,visual,1,sues200_uav_300m_to_satellite,4000,200,contrast,Contrast,5,factor,0.2,multiplicative Pillow contrast factor,official_trapezoid_mAP,0.576092541217804,0.22138731181621552,0.35470522940158844,35.470522940158844,0.6157087690317529,61.57087690317529,38.42912309682471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occlusion,1,area_fraction,0.05,fraction of decoded source-image area,official_trapezoid_mAP,0.576092541217804,0.45934930443763733,0.11674323678016663,11.674323678016663,0.2026466729344954,20.26466729344954,79.73533270655047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occlusion,2,area_fraction,0.1,fraction of decoded source-image area,official_trapezoid_mAP,0.576092541217804,0.30266696214675903,0.2734255790710449,27.342557907104492,0.4746209324166039,47.46209324166039,52.53790675833961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occlusion,3,area_fraction,0.2,fraction of decoded source-image area,official_trapezoid_mAP,0.576092541217804,0.10990466177463531,0.46618787944316864,46.618787944316864,0.8092239459613425,80.92239459613425,19.077605403865753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occlusion,4,area_fraction,0.3,fraction of decoded source-image area,official_trapezoid_mAP,0.576092541217804,0.061849817633628845,0.5142427235841751,51.42427235841751,0.8926390931865142,89.26390931865143,10.736090681348575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sues200,visual,1,sues200_uav_300m_to_satellite,4000,200,center_occlusion,Center occlusion,5,area_fraction,0.4,fraction of decoded source-image area,official_trapezoid_mAP,0.576092541217804,0.03455182537436485,0.5415407158434391,54.15407158434391,0.9400238279403416,94.00238279403416,5.997617205965839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1,magnitude,2.0,degrees,official_trapezoid_mAP,0.576092541217804,0.571884274482727,0.004208266735076904,0.42082667350769043,0.007304845027469085,0.7304845027469085,99.2695154972531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2,magnitude,5.0,degrees,official_trapezoid_mAP,0.576092541217804,0.5771371126174927,-0.0010445713996887207,-0.10445713996887207,-0.0018132007011939396,-0.18132007011939397,100.1813200701194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3,magnitude,10.0,degrees,official_trapezoid_mAP,0.576092541217804,0.5784065127372742,-0.002313971519470215,-0.23139715194702148,-0.004016666340756127,-0.40166663407561265,100.40166663407561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4,magnitude,15.0,degrees,official_trapezoid_mAP,0.576092541217804,0.5733448266983032,0.0027477145195007324,0.27477145195007324,0.0047695714193631625,0.4769571419363162,99.52304285806369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uav_300m_to_satellite,4000,200,rotation,Rotation,5,magnitude,20.0,degrees,official_trapezoid_mAP,0.576092541217804,0.5636612772941589,0.01243126392364502,1.243126392364502,0.02157858856732727,2.157858856732727,97.84214114326727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noise,1,standard_deviation,0.02,"fraction of the [0,1] RGB intensity range",official_trapezoid_mAP,0.4710761606693268,0.45194292068481445,0.01913323998451233,1.913323998451233,0.04061602259245498,4.061602259245499,95.9383977407545,7478740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noise,2,standard_deviation,0.04,"fraction of the [0,1] RGB intensity range",official_trapezoid_mAP,0.4710761606693268,0.438782662153244,0.032293498516082764,3.2293498516082764,0.06855260616499606,6.855260616499606,93.1447393835004,7478740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noise,3,standard_deviation,0.08,"fraction of the [0,1] RGB intensity range",official_trapezoid_mAP,0.4710761606693268,0.36642345786094666,0.10465270280838013,10.465270280838013,0.2221566522485127,22.215665224851268,77.78433477514874,7478740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noise,4,standard_deviation,0.12,"fraction of the [0,1] RGB intensity range",official_trapezoid_mAP,0.4710761606693268,0.27226531505584717,0.19881084561347961,19.88108456134796,0.42203546307883627,42.20354630788363,57.79645369211637,7478740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sues200,full,1,sues200_uav_300m_to_satellite,4000,200,gaussian_noise,Gaussian noise,5,standard_deviation,0.18,"fraction of the [0,1] RGB intensity range",official_trapezoid_mAP,0.4710761606693268,0.15753918886184692,0.31353697180747986,31.353697180747986,0.6655759683572016,66.55759683572016,33.44240316427984,7478740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blur,1,radius,0.5,pixels in the decoded source image,official_trapezoid_mAP,0.4710761606693268,0.47537943720817566,-0.004303276538848877,-0.4303276538848877,-0.009134991107880693,-0.9134991107880692,100.91349911078807,7478740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blur,2,radius,1.0,pixels in the decoded source image,official_trapezoid_mAP,0.4710761606693268,0.46551811695098877,0.005558043718338013,0.5558043718338013,0.0117986096142944,1.17986096142944,98.82013903857056,7478740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blur,3,radius,2.0,pixels in the decoded source image,official_trapezoid_mAP,0.4710761606693268,0.38559895753860474,0.08547720313072205,8.547720313072205,0.18145092082195813,18.145092082195813,81.85490791780418,7478740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blur,4,radius,3.0,pixels in the decoded source image,official_trapezoid_mAP,0.4710761606693268,0.2905387282371521,0.18053743243217468,18.05374324321747,0.38324467995930583,38.32446799593058,61.67553200406942,7478740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sues200,full,1,sues200_uav_300m_to_satellite,4000,200,gaussian_blur,Gaussian blur,5,radius,4.0,pixels in the decoded source image,official_trapezoid_mAP,0.4710761606693268,0.20622941851615906,0.2648467421531677,26.484674215316772,0.5622163978259083,56.22163978259083,43.77836021740917,7478740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sues200,full,1,sues200_uav_300m_to_satellite,4000,200,brightness,Brightness,1,factor,0.8,multiplicative Pillow brightness factor,official_trapezoid_mAP,0.4710761606693268,0.47946950793266296,-0.008393347263336182,-0.8393347263336182,-0.017817389127504406,-1.7817389127504406,101.78173891275044,7478740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sues200,full,1,sues200_uav_300m_to_satellite,4000,200,brightness,Brightness,2,factor,0.65,multiplicative Pillow brightness factor,official_trapezoid_mAP,0.4710761606693268,0.4741094410419464,-0.003033280372619629,-0.3033280372619629,-0.006439044523734345,-0.6439044523734344,100.64390445237343,7478740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sues200,full,1,sues200_uav_300m_to_satellite,4000,200,brightness,Brightness,3,factor,0.5,multiplicative Pillow brightness factor,official_trapezoid_mAP,0.4710761606693268,0.4580463767051697,0.013029783964157104,1.3029783964157104,0.027659612292084117,2.7659612292084117,97.23403877079159,7478740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sues200,full,1,sues200_uav_300m_to_satellite,4000,200,brightness,Brightness,4,factor,0.35,multiplicative Pillow brightness factor,official_trapezoid_mAP,0.4710761606693268,0.42172327637672424,0.04935288429260254,4.935288429260254,0.10476625313087311,10.476625313087311,89.52337468691269,7478740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sues200,full,1,sues200_uav_300m_to_satellite,4000,200,brightness,Brightness,5,factor,0.2,multiplicative Pillow brightness factor,official_trapezoid_mAP,0.4710761606693268,0.22807955741882324,0.24299660325050354,24.299660325050354,0.5158329449430061,51.58329449430062,48.41670550569939,7478740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sues200,full,1,sues200_uav_300m_to_satellite,4000,200,contrast,Contrast,1,factor,0.8,multiplicative Pillow contrast factor,official_trapezoid_mAP,0.4710761606693268,0.4617115557193756,0.009364604949951172,0.9364604949951172,0.019879173967635104,1.9879173967635104,98.0120826032365,7478740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sues200,full,1,sues200_uav_300m_to_satellite,4000,200,contrast,Contrast,2,factor,0.65,multiplicative Pillow contrast factor,official_trapezoid_mAP,0.4710761606693268,0.4476124346256256,0.023463726043701172,2.346372604370117,0.049808774042742525,4.980877404274253,95.01912259572575,7478740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sues200,full,1,sues200_uav_300m_to_satellite,4000,200,contrast,Contrast,3,factor,0.5,multiplicative Pillow contrast factor,official_trapezoid_mAP,0.4710761606693268,0.4060838222503662,0.06499233841896057,6.499233841896057,0.13796567061813625,13.796567061813626,86.20343293818638,7478740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sues200,full,1,sues200_uav_300m_to_satellite,4000,200,contrast,Contrast,4,factor,0.35,multiplicative Pillow contrast factor,official_trapezoid_mAP,0.4710761606693268,0.3358393609523773,0.13523679971694946,13.523679971694946,0.2870805424006147,28.70805424006147,71.29194575993853,7478740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sues200,full,1,sues200_uav_300m_to_satellite,4000,200,contrast,Contrast,5,factor,0.2,multiplicative Pillow contrast factor,official_trapezoid_mAP,0.4710761606693268,0.20519554615020752,0.26588061451911926,26.588061451911926,0.5644111010443488,56.44111010443488,43.55888989556512,7478740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occlusion,1,area_fraction,0.05,fraction of decoded source-image area,official_trapezoid_mAP,0.4710761606693268,0.37701335549354553,0.09406280517578125,9.406280517578125,0.19967642820670964,19.967642820670964,80.03235717932904,7478740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occlusion,2,area_fraction,0.1,fraction of decoded source-image area,official_trapezoid_mAP,0.4710761606693268,0.2926193177700043,0.1784568428993225,17.84568428993225,0.37882800659189114,37.882800659189115,62.117199340810885,7478740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occlusion,3,area_fraction,0.2,fraction of decoded source-image area,official_trapezoid_mAP,0.4710761606693268,0.18408703804016113,0.28698912262916565,28.698912262916565,0.6092202208267093,60.922022082670935,39.07797791732907,7478740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occlusion,4,area_fraction,0.3,fraction of decoded source-image area,official_trapezoid_mAP,0.4710761606693268,0.1003451719880104,0.3707309886813164,37.07309886813164,0.7869873698439009,78.6987369843901,21.301263015609905,7478740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sues200,full,1,sues200_uav_300m_to_satellite,4000,200,center_occlusion,Center occlusion,5,area_fraction,0.4,fraction of decoded source-image area,official_trapezoid_mAP,0.4710761606693268,0.05071370676159859,0.4203624539077282,42.03624539077282,0.8923449943008319,89.23449943008319,10.765500569916806,7478740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1,magnitude,2.0,degrees,official_trapezoid_mAP,0.4710761606693268,0.46946507692337036,0.001611083745956421,0.1611083745956421,0.003420006955281538,0.3420006955281538,99.65799930447184,7478740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2,magnitude,5.0,degrees,official_trapezoid_mAP,0.4710761606693268,0.46844613552093506,0.0026300251483917236,0.26300251483917236,0.005583014739389194,0.5583014739389194,99.44169852606107,7478740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3,magnitude,10.0,degrees,official_trapezoid_mAP,0.4710761606693268,0.460061639547348,0.01101452112197876,1.101452112197876,0.023381614357917878,2.338161435791788,97.66183856420821,7478740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4,magnitude,15.0,degrees,official_trapezoid_mAP,0.4710761606693268,0.4577564299106598,0.013319730758666992,1.3319730758666992,0.02827511105580402,2.827511105580402,97.1724888944196,7478740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uav_300m_to_satellite,4000,200,rotation,Rotation,5,magnitude,20.0,degrees,official_trapezoid_mAP,0.4710761606693268,0.4644005596637726,0.006675601005554199,0.6675601005554199,0.014170959099414406,1.4170959099414406,98.58290409005856,7478740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300 m. R@1 retained under six image corruptions, seed 1. Retained percentage is 100 × corrupted metric / that variant's own clean metric; severity 0 is the defined 100% clean reference only when clean &gt; 0. Undefined clean-zero retention is left as a gap. Clean R@1 is Visual 70.0000% and Full 60.0000%.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C:\OneDrive\文档\LGM-GAME\outputs\paper_evidence_rebuild_20260914\execution\pipeline_post_robustness_audit_20260929_1448\a1\aggregate\figures\source_data\sues200_satellite_to_uav_300m__r_at_1.csv</a:t>
            </a:r>
          </a:p>
          <a:p xmlns:a="http://schemas.openxmlformats.org/drawingml/2006/main">
            <a:r>
              <a:t>Source SHA256: 3ca6a7476fb536a47bef82f45da07fa99d91dce38b6d7eb443a8181a09218caa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sues200,visual,1,sues200_satellite_to_uav_300m,80,10000,gaussian_noise,Gaussian noise,1,standard_deviation,0.02,"fraction of the [0,1] RGB intensity range",r_at_1,0.7,0.6875,0.012499999999999956,1.2499999999999956,0.017857142857142794,1.7857142857142794,98.21428571428572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noise,2,standard_deviation,0.04,"fraction of the [0,1] RGB intensity range",r_at_1,0.7,0.55,0.1499999999999999,14.999999999999991,0.21428571428571416,21.428571428571416,78.57142857142858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noise,3,standard_deviation,0.08,"fraction of the [0,1] RGB intensity range",r_at_1,0.7,0.3,0.39999999999999997,40.0,0.5714285714285714,57.14285714285714,42.85714285714286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noise,4,standard_deviation,0.12,"fraction of the [0,1] RGB intensity range",r_at_1,0.7,0.075,0.625,62.5,0.8928571428571429,89.28571428571429,10.714285714285715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noise,5,standard_deviation,0.18,"fraction of the [0,1] RGB intensity range",r_at_1,0.7,0.0125,0.6875,68.75,0.9821428571428572,98.21428571428572,1.7857142857142858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blur,1,radius,0.5,pixels in the decoded source image,r_at_1,0.7,0.7,0.0,0.0,0.0,0.0,100.0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blur,2,radius,1.0,pixels in the decoded source image,r_at_1,0.7,0.6375,0.0625,6.25,0.08928571428571429,8.928571428571429,91.07142857142857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blur,3,radius,2.0,pixels in the decoded source image,r_at_1,0.7,0.3875,0.31249999999999994,31.249999999999993,0.4464285714285714,44.64285714285714,55.35714285714286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blur,4,radius,3.0,pixels in the decoded source image,r_at_1,0.7,0.175,0.5249999999999999,52.49999999999999,0.7499999999999999,74.99999999999999,25.0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blur,5,radius,4.0,pixels in the decoded source image,r_at_1,0.7,0.1,0.6,60.0,0.8571428571428572,85.71428571428572,14.285714285714286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sues200,visual,1,sues200_satellite_to_uav_300m,80,10000,brightness,Brightness,1,factor,0.8,multiplicative Pillow brightness factor,r_at_1,0.7,0.7,0.0,0.0,0.0,0.0,100.0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sues200,visual,1,sues200_satellite_to_uav_300m,80,10000,brightness,Brightness,2,factor,0.65,multiplicative Pillow brightness factor,r_at_1,0.7,0.675,0.02499999999999991,2.499999999999991,0.03571428571428559,3.5714285714285587,96.42857142857143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sues200,visual,1,sues200_satellite_to_uav_300m,80,10000,brightness,Brightness,3,factor,0.5,multiplicative Pillow brightness factor,r_at_1,0.7,0.475,0.22499999999999998,22.499999999999996,0.3214285714285714,32.14285714285714,67.85714285714286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sues200,visual,1,sues200_satellite_to_uav_300m,80,10000,brightness,Brightness,4,factor,0.35,multiplicative Pillow brightness factor,r_at_1,0.7,0.325,0.37499999999999994,37.49999999999999,0.5357142857142857,53.57142857142857,46.42857142857143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sues200,visual,1,sues200_satellite_to_uav_300m,80,10000,brightness,Brightness,5,factor,0.2,multiplicative Pillow brightness factor,r_at_1,0.7,0.125,0.575,57.49999999999999,0.8214285714285714,82.14285714285714,17.857142857142858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sues200,visual,1,sues200_satellite_to_uav_300m,80,10000,contrast,Contrast,1,factor,0.8,multiplicative Pillow contrast factor,r_at_1,0.7,0.7625,-0.0625,-6.25,-0.08928571428571429,-8.928571428571429,108.92857142857143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sues200,visual,1,sues200_satellite_to_uav_300m,80,10000,contrast,Contrast,2,factor,0.65,multiplicative Pillow contrast factor,r_at_1,0.7,0.7625,-0.0625,-6.25,-0.08928571428571429,-8.928571428571429,108.92857142857143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sues200,visual,1,sues200_satellite_to_uav_300m,80,10000,contrast,Contrast,3,factor,0.5,multiplicative Pillow contrast factor,r_at_1,0.7,0.7,0.0,0.0,0.0,0.0,100.0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sues200,visual,1,sues200_satellite_to_uav_300m,80,10000,contrast,Contrast,4,factor,0.35,multiplicative Pillow contrast factor,r_at_1,0.7,0.6375,0.0625,6.25,0.08928571428571429,8.928571428571429,91.07142857142857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sues200,visual,1,sues200_satellite_to_uav_300m,80,10000,contrast,Contrast,5,factor,0.2,multiplicative Pillow contrast factor,r_at_1,0.7,0.3125,0.38749999999999996,38.74999999999999,0.5535714285714285,55.35714285714285,44.642857142857146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occlusion,1,area_fraction,0.05,fraction of decoded source-image area,r_at_1,0.7,0.55,0.1499999999999999,14.999999999999991,0.21428571428571416,21.428571428571416,78.57142857142858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occlusion,2,area_fraction,0.1,fraction of decoded source-image area,r_at_1,0.7,0.4125,0.2875,28.749999999999996,0.4107142857142857,41.07142857142857,58.92857142857143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occlusion,3,area_fraction,0.2,fraction of decoded source-image area,r_at_1,0.7,0.175,0.5249999999999999,52.49999999999999,0.7499999999999999,74.99999999999999,25.0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occlusion,4,area_fraction,0.3,fraction of decoded source-image area,r_at_1,0.7,0.075,0.625,62.5,0.8928571428571429,89.28571428571429,10.714285714285715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occlusion,5,area_fraction,0.4,fraction of decoded source-image area,r_at_1,0.7,0.0375,0.6625,66.25,0.9464285714285715,94.64285714285715,5.357142857142858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1,magnitude,2.0,degrees,r_at_1,0.7,0.7375,-0.03750000000000009,-3.750000000000009,-0.0535714285714287,-5.35714285714287,105.35714285714286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2,magnitude,5.0,degrees,r_at_1,0.7,0.7,0.0,0.0,0.0,0.0,100.0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3,magnitude,10.0,degrees,r_at_1,0.7,0.75,-0.050000000000000044,-5.000000000000004,-0.0714285714285715,-7.1428571428571495,107.14285714285715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4,magnitude,15.0,degrees,r_at_1,0.7,0.6375,0.0625,6.25,0.08928571428571429,8.928571428571429,91.07142857142857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5,magnitude,20.0,degrees,r_at_1,0.7,0.625,0.07499999999999996,7.499999999999996,0.10714285714285708,10.714285714285708,89.28571428571429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noise,1,standard_deviation,0.02,"fraction of the [0,1] RGB intensity range",r_at_1,0.6,0.6,0.0,0.0,0.0,0.0,100.0,7478740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noise,2,standard_deviation,0.04,"fraction of the [0,1] RGB intensity range",r_at_1,0.6,0.45,0.14999999999999997,14.999999999999996,0.24999999999999994,24.999999999999993,75.0,7478740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noise,3,standard_deviation,0.08,"fraction of the [0,1] RGB intensity range",r_at_1,0.6,0.275,0.32499999999999996,32.49999999999999,0.5416666666666666,54.166666666666664,45.83333333333334,7478740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noise,4,standard_deviation,0.12,"fraction of the [0,1] RGB intensity range",r_at_1,0.6,0.1875,0.4125,41.25,0.6875,68.75,31.25,7478740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noise,5,standard_deviation,0.18,"fraction of the [0,1] RGB intensity range",r_at_1,0.6,0.1375,0.46249999999999997,46.25,0.7708333333333333,77.08333333333333,22.91666666666667,7478740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blur,1,radius,0.5,pixels in the decoded source image,r_at_1,0.6,0.5875,0.012499999999999956,1.2499999999999956,0.02083333333333326,2.083333333333326,97.91666666666667,7478740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blur,2,radius,1.0,pixels in the decoded source image,r_at_1,0.6,0.55,0.04999999999999993,4.999999999999993,0.08333333333333323,8.333333333333323,91.66666666666669,7478740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blur,3,radius,2.0,pixels in the decoded source image,r_at_1,0.6,0.3625,0.2375,23.75,0.3958333333333333,39.58333333333333,60.41666666666667,7478740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blur,4,radius,3.0,pixels in the decoded source image,r_at_1,0.6,0.225,0.375,37.5,0.625,62.5,37.5,7478740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blur,5,radius,4.0,pixels in the decoded source image,r_at_1,0.6,0.1875,0.4125,41.25,0.6875,68.75,31.25,7478740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sues200,full,1,sues200_satellite_to_uav_300m,80,10000,brightness,Brightness,1,factor,0.8,multiplicative Pillow brightness factor,r_at_1,0.6,0.575,0.025000000000000022,2.500000000000002,0.041666666666666706,4.1666666666666705,95.83333333333333,7478740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sues200,full,1,sues200_satellite_to_uav_300m,80,10000,brightness,Brightness,2,factor,0.65,multiplicative Pillow brightness factor,r_at_1,0.6,0.4875,0.11249999999999999,11.249999999999998,0.1875,18.75,81.25,7478740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sues200,full,1,sues200_satellite_to_uav_300m,80,10000,brightness,Brightness,3,factor,0.5,multiplicative Pillow brightness factor,r_at_1,0.6,0.4,0.19999999999999996,19.999999999999996,0.33333333333333326,33.33333333333333,66.66666666666667,7478740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sues200,full,1,sues200_satellite_to_uav_300m,80,10000,brightness,Brightness,4,factor,0.35,multiplicative Pillow brightness factor,r_at_1,0.6,0.375,0.22499999999999998,22.499999999999996,0.375,37.5,62.5,7478740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sues200,full,1,sues200_satellite_to_uav_300m,80,10000,brightness,Brightness,5,factor,0.2,multiplicative Pillow brightness factor,r_at_1,0.6,0.2,0.39999999999999997,40.0,0.6666666666666666,66.66666666666666,33.333333333333336,7478740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sues200,full,1,sues200_satellite_to_uav_300m,80,10000,contrast,Contrast,1,factor,0.8,multiplicative Pillow contrast factor,r_at_1,0.6,0.675,-0.07500000000000007,-7.500000000000007,-0.1250000000000001,-12.50000000000001,112.5,7478740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sues200,full,1,sues200_satellite_to_uav_300m,80,10000,contrast,Contrast,2,factor,0.65,multiplicative Pillow contrast factor,r_at_1,0.6,0.575,0.025000000000000022,2.500000000000002,0.041666666666666706,4.1666666666666705,95.83333333333333,7478740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sues200,full,1,sues200_satellite_to_uav_300m,80,10000,contrast,Contrast,3,factor,0.5,multiplicative Pillow contrast factor,r_at_1,0.6,0.525,0.07499999999999996,7.499999999999996,0.12499999999999993,12.499999999999993,87.5,7478740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sues200,full,1,sues200_satellite_to_uav_300m,80,10000,contrast,Contrast,4,factor,0.35,multiplicative Pillow contrast factor,r_at_1,0.6,0.4375,0.16249999999999998,16.249999999999996,0.2708333333333333,27.083333333333332,72.91666666666667,7478740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sues200,full,1,sues200_satellite_to_uav_300m,80,10000,contrast,Contrast,5,factor,0.2,multiplicative Pillow contrast factor,r_at_1,0.6,0.275,0.32499999999999996,32.49999999999999,0.5416666666666666,54.166666666666664,45.83333333333334,7478740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occlusion,1,area_fraction,0.05,fraction of decoded source-image area,r_at_1,0.6,0.5125,0.08750000000000002,8.750000000000002,0.14583333333333337,14.583333333333337,85.41666666666666,7478740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occlusion,2,area_fraction,0.1,fraction of decoded source-image area,r_at_1,0.6,0.375,0.22499999999999998,22.499999999999996,0.375,37.5,62.5,7478740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occlusion,3,area_fraction,0.2,fraction of decoded source-image area,r_at_1,0.6,0.1375,0.46249999999999997,46.25,0.7708333333333333,77.08333333333333,22.91666666666667,7478740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occlusion,4,area_fraction,0.3,fraction of decoded source-image area,r_at_1,0.6,0.0375,0.5625,56.25,0.9375,93.75,6.25,7478740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occlusion,5,area_fraction,0.4,fraction of decoded source-image area,r_at_1,0.6,0.0375,0.5625,56.25,0.9375,93.75,6.25,7478740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1,magnitude,2.0,degrees,r_at_1,0.6,0.625,-0.025000000000000022,-2.500000000000002,-0.041666666666666706,-4.1666666666666705,104.16666666666667,7478740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2,magnitude,5.0,degrees,r_at_1,0.6,0.5875,0.012499999999999956,1.2499999999999956,0.02083333333333326,2.083333333333326,97.91666666666667,7478740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3,magnitude,10.0,degrees,r_at_1,0.6,0.5875,0.012499999999999956,1.2499999999999956,0.02083333333333326,2.083333333333326,97.91666666666667,7478740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4,magnitude,15.0,degrees,r_at_1,0.6,0.525,0.07499999999999996,7.499999999999996,0.12499999999999993,12.499999999999993,87.5,7478740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5,magnitude,20.0,degrees,r_at_1,0.6,0.5125,0.08750000000000002,8.750000000000002,0.14583333333333337,14.583333333333337,85.41666666666666,7478740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SUES-200: Satellite → UAV 300 m. Official mAP retained under six image corruptions, seed 1. Retained percentage is 100 × corrupted metric / that variant's own clean metric; severity 0 is the defined 100% clean reference only when clean &gt; 0. Undefined clean-zero retention is left as a gap. Clean Official mAP is Visual 54.8446% and Full 45.2476%. All official queries are evaluated against the clean full gallery. Curves are descriptive and task-specific: no pooling, multi-seed SD, confidence intervals or significance is implied. Higher retention or a smaller clean-to-corrupt drop does not imply greater absolute corrupted accuracy. Full's clean evidence is cached while corrupted-query CLIP evidence is computed online, so the comparison includes evidence-path changes and image corruption. The 64-sample clean diagnostic had no numerical equivalence threshold and does not prove bitwise parity or negligible ranking effects. R@1 and official trapezoidal mAP in the CSV are fractions; multiplied by 100 they are percentages. Clean-minus-corrupt absolute drops multiplied by 100 are percentage points, distinct from the relative retained percentage shown. Accepted upstream checkpoint/cache/image verification and historical evidence-chain limitations remain inherited.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Frozen severity 1–5 parameters:</a:t>
            </a:r>
          </a:p>
          <a:p xmlns:a="http://schemas.openxmlformats.org/drawingml/2006/main">
            <a:r>
              <a:t>Gaussian noise: standard_deviation=[0.02, 0.04, 0.08, 0.12, 0.18]; fraction of the [0,1] RGB intensity range.</a:t>
            </a:r>
          </a:p>
          <a:p xmlns:a="http://schemas.openxmlformats.org/drawingml/2006/main">
            <a:r>
              <a:t>Gaussian blur: radius=[0.5, 1, 2, 3, 4]; pixels in the decoded source image.</a:t>
            </a:r>
          </a:p>
          <a:p xmlns:a="http://schemas.openxmlformats.org/drawingml/2006/main">
            <a:r>
              <a:t>Brightness: factor=[0.8, 0.65, 0.5, 0.35, 0.2]; multiplicative Pillow brightness factor.</a:t>
            </a:r>
          </a:p>
          <a:p xmlns:a="http://schemas.openxmlformats.org/drawingml/2006/main">
            <a:r>
              <a:t>Contrast: factor=[0.8, 0.65, 0.5, 0.35, 0.2]; multiplicative Pillow contrast factor.</a:t>
            </a:r>
          </a:p>
          <a:p xmlns:a="http://schemas.openxmlformats.org/drawingml/2006/main">
            <a:r>
              <a:t>Center occlusion: area_fraction=[0.05, 0.1, 0.2, 0.3, 0.4]; fraction of decoded source-image area.</a:t>
            </a:r>
          </a:p>
          <a:p xmlns:a="http://schemas.openxmlformats.org/drawingml/2006/main">
            <a:r>
              <a:t>Rotation: magnitude=[2, 5, 10, 15, 20]; degrees.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Root adoption SHA256: f55b05559de3ca536170de4ea0be79988dd7c5cf0c822be5f3572eb31a57af0a</a:t>
            </a:r>
          </a:p>
          <a:p xmlns:a="http://schemas.openxmlformats.org/drawingml/2006/main">
            <a:r>
              <a:t>Source CSV: C:\OneDrive\文档\LGM-GAME\outputs\paper_evidence_rebuild_20260914\execution\pipeline_post_robustness_audit_20260929_1448\a1\aggregate\figures\source_data\sues200_satellite_to_uav_300m__official_trapezoid_map.csv</a:t>
            </a:r>
          </a:p>
          <a:p xmlns:a="http://schemas.openxmlformats.org/drawingml/2006/main">
            <a:r>
              <a:t>Source SHA256: 5b4f9d5a536b557dbc6e82ed776ca66761f7c741c9ac52874231471e0363dadd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accepted source CSV:</a:t>
            </a:r>
          </a:p>
          <a:p xmlns:a="http://schemas.openxmlformats.org/drawingml/2006/main">
            <a:r>
              <a:t>dataset,variant,seed,task,queries,gallery,corruption,corruption_display,severity_index,parameter,value,units,metric,clean_fraction,corrupted_fraction,absolute_drop_fraction,percentage_point_drop,relative_drop_fraction,relative_drop_percent,retained_percent_of_clean,checkpoint_sha256,robustness_run_config_sha256,evaluator_sha256,frozen_protocol_sha256</a:t>
            </a:r>
          </a:p>
          <a:p xmlns:a="http://schemas.openxmlformats.org/drawingml/2006/main">
            <a:r>
              <a:t>sues200,visual,1,sues200_satellite_to_uav_300m,80,10000,gaussian_noise,Gaussian noise,1,standard_deviation,0.02,"fraction of the [0,1] RGB intensity range",official_trapezoid_mAP,0.5484455823898315,0.5358183979988098,0.012627184391021729,1.2627184391021729,0.023023586653755573,2.3023586653755572,97.69764133462444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noise,2,standard_deviation,0.04,"fraction of the [0,1] RGB intensity range",official_trapezoid_mAP,0.5484455823898315,0.4397638440132141,0.10868173837661743,10.868173837661743,0.1981632122972725,19.816321229727247,80.18367877027275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noise,3,standard_deviation,0.08,"fraction of the [0,1] RGB intensity range",official_trapezoid_mAP,0.5484455823898315,0.22964175045490265,0.3188038319349289,31.88038319349289,0.5812861698069531,58.12861698069531,41.871383019304695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noise,4,standard_deviation,0.12,"fraction of the [0,1] RGB intensity range",official_trapezoid_mAP,0.5484455823898315,0.0931418165564537,0.45530376583337784,45.530376583337784,0.8301712703189409,83.01712703189409,16.982872968105905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sues200,visual,1,sues200_satellite_to_uav_300m,80,10000,gaussian_noise,Gaussian noise,5,standard_deviation,0.18,"fraction of the [0,1] RGB intensity range",official_trapezoid_mAP,0.5484455823898315,0.04524051398038864,0.5032050684094429,50.32050684094429,0.9175113895835303,91.75113895835302,8.248861041646968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blur,1,radius,0.5,pixels in the decoded source image,official_trapezoid_mAP,0.5484455823898315,0.5427151918411255,0.005730390548706055,0.5730390548706055,0.010448421379813267,1.0448421379813266,98.95515786201868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blur,2,radius,1.0,pixels in the decoded source image,official_trapezoid_mAP,0.5484455823898315,0.49933919310569763,0.04910638928413391,4.910638928413391,0.08953739598038991,8.953739598038991,91.046260401961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blur,3,radius,2.0,pixels in the decoded source image,official_trapezoid_mAP,0.5484455823898315,0.30248379707336426,0.24596178531646729,24.59617853164673,0.44847072018466777,44.847072018466775,55.152927981533225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blur,4,radius,3.0,pixels in the decoded source image,official_trapezoid_mAP,0.5484455823898315,0.16414496302604675,0.3843006193637848,38.43006193637848,0.7007087516125281,70.07087516125281,29.92912483874719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sues200,visual,1,sues200_satellite_to_uav_300m,80,10000,gaussian_blur,Gaussian blur,5,radius,4.0,pixels in the decoded source image,official_trapezoid_mAP,0.5484455823898315,0.10954628139734268,0.43889930099248886,43.889930099248886,0.8002604361949662,80.02604361949662,19.97395638050338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sues200,visual,1,sues200_satellite_to_uav_300m,80,10000,brightness,Brightness,1,factor,0.8,multiplicative Pillow brightness factor,official_trapezoid_mAP,0.5484455823898315,0.5310918092727661,0.01735377311706543,1.735377311706543,0.031641741084770886,3.1641741084770887,96.83582589152292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sues200,visual,1,sues200_satellite_to_uav_300m,80,10000,brightness,Brightness,2,factor,0.65,multiplicative Pillow brightness factor,official_trapezoid_mAP,0.5484455823898315,0.4890127182006836,0.05943286418914795,5.943286418914795,0.1083660186124053,10.83660186124053,89.16339813875948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sues200,visual,1,sues200_satellite_to_uav_300m,80,10000,brightness,Brightness,3,factor,0.5,multiplicative Pillow brightness factor,official_trapezoid_mAP,0.5484455823898315,0.3986228108406067,0.14982277154922485,14.982277154922485,0.27317709606918084,27.317709606918083,72.68229039308191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sues200,visual,1,sues200_satellite_to_uav_300m,80,10000,brightness,Brightness,4,factor,0.35,multiplicative Pillow brightness factor,official_trapezoid_mAP,0.5484455823898315,0.27124229073524475,0.2772032916545868,27.72032916545868,0.5054344506645192,50.54344506645192,49.456554933548084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sues200,visual,1,sues200_satellite_to_uav_300m,80,10000,brightness,Brightness,5,factor,0.2,multiplicative Pillow brightness factor,official_trapezoid_mAP,0.5484455823898315,0.09971895068883896,0.4487266317009926,44.87266317009926,0.81817895176707,81.817895176707,18.182104823293002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sues200,visual,1,sues200_satellite_to_uav_300m,80,10000,contrast,Contrast,1,factor,0.8,multiplicative Pillow contrast factor,official_trapezoid_mAP,0.5484455823898315,0.5593353509902954,-0.010889768600463867,-1.0889768600463867,-0.01985569571553863,-1.985569571553863,101.98556957155387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sues200,visual,1,sues200_satellite_to_uav_300m,80,10000,contrast,Contrast,2,factor,0.65,multiplicative Pillow contrast factor,official_trapezoid_mAP,0.5484455823898315,0.5558009147644043,-0.007355332374572754,-0.7355332374572754,-0.013411234606945256,-1.3411234606945255,101.34112346069452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sues200,visual,1,sues200_satellite_to_uav_300m,80,10000,contrast,Contrast,3,factor,0.5,multiplicative Pillow contrast factor,official_trapezoid_mAP,0.5484455823898315,0.5133622288703918,0.0350833535194397,3.5083353519439697,0.06396870472830736,6.396870472830736,93.60312952716926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sues200,visual,1,sues200_satellite_to_uav_300m,80,10000,contrast,Contrast,4,factor,0.35,multiplicative Pillow contrast factor,official_trapezoid_mAP,0.5484455823898315,0.42432326078414917,0.12412232160568237,12.412232160568237,0.2263165673881881,22.63165673881881,77.3683432611812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sues200,visual,1,sues200_satellite_to_uav_300m,80,10000,contrast,Contrast,5,factor,0.2,multiplicative Pillow contrast factor,official_trapezoid_mAP,0.5484455823898315,0.23291578888893127,0.31552979350090027,31.552979350090027,0.5753165010938565,57.531650109385644,42.468349890614356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occlusion,1,area_fraction,0.05,fraction of decoded source-image area,official_trapezoid_mAP,0.5484455823898315,0.39207324385643005,0.1563723385334015,15.637233853340149,0.28511915047617803,28.5119150476178,71.4880849523822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occlusion,2,area_fraction,0.1,fraction of decoded source-image area,official_trapezoid_mAP,0.5484455823898315,0.2762604355812073,0.27218514680862427,27.218514680862427,0.4962846917693957,49.628469176939575,50.37153082306043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occlusion,3,area_fraction,0.2,fraction of decoded source-image area,official_trapezoid_mAP,0.5484455823898315,0.14172816276550293,0.4067174196243286,40.67174196243286,0.7415820870542386,74.15820870542386,25.841791294576147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occlusion,4,area_fraction,0.3,fraction of decoded source-image area,official_trapezoid_mAP,0.5484455823898315,0.0762995108962059,0.47214607149362564,47.214607149362564,0.8608804349125513,86.08804349125514,13.911956508744874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sues200,visual,1,sues200_satellite_to_uav_300m,80,10000,center_occlusion,Center occlusion,5,area_fraction,0.4,fraction of decoded source-image area,official_trapezoid_mAP,0.5484455823898315,0.049731262028217316,0.4987143203616142,49.87143203616142,0.909323251704362,90.9323251704362,9.067674829563794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1,magnitude,2.0,degrees,official_trapezoid_mAP,0.5484455823898315,0.5358526706695557,0.012592911720275879,1.259291172027588,0.022961096095263867,2.2961096095263867,97.70389039047362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2,magnitude,5.0,degrees,official_trapezoid_mAP,0.5484455823898315,0.5432418584823608,0.005203723907470703,0.5203723907470703,0.009488131684452023,0.9488131684452024,99.0511868315548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3,magnitude,10.0,degrees,official_trapezoid_mAP,0.5484455823898315,0.540364146232605,0.008081436157226562,0.8081436157226562,0.01473516501311215,1.473516501311215,98.52648349868879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4,magnitude,15.0,degrees,official_trapezoid_mAP,0.5484455823898315,0.4845394492149353,0.06390613317489624,6.390613317489624,0.11652228630674279,11.652228630674278,88.34777136932573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visual,1,sues200_satellite_to_uav_300m,80,10000,rotation,Rotation,5,magnitude,20.0,degrees,official_trapezoid_mAP,0.5484455823898315,0.49052342772483826,0.057922154664993286,5.792215466499329,0.10561148913370698,10.561148913370697,89.4388510866293,b9da9c88f13541f05c17848eab9c43a2f332adbd22ee8880b82149ee8cc03a7a,d19283877ee9967fc36ca82155564cdc5945a44f7633273e119a661bf684f6d9,4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noise,1,standard_deviation,0.02,"fraction of the [0,1] RGB intensity range",official_trapezoid_mAP,0.452476441860199,0.4307253360748291,0.021751105785369873,2.1751105785369873,0.048071244761269324,4.8071244761269325,95.19287552387307,7478740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noise,2,standard_deviation,0.04,"fraction of the [0,1] RGB intensity range",official_trapezoid_mAP,0.452476441860199,0.3612141013145447,0.0912623405456543,9.12623405456543,0.20169523118255844,20.169523118255846,79.83047688174416,7478740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noise,3,standard_deviation,0.08,"fraction of the [0,1] RGB intensity range",official_trapezoid_mAP,0.452476441860199,0.24075765907764435,0.21171878278255463,21.171878278255463,0.4679111732583176,46.79111732583176,53.208882674168244,7478740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noise,4,standard_deviation,0.12,"fraction of the [0,1] RGB intensity range",official_trapezoid_mAP,0.452476441860199,0.16907188296318054,0.28340455889701843,28.340455889701843,0.626341026135857,62.634102613585696,37.36589738641431,7478740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sues200,full,1,sues200_satellite_to_uav_300m,80,10000,gaussian_noise,Gaussian noise,5,standard_deviation,0.18,"fraction of the [0,1] RGB intensity range",official_trapezoid_mAP,0.452476441860199,0.10202319920063019,0.3504532426595688,35.04532426595688,0.7745226275622276,77.45226275622275,22.54773724377725,7478740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blur,1,radius,0.5,pixels in the decoded source image,official_trapezoid_mAP,0.452476441860199,0.4441903233528137,0.008286118507385254,0.8286118507385254,0.018312817510055927,1.8312817510055928,98.16871824899441,7478740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blur,2,radius,1.0,pixels in the decoded source image,official_trapezoid_mAP,0.452476441860199,0.3862072825431824,0.0662691593170166,6.62691593170166,0.14645880577687997,14.645880577687997,85.35411942231201,7478740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blur,3,radius,2.0,pixels in the decoded source image,official_trapezoid_mAP,0.452476441860199,0.2758878767490387,0.17658856511116028,17.658856511116028,0.39027129099843966,39.02712909984397,60.97287090015603,7478740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blur,4,radius,3.0,pixels in the decoded source image,official_trapezoid_mAP,0.452476441860199,0.1949308216571808,0.2575456202030182,25.75456202030182,0.5691912249491029,56.91912249491029,43.08087750508971,7478740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sues200,full,1,sues200_satellite_to_uav_300m,80,10000,gaussian_blur,Gaussian blur,5,radius,4.0,pixels in the decoded source image,official_trapezoid_mAP,0.452476441860199,0.15242619812488556,0.3000502437353134,30.00502437353134,0.6631289852390139,66.31289852390138,33.68710147609861,7478740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sues200,full,1,sues200_satellite_to_uav_300m,80,10000,brightness,Brightness,1,factor,0.8,multiplicative Pillow brightness factor,official_trapezoid_mAP,0.452476441860199,0.40982335805892944,0.04265308380126953,4.265308380126953,0.09426586636403934,9.426586636403934,90.57341336359606,7478740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sues200,full,1,sues200_satellite_to_uav_300m,80,10000,brightness,Brightness,2,factor,0.65,multiplicative Pillow brightness factor,official_trapezoid_mAP,0.452476441860199,0.3684932589530945,0.08398318290710449,8.39831829071045,0.1856078574209012,18.56078574209012,81.43921425790988,7478740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sues200,full,1,sues200_satellite_to_uav_300m,80,10000,brightness,Brightness,3,factor,0.5,multiplicative Pillow brightness factor,official_trapezoid_mAP,0.452476441860199,0.33533841371536255,0.11713802814483643,11.713802814483643,0.2588820484515488,25.888204845154878,74.11179515484513,7478740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sues200,full,1,sues200_satellite_to_uav_300m,80,10000,brightness,Brightness,4,factor,0.35,multiplicative Pillow brightness factor,official_trapezoid_mAP,0.452476441860199,0.2715817391872406,0.18089470267295837,18.089470267295837,0.39978811256840896,39.9788112568409,60.02118874315911,7478740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sues200,full,1,sues200_satellite_to_uav_300m,80,10000,brightness,Brightness,5,factor,0.2,multiplicative Pillow brightness factor,official_trapezoid_mAP,0.452476441860199,0.14535894989967346,0.3071174919605255,30.71174919605255,0.678748026522484,67.8748026522484,32.1251973477516,7478740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sues200,full,1,sues200_satellite_to_uav_300m,80,10000,contrast,Contrast,1,factor,0.8,multiplicative Pillow contrast factor,official_trapezoid_mAP,0.452476441860199,0.44594550132751465,0.006530940532684326,0.6530940532684326,0.014433769205385905,1.4433769205385905,98.5566230794614,7478740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sues200,full,1,sues200_satellite_to_uav_300m,80,10000,contrast,Contrast,2,factor,0.65,multiplicative Pillow contrast factor,official_trapezoid_mAP,0.452476441860199,0.4187217652797699,0.03375467658042908,3.3754676580429077,0.07459985417507817,7.459985417507816,92.54001458249218,7478740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sues200,full,1,sues200_satellite_to_uav_300m,80,10000,contrast,Contrast,3,factor,0.5,multiplicative Pillow contrast factor,official_trapezoid_mAP,0.452476441860199,0.3826611042022705,0.06981533765792847,6.981533765792847,0.15429607201406348,15.429607201406348,84.57039279859366,7478740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sues200,full,1,sues200_satellite_to_uav_300m,80,10000,contrast,Contrast,4,factor,0.35,multiplicative Pillow contrast factor,official_trapezoid_mAP,0.452476441860199,0.3327074348926544,0.11976900696754456,11.976900696754456,0.26469666901365313,26.46966690136531,73.53033309863469,7478740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sues200,full,1,sues200_satellite_to_uav_300m,80,10000,contrast,Contrast,5,factor,0.2,multiplicative Pillow contrast factor,official_trapezoid_mAP,0.452476441860199,0.21803215146064758,0.2344442903995514,23.44442903995514,0.5181359043483358,51.81359043483358,48.186409565166414,7478740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occlusion,1,area_fraction,0.05,fraction of decoded source-image area,official_trapezoid_mAP,0.452476441860199,0.35105186700820923,0.10142457485198975,10.142457485198975,0.22415437682239986,22.415437682239986,77.58456231776002,7478740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occlusion,2,area_fraction,0.1,fraction of decoded source-image area,official_trapezoid_mAP,0.452476441860199,0.2518842816352844,0.20059216022491455,20.059216022491455,0.443320671901171,44.3320671901171,55.6679328098829,7478740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occlusion,3,area_fraction,0.2,fraction of decoded source-image area,official_trapezoid_mAP,0.452476441860199,0.13368573784828186,0.3187907040119171,31.87907040119171,0.7045465233533936,70.45465233533936,29.545347664660643,7478740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occlusion,4,area_fraction,0.3,fraction of decoded source-image area,official_trapezoid_mAP,0.452476441860199,0.06816424429416656,0.3843121975660324,38.43121975660324,0.8493529430749299,84.935294307493,15.06470569250701,7478740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sues200,full,1,sues200_satellite_to_uav_300m,80,10000,center_occlusion,Center occlusion,5,area_fraction,0.4,fraction of decoded source-image area,official_trapezoid_mAP,0.452476441860199,0.04548410698771477,0.4069923348724842,40.69923348724842,0.8994774030649579,89.94774030649579,10.052259693504205,7478740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1,magnitude,2.0,degrees,official_trapezoid_mAP,0.452476441860199,0.4237108826637268,0.028765559196472168,2.876555919647217,0.06357360634779705,6.357360634779704,93.64263936522029,7478740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2,magnitude,5.0,degrees,official_trapezoid_mAP,0.452476441860199,0.4239618182182312,0.028514623641967773,2.8514623641967773,0.06301902376340268,6.301902376340268,93.69809762365973,7478740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3,magnitude,10.0,degrees,official_trapezoid_mAP,0.452476441860199,0.4263085424900055,0.02616789937019348,2.616789937019348,0.05783262276067522,5.783262276067521,94.21673772393248,7478740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4,magnitude,15.0,degrees,official_trapezoid_mAP,0.452476441860199,0.3916435241699219,0.0608329176902771,6.08329176902771,0.13444438662968572,13.444438662968572,86.55556133703143,7478740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>sues200,full,1,sues200_satellite_to_uav_300m,80,10000,rotation,Rotation,5,magnitude,20.0,degrees,official_trapezoid_mAP,0.452476441860199,0.3923964500427246,0.060079991817474365,6.0079991817474365,0.1327803754168426,13.27803754168426,86.72196245831574,7478740b013990c83c5c21f619bc89b2664ee70ff90fda18ab3b7ac420c870e9,f5f1752ceb01cb8f9e28cf70712d8bd4f4045cbf1d44f53b4c07a7babf8f9f21,4f33b8aa96fb7d046f570bc65cce36bdb3c47b1875395b11b1565f2dd71c167a,29c0502b07f09d45c6fd7d4a5b582fdd9a443acc9e8b818cd9941c18a0ee34f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47cfa067042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db42c2d9848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785bf2f7b47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abd31d82b4f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ba104ae234f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08e99d6fd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7529E29-9474-4263-B758-1CD31C0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490" y="1914000"/>
            <a:ext cx="327420" cy="33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B21AE5-F35A-4A4D-94D4-2EBEFC0E6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840" y="2244000"/>
            <a:ext cx="5238720" cy="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E2E4AB5-9326-4F6F-B21F-095A6AF745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260" y="3267000"/>
            <a:ext cx="4583880" cy="6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A74B8D-B847-4F0A-B1D0-EDF9E932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490" y="2145000"/>
            <a:ext cx="327420" cy="33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1BC917-5D0D-4CA4-B7E3-71883028A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840" y="2475000"/>
            <a:ext cx="5238720" cy="99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51F31AA-4ADB-412E-902F-B4C30F5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48" y="1320000"/>
            <a:ext cx="327420" cy="33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261406-3534-474E-B2FE-757E1006B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348" y="462000"/>
            <a:ext cx="5811705" cy="7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349A03-70BA-4BA6-9E7B-6C4B8388A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348" y="1650000"/>
            <a:ext cx="5811705" cy="36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786A94-AD6E-4D8C-9CEA-98C3E4B3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48" y="1320000"/>
            <a:ext cx="327420" cy="33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17B62C-DE0C-4D26-873D-A5866E31E9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348" y="462000"/>
            <a:ext cx="5811705" cy="7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BA0EE9-A162-49FA-AE70-45FFB4583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348" y="1650000"/>
            <a:ext cx="2701215" cy="36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F54070-5A07-4615-9867-77223E6FDD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78838" y="1650000"/>
            <a:ext cx="2701215" cy="36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7970183-F665-4EE2-BF3F-4B3EB942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48" y="1320000"/>
            <a:ext cx="327420" cy="33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EF9B90-31B7-4901-82D1-5E2AE7035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348" y="462000"/>
            <a:ext cx="5811705" cy="72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7B384-BF0B-4D63-BAAC-CFB763E325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348" y="1650000"/>
            <a:ext cx="2701215" cy="36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278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1pPr>
            <a:lvl2pPr marL="28649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2pPr>
            <a:lvl3pPr marL="45020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3pPr>
            <a:lvl4pPr marL="61391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4pPr>
            <a:lvl5pPr marL="77762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5pPr>
            <a:lvl6pPr marL="94133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6pPr>
            <a:lvl7pPr marL="110504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7pPr>
            <a:lvl8pPr marL="126875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8pPr>
            <a:lvl9pPr marL="1432463" indent="-122783">
              <a:lnSpc>
                <a:spcPct val="110000"/>
              </a:lnSpc>
              <a:spcBef>
                <a:spcPts val="0"/>
              </a:spcBef>
              <a:spcAft>
                <a:spcPts val="6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9e922b8dd54651" /><Relationship Type="http://schemas.openxmlformats.org/officeDocument/2006/relationships/slideLayout" Target="/ppt/slideLayouts/slideLayout1.xml" Id="Rca4b299c96ca40a1" /><Relationship Type="http://schemas.openxmlformats.org/officeDocument/2006/relationships/slideLayout" Target="/ppt/slideLayouts/slideLayout2.xml" Id="Rc3e9eec375ad41c3" /><Relationship Type="http://schemas.openxmlformats.org/officeDocument/2006/relationships/slideLayout" Target="/ppt/slideLayouts/slideLayout3.xml" Id="R6a05259c12d84db0" /><Relationship Type="http://schemas.openxmlformats.org/officeDocument/2006/relationships/slideLayout" Target="/ppt/slideLayouts/slideLayout4.xml" Id="Rb8fcf2da2d5948bf" /><Relationship Type="http://schemas.openxmlformats.org/officeDocument/2006/relationships/slideLayout" Target="/ppt/slideLayouts/slideLayout5.xml" Id="Rb29663c09abb4ba5" /><Relationship Type="http://schemas.openxmlformats.org/officeDocument/2006/relationships/slideLayout" Target="/ppt/slideLayouts/slideLayout6.xml" Id="Ra8c32cc05e6f47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4b299c96ca40a1"/>
    <p:sldLayoutId xmlns:r="http://schemas.openxmlformats.org/officeDocument/2006/relationships" id="2147483650" r:id="Rc3e9eec375ad41c3"/>
    <p:sldLayoutId xmlns:r="http://schemas.openxmlformats.org/officeDocument/2006/relationships" id="2147483651" r:id="R6a05259c12d84db0"/>
    <p:sldLayoutId xmlns:r="http://schemas.openxmlformats.org/officeDocument/2006/relationships" id="2147483652" r:id="Rb8fcf2da2d5948bf"/>
    <p:sldLayoutId xmlns:r="http://schemas.openxmlformats.org/officeDocument/2006/relationships" id="2147483653" r:id="Rb29663c09abb4ba5"/>
    <p:sldLayoutId xmlns:r="http://schemas.openxmlformats.org/officeDocument/2006/relationships" id="2147483654" r:id="Ra8c32cc05e6f47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00472489447c4" /><Relationship Type="http://schemas.openxmlformats.org/officeDocument/2006/relationships/notesSlide" Target="/ppt/notesSlides/notesSlide1.xml" Id="R8df72cdb38bb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88642c4504a64" /><Relationship Type="http://schemas.openxmlformats.org/officeDocument/2006/relationships/notesSlide" Target="/ppt/notesSlides/notesSlide2.xml" Id="R3db322febcdf44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025b2dac54b0f" /><Relationship Type="http://schemas.openxmlformats.org/officeDocument/2006/relationships/notesSlide" Target="/ppt/notesSlides/notesSlide3.xml" Id="Rde3b55f1ee8b4b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1a526e501428e" /><Relationship Type="http://schemas.openxmlformats.org/officeDocument/2006/relationships/notesSlide" Target="/ppt/notesSlides/notesSlide4.xml" Id="Rc6b613e7cfb842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9147afbcf4234" /><Relationship Type="http://schemas.openxmlformats.org/officeDocument/2006/relationships/notesSlide" Target="/ppt/notesSlides/notesSlide5.xml" Id="Rb983b21ed8f04c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abe5ed5944631" /><Relationship Type="http://schemas.openxmlformats.org/officeDocument/2006/relationships/notesSlide" Target="/ppt/notesSlides/notesSlide6.xml" Id="R0e55359d32a04e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0b8ec60f94906" /><Relationship Type="http://schemas.openxmlformats.org/officeDocument/2006/relationships/notesSlide" Target="/ppt/notesSlides/notesSlide7.xml" Id="R50902026e5934a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ce0f7bcad4875" /><Relationship Type="http://schemas.openxmlformats.org/officeDocument/2006/relationships/notesSlide" Target="/ppt/notesSlides/notesSlide8.xml" Id="R4a29865e3fae4f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94327e04e4fca" /><Relationship Type="http://schemas.openxmlformats.org/officeDocument/2006/relationships/notesSlide" Target="/ppt/notesSlides/notesSlide9.xml" Id="R88ad93444a0f4b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e5419d10c4800" /><Relationship Type="http://schemas.openxmlformats.org/officeDocument/2006/relationships/notesSlide" Target="/ppt/notesSlides/notesSlide10.xml" Id="R35bdbec450d748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26b27e40b4ead" /><Relationship Type="http://schemas.openxmlformats.org/officeDocument/2006/relationships/notesSlide" Target="/ppt/notesSlides/notesSlide11.xml" Id="R9e8fd274946a44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16150a042c406a" /><Relationship Type="http://schemas.openxmlformats.org/officeDocument/2006/relationships/notesSlide" Target="/ppt/notesSlides/notesSlide12.xml" Id="Rfe9932be7c6846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d258375b148e1" /><Relationship Type="http://schemas.openxmlformats.org/officeDocument/2006/relationships/notesSlide" Target="/ppt/notesSlides/notesSlide13.xml" Id="Rbe0f9681f595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0221f138d4274" /><Relationship Type="http://schemas.openxmlformats.org/officeDocument/2006/relationships/notesSlide" Target="/ppt/notesSlides/notesSlide14.xml" Id="Re4381f95a97742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80cfc840449f3" /><Relationship Type="http://schemas.openxmlformats.org/officeDocument/2006/relationships/notesSlide" Target="/ppt/notesSlides/notesSlide15.xml" Id="Rf5ef6699fdbe47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c25cd4f82427b" /><Relationship Type="http://schemas.openxmlformats.org/officeDocument/2006/relationships/notesSlide" Target="/ppt/notesSlides/notesSlide16.xml" Id="R751c9965bab34e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a9a5221b54253" /><Relationship Type="http://schemas.openxmlformats.org/officeDocument/2006/relationships/notesSlide" Target="/ppt/notesSlides/notesSlide17.xml" Id="Rd922ec2d347d48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ccfdce6834daf" /><Relationship Type="http://schemas.openxmlformats.org/officeDocument/2006/relationships/notesSlide" Target="/ppt/notesSlides/notesSlide18.xml" Id="Rb6d57cdcabc44a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0f115d6f646f2" /><Relationship Type="http://schemas.openxmlformats.org/officeDocument/2006/relationships/notesSlide" Target="/ppt/notesSlides/notesSlide19.xml" Id="Rddb4cb4a000f42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47db2c1744033" /><Relationship Type="http://schemas.openxmlformats.org/officeDocument/2006/relationships/notesSlide" Target="/ppt/notesSlides/notesSlide20.xml" Id="R3891432e02e84a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2101e52954d48" /><Relationship Type="http://schemas.openxmlformats.org/officeDocument/2006/relationships/notesSlide" Target="/ppt/notesSlides/notesSlide21.xml" Id="R1d034b189ff04e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17b1627cd451b" /><Relationship Type="http://schemas.openxmlformats.org/officeDocument/2006/relationships/notesSlide" Target="/ppt/notesSlides/notesSlide22.xml" Id="R93985018baf04e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university1652_drone_to_satellite/r_at_1/title">
            <a:extLst xmlns:a="http://schemas.openxmlformats.org/drawingml/2006/main">
              <a:ext uri="{FF2B5EF4-FFF2-40B4-BE49-F238E27FC236}">
                <a16:creationId xmlns:a16="http://schemas.microsoft.com/office/drawing/2014/main" id="{594AF81D-7A3A-472F-9E7B-3815381B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6263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Drone → satellite</a:t>
            </a:r>
          </a:p>
        </p:txBody>
      </p:sp>
      <p:sp>
        <p:nvSpPr>
          <p:cNvPr id="2" name="university1652_drone_to_satellit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D0EDF8EB-C164-4751-B55E-699C9760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university1652_drone_to_satellit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C4116F4B-3B07-453D-BA1A-35F1AE81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drone_to_satellit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834EA33A-56A9-491B-8EF4-75C2D792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university1652_drone_to_satellit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F65BA8C7-A765-4FDB-B854-4D6196BF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drone_to_satellit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A13E1A61-435A-4202-B259-694C5E76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university1652_drone_to_satellit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5C3AF268-0C9F-4D0B-B8D7-916F886A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38.5550; Full 31.9060</a:t>
            </a:r>
          </a:p>
        </p:txBody>
      </p:sp>
      <p:sp>
        <p:nvSpPr>
          <p:cNvPr id="8" name="university1652_drone_to_satellit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E09ED4CA-3DB1-4521-88AF-DAA6E271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university1652_drone_to_satellit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6A865376-C5B8-4DA3-8683-585E8474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university1652_drone_to_satellit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CBC92FBE-0712-4F24-A7DA-2E99F05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university1652_drone_to_satellit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A4FEC9F5-5E91-4C1A-A455-411321D6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university1652_drone_to_satellit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48F29F0C-DB63-4630-B777-31BC871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university1652_drone_to_satellit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305C1451-C5D5-450B-A92C-12BA08B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university1652_drone_to_satellit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BE73425B-D7EB-47FE-AE70-D404E9A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university1652_drone_to_satellit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F83BF61A-2125-41FD-B68B-3BE92D40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versity1652_drone_to_satellit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5924CFBB-A03A-4074-8B25-5EF2D14B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university1652_drone_to_satellit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660795B5-6A18-47D7-A5A3-2D598F56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university1652_drone_to_satellit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C8B96DC6-4984-40E8-8F3B-30561281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university1652_drone_to_satellit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4F5B8CB6-F314-4A54-A321-A253166D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university1652_drone_to_satellit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58C2060B-9070-4BCF-B2C0-2E3179A5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university1652_drone_to_satellit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F1C43D27-5BE3-4C94-9590-2765636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university1652_drone_to_satellit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3BFC491A-A627-4EE5-B426-0E491F7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university1652_drone_to_satellit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DB46D3E9-3729-465D-931E-917328A3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university1652_drone_to_satellit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55DBCCA3-2313-4C62-BAB8-A960BE8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university1652_drone_to_satellit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FECE3B00-54B0-419B-BB1D-81281DC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university1652_drone_to_satellit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2385A380-4F57-4F7D-8140-0AEA1243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university1652_drone_to_satellit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918D3DBF-81A0-48C3-9936-5D3CA687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versity1652_drone_to_satellit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21175B8A-0808-43C1-9936-DD7F3234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university1652_drone_to_satellit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82BAF283-85B3-4D20-AD3A-5E4E9374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university1652_drone_to_satellit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8F35F4B3-3FE9-4CE2-99B1-CA8EBFF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university1652_drone_to_satellit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9463CC2D-CFF9-411D-AE68-45D82988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university1652_drone_to_satellit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FABEEC12-5ECC-49BF-8FB2-C191C310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university1652_drone_to_satellit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D9955728-BABC-4016-A753-6C17CE2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university1652_drone_to_satellit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9BA7B2D0-73BC-472C-94C9-2C709F3A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university1652_drone_to_satellit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5470CE18-216E-4F67-BC57-0B39124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university1652_drone_to_satellit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2309D483-6CB5-423A-B3F9-3C263CEC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university1652_drone_to_satellit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861753A5-71DC-4142-B34F-65A5FFF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university1652_drone_to_satellit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0993CEA-8B4B-4072-9CF3-F9FF5386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1671758"/>
            <a:ext cx="307020" cy="4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university1652_drone_to_satellit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451DAC67-7A62-4994-A493-89F6B57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1758"/>
            <a:ext cx="307020" cy="87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university1652_drone_to_satellit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51E2DF45-BC7D-4215-A88D-92A951E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680551"/>
            <a:ext cx="307020" cy="121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university1652_drone_to_satellit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F16E8EC-2CEE-4934-8C71-89EDF1B8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02357"/>
            <a:ext cx="307020" cy="2436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university1652_drone_to_satellit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45212B4-8CE1-4620-B39A-424CF46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45970"/>
            <a:ext cx="307020" cy="3250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university1652_drone_to_satellit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6844A8BA-969F-4F65-B7AD-F1986F20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university1652_drone_to_satellit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E3AD5857-B8E5-4989-A480-D0988042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63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university1652_drone_to_satellit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96F286C7-28BD-4486-ACAD-54A80798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551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university1652_drone_to_satellit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D255AB49-4165-4771-8947-E6ACDA5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7769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university1652_drone_to_satellit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53923725-F2A6-4789-AB5E-C31A147C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205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university1652_drone_to_satellit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730753B0-0A39-4800-8C17-0409B111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456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university1652_drone_to_satellit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295FCA75-0952-4CB8-8076-CCC8B25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1656764"/>
            <a:ext cx="307020" cy="15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university1652_drone_to_satellit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28AD8FD5-D8AD-4BE5-96F8-8A8E7FE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56764"/>
            <a:ext cx="307020" cy="51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university1652_drone_to_satellit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A9761DEE-E759-4527-A86E-C61A240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661953"/>
            <a:ext cx="307020" cy="1228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university1652_drone_to_satellit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95D7ADAB-52FE-4348-B53C-A58C0B61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784763"/>
            <a:ext cx="307020" cy="2122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university1652_drone_to_satellit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408BD8C5-1302-41B2-A9F6-C612144F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1997024"/>
            <a:ext cx="307020" cy="30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university1652_drone_to_satellit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12DBE979-5F59-40BC-8ECA-C5BDDC7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university1652_drone_to_satellit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42D60678-B643-4373-86FB-CCB5D92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313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university1652_drone_to_satellit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051192D8-670C-4FC7-AE71-81E380A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3655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university1652_drone_to_satellit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38715D2A-77D5-44BA-BC85-CC4B0BC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7593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university1652_drone_to_satellit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82AAA971-8300-49CE-8950-3548F26F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9716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university1652_drone_to_satellit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B2458CCC-01BB-46C7-876F-E8721DF6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719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university1652_drone_to_satellit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3BEAE313-EF07-4996-B308-3CEC894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university1652_drone_to_satellit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EA384753-7072-4C6F-967D-7B23C6B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university1652_drone_to_satellit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259F437E-DF81-45CD-BF03-70BEAFC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university1652_drone_to_satellit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25CA6DA5-7AA8-4C7B-BD36-485B536E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university1652_drone_to_satellit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537D4689-64F1-403E-A715-FBD431D4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versity1652_drone_to_satellit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FA862BCB-B744-4E51-9489-08C5925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university1652_drone_to_satellit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2BE3C5C5-3275-4DFA-85C4-170DF9D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university1652_drone_to_satellit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5A4C8EFD-EF2F-474A-A3AF-C1303862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university1652_drone_to_satellit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BD0C042D-362D-4D04-A116-AFF1288F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university1652_drone_to_satellit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301F5526-05D9-403A-A1D1-7AA55204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university1652_drone_to_satellit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7985712C-E1DE-48B6-9174-C2A816F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university1652_drone_to_satellit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03068F60-9B0A-4370-A480-5A9CDAC8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university1652_drone_to_satellit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772D60BC-5482-4CA0-8998-E2781F14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university1652_drone_to_satellit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D0DCCAC1-3AEF-4EBA-8FFB-774B39F4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university1652_drone_to_satellit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859C2B0A-D177-4403-9842-9EE3BA9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university1652_drone_to_satellit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EFA5C477-8F6B-4BF5-B4C2-22B8B27D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university1652_drone_to_satellit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AC187CC2-34AA-4BB9-86E4-43B47F4E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university1652_drone_to_satellit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29EAD70E-A459-4138-B75F-69C5CD0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university1652_drone_to_satellit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A6C49DE5-F509-45CF-A944-0B1142B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university1652_drone_to_satellit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2D259658-D4CA-4533-86B8-20E50C0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university1652_drone_to_satellit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E3564D4F-972E-47A1-813D-BA8160DD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university1652_drone_to_satellit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35797093-1A97-411A-9018-6F12A030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university1652_drone_to_satellit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2A99F425-1A44-40D0-A54F-83C344A8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university1652_drone_to_satellit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424FC8EE-E862-48C3-98A0-947E25A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university1652_drone_to_satellit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5A91B2FC-5A81-4354-9DFB-EEDAB19F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university1652_drone_to_satellit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02DFB661-65D7-4985-9979-FB9F6DCB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university1652_drone_to_satellit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3D2392FC-F1D5-40A7-BDD5-F92780B9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university1652_drone_to_satellit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9B2533B8-F2CC-424E-A4CB-D2C07CC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university1652_drone_to_satellit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8D2E7BE7-3C4C-4B13-9ECC-56F9895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university1652_drone_to_satellit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DDD366A-C5AA-4FD0-91A3-CCFFC830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27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university1652_drone_to_satellit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1C5A5FB-BC28-4804-BABC-B0DF623B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9227"/>
            <a:ext cx="307020" cy="189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university1652_drone_to_satellit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9FC0872-1F4B-4D97-BEE6-0B2C8267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88992"/>
            <a:ext cx="307020" cy="511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university1652_drone_to_satellit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69729E9-EA96-4193-972A-83B3E39A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400757"/>
            <a:ext cx="307020" cy="167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university1652_drone_to_satellit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F243FA7-DD50-46A0-AB82-B584A9C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68028"/>
            <a:ext cx="307020" cy="552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university1652_drone_to_satellit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DDCB4E7A-82EA-40C4-8465-BD84A19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university1652_drone_to_satellit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14056951-2547-4D87-A6C8-EF04B45C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738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university1652_drone_to_satellit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F4218EF5-8ADD-4CD2-B9C4-5C6C25D9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635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university1652_drone_to_satellit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8468D71D-8466-4DCE-90EA-44CC5D4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3753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university1652_drone_to_satellit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68B4FE7C-A750-4A76-8EBD-288F66E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4262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university1652_drone_to_satellit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C126250D-B666-4014-8506-18C26F6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9784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university1652_drone_to_satellit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F56865C4-DA7F-4C5A-BA38-26CBE0D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256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university1652_drone_to_satellit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CB3AB282-4308-4408-BA2C-7741CEA8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7865"/>
            <a:ext cx="307020" cy="1958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university1652_drone_to_satellit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D807AEB1-FD52-43F7-AD3E-4955464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93735"/>
            <a:ext cx="307020" cy="4864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university1652_drone_to_satellit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6F13D1F7-540A-40C4-8B1E-96CF13AA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80197"/>
            <a:ext cx="307020" cy="1884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university1652_drone_to_satellit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BB66D3A1-B0A6-41BB-9750-A1F42F6F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68653"/>
            <a:ext cx="307020" cy="505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university1652_drone_to_satellit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11A91C98-0774-48C5-8A11-CA7D1DB0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university1652_drone_to_satellit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EFF5F1ED-F835-4DF1-8CA8-73F50EC7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724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university1652_drone_to_satellit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A8DB255D-48A9-420A-ADFB-FB0549B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683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university1652_drone_to_satellit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5C5E829A-C534-42B5-87E0-48B6BED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3547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university1652_drone_to_satellit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7462ACF2-2276-46E6-B23E-9F11D058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4325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university1652_drone_to_satellit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5D2C6240-7319-4784-9E67-2F825A2F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938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university1652_drone_to_satellit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899DCE64-84DB-4190-88BE-A0F4BEA2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university1652_drone_to_satellit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52805B61-BA09-47FC-A235-E550B7DB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university1652_drone_to_satellit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936D5C57-B4C4-46CE-A8DB-5ABFC1A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university1652_drone_to_satellit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D26EC362-1429-4E54-9438-DD5CEBF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university1652_drone_to_satellit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B4D56DE4-158B-4167-9D13-F32AC0C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university1652_drone_to_satellit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E78C6DA6-0065-422A-B11C-09CFBDF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university1652_drone_to_satellit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07C2D915-4E24-4854-A19C-F758A45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university1652_drone_to_satellit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5278148F-FAD8-4014-B807-BDFAE30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university1652_drone_to_satellit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BC7BE75E-5755-468F-912C-E254F72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university1652_drone_to_satellit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6877FB83-320E-408D-8FB8-0AFDE694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university1652_drone_to_satellit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23DAE2D5-7692-4B4D-B3EE-0004E4D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university1652_drone_to_satellit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15A6B9D1-9743-42BF-8665-1B17AFE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university1652_drone_to_satellit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0F573283-3A2E-436C-86A0-2286AD3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university1652_drone_to_satellit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5DDAAFA5-3ABF-4740-ADCC-67802CA6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university1652_drone_to_satellit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FDED0B12-B134-4B5F-B2F4-FE4FAE5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university1652_drone_to_satellit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1C2D1A7F-2BDA-4945-B97A-037C7EA8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university1652_drone_to_satellit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02B63296-5918-43BB-BF39-CE0E575E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university1652_drone_to_satellit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AA0C790A-09BF-4DC6-8C1E-94F2A6C2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university1652_drone_to_satellit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E24883FC-B51B-4AA4-87E9-4EDA230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university1652_drone_to_satellit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B5D052B8-62FE-43F4-AA34-A8174DDD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university1652_drone_to_satellit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5D27EFC8-1012-4438-AEE4-18D4B9A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university1652_drone_to_satellit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4EF303B7-0345-4ECC-817B-9146B6A9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university1652_drone_to_satellit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23E599CB-839C-4947-B9E4-122C68AE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university1652_drone_to_satellit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093B6B3B-57B0-4D87-AA62-23EB4B14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university1652_drone_to_satellit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909109BE-C3A3-4AE1-B064-16BCC98F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university1652_drone_to_satellit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0D035FE8-0B05-478E-B198-FF0EA784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university1652_drone_to_satellit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34B2ECB1-289B-44E5-A465-30ABAE9F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university1652_drone_to_satellit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1D69F6BD-A284-4803-B15E-67EBC40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university1652_drone_to_satellit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4212D0D5-83AD-4D93-A6A2-4FE487A0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university1652_drone_to_satellit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2EA74BD-9B34-4323-A3BA-B012E886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72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university1652_drone_to_satellit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27E6DD8-21F7-4091-9C92-3B01B3F9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79460"/>
            <a:ext cx="307020" cy="1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university1652_drone_to_satellit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8E3B2FA-5C3B-4341-BA32-2FE712B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98614"/>
            <a:ext cx="307020" cy="49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university1652_drone_to_satellit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1516D78-BA75-484E-93E0-79D48114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48304"/>
            <a:ext cx="307020" cy="162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university1652_drone_to_satellit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6955C39-99C6-4036-B14F-4F16D6F9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911145"/>
            <a:ext cx="307020" cy="434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university1652_drone_to_satellit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70319F05-C948-475E-9A97-64633167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university1652_drone_to_satellit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BC5DD6FB-2BC3-4979-9E7E-5CD5BB6F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5406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university1652_drone_to_satellit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88E30C24-D10C-4677-8682-D7311FDF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732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university1652_drone_to_satellit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37741ABD-7123-4242-AF02-0BA1E3B9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72290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university1652_drone_to_satellit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F94D3BA5-E1F1-4C66-BFD0-4513592E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8857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university1652_drone_to_satellit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C435EA5F-CC5A-435E-97E3-C0EE8A72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203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drone_to_satellit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2013B8B8-9622-4D92-9AC8-4B6CB34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university1652_drone_to_satellit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BEE4EBF6-F266-478F-872E-A777C1B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72743"/>
            <a:ext cx="307020" cy="49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university1652_drone_to_satellit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DA1C7DEA-0F2F-4A0F-AFB8-CE4C22AB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77685"/>
            <a:ext cx="307020" cy="307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university1652_drone_to_satellit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7643E71C-016D-4FE9-9A25-87F61EA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08408"/>
            <a:ext cx="307020" cy="1351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university1652_drone_to_satellit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5645A459-F0E0-43BF-831C-37ECA7F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843573"/>
            <a:ext cx="307020" cy="422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university1652_drone_to_satellit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F1960425-D882-41E5-9264-F97C6196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university1652_drone_to_satellit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61008C90-792E-4E60-9737-A509ED0F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473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university1652_drone_to_satellit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804E2BFA-0110-4B0C-A004-91D1B863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522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university1652_drone_to_satellit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17499CE9-6BC2-4DFF-99E0-4C1DF424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830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university1652_drone_to_satellit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FF46FF62-8CC8-4877-8CF8-2DDDB10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81817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university1652_drone_to_satellit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8B3A3BD8-A4C0-4228-92E7-CEABC42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4047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university1652_drone_to_satellit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A7D8F9C3-14BE-41DD-BF6B-2540139D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university1652_drone_to_satellit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856F81E9-09BB-4614-B4D0-901FDE7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university1652_drone_to_satellit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C2CDE912-1E23-48D0-AAA3-E5DAB896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university1652_drone_to_satellit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6B95A9DC-4F2C-4563-B28A-501D63EE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university1652_drone_to_satellit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0AFA1693-9319-40A6-B8B6-61A899A9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university1652_drone_to_satellit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673B56D3-14D3-448D-BBC1-C2198032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university1652_drone_to_satellit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E590FDDC-F839-4539-BD8D-73EA9693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university1652_drone_to_satellit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0ABC73AA-CD2E-4965-8628-3139F00D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university1652_drone_to_satellit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E4349406-6A06-4AE1-9AF4-DCEF5725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university1652_drone_to_satellit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09EA49AA-68D5-4212-9052-283574E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university1652_drone_to_satellit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FD80882E-6312-4B8F-AE91-3DC3E8EF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university1652_drone_to_satellit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EB2AAA61-87ED-4B33-9D5A-7E20B1E4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university1652_drone_to_satellit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DC2E9F25-C3DF-4694-B58C-865F737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university1652_drone_to_satellit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D70898C6-9B9E-4BD0-92C3-0376C8AF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university1652_drone_to_satellit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0A07000C-531F-44F5-ABC2-84D3ECC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university1652_drone_to_satellit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A60826EF-BC41-49AB-B0B0-C8C6231A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university1652_drone_to_satellit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1A9C2629-8F75-4107-ABB0-569A40EA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university1652_drone_to_satellit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1E8BE2B9-720B-4EBE-8DFE-8B2B587D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university1652_drone_to_satellit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FFA738DF-ED62-42C9-81F3-E3CCED8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university1652_drone_to_satellit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663FAD6D-3281-4C30-BCE5-3F6E6A71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university1652_drone_to_satellit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978DB86A-2CA0-4562-AE4A-EEFC1DFF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university1652_drone_to_satellit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1BF18684-9ED9-4E43-9957-7AE43D72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university1652_drone_to_satellit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4DCB1E38-91AE-405D-AD5D-D1E62015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university1652_drone_to_satellit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B5796D71-0D2C-48E2-B971-84EB21C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university1652_drone_to_satellit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E76E4593-2FEC-4AC7-8A6B-830912D9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university1652_drone_to_satellit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B0753C5D-19BD-4864-9A35-DB4D0E68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university1652_drone_to_satellit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26D678F2-DDF3-4640-A43C-18A89197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university1652_drone_to_satellit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BF32870C-3A5F-4098-A291-921C21E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university1652_drone_to_satellit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5D0B60F8-CB1A-441E-8926-15307AE0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university1652_drone_to_satellit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21D1FE36-0A2B-4376-9AEF-691F77D7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07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university1652_drone_to_satellit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AAFDF50-BA8B-4DDA-8E1D-86A9263F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1388"/>
            <a:ext cx="307020" cy="26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university1652_drone_to_satellit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AF33EEE-0F53-4774-BBC7-E64627D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8380"/>
            <a:ext cx="307020" cy="71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university1652_drone_to_satellit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EC2EFAD-1348-45C9-9154-393BF9C7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60019"/>
            <a:ext cx="307020" cy="2063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university1652_drone_to_satellit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B5AC5C4-46B0-4283-B7C9-F80E1B19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66348"/>
            <a:ext cx="307020" cy="4566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university1652_drone_to_satellit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F6857647-61EA-445F-83B3-61FDBDF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university1652_drone_to_satellit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2145C5ED-B8D1-4CF5-A112-87594957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59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drone_to_satellit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7DCB67DC-0366-48C7-86F6-6074FF99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629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university1652_drone_to_satellit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64FBD107-CF4E-455E-88D6-825E715B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3461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drone_to_satellit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0258DE23-E5B3-4EAF-B0FE-761534B9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409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university1652_drone_to_satellit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345EAE80-4F54-48AF-A266-A7E56839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975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drone_to_satellit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FBC6DE73-CDAF-4025-B957-A635F8A9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74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university1652_drone_to_satellit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FD958532-D81B-4ECF-B273-D9C0ABC4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8095"/>
            <a:ext cx="307020" cy="2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university1652_drone_to_satellit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DB8E2742-BD4D-4415-8059-46D7B3AF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6676"/>
            <a:ext cx="307020" cy="73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university1652_drone_to_satellit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01AD40AB-87B2-4C90-A3A8-A29CEEE0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69819"/>
            <a:ext cx="307020" cy="1880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university1652_drone_to_satellit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F2CED4A9-43E0-402B-86CD-0BA3B688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57863"/>
            <a:ext cx="307020" cy="46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university1652_drone_to_satellit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D9EB5D0F-6DB9-4598-A389-6BF15AC0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drone_to_satellit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6B596D83-1F92-44B4-9479-C749FE47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426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university1652_drone_to_satellit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0C75D479-6B80-42DF-81BF-B968C33F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12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drone_to_satellit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956A0D1A-47DB-44D0-86BB-BA5108F0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444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university1652_drone_to_satellit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38E06A46-224F-4EE9-8EB7-A5048486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324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drone_to_satellit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272B867E-17BF-4CE0-948F-3FAD2BF4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956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university1652_drone_to_satellit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D7E4EDA1-7407-41B3-B80A-91AA3F19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university1652_drone_to_satellit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AFF7559B-E6AF-47A9-A805-6E3C4F71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university1652_drone_to_satellit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E75A503C-AE42-4197-AE09-7AB7AD1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university1652_drone_to_satellit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58BE504B-39A9-4639-B64E-B18E5E5C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university1652_drone_to_satellit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30F8A529-CBAE-4585-ABCA-C2E75C6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university1652_drone_to_satellit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17AF14E2-98A1-498B-BB86-4065A612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university1652_drone_to_satellit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CB1AD528-0B63-4BC1-BA02-3B979465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university1652_drone_to_satellit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F6DCD3B4-CA8F-4FAA-921E-BC952451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university1652_drone_to_satellit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F9A489A1-C2A0-4B74-AD41-70035E3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university1652_drone_to_satellit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E3620B2E-9C56-4415-AC64-928840A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university1652_drone_to_satellit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6BE92772-0186-4822-A5F0-753094CB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university1652_drone_to_satellit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61C22D7F-BEF0-4993-AA27-6AD877FA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university1652_drone_to_satellit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E75CED40-BDE4-4217-B545-BC3537C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drone_to_satellit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4A96465E-3972-4F20-B996-A5A4B4B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university1652_drone_to_satellit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CBE9E086-CEDF-49BD-847D-3F3CDFAC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university1652_drone_to_satellit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8058DF5C-5362-4C78-96D7-F709C82D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university1652_drone_to_satellit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901A003A-5D18-438B-9CEE-D217314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university1652_drone_to_satellit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C33DDEF9-B936-4672-9EB2-1C63D40E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university1652_drone_to_satellit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7123A1A8-9FE9-4702-A678-819EB339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university1652_drone_to_satellit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B096641F-7B05-41E1-9D1D-AE5CC4A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university1652_drone_to_satellit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C2AF7397-31D0-4578-BBA1-78A0610B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university1652_drone_to_satellit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F1A144B3-16AE-4FD7-9CA7-E46F49B0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university1652_drone_to_satellit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6D318A3C-3FED-40AC-9F57-F173F3B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university1652_drone_to_satellit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5A9B859C-6B3E-4CE6-A21C-B73B25D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university1652_drone_to_satellit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14EF596A-57F6-40D4-9733-FFDA1E45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university1652_drone_to_satellit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CF53846A-99F7-4999-9B04-66B24D42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university1652_drone_to_satellit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F730A3CD-A823-4673-9243-ADCCD3A9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university1652_drone_to_satellit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039CE784-C3FC-41FD-B6D7-A4B7355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university1652_drone_to_satellit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8DABC35C-D6CD-48AC-8931-7B6CBC6B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university1652_drone_to_satellit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0C07D8F-3384-41BF-86D1-2F9D783C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507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university1652_drone_to_satellit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20BCF85-922C-4FB3-9FAA-1EDF44F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147728"/>
            <a:ext cx="307020" cy="185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university1652_drone_to_satellit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5B172C8-7646-4111-AA91-80262C7C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333676"/>
            <a:ext cx="307020" cy="185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university1652_drone_to_satellit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C65F49E-E25F-486E-B9B1-A4D4DA4C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519078"/>
            <a:ext cx="307020" cy="58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university1652_drone_to_satellit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A463137-A3E2-4F19-85CD-F319A73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77085"/>
            <a:ext cx="307020" cy="256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university1652_drone_to_satellit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607C180C-04A5-4BB2-8FB0-70EF2DDA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university1652_drone_to_satellit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B0C63A9A-C13C-4CF4-B247-128C7D7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12232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university1652_drone_to_satellit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8F55D344-5990-4867-ABA0-2D0FBC8D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30827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university1652_drone_to_satellit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D6F76CE4-274E-4365-8B04-BB4D8A5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9367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university1652_drone_to_satellit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C7C7467B-57F0-4A4D-9386-68C287AF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516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university1652_drone_to_satellit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F184CCA0-95C6-4DE9-ABAF-C2A98F1D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773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university1652_drone_to_satellit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C4553541-3B7F-4125-9DD7-5F2143F9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5219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university1652_drone_to_satellit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9AD9C0C-D9CE-4832-8477-EB02BB0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162629"/>
            <a:ext cx="307020" cy="185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university1652_drone_to_satellit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6D35F9D8-A506-4D36-B59C-20E16B5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348285"/>
            <a:ext cx="307020" cy="1591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university1652_drone_to_satellit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F3B42571-B582-4650-8B41-C86AD6A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507419"/>
            <a:ext cx="307020" cy="615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university1652_drone_to_satellit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170B19D4-3013-4F0C-8F12-0800080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68947"/>
            <a:ext cx="307020" cy="24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university1652_drone_to_satellit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E5AF1ACC-705F-44DC-80DF-D73153CE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university1652_drone_to_satellit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402643F2-1FB1-49A5-A2C6-22BA4FE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13722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university1652_drone_to_satellit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0AA9D4FC-6BB1-4600-A097-9A9B77EC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3228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university1652_drone_to_satellit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5C2D85EB-E77C-455C-BB6C-0D9F199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820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university1652_drone_to_satellit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6A7C689A-A1DE-4FEA-A5B5-41006B6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435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university1652_drone_to_satellit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0E7C9011-E78B-4E59-B10E-C89D2350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677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university1652_drone_to_satellit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49B62154-4E6A-4711-AE26-C55F5531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university1652_drone_to_satellit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946A47E2-D861-45DA-AEC1-2D83A0FA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university1652_drone_to_satellit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8522C5B1-1302-4E42-85C6-E3A591EA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university1652_drone_to_satellit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29909728-8B96-416E-89AE-8D8574F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university1652_drone_to_satellit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F1CDF5F6-4373-48DE-AADC-7EB1B03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university1652_drone_to_satellit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E2B8592A-8332-4DF1-83E5-2BF78CD0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university1652_drone_to_satellit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B76993A4-E888-47A7-8758-317E7F49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university1652_drone_to_satellit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B50C6D3F-2344-497D-B2F8-55003E3B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university1652_drone_to_satellit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699E7E6A-066F-4E81-8440-4AB1E95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university1652_drone_to_satellit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15FEC7BF-5D41-4C2D-9EFC-918D201E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university1652_drone_to_satellit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8CE7C664-EEE6-4289-97EE-38492DC7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university1652_drone_to_satellit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ECFCFA85-8936-474F-9205-7BED614A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university1652_drone_to_satellit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E578E1D3-D2F7-472C-B5B9-0BC4BCB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university1652_drone_to_satellit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E258B22C-B4C1-4EE3-91D9-2E1F73E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university1652_drone_to_satellit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F7383A35-16B7-446B-88B9-44D67C7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university1652_drone_to_satellit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3C8E6670-D8E6-4CA9-8040-2167DDD4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university1652_drone_to_satellit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A132E915-2F4F-4DB0-8C1F-B8409B87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university1652_drone_to_satellit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32B926D9-E6F2-4EE4-B9D7-35CB2C97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university1652_drone_to_satellit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05F59333-BDB2-4ECA-A98F-4D4AF61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university1652_drone_to_satellit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4DC0A0BD-99CC-4D53-BE4D-9D06DEBC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university1652_drone_to_satellit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CDDA9653-BC28-4CEA-92D1-597C8E1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university1652_drone_to_satellit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06A8DCBD-8CB8-4403-BEDB-87C0B6A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university1652_drone_to_satellit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89A8DCBF-0190-4C0D-8C1F-17DAA5BC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university1652_drone_to_satellit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6EE6CB64-9804-4E33-8A62-C87CED05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university1652_drone_to_satellit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368A049A-01DF-4A93-809E-BB79A3BF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university1652_drone_to_satellit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1CBC1B0B-D9B3-4B67-93D0-BDCF32ED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university1652_drone_to_satellit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E72160B7-4803-4C82-90B3-7EDD16E2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university1652_drone_to_satellit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8B5AD7C0-20F0-4913-AAA5-8348DE1C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university1652_drone_to_satellit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6AC4B0AD-46E5-4CCC-B395-8A2EDF3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university1652_drone_to_satellit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0692825-BB71-4B0D-BFD1-A981CCD1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5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university1652_drone_to_satellit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4847FEA-BF25-4745-9433-2DDFE804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2234"/>
            <a:ext cx="307020" cy="40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university1652_drone_to_satellit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B5D288D-C229-4FF5-8155-3ED9A02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6256"/>
            <a:ext cx="307020" cy="103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university1652_drone_to_satellit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A950935-D624-48E4-B0AA-BCA1E03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56617"/>
            <a:ext cx="307020" cy="21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university1652_drone_to_satellit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35CF7C4-C82B-4193-AC95-24B3829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77679"/>
            <a:ext cx="307020" cy="13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university1652_drone_to_satellit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87A60EE4-B217-473B-A72A-6C03B25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university1652_drone_to_satellit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F7C591DB-F260-41B9-A062-EA528EA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68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university1652_drone_to_satellit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5CFBB790-992C-495A-8589-F997258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08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university1652_drone_to_satellit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66EDB2F9-C2AD-43D0-B4E1-BDE95B2F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121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university1652_drone_to_satellit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A93D4232-C06D-45EF-82EE-7B37DC2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522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university1652_drone_to_satellit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41938A59-8BB6-4407-A147-9EC710F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657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university1652_drone_to_satellit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F1B44562-ADB5-4819-A504-754A08CE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24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university1652_drone_to_satellit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110670E9-800F-4CC7-AE79-DC854AA4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9843"/>
            <a:ext cx="307020" cy="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university1652_drone_to_satellit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D9AAA2AA-B180-4CDA-92A0-E402E82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39843"/>
            <a:ext cx="307020" cy="252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university1652_drone_to_satellit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FDD0C533-0100-42D0-A928-70984DE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5047"/>
            <a:ext cx="307020" cy="217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university1652_drone_to_satellit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8DF8D730-00AF-4B41-B539-B0D8911D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86792"/>
            <a:ext cx="307020" cy="178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university1652_drone_to_satellit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371AE908-C244-4DCC-8F09-2563FE9B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university1652_drone_to_satellit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46F10737-28A5-4770-850F-0C6A589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773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university1652_drone_to_satellit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D05C0262-9B2A-470C-9B90-62DDD7B0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44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university1652_drone_to_satellit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2DD11727-8B7D-4171-9DB6-1C40652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96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university1652_drone_to_satellit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F1FF98CE-7E3A-4043-99CE-41879A7B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613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university1652_drone_to_satellit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C2A37EA1-D164-4711-8D6E-0A7B2997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792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university1652_drone_to_satellit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33074DF3-96D7-404D-93C4-8CB353E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university1652_drone_to_satellite/r_at_1/caveat-1">
            <a:extLst xmlns:a="http://schemas.openxmlformats.org/drawingml/2006/main">
              <a:ext uri="{FF2B5EF4-FFF2-40B4-BE49-F238E27FC236}">
                <a16:creationId xmlns:a16="http://schemas.microsoft.com/office/drawing/2014/main" id="{5B80FDFE-3921-4667-B2CB-251F60C7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university1652_drone_to_satellite/r_at_1/caveat-2">
            <a:extLst xmlns:a="http://schemas.openxmlformats.org/drawingml/2006/main">
              <a:ext uri="{FF2B5EF4-FFF2-40B4-BE49-F238E27FC236}">
                <a16:creationId xmlns:a16="http://schemas.microsoft.com/office/drawing/2014/main" id="{A7585C84-8CBE-4B41-B2E0-FE006B7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university1652_drone_to_satellite/r_at_1/caveat-3">
            <a:extLst xmlns:a="http://schemas.openxmlformats.org/drawingml/2006/main">
              <a:ext uri="{FF2B5EF4-FFF2-40B4-BE49-F238E27FC236}">
                <a16:creationId xmlns:a16="http://schemas.microsoft.com/office/drawing/2014/main" id="{D3B673F5-589F-4F38-AF93-D22E4B57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university1652_drone_to_satellite/r_at_1/caveat-4">
            <a:extLst xmlns:a="http://schemas.openxmlformats.org/drawingml/2006/main">
              <a:ext uri="{FF2B5EF4-FFF2-40B4-BE49-F238E27FC236}">
                <a16:creationId xmlns:a16="http://schemas.microsoft.com/office/drawing/2014/main" id="{703B5C68-F809-403C-B5E9-AC502A70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549904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university1652_drone_to_satellit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5E2CC276-06C2-4D0C-9952-DDF6DFDA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6263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Drone → satellite</a:t>
            </a:r>
          </a:p>
        </p:txBody>
      </p:sp>
      <p:sp>
        <p:nvSpPr>
          <p:cNvPr id="2" name="university1652_drone_to_satellit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F5ACF851-0369-417D-94A6-6611CE0D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university1652_drone_to_satellit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EEA0F419-4B07-4ADC-952E-8DA5B42E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drone_to_satellit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74E6D0CF-C571-40CC-9DB0-6C471F5C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university1652_drone_to_satellit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F4CC8CDC-502F-4CAE-ABEB-C7EC7E6A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drone_to_satellit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7F8AF79B-CB7D-4198-B279-4167E8A8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university1652_drone_to_satellit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C805481F-C009-45A1-9511-B5098BF4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44.2404; Full 38.1420</a:t>
            </a:r>
          </a:p>
        </p:txBody>
      </p:sp>
      <p:sp>
        <p:nvSpPr>
          <p:cNvPr id="8" name="university1652_drone_to_satellit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6112F776-50DF-49B2-B91A-654FA0C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university1652_drone_to_satellit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FAF56010-8EAD-48F9-BBEE-BE36C19B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university1652_drone_to_satellit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C4A83E43-1F5E-42AF-9221-4729C59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university1652_drone_to_satellit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37E5D960-6760-4980-BC4C-8DAA7DF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university1652_drone_to_satellit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922B8BF0-FCAC-4380-A116-1E93CB7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university1652_drone_to_satellit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F7E60F22-79C1-4D63-9C6E-EB07A28D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university1652_drone_to_satellit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615CCEC6-DF58-464D-857F-A76CC9FC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university1652_drone_to_satellit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4C65BDC7-3B4B-4F88-B561-B1AC150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versity1652_drone_to_satellit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A0A21A44-B290-4772-9715-44749D1B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university1652_drone_to_satellit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3879621F-F3A2-4867-A367-E2E1A90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university1652_drone_to_satellit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1B6E4467-66C4-4374-9A8F-F9E60F0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university1652_drone_to_satellit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7F1A464B-E3D5-48EC-BA64-AAC23B6E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university1652_drone_to_satellit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C3FEBF91-6FED-494B-AEA0-9EB79B6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university1652_drone_to_satellit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FEA39554-194A-442F-9CCE-3E73F2D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university1652_drone_to_satellit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701D14ED-7CE0-45AC-B789-FFF8B94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university1652_drone_to_satellit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E7443963-140C-4552-B978-CAA17EF1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university1652_drone_to_satellit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0C4F0EC8-D9AA-4D0C-BFF4-F0D94B42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university1652_drone_to_satellit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0091C191-77EA-41AA-B266-CC02709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university1652_drone_to_satellit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C8A7F4BE-D0E8-4684-B601-4AAD3186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university1652_drone_to_satellit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9DEFD362-EAE6-4E3A-A05D-27790B9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versity1652_drone_to_satellit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5EC1E74D-D22E-4AFF-90C8-67C61D5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university1652_drone_to_satellit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B726B27F-0E1F-4136-9D4C-C7F87BCA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university1652_drone_to_satellit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605A5B6E-6F01-477D-BC5E-E860916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university1652_drone_to_satellit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0703A900-F9D1-4A22-9BB0-776B07CD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university1652_drone_to_satellit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AAC8E0BC-1175-4CF8-9B4A-575C320A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university1652_drone_to_satellit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495D8E94-1AFE-499C-A658-FD17E576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university1652_drone_to_satellit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0DAC3177-392C-4236-9F12-BF482C31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university1652_drone_to_satellit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B07CDE4E-FE22-42F9-8C6C-3D51BE46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university1652_drone_to_satellit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C8762296-9E2C-4C08-A8CD-E9A18B4B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university1652_drone_to_satellit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308219AA-CBD5-468A-880B-33946C2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university1652_drone_to_satellit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998BAC6-0131-431C-91FB-1ABB1F9C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1671448"/>
            <a:ext cx="307020" cy="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university1652_drone_to_satellit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EC30A7E-4866-4B2A-93C6-25F120A8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1448"/>
            <a:ext cx="307020" cy="66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university1652_drone_to_satellit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88B97CDB-DD25-4E65-808C-E006B70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678146"/>
            <a:ext cx="307020" cy="1037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university1652_drone_to_satellit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4356F24-AD56-43A1-BEB6-F09750D6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781888"/>
            <a:ext cx="307020" cy="216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university1652_drone_to_satellit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06488A62-EE54-460E-AC63-DF0E6EF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1997980"/>
            <a:ext cx="307020" cy="314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university1652_drone_to_satellit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6B8E567B-49A2-4924-B0A6-DC2DFB0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university1652_drone_to_satellit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A0451B80-B9F9-457F-BAE7-2EEF71A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60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university1652_drone_to_satellit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684B5A07-9C9D-407B-9017-9FB4B20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5274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university1652_drone_to_satellit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C60B366C-B9C2-495F-A341-00CB7045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7564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university1652_drone_to_satellit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C3F06B53-D783-40D6-BEC4-AD1B91F6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9725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university1652_drone_to_satellit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BED124C9-B091-4013-B63C-F3E9091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872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university1652_drone_to_satellit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408809DA-FC24-4379-8CD8-52F69E6D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1657568"/>
            <a:ext cx="307020" cy="145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university1652_drone_to_satellit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2CF661AE-97CF-4913-8C95-10AC00B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57568"/>
            <a:ext cx="307020" cy="3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university1652_drone_to_satellit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364069B0-4084-4830-B19B-D6ED203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661516"/>
            <a:ext cx="307020" cy="102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university1652_drone_to_satellit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587A35EB-A10B-4A1D-A827-C1A9AD7D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763635"/>
            <a:ext cx="307020" cy="1911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university1652_drone_to_satellit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25E14850-C86A-4720-AF24-195F8892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1954757"/>
            <a:ext cx="307020" cy="2866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university1652_drone_to_satellit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9C0E543E-A26A-4103-9619-F5917A02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university1652_drone_to_satellit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9A88BA63-EBF0-474D-AC8A-3EF8ECD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3216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university1652_drone_to_satellit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D4F6B4E5-EA4F-476C-B488-DFAB8E18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361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university1652_drone_to_satellit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091230FD-485C-478F-A00E-9709416B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7382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university1652_drone_to_satellit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302E7E19-3862-4024-A56C-0418721C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92935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university1652_drone_to_satellit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D6CF9B97-D602-4168-BE3E-27FF4550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160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university1652_drone_to_satellit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54A7D94F-D697-42B9-9E59-FDE6FA56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university1652_drone_to_satellit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B86C9781-B095-4A5E-BEB3-DC0E56B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university1652_drone_to_satellit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FA9AFA11-9E75-4C6F-8101-C106E333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university1652_drone_to_satellit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ADE7E608-6416-48F4-AC92-5DB2C05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university1652_drone_to_satellit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EF1566D1-584D-4C1F-96DE-00B7EAFA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versity1652_drone_to_satellit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FCC2107F-2F30-4F65-994D-B556A20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university1652_drone_to_satellit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86CF9672-E950-4AE4-AFD3-A12AAE8B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university1652_drone_to_satellit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1E356D0A-9836-46B0-B78F-6CD3312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university1652_drone_to_satellit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6FF83774-D6B6-47D1-A792-EF5CE5CD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university1652_drone_to_satellit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606B2BBB-3CFE-43AA-B1EF-4AF21F7E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university1652_drone_to_satellit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07A20CB8-EAD7-4161-B507-54DE6C4D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university1652_drone_to_satellit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81970823-2B57-4669-A1B0-C905373C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university1652_drone_to_satellit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6BBDF7B1-FE7E-42B7-89FE-C4636C2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university1652_drone_to_satellit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544BFD96-40E2-481D-90C9-6BAABF31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university1652_drone_to_satellit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47A835A4-DB9C-43A5-9379-4470DFE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university1652_drone_to_satellit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43F3337F-24C4-4B6F-897E-62571A2C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university1652_drone_to_satellit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446CF9B0-F2C8-4C45-B3BE-BEA9C8E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university1652_drone_to_satellit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163325E5-2577-461D-9C88-9B5D8FB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university1652_drone_to_satellit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6F1A7085-D1F9-4315-8D15-BE1C0B3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university1652_drone_to_satellit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1EB1402F-030E-4A16-81C2-4486EBED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university1652_drone_to_satellit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A6CFDBE4-4D94-4538-8DD2-2D5ACCE3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university1652_drone_to_satellit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B864F59F-1539-48E4-A535-DBBCF88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university1652_drone_to_satellit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2CB129FE-CB01-452E-984C-11E60FF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university1652_drone_to_satellit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A7F57B19-DB86-40A8-83F7-7B01C0C8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university1652_drone_to_satellit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6E2AB398-1017-442A-B25C-0B561E3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university1652_drone_to_satellit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2CAB8056-A5FD-4986-86C5-E2A5EDB9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university1652_drone_to_satellit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D10C86FD-EAB8-45F1-913E-A7CB6D0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university1652_drone_to_satellit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919C0C89-AC35-4CA7-88EF-CE24989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university1652_drone_to_satellit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8C0EB67C-D9C9-4A1D-856A-89455F3C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university1652_drone_to_satellit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1CC1050-883C-4075-B23C-5CDF38A6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22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university1652_drone_to_satellit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9EF65C6-78DF-41FB-AD9B-CFA2E0B6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4265"/>
            <a:ext cx="307020" cy="1652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university1652_drone_to_satellit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38C1A10-DFF1-49C4-B520-E02CA033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59541"/>
            <a:ext cx="307020" cy="4845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university1652_drone_to_satellit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CFC4099-EEA3-4ADF-96F4-ED4A1C8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44057"/>
            <a:ext cx="307020" cy="181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university1652_drone_to_satellit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25834E58-D52E-4927-AA59-311D8CED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25736"/>
            <a:ext cx="307020" cy="631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university1652_drone_to_satellit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A5D8C7B5-8639-4309-9C0C-B9164614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university1652_drone_to_satellit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A3C4000E-B13D-487F-B5A8-CD327685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886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university1652_drone_to_satellit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7E140BBF-5BC7-4AA7-95DA-3F95B76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3414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university1652_drone_to_satellit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814D72F4-3467-48C8-98B0-75332D9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3186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university1652_drone_to_satellit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58286773-6764-48BA-9CFD-1E55C38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0033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university1652_drone_to_satellit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FC07BF39-92E9-4F2A-9029-AD9DE04C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634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university1652_drone_to_satellit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71DDC617-C9EC-4753-97A4-B7B657AC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20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university1652_drone_to_satellit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9C284E89-5B6F-460C-968F-214AF1B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2356"/>
            <a:ext cx="307020" cy="17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university1652_drone_to_satellit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4F6702E9-85F5-4417-A84F-97C82223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63795"/>
            <a:ext cx="307020" cy="459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university1652_drone_to_satellit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5792CEB0-4309-410E-A655-ACE63E7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23343"/>
            <a:ext cx="307020" cy="2069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university1652_drone_to_satellit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27DEFC80-B25F-46E1-89C9-023194E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30272"/>
            <a:ext cx="307020" cy="62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university1652_drone_to_satellit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6D9032EB-23ED-4667-AADB-BBBD78F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university1652_drone_to_satellit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46CE48CD-6AD9-4A4A-9C34-DA3C6E80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695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university1652_drone_to_satellit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657C1FBE-786F-41B0-889D-7AD8585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383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university1652_drone_to_satellit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FD4C451F-A7DC-46F4-8AE7-3671CC38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2979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university1652_drone_to_satellit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B5309F11-EFA5-4C2E-98AC-F970BCF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048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university1652_drone_to_satellit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971F2EAC-D1B6-4024-95B0-24871BD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6741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university1652_drone_to_satellit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0BBC819A-5576-49B1-A421-4C11FA69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university1652_drone_to_satellit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D6EB7C2D-ECD0-4F45-BF17-2B2888EA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university1652_drone_to_satellit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2F7BB569-AB20-4B31-8108-48C44AA7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university1652_drone_to_satellit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C16E4A94-4AED-475C-97F4-B4C6AC4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university1652_drone_to_satellit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5A67C92B-A51E-4B5D-9AC6-80853AF3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university1652_drone_to_satellit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02026945-93CC-420B-A602-B1652534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university1652_drone_to_satellit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84ADC6E6-5126-4FDE-BFED-0C052B8A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university1652_drone_to_satellit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722E0A65-204B-47F1-A7D7-2CFC1A94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university1652_drone_to_satellit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837F72CA-D0D4-4BE1-85EF-09F2590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university1652_drone_to_satellit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C671F265-4EBD-4BFC-ABB6-98CB6A4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university1652_drone_to_satellit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1F978994-8196-4D18-B071-D0B580AE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university1652_drone_to_satellit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C115C209-52BF-4553-B13B-0BD1D7E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university1652_drone_to_satellit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AB4C6855-F956-40A7-A360-C4C23A77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university1652_drone_to_satellit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B971A9A9-F3BF-47D0-9084-FCD6470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university1652_drone_to_satellit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7C856E42-7144-4710-9BDA-3DD0DDB6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university1652_drone_to_satellit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F99F9622-D81E-4B0D-9926-6D82561E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university1652_drone_to_satellit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D509C84B-95AC-4CB6-AC1D-C7FA4886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university1652_drone_to_satellit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C4654B70-6995-4369-9087-A37BC0E9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university1652_drone_to_satellit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787410B1-524B-46E4-A349-054D038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university1652_drone_to_satellit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1ADD7E84-9CA8-4752-9261-0C42938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university1652_drone_to_satellit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2EB27492-7A47-4058-B3C4-220BE68E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university1652_drone_to_satellit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75632B8B-1CF1-47FD-8596-835CD89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university1652_drone_to_satellit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7BC0D292-B5B4-4723-B92D-FFADC2F1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university1652_drone_to_satellit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DB910189-95BB-42DD-A853-05ACB89C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university1652_drone_to_satellit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02B3DBA7-361B-402F-9735-64858F70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university1652_drone_to_satellit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9D0A6CEB-00FD-4035-93D8-B01B7D6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university1652_drone_to_satellit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DAB4B0CB-0FF7-460E-B111-722FA11E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university1652_drone_to_satellit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3E45221E-462E-4887-85C1-8D2EEB2B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university1652_drone_to_satellit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1FC41642-5B9D-4B5C-96BC-1436F41D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university1652_drone_to_satellit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EC29604-E6DF-48E2-AAEC-F0089E14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6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university1652_drone_to_satellit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DC67C12-C737-4974-A620-20AF7C97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78560"/>
            <a:ext cx="307020" cy="155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university1652_drone_to_satellit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4EA4347-2B9B-4E75-9F22-3346B7E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94124"/>
            <a:ext cx="307020" cy="415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university1652_drone_to_satellit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2D53F64C-754E-4015-A65A-0C6B903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35694"/>
            <a:ext cx="307020" cy="137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university1652_drone_to_satellit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AB26177-8D1F-4E5B-94A9-75D5D8F6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873327"/>
            <a:ext cx="307020" cy="415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university1652_drone_to_satellit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3CD366FB-B675-4269-8096-77A59AF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university1652_drone_to_satellit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965F558F-F841-4EB2-A811-31B7BC5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5316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university1652_drone_to_satellit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79AF13EB-733A-46E9-BB26-0665B54F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687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university1652_drone_to_satellit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45EBD1F5-1F9F-46F5-BD59-A53A288F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7102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university1652_drone_to_satellit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97C490B4-5FCC-4166-90C9-3E202DE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8479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university1652_drone_to_satellit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2BFF93B0-3657-490A-A176-D34178E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6313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drone_to_satellit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FC1D95D0-A01C-498A-B9F4-53C90757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5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university1652_drone_to_satellit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CBA8B278-BD39-4FFC-A22C-FFEC00BD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72718"/>
            <a:ext cx="307020" cy="40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university1652_drone_to_satellit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D7875EF1-2DEB-4B20-83BA-8EA93A25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76786"/>
            <a:ext cx="307020" cy="273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university1652_drone_to_satellit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64633EB5-3811-4F6C-B267-BD14012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04147"/>
            <a:ext cx="307020" cy="114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university1652_drone_to_satellit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52313A5F-2519-4420-BCCF-89CDA6B5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818863"/>
            <a:ext cx="307020" cy="3873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university1652_drone_to_satellit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5900E06B-BC80-4F21-B68A-F0092786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university1652_drone_to_satellit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BA75A8A5-0467-4DA7-AAEB-D32BD39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473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university1652_drone_to_satellit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07F732C6-F6E2-4061-A6D1-A8886913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513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university1652_drone_to_satellit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476C5EE0-1D84-46C7-9D21-C6764C3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787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university1652_drone_to_satellit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10DBC13B-8257-4AA0-BB45-146FBB12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934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university1652_drone_to_satellit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7079C189-F987-4D3D-8F22-E7433B3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8083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university1652_drone_to_satellit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6F274EB5-B594-4D75-9643-263D95F6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university1652_drone_to_satellit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AF6385B9-4E5E-412B-89F0-076361B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university1652_drone_to_satellit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F32B6613-2AD2-4987-8E44-59731424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university1652_drone_to_satellit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1D157193-D63F-4DD9-AF75-CDA4597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university1652_drone_to_satellit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61184E97-9A9C-48D3-AB16-5BD2903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university1652_drone_to_satellit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EE8824E1-9E3E-43A4-8B5C-7A1FE16B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university1652_drone_to_satellit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472689DD-3B0C-4211-9DF0-B5E726A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university1652_drone_to_satellit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A2546DC6-CA76-4660-AA9E-63A5D20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university1652_drone_to_satellit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573E69CB-5199-4FE7-A9DC-E80F71D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university1652_drone_to_satellit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0E48EBF4-192E-4964-BE91-911863EC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university1652_drone_to_satellit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C5AA429A-6141-4A1E-8911-05AE671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university1652_drone_to_satellit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F0B01E17-C375-479A-A92B-806DEBD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university1652_drone_to_satellit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70C70B1C-6F0A-4CC2-9644-EAAE3603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university1652_drone_to_satellit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7407472E-3097-4974-B9D9-CE1A42BB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university1652_drone_to_satellit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3835BC4D-E433-4C33-B666-C981714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university1652_drone_to_satellit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0644146C-CDC8-4033-8F92-E670DD37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university1652_drone_to_satellit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B14BCE93-4821-4459-A2D4-E93C5EB1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university1652_drone_to_satellit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1378549B-6B76-4B15-A5BF-E5B89596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university1652_drone_to_satellit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DFE81982-EAA1-4EAD-97FB-C359B19B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university1652_drone_to_satellit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6F549114-135C-444B-A9F4-17CCD337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university1652_drone_to_satellit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DA06C411-3CB1-45C3-9F40-3B3BE2E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university1652_drone_to_satellit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A24629DA-6E0D-4986-B5F0-6AAAFF00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university1652_drone_to_satellit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333A766A-DE61-46E0-AFC5-F31A87D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university1652_drone_to_satellit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CB50E28E-1987-4E64-AA1E-3E6E6B71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university1652_drone_to_satellit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0EA8E028-3DD1-49F9-BD0A-F6DE0813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university1652_drone_to_satellit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E45820DE-807F-4487-AAC5-7A5D3BC1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university1652_drone_to_satellit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3F7332B7-9F85-4D3B-96BE-B468D9A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university1652_drone_to_satellit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022589B1-AF2B-416E-BCDC-1A96A456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university1652_drone_to_satellit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E9966A10-B3F6-444C-9820-187CDAAB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university1652_drone_to_satellit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1A49A50-2AC3-402C-B8C5-8DAA9FDF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75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university1652_drone_to_satellit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525A42D-1BC2-4B69-A72D-E33CD56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8229"/>
            <a:ext cx="307020" cy="22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university1652_drone_to_satellit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6263DE1-73F3-437D-BF5E-4850C154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0992"/>
            <a:ext cx="307020" cy="610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university1652_drone_to_satellit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97C724F-8440-4F32-9967-BF984DF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42087"/>
            <a:ext cx="307020" cy="184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university1652_drone_to_satellit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DE45A61-B86A-499F-B926-5EE60FD5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26253"/>
            <a:ext cx="307020" cy="4495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university1652_drone_to_satellit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E8A2679E-1DD8-4A77-8001-8F986D37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university1652_drone_to_satellit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410B8089-77E1-4C5F-AB04-6ED03826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28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drone_to_satellit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B6672ACD-2D4E-4E72-B246-85B3ACC9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55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university1652_drone_to_satellit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A5500D3D-D16C-44A5-B5EC-CE36574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1668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drone_to_satellit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74D5442E-E346-4772-B15D-8C2AC55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0085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university1652_drone_to_satellit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7CE5AE59-13B1-4164-BAD1-00C5864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503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drone_to_satellit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0CBDA67C-11F3-4BCA-A7BD-6BC6599E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22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university1652_drone_to_satellit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22D1A76B-6D26-4FE6-AD78-D2E00C63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2881"/>
            <a:ext cx="307020" cy="249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university1652_drone_to_satellit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ACD1F297-56AC-4F4C-AA56-56773145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7860"/>
            <a:ext cx="307020" cy="63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university1652_drone_to_satellit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E1B1BA03-7820-429E-A608-E76DA014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51585"/>
            <a:ext cx="307020" cy="1698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university1652_drone_to_satellit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70F1AF3F-386B-4849-B1E6-3BCC51BC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21414"/>
            <a:ext cx="307020" cy="4478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university1652_drone_to_satellit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5DEDE745-A5A7-4077-998B-2DA66141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drone_to_satellit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5AFFF322-15BA-4C74-B4E5-2ADC932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748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university1652_drone_to_satellit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1C9B9243-60DF-45CA-9E82-F7414D4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624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drone_to_satellit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E3E2B1C1-6EB1-467A-B637-CC0E93BD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261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university1652_drone_to_satellit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D5AF2AFD-9340-492E-BB7F-6FDD1C7D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960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drone_to_satellit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0C63518F-8661-49C0-BE12-B446697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4390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university1652_drone_to_satellit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3B8533E7-510F-4BF7-A567-A6E515E4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university1652_drone_to_satellit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9BC681B6-6949-4E8B-A353-4457548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university1652_drone_to_satellit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36FD79A5-FF12-425B-B6A6-303E65B4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university1652_drone_to_satellit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BFAC122F-095E-47C2-8DA1-3A1DD51E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university1652_drone_to_satellit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0C94FD98-1BFE-477E-858A-2CD78ED9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university1652_drone_to_satellit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80E1F2EE-FF41-459A-8FCF-BBFAF524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university1652_drone_to_satellit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14E2B376-62C4-4C82-B1B2-B4BF00BD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university1652_drone_to_satellit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C26140A8-619A-4254-8EC9-A81873A4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university1652_drone_to_satellit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65255EB4-0D1C-4425-9E88-5A2212D7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university1652_drone_to_satellit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7795DFF0-2581-4AB5-99EC-0A3286E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university1652_drone_to_satellit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C845A1C9-DA56-4840-B2A0-AE7F259F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university1652_drone_to_satellit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58D7262B-A820-4EE0-9E60-8F9D5B6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university1652_drone_to_satellit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EF814269-400F-4861-9487-0086016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drone_to_satellit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9354B70F-9425-4671-B226-14D16B18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university1652_drone_to_satellit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5DA2512B-E0E9-4997-BC94-849D832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university1652_drone_to_satellit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B4391807-3FFE-4A22-8F78-3693547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university1652_drone_to_satellit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30D6C9D2-5638-4020-8366-A161033F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university1652_drone_to_satellit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5894DE52-7F6D-4081-A440-4D53C89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university1652_drone_to_satellit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358A308E-9849-4BC6-9A67-6D58ABF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university1652_drone_to_satellit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343E1721-3742-429F-B1A1-F2E8A745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university1652_drone_to_satellit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375A86B8-A710-4BB9-8A98-7645ADB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university1652_drone_to_satellit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D67835D7-34BD-4840-AFC7-C139E68C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university1652_drone_to_satellit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26F54D12-C406-4D07-B0F5-B3A24E29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university1652_drone_to_satellit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279A7116-6221-4278-9C4C-E8DD84FD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university1652_drone_to_satellit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B662335F-C8B4-489D-8A03-C6B59EF5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university1652_drone_to_satellit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9976BC23-F079-4A90-8545-A8661B1E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university1652_drone_to_satellit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C3CFBF43-EF2C-4CCC-A7E3-99709A0B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university1652_drone_to_satellit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127790C9-8A63-40B3-A438-4D018FCF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university1652_drone_to_satellit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DE71118A-9E20-48A4-B72F-A08E237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university1652_drone_to_satellit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48A6F6F-D5F9-487E-A70B-81955280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458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university1652_drone_to_satellit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AF73254-97EA-4968-AAAC-F555F2DE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099251"/>
            <a:ext cx="307020" cy="1886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university1652_drone_to_satellit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44A35B4-77C0-4118-9518-44731E88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287870"/>
            <a:ext cx="307020" cy="1928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university1652_drone_to_satellit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529878F-BE18-43F7-96E6-37A8112F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80768"/>
            <a:ext cx="307020" cy="669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university1652_drone_to_satellit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B6969BF-A509-4822-AC4B-90B718F6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47765"/>
            <a:ext cx="307020" cy="32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university1652_drone_to_satellit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53FD05AC-94C0-4B39-BCB8-7A17EA2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university1652_drone_to_satellit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114D4A3A-AE6C-4745-861B-7DA8C23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738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university1652_drone_to_satellit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233CEA2B-8018-4E13-BB1F-8B85888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2624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university1652_drone_to_satellit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CC8BB897-1B7B-4E26-9BC0-BAAE47DD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553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university1652_drone_to_satellit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961C5B90-C480-471A-8FC5-F263AE26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2236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university1652_drone_to_satellit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AA0DFC8B-9ED9-4DA6-974F-20C7B5EA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5467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university1652_drone_to_satellit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7533E32E-B853-4E90-A796-5533468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4706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university1652_drone_to_satellit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72C31EA-C391-4F1B-80A1-EFF01454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111284"/>
            <a:ext cx="307020" cy="1851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university1652_drone_to_satellit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805EB4B4-FF8E-4965-B585-954AC08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296399"/>
            <a:ext cx="307020" cy="171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university1652_drone_to_satellit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74A726B7-0707-43D8-BBE8-50DBF823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68398"/>
            <a:ext cx="307020" cy="70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university1652_drone_to_satellit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94A40B6-0C74-45F5-BD15-769B186B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38812"/>
            <a:ext cx="307020" cy="3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university1652_drone_to_satellit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545E478A-B12A-42F9-B764-7C418AC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university1652_drone_to_satellit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6AF9F91E-253D-4406-80C9-F5E8C46D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8588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university1652_drone_to_satellit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7C7B3EFD-02A8-4A0F-85F5-D1AD43E0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2709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university1652_drone_to_satellit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B3D80690-CF99-4B1A-9EBF-BBEA9FB5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4299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university1652_drone_to_satellit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A4465037-9A1A-4803-B48B-C0D20083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134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university1652_drone_to_satellit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762916EF-F6D3-4534-946D-439A32F7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445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university1652_drone_to_satellit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76D1AAA8-2356-40B5-9F4E-C623E88E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university1652_drone_to_satellit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25148B79-3209-448E-8CDA-EA8FF36E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university1652_drone_to_satellit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ABF57932-2245-46EA-9638-5524664D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university1652_drone_to_satellit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1A351362-94E4-41E6-87B1-B8A6C2B1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university1652_drone_to_satellit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9EAF22D1-F196-4AC8-9D62-1C59DA4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university1652_drone_to_satellit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773CF9A4-E2FF-429C-A72C-AB2F5DAF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university1652_drone_to_satellit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F9819C1E-9571-4A2E-9AAF-A401CE59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university1652_drone_to_satellit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BE3DBB9B-4941-47B5-9736-A238DE8D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university1652_drone_to_satellit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56DC98DB-459F-4EBD-8BDC-4F065967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university1652_drone_to_satellit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267CC28B-42BE-4C18-8573-6E4B8A9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university1652_drone_to_satellit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FA43B019-CA47-4874-B885-F4CAB4D0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university1652_drone_to_satellit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E55C4039-2145-43C8-8C2B-4D0582A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university1652_drone_to_satellit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0D1986FD-1AC4-40FA-A956-17CF7C55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university1652_drone_to_satellit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E7A92C41-C510-41A9-9EFC-823D360F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university1652_drone_to_satellit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C4F035F2-8127-4A50-997D-0C37CB63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university1652_drone_to_satellit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D0A0ABCC-C029-4877-888E-226BCBB6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university1652_drone_to_satellit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A47B0C33-2C49-4527-BB9F-6416497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university1652_drone_to_satellit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58D800A4-EE3F-43DC-8D26-6BEE2B9A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university1652_drone_to_satellit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926BBD5B-8308-4D92-B97D-0B9B19D7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university1652_drone_to_satellit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1A4DA121-5C12-4070-B524-0B2A8FC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university1652_drone_to_satellit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969F6452-6131-4FE3-A18D-9B310DC6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university1652_drone_to_satellit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0F812A39-D6DD-472B-A9E5-FDA4F94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university1652_drone_to_satellit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C954AF0D-E202-427A-A31D-F8F1A86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university1652_drone_to_satellit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919CEFC0-BE2E-4A29-B739-361E1A6A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university1652_drone_to_satellit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A499C2B1-D7B2-435F-9DD3-0965721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university1652_drone_to_satellit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0D9B79DB-16F3-4BDE-86CB-C30B1705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university1652_drone_to_satellit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FEEC3164-F871-404B-BB4B-AE89618C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university1652_drone_to_satellit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3518B2EE-5648-4233-8417-1810D078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university1652_drone_to_satellit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DC6CBC05-4A6F-4943-9901-A31469B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university1652_drone_to_satellit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732A842-639C-46AD-9C73-0E6D8FC8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8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university1652_drone_to_satellit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0F26747-1B66-470B-83CC-3267AF45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2500"/>
            <a:ext cx="307020" cy="31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university1652_drone_to_satellit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1B878D9-2994-4B7A-B721-46D7913C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5608"/>
            <a:ext cx="307020" cy="86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university1652_drone_to_satellit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A7FE89C-D903-4DC4-9153-0A6BCEBB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54284"/>
            <a:ext cx="307020" cy="16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university1652_drone_to_satellit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39715A5-D17A-4BD7-BD05-B4103A2B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70688"/>
            <a:ext cx="307020" cy="13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university1652_drone_to_satellit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6A96E261-17A6-429C-8D9F-DFC24A5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university1652_drone_to_satellit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E3A92467-4221-49B2-A0D6-03F845D3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71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university1652_drone_to_satellit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410705E4-2A94-4229-8430-2E1FE86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02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university1652_drone_to_satellit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CA075E99-F146-477A-A9EE-8D3CDC6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288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university1652_drone_to_satellit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07E10F10-2ACF-4047-BACD-21581682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452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university1652_drone_to_satellit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E3930106-FA4A-41AC-B23F-2321EDCE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587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university1652_drone_to_satellit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66AE2AAB-EB3C-40BB-B40D-2F7905DC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40621"/>
            <a:ext cx="307020" cy="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university1652_drone_to_satellit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4DDCC585-9F87-486F-9B20-70008B9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9358"/>
            <a:ext cx="307020" cy="12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university1652_drone_to_satellit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B7E40D2-BD71-40F6-BADB-8B9359CF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39358"/>
            <a:ext cx="307020" cy="2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university1652_drone_to_satellit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9FA6B7F8-028E-4183-9B64-F1E4856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0485"/>
            <a:ext cx="307020" cy="202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university1652_drone_to_satellit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885F59E5-D8F7-4705-824A-C590D52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80713"/>
            <a:ext cx="307020" cy="150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university1652_drone_to_satellit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2848F404-E08A-4446-B3E2-FB34A19F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university1652_drone_to_satellit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47692CCE-FE59-4CFA-BD02-B93A53D7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52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university1652_drone_to_satellit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20119B3F-EB18-4D29-9C18-E237E224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39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university1652_drone_to_satellit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81076EB9-D5E8-4767-A11A-64AE21A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50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university1652_drone_to_satellit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417B4046-9A5A-4B82-AFCD-1AA41D0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5531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university1652_drone_to_satellit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03FFEA56-EF16-4B5A-ABBC-792A0B1C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703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university1652_drone_to_satellit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BA8AED11-7A1F-41B5-935D-6D08E97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university1652_drone_to_satellit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150B9335-54A2-41D0-BB1A-4A382CEC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university1652_drone_to_satellit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347FED3B-10AE-4AD4-AF60-1D37CF7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university1652_drone_to_satellit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D0BA0EFC-19ED-4A3D-9916-9F228448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university1652_drone_to_satellit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114B0A8D-79E9-455F-801D-D0AE0BC6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676501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university1652_satellite_to_drone/r_at_1/title">
            <a:extLst xmlns:a="http://schemas.openxmlformats.org/drawingml/2006/main">
              <a:ext uri="{FF2B5EF4-FFF2-40B4-BE49-F238E27FC236}">
                <a16:creationId xmlns:a16="http://schemas.microsoft.com/office/drawing/2014/main" id="{AED47A85-30C7-4F58-9C36-CBFF5F2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6263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Satellite → drone</a:t>
            </a:r>
          </a:p>
        </p:txBody>
      </p:sp>
      <p:sp>
        <p:nvSpPr>
          <p:cNvPr id="2" name="university1652_satellite_to_dron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B55A6C83-4EFE-4DC3-8B43-F4BD4B2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university1652_satellite_to_dron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2D273486-290C-4F76-8005-C639BF3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satellite_to_dron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539BEB6A-0D04-46B0-9C7E-98EF3783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university1652_satellite_to_dron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FD83174E-39AB-41A8-BF84-E563360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satellite_to_dron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EF006AC8-7177-4C31-BD3F-57121F9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university1652_satellite_to_dron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ACA1A2F6-2ECD-47A9-8FC6-02C3076F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56.4907; Full 45.9344</a:t>
            </a:r>
          </a:p>
        </p:txBody>
      </p:sp>
      <p:sp>
        <p:nvSpPr>
          <p:cNvPr id="8" name="university1652_satellite_to_dron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DF537E3D-6C7F-4138-9328-C968FF5F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university1652_satellite_to_dron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4DB64092-C847-444B-9154-3C7BF217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university1652_satellite_to_dron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560E9BA0-1487-4A0D-9451-3DA4B288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university1652_satellite_to_dron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3476C58B-5E31-48DF-B280-CB971BED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university1652_satellite_to_dron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3FE8FB83-A601-4F03-BB6E-5EF4554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university1652_satellite_to_dron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A9EA2D89-6BC3-4DD9-8774-24C3876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university1652_satellite_to_dron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D11443AC-3C50-412F-9931-CE39B83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university1652_satellite_to_dron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8C584112-42EA-4EE1-96B7-B4E951BE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versity1652_satellite_to_dron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223686CE-38AB-4A64-8C5A-A043138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university1652_satellite_to_dron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A92B7179-DB52-4A59-A8F7-5317B5E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university1652_satellite_to_dron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26F89D84-ED8F-475D-B27A-FE1FEA3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university1652_satellite_to_dron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80F84E4C-21D9-465B-8A77-A6F0715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university1652_satellite_to_dron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31D6E6F0-8200-423F-A990-662543F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university1652_satellite_to_dron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327AA039-3B57-4566-B8E3-E5A869E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university1652_satellite_to_dron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0E430C31-952C-498B-8DBE-65E3E931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university1652_satellite_to_dron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B180617A-317D-42DA-AFBE-F8DE4F6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university1652_satellite_to_dron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9DF300B5-A636-44E8-93BB-44A021E6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university1652_satellite_to_dron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042E9905-3D85-44A7-940B-4087924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university1652_satellite_to_dron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3834B6A2-0B95-4699-A803-7E3EC7A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university1652_satellite_to_dron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A9FAF99A-FF37-4F67-9EA9-5E7B49F7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versity1652_satellite_to_dron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7E78498D-79AC-4FC0-9424-5220DF1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university1652_satellite_to_dron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F3DD8454-A44C-4904-9E8C-7186673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university1652_satellite_to_dron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0E606D7D-84A5-4BA5-B84B-48DCFE5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university1652_satellite_to_dron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EF6D567C-5D2D-4EED-9706-34065CD1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university1652_satellite_to_dron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F5B4C7A3-7755-4ED6-B897-DAA66B4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university1652_satellite_to_dron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BF3743CE-71B7-4312-841D-BF1E253A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university1652_satellite_to_dron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FB60CD34-76A4-4B79-9E31-1BC164D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university1652_satellite_to_dron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5792444B-227A-4E3F-955B-F07F2C6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university1652_satellite_to_dron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F898ED84-71D6-4BDD-9672-427CA2C0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university1652_satellite_to_dron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A215673F-0F34-498E-81A8-A85D108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university1652_satellite_to_dron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FBE7C26-7EE7-4BE5-98B0-A7DABFC2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university1652_satellite_to_dron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C634520-9E2E-47FF-B523-08E95DC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2264"/>
            <a:ext cx="307020" cy="703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university1652_satellite_to_dron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7980F36-DA77-45B6-B28C-6D42F0BD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62606"/>
            <a:ext cx="307020" cy="138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university1652_satellite_to_dron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8EE8053-955A-4256-807A-4842F9DF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00777"/>
            <a:ext cx="307020" cy="236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university1652_satellite_to_dron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6698D29-CDAA-4402-8A6B-FB21D419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36925"/>
            <a:ext cx="307020" cy="30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university1652_satellite_to_dron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C10E816B-E718-49EE-8187-1FB6118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university1652_satellite_to_dron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3979C7AC-15A5-406A-9100-4FE3B76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686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university1652_satellite_to_dron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48F459B2-F547-4821-A6FF-8B9FF3DC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372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university1652_satellite_to_dron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C6D3625E-890D-4994-8624-B784DB77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7537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university1652_satellite_to_dron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95A71C96-BEEF-4924-80BF-3F6E2B06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115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university1652_satellite_to_dron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F53342CA-3ECA-432A-8057-0D2D89E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205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university1652_satellite_to_dron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23753ADA-B63A-42B8-AC73-F9F1107E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67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university1652_satellite_to_dron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9BED41B7-63F6-4F99-A610-1DE98495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40137"/>
            <a:ext cx="307020" cy="6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university1652_satellite_to_dron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C6704136-C383-4F2A-9DAF-AD1630D8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46316"/>
            <a:ext cx="307020" cy="169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university1652_satellite_to_dron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30AECD73-5743-485D-BB16-9010A5FC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16241"/>
            <a:ext cx="307020" cy="2286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university1652_satellite_to_dron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E73D0F84-AB1E-496E-AC6C-CCD99DC0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44867"/>
            <a:ext cx="307020" cy="274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university1652_satellite_to_dron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3946BA26-093B-4B29-A121-7DF7C6E9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university1652_satellite_to_dron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E1DDB05B-A0E8-4C5C-8437-549E71A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71473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university1652_satellite_to_dron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EC1CF657-DF19-45D5-8E82-4D82F9E0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209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university1652_satellite_to_dron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F8FBE41A-6481-46FC-A895-17B4933F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908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university1652_satellite_to_dron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2D4A9754-B1CD-4F83-8C90-75E683CB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194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university1652_satellite_to_dron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2CBDD6C2-A10E-4AE7-B37E-93E96BF3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9443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university1652_satellite_to_dron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9A79E948-75CB-4872-9145-822C4A8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university1652_satellite_to_dron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0A3D0B7C-89AF-42A4-B77F-18BCC3D3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university1652_satellite_to_dron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11A386E4-D0D1-45DA-A2C0-0A58A6F2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university1652_satellite_to_dron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A385C0F7-6AE0-453D-B611-70D0B49F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university1652_satellite_to_dron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35CFCA93-97B7-4001-B767-57F407AD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versity1652_satellite_to_dron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AF685F73-BE5F-4928-BEAB-54407A4B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university1652_satellite_to_dron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940EE2DD-9318-4A75-BA8F-1845A251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university1652_satellite_to_dron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4B5534CC-7C7B-4668-8AC3-E485E580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university1652_satellite_to_dron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63465BC3-9436-4260-AC01-1A83CC1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university1652_satellite_to_dron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42892009-F4CC-40CB-A171-AF92AFE3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university1652_satellite_to_dron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D1DE514D-FD62-48B9-8D2B-176E7534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university1652_satellite_to_dron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28C8FABD-2DCD-49D8-AD0B-BBF7A6DC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university1652_satellite_to_dron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08BD9E18-44E8-4084-93B1-B1F2C336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university1652_satellite_to_dron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9617C6B6-BA40-4C59-A785-B30C701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university1652_satellite_to_dron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6EBD155D-2D8C-4EAE-8808-890CDE71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university1652_satellite_to_dron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1D8B230A-AC0B-4C9F-919C-65643A9E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university1652_satellite_to_dron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18AEAC45-AF2F-4CEE-A035-14CD8D12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university1652_satellite_to_dron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EF787B77-FC2F-4C9B-B8B7-20A21F04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university1652_satellite_to_dron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970FA522-B69A-4B1E-AE23-EAC9C25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university1652_satellite_to_dron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BADB8A06-9763-44F9-85A1-1FA61AE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university1652_satellite_to_dron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98B9E415-6896-4B1D-840A-B520D801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university1652_satellite_to_dron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6E78F0E2-5E54-4C15-896A-932B00B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university1652_satellite_to_dron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59CAA6CB-7EAB-4933-AE10-391310E6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university1652_satellite_to_dron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D756DC66-0AAB-4D20-9D6F-907D265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university1652_satellite_to_dron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59597257-AB42-44F2-9BCA-852B4D83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university1652_satellite_to_dron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86537FFA-8DC6-4733-B8E2-14DD55FE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university1652_satellite_to_dron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8F3B8CD9-2C80-47B3-81E1-F0043DBF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university1652_satellite_to_dron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7BC51F65-16B4-49AB-AA47-1DECCE30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university1652_satellite_to_dron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BD293CA0-2106-4726-BC3A-4BD2DD45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university1652_satellite_to_dron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AB2608BE-BE34-4DF9-997A-5A02F99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5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university1652_satellite_to_dron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AB414B1-E3EE-4ADF-9FF8-9EA1C801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77191"/>
            <a:ext cx="307020" cy="1708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university1652_satellite_to_dron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80EB0B6-E19D-46CA-906C-D692D4B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48021"/>
            <a:ext cx="307020" cy="5551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university1652_satellite_to_dron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38B7BA6-5555-4B24-80EC-853A1DF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403218"/>
            <a:ext cx="307020" cy="16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university1652_satellite_to_dron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01F2B79-1E80-4C09-9BBE-CA9D3E0B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69024"/>
            <a:ext cx="307020" cy="753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university1652_satellite_to_dron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D932266C-8E34-41FF-81F2-30B416EE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university1652_satellite_to_dron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C1548A19-42C9-4598-AAC7-E461753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517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university1652_satellite_to_dron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7476D7D2-7241-49A5-8363-EC2D736E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2262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university1652_satellite_to_dron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567DED76-335C-4F02-87F7-DE6B4221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3778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university1652_satellite_to_dron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64D48FA4-BCD9-4EDC-B3B0-E4D1A5DE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436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university1652_satellite_to_dron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3A17393D-F625-4040-8FFA-2ED8DBB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6189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university1652_satellite_to_dron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72D959FB-432B-44EA-A462-72C8364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6719"/>
            <a:ext cx="307020" cy="1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university1652_satellite_to_dron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0EFFBFF7-F43E-4365-8F25-3E187EF5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56719"/>
            <a:ext cx="307020" cy="160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university1652_satellite_to_dron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255D6299-9B09-44E9-91C3-0C8C3DE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17375"/>
            <a:ext cx="307020" cy="537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university1652_satellite_to_dron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A2BC4327-962E-403A-A46C-C3FB406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54956"/>
            <a:ext cx="307020" cy="222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university1652_satellite_to_dron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61E68421-84FB-48E9-8A49-12FA25CA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77403"/>
            <a:ext cx="307020" cy="49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university1652_satellite_to_dron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BB75616C-8B76-48A6-8778-D71ADB9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university1652_satellite_to_dron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D05A17F1-973C-4BB0-9E16-C4459C2F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13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university1652_satellite_to_dron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F4045D97-1AD7-49A5-80C3-817CF89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919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university1652_satellite_to_dron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429945D0-E9EF-4510-9ED8-D2C0A03B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32955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university1652_satellite_to_dron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79734FBA-6857-4453-86F3-F6FE177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520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university1652_satellite_to_dron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5EFBC1E1-AE09-4E42-B573-FFFDC096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60143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university1652_satellite_to_dron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03178E75-F2D9-44F0-AE13-A3739BB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university1652_satellite_to_dron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85BF0F4E-BA93-4DD9-B296-3071C376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university1652_satellite_to_dron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9DB8ED97-638F-4EED-A541-01E07DB1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university1652_satellite_to_dron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035FB03A-A804-4657-884C-3753DB1D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university1652_satellite_to_dron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3E3B0210-D25F-404D-AC38-D47F93C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university1652_satellite_to_dron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BD80B02E-8CF6-4CC5-8575-9A8773C8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university1652_satellite_to_dron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A25E7BCE-58B9-4135-8EF6-8CBF259D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university1652_satellite_to_dron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86B80CC2-3225-45A0-BE3C-3C2000C5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university1652_satellite_to_dron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17101BD6-3AA9-475B-88D2-6251BEA7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university1652_satellite_to_dron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23520F6A-B5DA-4B97-A4F5-DFC6F6A1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university1652_satellite_to_dron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90C10416-43C6-49CB-841F-E79078F2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university1652_satellite_to_dron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5F729DF9-CC78-40BA-B03F-FDFA38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university1652_satellite_to_dron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45E5CFBC-E4E4-4F2C-AC64-A250486D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university1652_satellite_to_dron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79248038-4A02-4BA9-B2D0-B53D0844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university1652_satellite_to_dron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A280A0B6-4340-4BA3-B01E-01BDBEB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university1652_satellite_to_dron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01A7EAC7-6211-4A14-8122-FFD6FAA2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university1652_satellite_to_dron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EF1FDF3C-7F06-465B-BB20-1E7D767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university1652_satellite_to_dron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1A7BF2A0-4ABC-49A5-9010-63B10680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university1652_satellite_to_dron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78602045-B3F5-44C3-99E4-9DC1BD91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university1652_satellite_to_dron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DE1C9CDF-4057-45E2-9AAC-47D17F0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university1652_satellite_to_dron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393BD7A5-836D-463B-A44A-25F3A5F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university1652_satellite_to_dron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38037DA5-B017-40E4-9900-C1EDE72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university1652_satellite_to_dron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7B43D9A0-7F51-4EA1-87EF-B3D8014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university1652_satellite_to_dron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6EED8B7C-CE82-4554-8DBF-5E61A83A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university1652_satellite_to_dron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F5C64BAF-D09C-46D7-8613-1561FFDF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university1652_satellite_to_dron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47C10CAB-EAA8-4349-A560-AD08550C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university1652_satellite_to_dron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D35254BF-786D-4E76-9371-3456746C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university1652_satellite_to_dron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C5BE57B8-059F-4D7B-B54E-1F06072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university1652_satellite_to_dron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AA12E767-6556-413B-95FB-7CDA027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university1652_satellite_to_dron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9B175F9-D622-4804-AF13-B2031404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57093"/>
            <a:ext cx="307020" cy="150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university1652_satellite_to_dron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1DCFABE-DF33-41B6-AC89-8EC62DB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57093"/>
            <a:ext cx="307020" cy="778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university1652_satellite_to_dron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C68395B-6962-42DC-A33B-E8B8DAA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34972"/>
            <a:ext cx="307020" cy="753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university1652_satellite_to_dron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488AC1E-5A76-43CE-962F-A36DE795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810338"/>
            <a:ext cx="307020" cy="21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university1652_satellite_to_dron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7C5AD79-CBAB-4C73-929D-972AF02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26388"/>
            <a:ext cx="307020" cy="4094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university1652_satellite_to_dron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BBDAA474-4F4D-4D3C-B634-3773775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university1652_satellite_to_dron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21979ACF-FD2D-4411-B571-D17F2F2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316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university1652_satellite_to_dron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94EDD005-BAAF-4678-AD7D-CA909520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095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university1652_satellite_to_dron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AD427EE2-18C0-4160-B4F3-FE4CB3C7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7849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university1652_satellite_to_dron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696F71F2-763B-4020-B895-9AE1F20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009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university1652_satellite_to_dron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4FCC0713-B29E-459A-87B9-A3D399FF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1047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satellite_to_dron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66F975F3-C4B9-47FC-9A93-57C21A3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123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university1652_satellite_to_dron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AF752782-52F3-4CE5-B50B-742B0D2B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84525"/>
            <a:ext cx="307020" cy="432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university1652_satellite_to_dron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9CD53DDC-7AE6-447D-9296-EC40C07C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27778"/>
            <a:ext cx="307020" cy="67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university1652_satellite_to_dron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1B0560E0-8BE7-4265-8ABC-AAAC2642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95748"/>
            <a:ext cx="307020" cy="2224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university1652_satellite_to_dron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1AC46A78-F95D-4013-BB25-CAFEBC9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18196"/>
            <a:ext cx="307020" cy="3831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university1652_satellite_to_dron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46A963DB-7D3B-4E35-9855-E456E7F0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university1652_satellite_to_dron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5C29B23E-C526-4E5F-A1D5-85CE701F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5912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university1652_satellite_to_dron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B1426A7A-A1A2-4147-8F8C-63E1C30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023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university1652_satellite_to_dron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1448787E-B740-413F-B218-6B5616D4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77034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university1652_satellite_to_dron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8D5CD076-7739-494F-B18F-32AA216F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99279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university1652_satellite_to_dron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A4D24D46-D0F6-40BD-B59B-314F17D3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758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university1652_satellite_to_dron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613E1B5D-9388-4AFB-9C25-2D1CEA7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university1652_satellite_to_dron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6D2473A7-4D59-4B86-B401-2C62922C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university1652_satellite_to_dron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88C92053-119D-4376-91AE-E3FB4455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university1652_satellite_to_dron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41F48B40-CE9D-4293-ABDF-BFED9B87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university1652_satellite_to_dron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8DF07D07-7DAE-47AB-838C-49AB019A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university1652_satellite_to_dron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78CF10AB-35F7-431E-9317-A572E957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university1652_satellite_to_dron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0463FD1A-422D-4FC1-AFFC-945AA1C9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university1652_satellite_to_dron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ACCBD335-9E9B-4714-8669-DAC5142A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university1652_satellite_to_dron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1C3362F0-F212-4BC0-AE89-D815D0F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university1652_satellite_to_dron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63608FFF-A81A-4FF9-90AA-118D7902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university1652_satellite_to_dron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CE6D5682-6CA5-42B0-B3AF-76D7655C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university1652_satellite_to_dron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BBB7E73C-92E6-456E-9365-E64338A6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university1652_satellite_to_dron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0E658555-EBCD-41D3-9BE7-A8708D4B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university1652_satellite_to_dron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57A76A19-7D5F-4B4D-A61E-80AE8633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university1652_satellite_to_dron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EE159A02-ACC5-4679-9E44-CE3F410F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university1652_satellite_to_dron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E49839C0-EE9F-472B-A19C-BC2A477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university1652_satellite_to_dron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526ED86A-51C6-43F1-AF03-101BE1DA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university1652_satellite_to_dron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1F34498C-10BA-487B-BCFC-4BD8BD3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university1652_satellite_to_dron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D9468F45-828C-466E-9291-45CD3600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university1652_satellite_to_dron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2B281977-42CE-4C9E-AF56-3A70972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university1652_satellite_to_dron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78C437CF-674A-4DD1-8870-19978FC3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university1652_satellite_to_dron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B43FFCC8-D08F-4652-B46A-EC56C6E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university1652_satellite_to_dron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7B0C19FA-FC28-4632-AFCA-F0BD8696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university1652_satellite_to_dron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FE25005B-DFC6-4F39-899B-9168E2C4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university1652_satellite_to_dron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4C18CF6F-1D6A-469D-A1D0-42BAF38F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university1652_satellite_to_dron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05BE72D1-CF81-4AED-94AC-8AA9FA9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university1652_satellite_to_dron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07E92C37-3EC9-4DE5-A394-3C98576C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university1652_satellite_to_dron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B88D1B88-0C8B-46C4-B1DD-583851AE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university1652_satellite_to_dron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25C1CE7F-420F-4974-99FE-DDE8908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university1652_satellite_to_dron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3DDAF7B-BE53-4E34-AB32-4AF3FF7E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5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university1652_satellite_to_dron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16D3C4F-75CF-4644-9E31-A29711C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45691"/>
            <a:ext cx="307020" cy="628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university1652_satellite_to_dron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9D362D1-F340-47C5-A3A9-DB93D778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08496"/>
            <a:ext cx="307020" cy="1055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university1652_satellite_to_dron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FE9FEF5-8500-4996-A7CD-34E60D8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14009"/>
            <a:ext cx="307020" cy="2562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university1652_satellite_to_dron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7369C7D-A910-4533-B10A-DBD8A2CB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70254"/>
            <a:ext cx="307020" cy="3567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university1652_satellite_to_dron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DFA72A33-A5EE-4709-96F9-E83E5C45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university1652_satellite_to_dron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341C2936-96CF-46F6-8E76-4713CCD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02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satellite_to_dron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1AA48B7C-51DE-4CF7-AA24-70EBD9D7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830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university1652_satellite_to_dron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17DFDF97-6097-479F-9223-72AFEA5F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886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satellite_to_dron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2CE0327F-054A-4CF9-BCCA-77959C1D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4485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university1652_satellite_to_dron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AE3A12A5-4F0B-4760-B90A-DE5087B0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40158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satellite_to_dron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96DBFE51-47E1-4850-A09B-F488E971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85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university1652_satellite_to_dron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0F0AADF4-85DE-456E-93F4-C4E03BFC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9204"/>
            <a:ext cx="307020" cy="30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university1652_satellite_to_dron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903FF16A-B65B-4839-A4E5-9B9FFA3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0099"/>
            <a:ext cx="307020" cy="111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university1652_satellite_to_dron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1EB18AE0-559B-4AE0-B981-0DB69763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01323"/>
            <a:ext cx="307020" cy="293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university1652_satellite_to_dron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723A9CF6-CC72-48ED-AA4F-1077A33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94830"/>
            <a:ext cx="307020" cy="4016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university1652_satellite_to_dron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BDCE7F74-974F-4EF5-937C-DD31BACF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satellite_to_dron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AC5D8A66-7EF0-4EFB-BB93-C5F5E5DD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38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university1652_satellite_to_dron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19B91FBB-8FED-4DF8-ABEC-747BAED1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646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satellite_to_dron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68268FBF-C381-46AC-95D6-10B369F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75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university1652_satellite_to_dron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07609398-876C-49C5-B411-C2C3159A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6943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satellite_to_dron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865E68AC-8D96-49B4-B9BE-F1984861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47107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university1652_satellite_to_dron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DA285832-F439-4F9D-BA09-53D8B0BE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university1652_satellite_to_dron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44553A37-54FC-4A49-BDA5-921693C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university1652_satellite_to_dron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3B530667-C3AC-44D5-8B6C-6B326BC3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university1652_satellite_to_dron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2235A82E-BA2F-4FB8-874C-1BBA9386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university1652_satellite_to_dron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7A7BA812-0744-4290-BAC7-7E76E63F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university1652_satellite_to_dron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F411C838-AA13-476D-A71F-A40793BB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university1652_satellite_to_dron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20180123-BC3F-4AF3-B59D-3BDF041B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university1652_satellite_to_dron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6D00F9D7-93DC-464C-9973-F6B42F39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university1652_satellite_to_dron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7A345DCC-51D0-40A1-9E78-0C95C10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university1652_satellite_to_dron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D54CDEAD-DAF1-417C-928A-DC02FA6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university1652_satellite_to_dron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5CA9B1EB-DA18-454E-ACA8-BD4BA48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university1652_satellite_to_dron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594B7265-A859-4D10-A4A1-CE7B5C25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university1652_satellite_to_dron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E2ACAB09-4334-48EC-B807-5C23B572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satellite_to_dron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39FAC346-4DAA-4A7D-9E0F-7EC99C02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university1652_satellite_to_dron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69C3AF98-8406-4498-9086-E445F366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university1652_satellite_to_dron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6C96046D-5734-4D46-9CBE-E46ACC41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university1652_satellite_to_dron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E8CC7999-D159-41D4-BB09-84DB8AC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university1652_satellite_to_dron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27B298B8-8E19-415E-A852-6BAA1AE9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university1652_satellite_to_dron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4591F2D5-1E7C-46A4-AE29-11F8AE15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university1652_satellite_to_dron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81AF8847-7571-4BE9-85C4-9C5A989D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university1652_satellite_to_dron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4352ECE3-4DC6-489B-93BA-07D126ED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university1652_satellite_to_dron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7846AE6A-4F3F-42D3-AB69-C8121F5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university1652_satellite_to_dron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8CFC1819-E67A-4AAF-8932-35AAD7B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university1652_satellite_to_dron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7789CB3B-48B4-457C-A2CB-995736F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university1652_satellite_to_dron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9C568E6F-F80D-436D-8EB2-D8DA793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university1652_satellite_to_dron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DC1F0126-E6B8-414A-84D8-9D35F475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university1652_satellite_to_dron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56A95A57-6E2A-4688-A962-5837AE6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university1652_satellite_to_dron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12F66DF6-2DF6-469E-9222-47DC40A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university1652_satellite_to_dron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6937AB72-A6A5-46F5-A840-4B69315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university1652_satellite_to_dron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6DF0E0A-1E46-4427-AA0C-04642B09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502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university1652_satellite_to_dron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01980D4-17B8-45C3-B481-4C795AD7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143108"/>
            <a:ext cx="307020" cy="21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university1652_satellite_to_dron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7C7290F-9851-4276-B0A6-B58DFE8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354133"/>
            <a:ext cx="307020" cy="148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university1652_satellite_to_dron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205A31D-43B6-4798-81F4-98E39902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502353"/>
            <a:ext cx="307020" cy="577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university1652_satellite_to_dron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7FCB114-35FC-4E31-89D6-1F5B3F93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60134"/>
            <a:ext cx="307020" cy="35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university1652_satellite_to_dron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AFCBD8FF-C8B6-4E25-A930-FA6FC7A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university1652_satellite_to_dron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40EA7CC3-D36E-4827-B307-2EB5C0BD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1177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university1652_satellite_to_dron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C4E2723F-9DFB-4408-9786-9FE36FA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3287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university1652_satellite_to_dron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C916E0D7-D629-4A29-BD95-F599D231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7695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university1652_satellite_to_dron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3FDB5505-9DCB-4B1E-B6DB-3EA4876F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347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university1652_satellite_to_dron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6AB96A19-3957-4964-A17F-602E90C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699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university1652_satellite_to_dron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68C29554-A1D8-450D-8C01-D2F9ADE1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4109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university1652_satellite_to_dron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46995094-FDF1-480A-A7BA-706BFD06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051576"/>
            <a:ext cx="307020" cy="2286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university1652_satellite_to_dron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07201C99-682C-4D1B-8096-3AB32A56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280202"/>
            <a:ext cx="307020" cy="197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university1652_satellite_to_dron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0A246FD9-2B09-45F7-AAE5-B4676370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77933"/>
            <a:ext cx="307020" cy="64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university1652_satellite_to_dron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D59E9F38-409D-4473-848E-93932288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42814"/>
            <a:ext cx="307020" cy="30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university1652_satellite_to_dron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0AD3ABF8-EB6F-4A92-A9CE-6F6D58CB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university1652_satellite_to_dron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A412E81A-7312-48F5-AB2D-50F0D94C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261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university1652_satellite_to_dron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AF62B7B1-7FD2-4746-AF6D-4BCD289D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25480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university1652_satellite_to_dron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DCA32BE1-DD61-4727-B1DE-914B01A0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5253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university1652_satellite_to_dron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702D16C5-C5A1-49BF-A2F1-33003A3F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174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university1652_satellite_to_dron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4C77DBA3-DE31-4349-86D3-5A91063C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483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university1652_satellite_to_dron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9E296F11-1469-47FA-A9B0-5A02D37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university1652_satellite_to_dron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02E4694A-1C7B-477D-83E2-BBEE1E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university1652_satellite_to_dron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2F65EBA0-CE5C-4E72-BC25-7CEB195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university1652_satellite_to_dron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285B09DC-B10E-4A20-9F31-B03E562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university1652_satellite_to_dron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30A5B223-84BA-4268-B268-C68603E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university1652_satellite_to_dron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366F131C-8A2E-459E-8D04-B0E49938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university1652_satellite_to_dron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F3946C9F-F1D2-4945-88ED-31CEAA49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university1652_satellite_to_dron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F7A80E87-EE74-42B7-AE08-0526212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university1652_satellite_to_dron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9D3635D8-0646-4BF2-9579-119EDE9D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university1652_satellite_to_dron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A267CA8A-4198-4B9D-A609-9C3933A5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university1652_satellite_to_dron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960C48C2-2643-410B-90E8-163E470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university1652_satellite_to_dron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2E6DE32B-EB5F-4846-AF93-9318509C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university1652_satellite_to_dron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EC3D4008-A669-411C-A539-65DEDE34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university1652_satellite_to_dron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072D4E2D-BD7D-45E9-AEF4-AE4DFC39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university1652_satellite_to_dron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041F0874-DB17-4988-93EE-31C0CBE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university1652_satellite_to_dron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652495F9-1C00-4675-98DD-EED8829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university1652_satellite_to_dron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98B23D5B-BE19-48C6-B9F6-520B2B60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university1652_satellite_to_dron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098569B4-F6EE-414B-A303-026A07BD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university1652_satellite_to_dron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29E75115-10BE-4D7E-9266-19A5920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university1652_satellite_to_dron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BF62F59F-39AC-406B-B9C1-6EEB3311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university1652_satellite_to_dron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78D4482D-4CF8-4F6A-9B52-A19AD7D5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university1652_satellite_to_dron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D110E446-23A7-444C-BA7C-80AEE49C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university1652_satellite_to_dron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441B2654-4004-4ED3-AB07-4FD58C90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university1652_satellite_to_dron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86AFEEC4-72C8-46C3-9F5B-8460DA39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university1652_satellite_to_dron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4199516E-290E-4F3B-BA2C-AE9DA7D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university1652_satellite_to_dron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37B51F50-6A59-46F4-86DF-A7756E4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university1652_satellite_to_dron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0C040E9B-9042-472F-B976-2F742EE7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university1652_satellite_to_dron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FE4C9174-9477-4B0D-ADE4-6813602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university1652_satellite_to_dron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DF403EB7-AA89-4FEC-A29C-6BF2E074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university1652_satellite_to_dron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7A21353-C52B-40B4-B04B-2813744D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326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university1652_satellite_to_dron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FE374E84-C73F-4569-8738-28824CAA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53228"/>
            <a:ext cx="307020" cy="2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university1652_satellite_to_dron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B91FA86-0050-4F99-A005-481C6FAB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53228"/>
            <a:ext cx="307020" cy="5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university1652_satellite_to_dron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A480DC5-021A-457F-B9A2-AC318161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58252"/>
            <a:ext cx="307020" cy="75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university1652_satellite_to_dron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D05F721-3A9C-4383-8C2F-C051C1D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620569"/>
            <a:ext cx="307020" cy="45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university1652_satellite_to_dron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87559707-ACFD-4D8A-88C0-0789034A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university1652_satellite_to_dron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D684E24C-3252-4561-85EB-B105376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479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university1652_satellite_to_dron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E5CA0CE4-538E-422B-8FFC-AFFE30AD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782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university1652_satellite_to_dron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3D787B0C-8477-4DEB-99EE-9651493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285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university1652_satellite_to_dron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F2BC18ED-C828-4327-8C1C-B843B23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403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university1652_satellite_to_dron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3BECCC48-B454-4614-A8F4-39E8A21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5951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university1652_satellite_to_dron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7FA95E6D-5F62-4060-AED5-C7C00A7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37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university1652_satellite_to_dron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CB2E8694-E475-4C98-83FD-1410A584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65383"/>
            <a:ext cx="307020" cy="123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university1652_satellite_to_dron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951A8DA6-5F55-4049-A7A0-BE279C9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40667"/>
            <a:ext cx="307020" cy="24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university1652_satellite_to_dron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B4E6E069-7434-445B-BF9B-94A2A1D1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572697"/>
            <a:ext cx="307020" cy="67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university1652_satellite_to_dron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497E5E36-592C-400F-AD6B-11333716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572697"/>
            <a:ext cx="307020" cy="6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university1652_satellite_to_dron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421CE621-CB9E-4A28-90FE-26A9E728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university1652_satellite_to_dron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80DA53C8-883E-48F1-8CA2-BD2FFFC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523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university1652_satellite_to_dron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46F11EF-375D-4078-9131-E67E85DB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399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university1652_satellite_to_dron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C9666938-B975-4F73-98DA-29D4B6BD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university1652_satellite_to_dron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372A956A-3C8A-4BF4-BF76-EAE58F5E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5472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university1652_satellite_to_dron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F2C56ED2-F822-4581-9F4D-068D9436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5534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university1652_satellite_to_dron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B5D700D3-BC07-4749-A301-43581239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university1652_satellite_to_drone/r_at_1/caveat-1">
            <a:extLst xmlns:a="http://schemas.openxmlformats.org/drawingml/2006/main">
              <a:ext uri="{FF2B5EF4-FFF2-40B4-BE49-F238E27FC236}">
                <a16:creationId xmlns:a16="http://schemas.microsoft.com/office/drawing/2014/main" id="{07E11AA7-F278-4EAD-B841-E8C0BD12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university1652_satellite_to_drone/r_at_1/caveat-2">
            <a:extLst xmlns:a="http://schemas.openxmlformats.org/drawingml/2006/main">
              <a:ext uri="{FF2B5EF4-FFF2-40B4-BE49-F238E27FC236}">
                <a16:creationId xmlns:a16="http://schemas.microsoft.com/office/drawing/2014/main" id="{0DCA83DD-E085-4346-88B8-C6BFB09E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university1652_satellite_to_drone/r_at_1/caveat-3">
            <a:extLst xmlns:a="http://schemas.openxmlformats.org/drawingml/2006/main">
              <a:ext uri="{FF2B5EF4-FFF2-40B4-BE49-F238E27FC236}">
                <a16:creationId xmlns:a16="http://schemas.microsoft.com/office/drawing/2014/main" id="{0DBFFD57-69D8-41DD-A860-608BB366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university1652_satellite_to_drone/r_at_1/caveat-4">
            <a:extLst xmlns:a="http://schemas.openxmlformats.org/drawingml/2006/main">
              <a:ext uri="{FF2B5EF4-FFF2-40B4-BE49-F238E27FC236}">
                <a16:creationId xmlns:a16="http://schemas.microsoft.com/office/drawing/2014/main" id="{CAB4D2BE-73C5-4B27-973C-4EBE1DBC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603491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university1652_satellite_to_dron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2A4D9E65-7C44-4514-A1BD-7BA90515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6263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Satellite → drone</a:t>
            </a:r>
          </a:p>
        </p:txBody>
      </p:sp>
      <p:sp>
        <p:nvSpPr>
          <p:cNvPr id="2" name="university1652_satellite_to_dron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99B14295-CF06-4B6B-B7F1-A40BE4B5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university1652_satellite_to_dron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2C4011F5-E8B1-453F-9A58-04FC16A0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satellite_to_dron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50528B67-FF43-4F62-A0B0-C8EB469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university1652_satellite_to_dron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717484B1-5FE9-449E-90DC-350E2EB9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satellite_to_dron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34209703-A881-4FEA-BF20-D54755AC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university1652_satellite_to_dron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5C472407-2617-4019-B4AE-AAABBB19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36.6366; Full 29.2403</a:t>
            </a:r>
          </a:p>
        </p:txBody>
      </p:sp>
      <p:sp>
        <p:nvSpPr>
          <p:cNvPr id="8" name="university1652_satellite_to_dron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D772F7A6-2AFD-453F-9379-E832E9BD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university1652_satellite_to_dron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EA97BC57-0746-4F37-92B6-DC4CE65F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university1652_satellite_to_dron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EA198106-CEC4-4119-B76F-E7917925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university1652_satellite_to_dron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F37D8030-859B-46B6-815F-9DC5E81B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university1652_satellite_to_dron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DA6984F9-8BB2-4949-B361-86948DF4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university1652_satellite_to_dron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C1E32413-807D-4A70-9C7A-A30135A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university1652_satellite_to_dron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971B09B8-F239-4645-B001-474FD02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university1652_satellite_to_dron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BEEE1C98-C9D7-4FCD-8C9F-AAE71B16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versity1652_satellite_to_dron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8526CA06-3499-49A2-B5BC-46546E7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university1652_satellite_to_dron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5A148299-1E61-42C3-B8DA-E27E38E2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university1652_satellite_to_dron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D3A4C2FB-3A36-4157-A5BA-C4E3C601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university1652_satellite_to_dron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0E94AFF8-86DD-4FE1-8A19-94C59599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university1652_satellite_to_dron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3BFD5F60-D141-471F-A76A-6851F76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university1652_satellite_to_dron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648B858F-EFD2-4ED5-9DCF-66129383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university1652_satellite_to_dron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47DB6B49-BE8A-4952-BA2A-39E0AD9F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university1652_satellite_to_dron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F0FD0E83-E252-44E7-BB78-65338B54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university1652_satellite_to_dron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1E41486F-3C67-4419-A24E-31B08DA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university1652_satellite_to_dron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4A846A42-9CB6-4904-AA0D-7656015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university1652_satellite_to_dron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614D103D-F90E-4294-96EF-5D577BF0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university1652_satellite_to_dron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5F9AC3B1-47AA-4B5A-A595-B88BF7D2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versity1652_satellite_to_dron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728C73BE-46BC-4AD8-A8EB-5FBC2F68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university1652_satellite_to_dron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23871471-CF14-408D-BF74-9842851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university1652_satellite_to_dron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72AF787C-5C6A-4915-A55A-C89361F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university1652_satellite_to_dron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9B35386D-B3BE-4B7C-A21B-0F39ABCF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university1652_satellite_to_dron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4B950F9A-5872-4B18-814B-982DA157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university1652_satellite_to_dron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5A31EAAE-1B01-4572-8753-00FE4AAB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university1652_satellite_to_dron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535A7CBF-D6C9-4A77-AA5E-8D78CF16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university1652_satellite_to_dron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42144E3F-B7E8-4E46-ABFF-2984834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university1652_satellite_to_dron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4FB7BF51-8C8A-4270-9B2B-E4E2B1E5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university1652_satellite_to_dron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79016B4D-EB78-4EE2-B402-FD0CFCD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university1652_satellite_to_dron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ACB6589-0531-449B-AAB9-6CCCD7B7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91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university1652_satellite_to_dron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9EA64F5-3D2B-40A3-9945-3BAD0C34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81350"/>
            <a:ext cx="307020" cy="3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university1652_satellite_to_dron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18DAA0D-8B0F-4C29-AB32-AF68D006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16729"/>
            <a:ext cx="307020" cy="187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university1652_satellite_to_dron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A2627F8-1291-4065-9347-D2816AC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03999"/>
            <a:ext cx="307020" cy="2585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university1652_satellite_to_dron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584B512-5777-453B-B9E9-7F038854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62534"/>
            <a:ext cx="307020" cy="268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university1652_satellite_to_dron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F6BAEA3C-05EC-4FA7-A587-DAD9E21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university1652_satellite_to_dron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FCAA8602-794C-4B13-B73D-85DE002C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559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university1652_satellite_to_dron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A271172F-D1A6-4677-B2A5-A25C3EB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913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university1652_satellite_to_dron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48DCDB91-9633-408A-A6C0-D830F9BC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785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university1652_satellite_to_dron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99E105AE-916B-4D03-89D7-EF07673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371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university1652_satellite_to_dron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233A8476-FE1C-4373-AB3E-7B3A6CD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059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university1652_satellite_to_dron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E74229A4-6695-4561-B3D4-B5249E32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64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university1652_satellite_to_dron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F3BBBCA2-B052-4E59-9C32-A21CDE8F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36441"/>
            <a:ext cx="307020" cy="85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university1652_satellite_to_dron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BC3D9191-44A2-4A65-A3E7-C20B928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44949"/>
            <a:ext cx="307020" cy="1666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university1652_satellite_to_dron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EBDE923C-F231-4261-86A0-B473D8E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11549"/>
            <a:ext cx="307020" cy="228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university1652_satellite_to_dron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622BECF6-DAA0-4685-8318-FF079D18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40533"/>
            <a:ext cx="307020" cy="2343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university1652_satellite_to_dron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25357FFF-94A7-4BC1-9CB7-9E6EA8D4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university1652_satellite_to_dron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9E88E41D-6892-4D63-88AC-8C2A1CF2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7110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university1652_satellite_to_dron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FB0935CA-801D-477B-8145-8A18188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1954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university1652_satellite_to_dron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497CF6E9-3D33-4D7F-9B08-DA12AC9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8614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university1652_satellite_to_dron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11D53800-DCC6-4270-B6BA-36DCCD39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1513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university1652_satellite_to_dron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4F3FED81-9289-4495-96B6-F77DCFB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4952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university1652_satellite_to_dron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7884457A-7C20-43E0-884D-A131DD10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university1652_satellite_to_dron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7D1E402D-21A2-4F56-BE38-1F38F7B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university1652_satellite_to_dron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BC7473AF-4F9C-4C96-8C9B-E6904EE4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university1652_satellite_to_dron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50FADD52-F9A0-4F42-AFA2-D9491B6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university1652_satellite_to_dron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FDCF5B3B-5229-49CE-B5BF-F6966800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versity1652_satellite_to_dron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A92F65EC-B874-46CC-AD87-4F4EBCAC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university1652_satellite_to_dron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332D0F29-2C24-47AE-B240-D85EAC92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university1652_satellite_to_dron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40109357-8162-413C-AA36-2B044D95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university1652_satellite_to_dron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2BC99861-D019-46E6-9A5A-4E13488D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university1652_satellite_to_dron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BC2EF41B-E4A9-4B3E-8FF1-2B26B4A0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university1652_satellite_to_dron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6AB75F48-D30B-4077-AA8B-FB9B820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university1652_satellite_to_dron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894AA86A-B491-4B8A-A531-80E72189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university1652_satellite_to_dron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0851E83A-4E95-42E7-A078-45ED55AE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university1652_satellite_to_dron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0493D9C2-6D61-4A10-B088-38FBD5C5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university1652_satellite_to_dron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ECF2FABD-4702-45DB-BCB5-F25277D9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university1652_satellite_to_dron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33E0EEFA-CE3D-4B57-89DF-CDDC58D5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university1652_satellite_to_dron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A3355A62-3760-474D-A4EE-DD6506F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university1652_satellite_to_dron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6CB9F162-32F1-409C-B58D-79771D5B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university1652_satellite_to_dron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2ABC0FC7-AB6C-478F-9E40-D4089E31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university1652_satellite_to_dron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C0B2D9F0-709A-4CCF-9C8A-D6F9B949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university1652_satellite_to_dron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3CC526D9-95D9-450F-8C6F-C4FBC384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university1652_satellite_to_dron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86361D66-E0B2-4C01-92A2-6EE1830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university1652_satellite_to_dron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8DDB356D-FF26-4581-8E95-9DCFF329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university1652_satellite_to_dron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8407121C-2C55-4675-8DB1-D0D8EBB0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university1652_satellite_to_dron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54C79D60-2B86-4D58-AD7C-38694202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university1652_satellite_to_dron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E6AEEAD6-7337-4AD2-80EF-7ACDDE91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university1652_satellite_to_dron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2E7D650F-D1F5-4B2C-A0CB-74E214A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university1652_satellite_to_dron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602C3B61-D13D-4755-A142-4174A5D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university1652_satellite_to_dron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237509E9-2256-4B7C-9E79-4DF325BB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university1652_satellite_to_dron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5A81B56-CE96-4392-AD42-35F4473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8585"/>
            <a:ext cx="307020" cy="135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university1652_satellite_to_dron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64250F1-CDF2-44B2-A1CA-7197DBD6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58585"/>
            <a:ext cx="307020" cy="166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university1652_satellite_to_dron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BB3E332-229F-4F33-9C45-33618FA5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25337"/>
            <a:ext cx="307020" cy="56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university1652_satellite_to_dron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4F70C14-0843-416A-B7DE-17A3BA6B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91754"/>
            <a:ext cx="307020" cy="1783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university1652_satellite_to_dron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1CFE745-9E38-4F3A-8154-651D58E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70131"/>
            <a:ext cx="307020" cy="48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university1652_satellite_to_dron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747580CA-F761-4AC5-BDDF-FB79B0E5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university1652_satellite_to_dron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CF5516F8-F6C4-452B-ACD0-7227C406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31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university1652_satellite_to_dron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9709F3BA-B5A5-4295-A768-385EE1A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9993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university1652_satellite_to_dron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553753B4-9C9B-4B39-8731-1FCACEAF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36635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university1652_satellite_to_dron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9EE374E8-5D3F-4D58-807B-ECA60262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4473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university1652_satellite_to_dron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B0F2C0F4-5E41-4A9E-83FB-82165311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936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university1652_satellite_to_dron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62274393-A438-49D0-954D-3881646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3792"/>
            <a:ext cx="307020" cy="1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university1652_satellite_to_dron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2879FC88-DDE4-43B0-BF4B-F62A7A67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53792"/>
            <a:ext cx="307020" cy="145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university1652_satellite_to_dron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099709C7-A89A-4E82-8EC8-F51CD061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99545"/>
            <a:ext cx="307020" cy="5084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university1652_satellite_to_dron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6D1B3CB2-AA70-4442-AA02-70AA6621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07955"/>
            <a:ext cx="307020" cy="2446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university1652_satellite_to_dron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E52D71D8-DF1F-4BB5-B0B1-0B1DFD97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52639"/>
            <a:ext cx="307020" cy="589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university1652_satellite_to_dron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941785B4-E907-4047-A8DC-8BC18E12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university1652_satellite_to_dron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D99863C2-2D28-4161-B5A3-01E2A93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283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university1652_satellite_to_dron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0FE54613-D925-4B95-A80B-497FE37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7414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university1652_satellite_to_dron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59DAFE04-A000-4533-A083-76575F60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28255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university1652_satellite_to_dron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EB146D79-C9F2-4DD9-B687-98D7A28B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52723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university1652_satellite_to_dron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196A1719-531C-4193-94F8-B51201E9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862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university1652_satellite_to_dron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698BC12F-6202-4EF2-956E-7AF26C7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university1652_satellite_to_dron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21AC944B-84D2-4878-938E-CD2F5E6F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university1652_satellite_to_dron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0F721B80-B058-4DEA-88F9-3B663A6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university1652_satellite_to_dron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5248664E-F914-4BB3-A6A4-C95954DC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university1652_satellite_to_dron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DF05ED5F-B9A4-4DB2-B169-038D188D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university1652_satellite_to_dron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97949416-CAAE-4035-A7C6-D79CB50C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university1652_satellite_to_dron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CD7AB1FE-B795-457F-882C-FEF3CF99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university1652_satellite_to_dron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60CA510E-0F89-4602-B5B3-7E74E61D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university1652_satellite_to_dron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0FA4B63A-D74E-4DD0-BA77-466AC8BE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university1652_satellite_to_dron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017D9C38-1EC3-479E-8786-81B1643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university1652_satellite_to_dron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33454946-2850-4272-99CD-F9E176A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university1652_satellite_to_dron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90FB9EE1-D82B-4D44-A6DA-F43C07E8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university1652_satellite_to_dron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093A7E29-DF2B-4089-8112-F87F24CF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university1652_satellite_to_dron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E3AAF0B4-9315-4D08-867E-21B3B9A9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university1652_satellite_to_dron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FE1FFD5C-7FBD-48F4-81AE-D983F469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university1652_satellite_to_dron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C74E4B7C-AF26-4E39-AF0F-B5FA138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university1652_satellite_to_dron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08CFED97-E317-4DD3-A2D3-C1B2A36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university1652_satellite_to_dron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0B6D1835-72AA-4964-B4C8-A2F4F170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university1652_satellite_to_dron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3326B05E-0305-45E3-9640-94AE226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university1652_satellite_to_dron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DE743624-1DAD-4051-BC98-22C1C624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university1652_satellite_to_dron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8D2FA85F-5448-4C70-9D03-C52F708D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university1652_satellite_to_dron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E1C9904B-A269-4679-907C-A195D1BB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university1652_satellite_to_dron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3967B142-0BA9-4CAB-A1A0-14AF2D4C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university1652_satellite_to_dron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1DAE2778-DFAA-416A-B2EA-7E9167C1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university1652_satellite_to_dron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4E86DBBA-4533-4289-94EB-DF7C9A93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university1652_satellite_to_dron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3610B914-EEFA-4B3D-BCC3-58A79621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university1652_satellite_to_dron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A6420A06-8AB0-4B14-A871-6B47E6BD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university1652_satellite_to_dron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B997C6FE-CB0A-4B75-9F5B-3419C77E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university1652_satellite_to_dron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B23BE35D-1429-41FD-8593-72E33EDA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university1652_satellite_to_dron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BF009D1-4595-471F-A024-46417D2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68454"/>
            <a:ext cx="307020" cy="37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university1652_satellite_to_dron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FD7F356-0FFF-444D-BBFD-6650BE7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68454"/>
            <a:ext cx="307020" cy="410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university1652_satellite_to_dron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5D2251D8-AF89-4F8D-8B2E-55C745ED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09531"/>
            <a:ext cx="307020" cy="905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university1652_satellite_to_dron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3EEF6FE-3345-489A-96B9-B81CE735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800034"/>
            <a:ext cx="307020" cy="1966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university1652_satellite_to_dron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A02448B-3A1C-4AA5-8C1B-EFA62339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996716"/>
            <a:ext cx="307020" cy="4260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university1652_satellite_to_dron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E95F8EBF-0A3B-49B9-B7FD-40F264E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university1652_satellite_to_dron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A8B16BFA-F4A1-4051-94C6-E13C2562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4305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university1652_satellite_to_dron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244F3FAC-2778-40CB-A531-280729DC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8413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university1652_satellite_to_dron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8621450C-8E61-4030-98DF-69AA1F7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7746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university1652_satellite_to_dron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824AE08E-D365-41BB-A2E8-1DF8ABC2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97131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university1652_satellite_to_dron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355DFBD3-C108-4420-8E28-F7A6B53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973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satellite_to_dron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9E729B29-354C-4AE8-9130-79C2EDF8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63267"/>
            <a:ext cx="307020" cy="8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university1652_satellite_to_dron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3966D103-9FD1-49D7-9594-CB3E166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63267"/>
            <a:ext cx="307020" cy="29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university1652_satellite_to_dron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449D8A77-C987-4AD4-90EA-7443957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92555"/>
            <a:ext cx="307020" cy="79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university1652_satellite_to_dron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C4AEC886-5778-4A92-9B10-34B1E04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72014"/>
            <a:ext cx="307020" cy="2095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university1652_satellite_to_dron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00AB1B2E-F72C-452B-ABD3-2C19C2F2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981533"/>
            <a:ext cx="307020" cy="4058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university1652_satellite_to_dron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CC3AE52B-1EAC-4478-91B6-C1446687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university1652_satellite_to_dron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1E249514-C90A-4310-B16C-77AAAAC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378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university1652_satellite_to_dron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7D6D160B-C493-4067-935C-1936B40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6715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university1652_satellite_to_dron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144B596B-1CF1-438D-8A8A-6322572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7466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university1652_satellite_to_dron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A9E7363C-70DE-4181-BEE6-6DFF103E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95613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university1652_satellite_to_dron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94E60AEC-D9F0-4342-93AA-6E9EFFD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619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university1652_satellite_to_dron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F3151E5F-3484-4541-941E-7AD5F73A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university1652_satellite_to_dron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9AA40A66-25FF-48AB-9A20-E6B10E2D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university1652_satellite_to_dron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A0645D17-4CD3-4E5C-A5B2-1A24328B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university1652_satellite_to_dron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39733C3F-3114-41B5-904D-434921F4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university1652_satellite_to_dron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49837643-EBFE-46C7-9C9E-906FEA31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university1652_satellite_to_dron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052ED714-99BC-4D3E-BDFD-8A1C7125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university1652_satellite_to_dron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FAE821C9-15D6-471A-86A3-EE84D05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university1652_satellite_to_dron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338534B9-F865-4E5A-8AB4-BDC251EC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university1652_satellite_to_dron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1F79A960-3787-4D34-BC60-9880434B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university1652_satellite_to_dron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20379E7B-E844-40B7-992F-00F3430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university1652_satellite_to_dron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A60BFE23-6A04-42A2-B1B0-AC3DE22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university1652_satellite_to_dron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A96EBB8B-7166-4A52-AD6D-E15295A4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university1652_satellite_to_dron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7D920A4A-D6B4-42F8-BA2C-9601B1A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university1652_satellite_to_dron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AB4FEFED-0E06-4A5F-B4C8-BDBD91F0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university1652_satellite_to_dron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8CEB4E4A-EA56-4E43-92CE-EF951DFC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university1652_satellite_to_dron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AB8C981E-3DD5-4AA2-AA18-8591056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university1652_satellite_to_dron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49BE8041-5FAC-4B8F-B41E-B8F17D7C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university1652_satellite_to_dron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88B26A87-F0D1-4840-B6C1-4D95F07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university1652_satellite_to_dron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927578EF-3DAF-4A82-86E3-9EC28B9C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university1652_satellite_to_dron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D918BE1E-159D-464A-97FB-EFFBBB8B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university1652_satellite_to_dron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662EBAC4-64A1-494D-878F-BDC71D38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university1652_satellite_to_dron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856F8E0F-96DF-4FE4-B48A-5588872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university1652_satellite_to_dron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836B0F45-7FB9-4F4B-9585-B17DBAD7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university1652_satellite_to_dron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A473BE47-EEB1-44BA-BA2D-E91647FE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university1652_satellite_to_dron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C5C3790B-078A-4DB1-9F9E-D714C6A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university1652_satellite_to_dron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757989C1-FB19-4B2B-AD8E-8E0A72F8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university1652_satellite_to_dron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330F5EB0-2483-4DEF-92AB-EEBF738C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university1652_satellite_to_dron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21DAE627-F658-464B-8D54-8D266A7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university1652_satellite_to_dron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D4E7ECA1-2C2C-4560-8263-6AE474D6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university1652_satellite_to_dron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E3BA6EB-CE9A-4BCD-AFEB-C703370D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3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university1652_satellite_to_dron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C38F8DA-9156-4BB5-8DB0-0F301265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4143"/>
            <a:ext cx="307020" cy="494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university1652_satellite_to_dron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B116767-A8D6-4EBC-BBDB-E345D55D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03572"/>
            <a:ext cx="307020" cy="1205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university1652_satellite_to_dron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011D1E6-890F-412A-9547-3A04E586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24127"/>
            <a:ext cx="307020" cy="2546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university1652_satellite_to_dron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825F9CC-F58C-499D-9154-5E095D50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78746"/>
            <a:ext cx="307020" cy="368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university1652_satellite_to_dron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3B2D605A-4592-42C0-928E-6E96D430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university1652_satellite_to_dron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EFE97BAE-7D52-4F75-B5F0-CBFF067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87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satellite_to_dron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3F361AEC-9F7B-4685-8D80-94523291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81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university1652_satellite_to_dron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708DB200-F4D9-4EE6-80B4-6857B33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987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satellite_to_dron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9A4E32D2-82E1-4948-B801-9AE1881E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5334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university1652_satellite_to_dron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BF3952DB-6230-4479-BE9A-BFD78543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4215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satellite_to_dron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56D5B709-1A2E-40FE-89B3-807C532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9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university1652_satellite_to_dron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42F93BCD-7973-4767-84C5-2093B462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49891"/>
            <a:ext cx="307020" cy="46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university1652_satellite_to_dron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C34E7BDA-AB77-47D5-955F-5E8BC38C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6703"/>
            <a:ext cx="307020" cy="113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university1652_satellite_to_dron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9A887866-C40E-42B2-94DF-51E3ADCC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10686"/>
            <a:ext cx="307020" cy="2601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university1652_satellite_to_dron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ABCB5A12-DD2B-4B04-8D73-875A8B31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70851"/>
            <a:ext cx="307020" cy="3841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university1652_satellite_to_dron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3363B232-7A82-4053-8A0A-6A1D89C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satellite_to_dron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8C536A54-1F2A-4409-B04E-725380DD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449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university1652_satellite_to_dron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CC4C9E3D-11D3-41E4-9CF7-11F5AE7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13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satellite_to_dron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D8EFB5B7-1F95-4BF5-B039-4344ABF1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852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university1652_satellite_to_dron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F92D5A90-DD9E-491E-9DF9-A6DB681E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4545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satellite_to_dron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5C7C0221-520B-418A-A12F-7D6841C9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4296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university1652_satellite_to_dron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1919179F-F484-460D-842B-398ED34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university1652_satellite_to_dron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86DC575F-5D29-4EB3-96EA-538B59C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university1652_satellite_to_dron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ABEE8FB3-8F88-40D6-8CBC-EE61A372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university1652_satellite_to_dron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0B0B3597-7DA7-4F00-871B-AAD322F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university1652_satellite_to_dron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E13A350D-B3A5-4A0A-95FC-082302AB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university1652_satellite_to_dron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BE19D0DF-DFF1-4190-AD01-C0E5F6D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university1652_satellite_to_dron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E2734F1E-4701-4629-A94A-1311D0BE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university1652_satellite_to_dron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30F1D105-381B-40F7-A5B6-F0E3727F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university1652_satellite_to_dron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A9AD8A88-C479-4F84-AEF1-5C603584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university1652_satellite_to_dron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51B94D16-796C-4928-9C33-59F434B7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university1652_satellite_to_dron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4F3536EC-51B5-4B2C-A954-7B5426F9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university1652_satellite_to_dron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E37F23C9-46B9-4E54-9887-2792658D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university1652_satellite_to_dron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795EA2E4-199C-4193-BDE1-54446485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satellite_to_dron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8FC3F277-E810-4D7B-90BE-68E337CC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university1652_satellite_to_dron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F3FB2C81-3870-42AE-9F28-1AE42260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university1652_satellite_to_dron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E3894905-82D9-41D7-9838-AA87A7D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university1652_satellite_to_dron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4A2DCC46-D1B5-433C-946F-C1DC60A6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university1652_satellite_to_dron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3D406986-DBA0-456B-A65E-552E0F15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university1652_satellite_to_dron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FD6B555B-FB2F-4C5C-97A7-47FF259F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university1652_satellite_to_dron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B78B164E-79BB-4C42-A6B5-B70EDB12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university1652_satellite_to_dron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3D790BA4-3DA9-452A-BB37-7B01BB5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university1652_satellite_to_dron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8C1C3ABA-21BB-41FB-AEC9-7C871958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university1652_satellite_to_dron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52C12935-E4D4-4A2E-869B-50474A89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university1652_satellite_to_dron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F6B3C206-4B86-4BED-A8A7-D469347E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university1652_satellite_to_dron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812D477A-9291-44C0-9E5D-3EC8F88D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university1652_satellite_to_dron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001FEAC9-4F63-4344-9992-A38FC02B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university1652_satellite_to_dron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1E412D9D-5180-4538-850C-0FD6164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university1652_satellite_to_dron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708C9E6D-E106-4BA3-BBDC-0FAC9B8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university1652_satellite_to_dron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ADF07B08-2093-4AE0-A8A2-08E81229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university1652_satellite_to_dron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0627CF2-D9DF-4248-8DB5-8EBE4BDB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4783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university1652_satellite_to_dron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8A6F695-39DA-41FA-8B4C-BC017F7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119040"/>
            <a:ext cx="307020" cy="210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university1652_satellite_to_dron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3620A77-7CC0-4FEB-89CC-ECDE43E0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329817"/>
            <a:ext cx="307020" cy="1601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university1652_satellite_to_dron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155ACB3-9EBE-4AB4-9219-2A9C9D4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89934"/>
            <a:ext cx="307020" cy="58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university1652_satellite_to_dron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9DAC909-D346-4D38-BC56-366860E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48274"/>
            <a:ext cx="307020" cy="38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university1652_satellite_to_dron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13C6A762-B54D-4337-B1BA-57F00310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university1652_satellite_to_dron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CE224E47-6DBF-4E3C-85D8-5E977172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9364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university1652_satellite_to_dron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07E8FADC-A426-4AA1-BEA6-D941C999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30441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university1652_satellite_to_dron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F692502B-EB1C-4746-B805-C9146DAD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645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university1652_satellite_to_dron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CD40DFA3-2C32-4FF2-B3D8-920A15D1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228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university1652_satellite_to_dron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3F13FBED-7893-4A9E-A3B6-02B9D608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617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university1652_satellite_to_dron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081649DE-A7F8-4844-BE34-60172AFE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40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university1652_satellite_to_dron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913523B7-E05F-4BD5-B2CE-AC60D933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041345"/>
            <a:ext cx="307020" cy="214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university1652_satellite_to_dron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EDE128C-FEE8-4366-A924-1A09A4A6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256306"/>
            <a:ext cx="307020" cy="1862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university1652_satellite_to_dron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E31849D4-015F-4C59-9534-5F1008B9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42541"/>
            <a:ext cx="307020" cy="782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university1652_satellite_to_dron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55F3D160-1A2E-4AE8-A8BA-63F5617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20798"/>
            <a:ext cx="307020" cy="36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university1652_satellite_to_dron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E774BF5E-0761-4697-9A5D-1F26987E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university1652_satellite_to_dron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AEAF2B21-7585-400B-AAFB-CF8CAB6F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1594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university1652_satellite_to_dron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E83CA16-5624-4507-8EAA-600822DE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2309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university1652_satellite_to_dron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23EA1EBF-19F6-42D4-B6B1-56F56DEE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171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university1652_satellite_to_dron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26F45C07-B055-4E11-918D-001C5C9C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9539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university1652_satellite_to_dron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5F2ED276-F69C-4847-BF2C-E385FCFA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3213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university1652_satellite_to_dron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73C87F0D-DAAB-4F3E-BA82-FB874D12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university1652_satellite_to_dron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D7E99590-0A18-4396-983E-E0A2304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university1652_satellite_to_dron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11FD3A2A-0C16-4E92-BD28-7230AEF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university1652_satellite_to_dron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2687DAE7-C3B3-4D7C-849A-57E7ED1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university1652_satellite_to_dron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B6837351-26F1-47BD-B4FF-C15E4BC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university1652_satellite_to_dron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E1302ED4-73E7-47E0-A3B5-D73154A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university1652_satellite_to_dron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E7B5A4E8-EE8B-4A84-9E37-C2D9019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university1652_satellite_to_dron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F1010C81-82E8-418C-9DC7-26837470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university1652_satellite_to_dron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49C9EB94-5EE4-479E-AF07-C26FA979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university1652_satellite_to_dron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DB41A3AF-B023-4779-9415-2C1DFE17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university1652_satellite_to_dron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5D6D8CBF-232D-49AA-AFED-F310817B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university1652_satellite_to_dron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ADA34647-E7F9-453C-8A82-EF174889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university1652_satellite_to_dron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29C7C6A6-30AA-4D97-A98D-58329E40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university1652_satellite_to_dron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A631CE35-1794-471C-8C0A-D71825CC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university1652_satellite_to_dron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B4A41148-1F71-4C04-8981-6D62857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university1652_satellite_to_dron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FC85DD0A-70EF-4112-81D0-6D73E8C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university1652_satellite_to_dron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BD195364-75C1-4DA7-87A1-2300268E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university1652_satellite_to_dron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43D9B5AC-B5D3-403F-B706-96B70885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university1652_satellite_to_dron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F1074873-CB82-46D3-BCFF-B0E75EE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university1652_satellite_to_dron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970CCF78-97B1-4791-BF98-EC119D4E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university1652_satellite_to_dron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8970B347-2121-41B5-BF9E-E7495EC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university1652_satellite_to_dron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750AC018-9601-4278-8817-BAD44F2B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university1652_satellite_to_dron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6971A79C-0D9E-4FAE-9ECC-8643503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university1652_satellite_to_dron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796058A2-CFCD-4706-8C74-2643C59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university1652_satellite_to_dron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C87249D5-AA7E-493B-AFB9-1C88449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university1652_satellite_to_dron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B7E18154-D797-4A14-87DF-A0FBFE53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university1652_satellite_to_dron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A05FCD3E-F129-40BC-ABCA-6B7FE367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university1652_satellite_to_dron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9E62B9A1-5501-4823-B50D-44F00CA9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university1652_satellite_to_dron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265F7B44-6987-4BB7-968B-40AABFD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university1652_satellite_to_dron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6B9FB4C-0314-4D50-9920-F1F913E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83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university1652_satellite_to_dron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B252CDD-1C16-4FB4-AEDF-9DED92A8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8970"/>
            <a:ext cx="307020" cy="9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university1652_satellite_to_dron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B3842E3-276A-4B75-A07C-CBDE8B3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01877"/>
            <a:ext cx="307020" cy="370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university1652_satellite_to_dron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9D273EBD-12B7-4711-9A30-EC9FBDB3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583606"/>
            <a:ext cx="307020" cy="18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university1652_satellite_to_dron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4336BC3-EF0D-4C80-BFA6-3434FC42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583606"/>
            <a:ext cx="307020" cy="220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university1652_satellite_to_dron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5FED99E3-4586-4CF5-872C-68834074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university1652_satellite_to_dron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581CDD65-D08F-4CC1-97BB-9E775727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35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university1652_satellite_to_dron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88AD5285-CA8D-4085-8E49-7DB69C2F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35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university1652_satellite_to_dron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0CB8D62C-28C4-497E-A99E-3FB312B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57647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university1652_satellite_to_dron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C7886A87-4DA8-4AB3-A1DE-4A6C028C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5582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university1652_satellite_to_dron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AF62D767-7D59-4F15-8583-5DF4E740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58023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university1652_satellite_to_dron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4D0A4DCB-7FC8-4348-B955-F7A06B61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28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university1652_satellite_to_dron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691F6C2A-7100-4684-9E95-3D41619E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44915"/>
            <a:ext cx="307020" cy="24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university1652_satellite_to_dron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4E8CD759-E1E4-4F88-A482-67462A97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597099"/>
            <a:ext cx="307020" cy="47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university1652_satellite_to_dron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F52700B-6521-462E-9518-F07AE01B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553878"/>
            <a:ext cx="307020" cy="432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university1652_satellite_to_dron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041373C-1FE9-498C-93F1-310524C9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553878"/>
            <a:ext cx="307020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university1652_satellite_to_dron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30D5E4B5-18BF-4F5C-8900-32C7C76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university1652_satellite_to_dron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D70F5569-3F22-4FBF-93C9-F40DE187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439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university1652_satellite_to_dron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3F114927-AD66-42A0-ADB9-2DB336C1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95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university1652_satellite_to_dron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01C8FCDD-F22D-4437-9411-09E6EBE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5716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university1652_satellite_to_dron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F3D5C497-067A-49AC-9325-90E0B809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5284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university1652_satellite_to_dron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973FED0D-B65D-48C7-8EB7-AAD2B618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56734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university1652_satellite_to_dron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DE9BDCD4-A735-41E3-A906-E0419FA8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university1652_satellite_to_dron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6205C68C-26C7-495A-9EAA-3094A24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university1652_satellite_to_dron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81EF08B3-F6E0-44B6-9BAA-76C4B054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university1652_satellite_to_dron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882192FA-1059-4DB9-BAB5-D692013A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university1652_satellite_to_dron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B797279D-F1C0-4A52-8F36-47F5D8C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594347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university1652_street_to_satellite/r_at_1/title">
            <a:extLst xmlns:a="http://schemas.openxmlformats.org/drawingml/2006/main">
              <a:ext uri="{FF2B5EF4-FFF2-40B4-BE49-F238E27FC236}">
                <a16:creationId xmlns:a16="http://schemas.microsoft.com/office/drawing/2014/main" id="{1069664B-B377-4445-BA99-AC2880BD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55781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Street → satellite</a:t>
            </a:r>
          </a:p>
        </p:txBody>
      </p:sp>
      <p:sp>
        <p:nvSpPr>
          <p:cNvPr id="2" name="university1652_street_to_satellit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A53B66EF-9C22-4CD7-A765-4AF545CD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university1652_street_to_satellit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C4B257BA-536D-4152-9104-A345A4F1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street_to_satellit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0C3F2CE2-4748-410D-86EC-86D1979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university1652_street_to_satellit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FEAA7ED3-2DF2-45BF-B691-E1D7FE83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street_to_satellit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98906402-0670-4372-9AA9-814D48FD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university1652_street_to_satellit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C5CA6381-509B-4E06-9888-6E08A068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195005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0.5428; Full 0.9306</a:t>
            </a:r>
          </a:p>
        </p:txBody>
      </p:sp>
      <p:sp>
        <p:nvSpPr>
          <p:cNvPr id="8" name="university1652_street_to_satellit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F32FB541-3496-4B90-A8D3-EBBDF98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university1652_street_to_satellit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19F0570A-1600-41CE-B65F-CAA1871F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university1652_street_to_satellit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AC374D78-3B8B-4928-831C-14C9F766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university1652_street_to_satellit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F89867F0-2E02-4241-8D61-045DEB0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university1652_street_to_satellit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D910B5C9-839A-45A9-BB47-31772B45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5177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university1652_street_to_satellit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48CDBE77-81A9-4DCE-B08B-F95DB60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5986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university1652_street_to_satellit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1299E03E-C06D-40E6-9C78-4F28401F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3685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university1652_street_to_satellit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ECEED6BE-358B-41AE-9A66-20FEFCB6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31063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versity1652_street_to_satellit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F2BA80A3-73DE-4B9D-BE09-2FDA18A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193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university1652_street_to_satellit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82A38E35-5935-45A6-B561-4A65537E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16141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university1652_street_to_satellit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DA8A000E-C3D2-496B-9B6C-1540E685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university1652_street_to_satellit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E9A28F3F-265E-46B9-A746-84D4076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university1652_street_to_satellit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B4687BF4-1D7E-492C-BE6D-231CDE4E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9208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university1652_street_to_satellit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75580DB3-6D65-4D72-967F-5C5AFA4C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86296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university1652_street_to_satellit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872418CA-7CEE-42D1-82E8-DEA1CCB4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7716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university1652_street_to_satellit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FEC13395-CEB3-4631-A429-16046FC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71373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university1652_street_to_satellite/r_at_1/panel-gaussian_noise-grid-140">
            <a:extLst xmlns:a="http://schemas.openxmlformats.org/drawingml/2006/main">
              <a:ext uri="{FF2B5EF4-FFF2-40B4-BE49-F238E27FC236}">
                <a16:creationId xmlns:a16="http://schemas.microsoft.com/office/drawing/2014/main" id="{5F6E3188-D87F-400C-8038-68058655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224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5" name="university1652_street_to_satellite/r_at_1/panel-gaussian_noise-ytick-140">
            <a:extLst xmlns:a="http://schemas.openxmlformats.org/drawingml/2006/main">
              <a:ext uri="{FF2B5EF4-FFF2-40B4-BE49-F238E27FC236}">
                <a16:creationId xmlns:a16="http://schemas.microsoft.com/office/drawing/2014/main" id="{B84BE351-85B3-4E52-9EE8-242BC92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56451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26" name="university1652_street_to_satellite/r_at_1/panel-gaussian_noise-grid-160">
            <a:extLst xmlns:a="http://schemas.openxmlformats.org/drawingml/2006/main">
              <a:ext uri="{FF2B5EF4-FFF2-40B4-BE49-F238E27FC236}">
                <a16:creationId xmlns:a16="http://schemas.microsoft.com/office/drawing/2014/main" id="{13552D69-B1AF-413A-A3C4-AB257FFF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" name="university1652_street_to_satellite/r_at_1/panel-gaussian_noise-ytick-160">
            <a:extLst xmlns:a="http://schemas.openxmlformats.org/drawingml/2006/main">
              <a:ext uri="{FF2B5EF4-FFF2-40B4-BE49-F238E27FC236}">
                <a16:creationId xmlns:a16="http://schemas.microsoft.com/office/drawing/2014/main" id="{A8A5665D-46FE-4151-B61C-2D341B3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28" name="university1652_street_to_satellit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590E3E89-7747-4B06-8CCE-66ADD1E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university1652_street_to_satellit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42C5DA84-5306-49A4-AAC4-C69F93A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0" name="university1652_street_to_satellit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A89AE87B-7582-4900-A106-B2E1093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university1652_street_to_satellit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16B30E8E-0208-4BF2-9436-1673AB1D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university1652_street_to_satellit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DA8E39DE-6D2A-49C3-B71B-6875AB3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university1652_street_to_satellit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120BA881-3B94-4F3A-BE50-042A66EB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university1652_street_to_satellit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B5788882-5C0D-43DD-A7D2-91E378AB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university1652_street_to_satellit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E262F4D1-0328-4F11-91BA-D43F651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university1652_street_to_satellit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2052A44F-ECF3-46C1-8734-F6F1107F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university1652_street_to_satellit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54FEB354-56F5-4310-820B-6F81A78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university1652_street_to_satellit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79FC7A3E-BC70-4167-A5C4-DAB05816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9" name="university1652_street_to_satellit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082F76D9-EC77-4F31-B917-5E0A72FB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0" name="university1652_street_to_satellit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9A08D55C-1623-44D2-9949-87F4A79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41" name="university1652_street_to_satellit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7F63D45C-8576-4532-B5E3-FF7AFCF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university1652_street_to_satellit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9DF12DE-3415-4BBC-B8E9-43C4B057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920875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university1652_street_to_satellit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B69C689-A657-4F94-86C5-CB6C2489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974170"/>
            <a:ext cx="307020" cy="213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4" name="university1652_street_to_satellit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FE7181D-9DE7-4021-B4DC-C0B0B9AF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4740" y="2080759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5" name="university1652_street_to_satellit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F89F438A-CCA9-459A-AEC7-8749C281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080759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6" name="university1652_street_to_satellit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49BDD90-FBC5-4EE4-87C6-5993C0F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87348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7" name="university1652_street_to_satellit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AF0326FC-C3DD-4A34-8CC5-79D82E05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university1652_street_to_satellit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0CE0FD8B-8361-4C18-8F97-EE6E0AE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9487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university1652_street_to_satellit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00EA0BD0-C7AA-4A44-8630-06F9FB23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21619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50" name="university1652_street_to_satellit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B9B42B3B-98A4-40CF-AC9C-59E15198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0553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51" name="university1652_street_to_satellit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11313ED0-3A68-4D38-9606-A9E41744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619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52" name="university1652_street_to_satellit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9F3E7F69-A2A0-4DA7-93D8-2614E5DE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152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53" name="university1652_street_to_satellit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069B8103-1866-4C49-AD97-CA11A87C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1827609"/>
            <a:ext cx="307020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university1652_street_to_satellit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048BE0F6-39A8-4F70-9047-4BB3BF9A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1703255"/>
            <a:ext cx="307020" cy="124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5" name="university1652_street_to_satellit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BEEE522C-EF1D-407F-B523-0532ECC2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03255"/>
            <a:ext cx="307020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6" name="university1652_street_to_satellit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7647EC42-7E1C-4ACC-AE14-49E07079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796521"/>
            <a:ext cx="307020" cy="155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7" name="university1652_street_to_satellit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6E23FB56-C3F8-487D-A7B2-07B77DA7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1951964"/>
            <a:ext cx="307020" cy="248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8" name="university1652_street_to_satellit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467E23CB-BE54-44EA-BD20-1F26E3CA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university1652_street_to_satellit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F09F8E6C-82A8-4D82-9BC7-7FB50C94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8022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university1652_street_to_satellit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A23A0503-633B-4624-B4CE-D51E1EAA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7785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1" name="university1652_street_to_satellit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F5C204B8-C960-4049-B7E7-478A4DC4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7711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2" name="university1652_street_to_satellit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0C6F24C3-1AB6-4FEB-9229-9CB8F87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9265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3" name="university1652_street_to_satellit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F8E0CA61-056A-47BF-9327-7C086162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1752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4" name="university1652_street_to_satellit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3A0B3B2F-7095-41FC-AACE-E16A8D6C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5" name="university1652_street_to_satellit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EBA75B2C-78F9-4C5E-8C52-E72CFDDB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university1652_street_to_satellit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9F334945-FD8B-4EC3-ADC0-E17897D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7" name="university1652_street_to_satellit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FEDEC061-80B2-40B0-9D0C-31A39FD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5177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university1652_street_to_satellit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6B8EA79C-676D-4D69-95E6-50257C9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5986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9" name="university1652_street_to_satellit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3B4B8AC9-D012-4C34-9BC1-2F74158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3685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university1652_street_to_satellit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7F40DCC9-42AA-4DAD-BE34-3CD42C99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31063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1" name="university1652_street_to_satellit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BF1A68B3-3F0C-4473-B62F-BFA5347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193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2" name="university1652_street_to_satellit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E9E6C4FE-7AE0-48B1-B4BD-3928B222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16141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3" name="university1652_street_to_satellit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C086ADA1-2B03-4D7F-89C8-8393298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university1652_street_to_satellit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E67E0B77-82D7-4E0B-976F-CF8E3C3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5" name="university1652_street_to_satellit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35352869-E408-41AD-9102-85B249BC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9208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6" name="university1652_street_to_satellit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5743E910-F458-46E0-81D7-931ADD96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86296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7" name="university1652_street_to_satellit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660303C0-E050-4016-A75F-A0337A15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7716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8" name="university1652_street_to_satellit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4DFFC7AF-137A-4F1A-AD67-F43614BE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71373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9" name="university1652_street_to_satellite/r_at_1/panel-gaussian_blur-grid-140">
            <a:extLst xmlns:a="http://schemas.openxmlformats.org/drawingml/2006/main">
              <a:ext uri="{FF2B5EF4-FFF2-40B4-BE49-F238E27FC236}">
                <a16:creationId xmlns:a16="http://schemas.microsoft.com/office/drawing/2014/main" id="{798C3543-1F50-4BB4-8DC5-559D323A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224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80" name="university1652_street_to_satellite/r_at_1/panel-gaussian_blur-ytick-140">
            <a:extLst xmlns:a="http://schemas.openxmlformats.org/drawingml/2006/main">
              <a:ext uri="{FF2B5EF4-FFF2-40B4-BE49-F238E27FC236}">
                <a16:creationId xmlns:a16="http://schemas.microsoft.com/office/drawing/2014/main" id="{A013C225-A506-4899-8B38-A7C020C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56451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81" name="university1652_street_to_satellite/r_at_1/panel-gaussian_blur-grid-160">
            <a:extLst xmlns:a="http://schemas.openxmlformats.org/drawingml/2006/main">
              <a:ext uri="{FF2B5EF4-FFF2-40B4-BE49-F238E27FC236}">
                <a16:creationId xmlns:a16="http://schemas.microsoft.com/office/drawing/2014/main" id="{2E0FF60E-836D-4257-AC05-04B9616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82" name="university1652_street_to_satellite/r_at_1/panel-gaussian_blur-ytick-160">
            <a:extLst xmlns:a="http://schemas.openxmlformats.org/drawingml/2006/main">
              <a:ext uri="{FF2B5EF4-FFF2-40B4-BE49-F238E27FC236}">
                <a16:creationId xmlns:a16="http://schemas.microsoft.com/office/drawing/2014/main" id="{C63B8925-A55E-4F92-A502-0B02861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83" name="university1652_street_to_satellit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A5A5C032-B3B7-47B9-A44B-2BB2C65A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university1652_street_to_satellit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7B46D3AB-78C5-47B8-B00F-FA635C2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5" name="university1652_street_to_satellit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FF4B2E23-A47D-469E-BBB2-5A59812C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university1652_street_to_satellit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37743ED0-5137-4AA0-A8CF-6F71A6F8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7" name="university1652_street_to_satellit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E66AAE8F-CF5F-4017-939C-FB0D0B57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university1652_street_to_satellit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CA6B1AB9-1DEF-4B02-A001-D05AA76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9" name="university1652_street_to_satellit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9787B0CA-DCA2-463E-9279-50595D60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90" name="university1652_street_to_satellit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428FDC63-86F1-4116-8713-70F5C59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1" name="university1652_street_to_satellit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813BB355-34AF-447F-BB08-31A4218D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92" name="university1652_street_to_satellit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DC966BE9-930E-489E-98CB-28B98625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3" name="university1652_street_to_satellit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A3465D47-ABCD-40DF-B5DB-A3D50425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94" name="university1652_street_to_satellit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61BD4B98-6ED5-47E9-B103-71AF899C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5" name="university1652_street_to_satellit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98D29AB5-A1D0-49F8-A29D-CF8E2C3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96" name="university1652_street_to_satellit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42DDDEE8-BFF4-4A53-AFE5-1404CD2E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7" name="university1652_street_to_satellit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49826E3-FAC7-4B8B-96B7-375AC9C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867580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8" name="university1652_street_to_satellit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7C95463-E599-4C88-9B88-F45A34A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867580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9" name="university1652_street_to_satellit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6D7AA1F-A88F-4749-8A40-2C6A79EC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67580"/>
            <a:ext cx="307020" cy="2664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00" name="university1652_street_to_satellit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2E0AF35A-EEAC-4F75-A25E-30D78AC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34054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01" name="university1652_street_to_satellit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2B5CBDBE-EEC6-40AA-A4C2-E7B85C4D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40643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02" name="university1652_street_to_satellit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3F70515E-2B0B-4B61-8AD1-736B08DB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8954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3" name="university1652_street_to_satellit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70A92783-8F5D-4A6B-B24F-B2040F02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8421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4" name="university1652_street_to_satellit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E55C9215-C083-4504-878D-90F8DA60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421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5" name="university1652_street_to_satellit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4E9ADC64-DE07-470B-A942-66F722FB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10865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6" name="university1652_street_to_satellit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8772A5C1-AEF4-4E91-AD29-CAA77054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152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7" name="university1652_street_to_satellit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CE343563-F91D-4874-A365-172C8E02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751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8" name="university1652_street_to_satellit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AF59A3DD-8986-4BF1-9A38-8D099AB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796521"/>
            <a:ext cx="307020" cy="124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9" name="university1652_street_to_satellit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9CBFCB6D-4045-4C91-B371-28A4DE73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796521"/>
            <a:ext cx="307020" cy="2797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10" name="university1652_street_to_satellit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F8432B43-D457-43F4-B44F-1BCB7F98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076318"/>
            <a:ext cx="307020" cy="248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11" name="university1652_street_to_satellit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E0D29ECA-70E1-4402-9E39-9142CE63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325026"/>
            <a:ext cx="307020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12" name="university1652_street_to_satellit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A325123C-C463-49CD-9D4C-9E009F9E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418292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13" name="university1652_street_to_satellit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0D497550-195F-49FA-AF73-F65CDDC3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895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4" name="university1652_street_to_satellit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1D8C3AD7-2FE7-4C9A-B653-12178811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7711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5" name="university1652_street_to_satellit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32D8765E-BB57-45B9-B47B-4FC3644F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20509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6" name="university1652_street_to_satellit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B06252C1-0FA2-42D0-90FA-B8EB356C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29962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7" name="university1652_street_to_satellit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A325ACD3-5BBD-45C6-AE12-4322888D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928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8" name="university1652_street_to_satellit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31CD858F-E80D-4BDB-8EE4-8E11F3FF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928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university1652_street_to_satellit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818A6AFB-077B-42DF-9190-C532D5A9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20" name="university1652_street_to_satellit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C876652E-1141-43E1-B9D2-9C9559D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university1652_street_to_satellit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F8F8A6C9-3521-44C0-9AA4-1B8626D4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2" name="university1652_street_to_satellit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BD35C437-4493-4442-BA67-3168DB9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5177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3" name="university1652_street_to_satellit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3F15D42B-45B0-4ADD-AAB9-BBED324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5986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4" name="university1652_street_to_satellit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D5D19C92-D42C-4901-9B13-D0050492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3685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university1652_street_to_satellit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AA2ADC43-5BAD-4D15-A900-0552F3B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31063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26" name="university1652_street_to_satellit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2FD36408-E8D3-4022-96C8-039A02F0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193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7" name="university1652_street_to_satellit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C1C11684-6B32-49C9-9B09-23AF4CC1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16141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8" name="university1652_street_to_satellit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9B477ECE-68B0-4618-A389-A61E3CB4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9" name="university1652_street_to_satellit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AF853D61-B33B-4BD7-ABD2-32A43FA4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30" name="university1652_street_to_satellit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9A8B1860-B145-40CA-9EF3-6DDFB4B9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9208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31" name="university1652_street_to_satellit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DA60BA4C-E22B-47C0-B667-CC62830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86296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2" name="university1652_street_to_satellit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66DB5764-0C61-4FC0-8DCF-BEA6167B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7716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3" name="university1652_street_to_satellit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F4EF83FE-39BA-4045-B9CD-68603AA5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71373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34" name="university1652_street_to_satellite/r_at_1/panel-brightness-grid-140">
            <a:extLst xmlns:a="http://schemas.openxmlformats.org/drawingml/2006/main">
              <a:ext uri="{FF2B5EF4-FFF2-40B4-BE49-F238E27FC236}">
                <a16:creationId xmlns:a16="http://schemas.microsoft.com/office/drawing/2014/main" id="{CFC3A99D-2259-43ED-9532-DDEEF2A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224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5" name="university1652_street_to_satellite/r_at_1/panel-brightness-ytick-140">
            <a:extLst xmlns:a="http://schemas.openxmlformats.org/drawingml/2006/main">
              <a:ext uri="{FF2B5EF4-FFF2-40B4-BE49-F238E27FC236}">
                <a16:creationId xmlns:a16="http://schemas.microsoft.com/office/drawing/2014/main" id="{1680B95B-2A44-4D8C-A97B-0A817A3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56451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136" name="university1652_street_to_satellite/r_at_1/panel-brightness-grid-160">
            <a:extLst xmlns:a="http://schemas.openxmlformats.org/drawingml/2006/main">
              <a:ext uri="{FF2B5EF4-FFF2-40B4-BE49-F238E27FC236}">
                <a16:creationId xmlns:a16="http://schemas.microsoft.com/office/drawing/2014/main" id="{372F6AC7-FA4F-42B0-8E07-707D0546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7" name="university1652_street_to_satellite/r_at_1/panel-brightness-ytick-160">
            <a:extLst xmlns:a="http://schemas.openxmlformats.org/drawingml/2006/main">
              <a:ext uri="{FF2B5EF4-FFF2-40B4-BE49-F238E27FC236}">
                <a16:creationId xmlns:a16="http://schemas.microsoft.com/office/drawing/2014/main" id="{880B3A1F-0D7C-40CC-8808-8B9C77A8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138" name="university1652_street_to_satellit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861E8DCB-21EC-401C-BE0F-BCEFB437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university1652_street_to_satellit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3AE5E309-DD57-446D-A415-9CD7821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40" name="university1652_street_to_satellit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13F9834D-292A-49C9-8551-A55D1752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41" name="university1652_street_to_satellit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680B561E-28FA-4B64-AE0D-D195A0D8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2" name="university1652_street_to_satellit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25A2FD6D-B553-4F9C-BA1C-9B8314F7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43" name="university1652_street_to_satellit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C3D10C69-77F7-47AD-9DDC-0FFAA317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4" name="university1652_street_to_satellit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E2DB3DB6-C509-4993-B14C-D2FDCED9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45" name="university1652_street_to_satellit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44C62957-9078-43C5-AA74-685EFEA6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6" name="university1652_street_to_satellit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6E8CCC91-6EEF-4470-A51B-A422B95E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47" name="university1652_street_to_satellit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50547DDC-02FF-43A0-A51E-CEEF742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8" name="university1652_street_to_satellit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51C4C1E8-C804-407A-A918-5A0FA323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49" name="university1652_street_to_satellit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53C35974-CBA3-4C39-9413-10A370F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0" name="university1652_street_to_satellit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F2EC5737-7228-4060-ACE9-8225763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51" name="university1652_street_to_satellit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B24263BB-2261-422D-81DA-E8A8C21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2" name="university1652_street_to_satellit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57CB594-EAFB-4F32-A8FF-9A21B8A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760991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53" name="university1652_street_to_satellit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F5E5A5B-7A7A-49D2-A4FF-35D49A6D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707696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54" name="university1652_street_to_satellit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160830D-2DB5-4F59-8F3F-46429D2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547813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55" name="university1652_street_to_satellit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DEC2427-3182-4F6B-B1B5-3A79ED0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547813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56" name="university1652_street_to_satellit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D45A833-0633-4B4D-97C4-62438476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07696"/>
            <a:ext cx="307020" cy="3730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57" name="university1652_street_to_satellit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922F43F8-48DA-43DA-AE2E-10DDBF64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8954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8" name="university1652_street_to_satellit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2792CD83-E8BE-465A-9EBB-28D035D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355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9" name="university1652_street_to_satellit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42E64E0D-C71E-4868-A739-A9DB6B95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822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60" name="university1652_street_to_satellit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55D75E5E-B9BC-4F15-9AF7-77ABC73B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2241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61" name="university1652_street_to_satellit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DBE94EFE-AB0A-4630-B0E8-258121C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822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62" name="university1652_street_to_satellit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7B8800AF-894F-4D77-9200-936DB78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0553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63" name="university1652_street_to_satellit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6EFD5E4D-66A5-4D28-8F42-53D4689B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827609"/>
            <a:ext cx="307020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64" name="university1652_street_to_satellit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4F789476-9FD7-4877-BE7F-26E700F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827609"/>
            <a:ext cx="307020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65" name="university1652_street_to_satellit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39ADD435-2479-4739-BD12-249D5AA5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920875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66" name="university1652_street_to_satellit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5E32A366-D43A-4B0C-A926-EF6BE299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1889786"/>
            <a:ext cx="307020" cy="310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67" name="university1652_street_to_satellit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3E3D8B3B-5C3C-4711-8BE2-EA503AFD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889786"/>
            <a:ext cx="307020" cy="217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68" name="university1652_street_to_satellit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F5587BE0-63D5-4265-A049-5A5F2F05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895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9" name="university1652_street_to_satellit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B0105B20-3E25-4553-BA8C-74C89801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8022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70" name="university1652_street_to_satellit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08E8D1B3-6613-4EFB-8614-60BAB11D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95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71" name="university1652_street_to_satellit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791ABB07-6FD7-445F-B407-C6FC6E0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895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72" name="university1652_street_to_satellit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2FD525E8-4DCD-4AD1-96CF-A980E206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8643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73" name="university1652_street_to_satellit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88190BE2-E8B9-41F3-B0E4-3D7D2A0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0820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74" name="university1652_street_to_satellit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E4B2118F-7DCA-4251-9664-31EE4DA3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75" name="university1652_street_to_satellit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2CBB1D01-C16F-488C-8DD2-01159885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university1652_street_to_satellit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0DB7121D-1414-48F7-892E-06BDCCF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7" name="university1652_street_to_satellit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38D9A2E2-CB73-4801-86B7-8646106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862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8" name="university1652_street_to_satellit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0154F7B9-0EFF-4E25-B086-97E3860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42836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79" name="university1652_street_to_satellit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0CF30FBC-82A1-4DA6-A3CC-5C8734C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3370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80" name="university1652_street_to_satellit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0F9C132B-B346-43D7-956E-0CBF88A5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27913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81" name="university1652_street_to_satellit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A3B05122-1D66-416F-A025-9BF73337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1878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82" name="university1652_street_to_satellit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A8771116-16D3-4ECD-B8BC-6F4C0646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2991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3" name="university1652_street_to_satellit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201FA056-8937-45DD-800A-13D19074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84" name="university1652_street_to_satellit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72598AFF-5D00-470D-8FC6-0FB8A724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85" name="university1652_street_to_satellit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117DB30B-54F5-4F48-ACD7-9578FFE2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893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86" name="university1652_street_to_satellit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9B24C4B4-DD9E-42A3-B62B-C52D4F5E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83146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87" name="university1652_street_to_satellit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F4064E8B-2EB5-4DFC-AB97-8DD7A9A2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7401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88" name="university1652_street_to_satellit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E95C52B9-ABC2-43C2-A388-93EE9C9F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68223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89" name="university1652_street_to_satellite/r_at_1/panel-contrast-grid-140">
            <a:extLst xmlns:a="http://schemas.openxmlformats.org/drawingml/2006/main">
              <a:ext uri="{FF2B5EF4-FFF2-40B4-BE49-F238E27FC236}">
                <a16:creationId xmlns:a16="http://schemas.microsoft.com/office/drawing/2014/main" id="{39D4BFFC-6D45-4EE3-82E2-DF52F098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5909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0" name="university1652_street_to_satellite/r_at_1/panel-contrast-ytick-140">
            <a:extLst xmlns:a="http://schemas.openxmlformats.org/drawingml/2006/main">
              <a:ext uri="{FF2B5EF4-FFF2-40B4-BE49-F238E27FC236}">
                <a16:creationId xmlns:a16="http://schemas.microsoft.com/office/drawing/2014/main" id="{02F0A8A2-F238-44CC-BCF3-86DD11FB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3301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191" name="university1652_street_to_satellite/r_at_1/panel-contrast-grid-160">
            <a:extLst xmlns:a="http://schemas.openxmlformats.org/drawingml/2006/main">
              <a:ext uri="{FF2B5EF4-FFF2-40B4-BE49-F238E27FC236}">
                <a16:creationId xmlns:a16="http://schemas.microsoft.com/office/drawing/2014/main" id="{A8A95556-1A4D-4580-927C-24886241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2" name="university1652_street_to_satellite/r_at_1/panel-contrast-ytick-160">
            <a:extLst xmlns:a="http://schemas.openxmlformats.org/drawingml/2006/main">
              <a:ext uri="{FF2B5EF4-FFF2-40B4-BE49-F238E27FC236}">
                <a16:creationId xmlns:a16="http://schemas.microsoft.com/office/drawing/2014/main" id="{25201BD6-D721-48BC-B54F-ECEA4BC2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193" name="university1652_street_to_satellit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11CD2FA9-9679-4E99-9FAE-E7337C4F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4" name="university1652_street_to_satellit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39F50961-02A9-435F-870C-FC0DF6ED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5" name="university1652_street_to_satellit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678E7847-0D5B-48B4-BFC4-98A5CA00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6" name="university1652_street_to_satellit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E347C59A-3978-471C-AA3F-687FD9A7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7" name="university1652_street_to_satellit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BA729050-CEE4-41AC-99CE-8D5207E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8" name="university1652_street_to_satellit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3859CF6E-5C5F-4ABE-B6E5-0B95E91F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9" name="university1652_street_to_satellit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A0E7005D-FD22-4835-8AFF-F1743195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00" name="university1652_street_to_satellit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79F6708D-5F0C-4766-B244-22E43BAA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1" name="university1652_street_to_satellit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4824B8FD-86DF-4D5F-ACAB-DE08341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02" name="university1652_street_to_satellit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820070FC-C91C-40FB-B010-46463A8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3" name="university1652_street_to_satellit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C1AC7D43-8F18-41DF-AA72-F1C3B69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04" name="university1652_street_to_satellit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B1BC72D3-918C-4ABD-AEAC-346415A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5" name="university1652_street_to_satellit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4BE5B35F-F9E2-421B-973D-FBEDDB5F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06" name="university1652_street_to_satellit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68C83603-BF89-4F5D-AC32-DB2920D0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7" name="university1652_street_to_satellit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0219B3D-9325-4E30-B07D-ED972718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782786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08" name="university1652_street_to_satellit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EE4B7921-ADA4-40D9-904B-4FFA8C9B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3676196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09" name="university1652_street_to_satellit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53277016-6B01-422F-90B2-29D63451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76196"/>
            <a:ext cx="307020" cy="2664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10" name="university1652_street_to_satellit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5BFCC4D-6337-410B-9507-9007517D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942670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11" name="university1652_street_to_satellit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239CF1B-FE69-43EC-9A48-9571F8AE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49259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12" name="university1652_street_to_satellit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2CFE7F81-ECE0-4B0F-923F-29D8993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3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13" name="university1652_street_to_satellit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BC30529D-4898-4C1F-891F-368529F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75738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14" name="university1652_street_to_satellit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571EBA33-1F58-4644-BBA9-7D143D3F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07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15" name="university1652_street_to_satellit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57CF0B8D-E859-478C-8A87-5CEED132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9172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16" name="university1652_street_to_satellit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A3321B52-8ABE-4132-81C8-ADCF7E2F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238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17" name="university1652_street_to_satellit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27FF1BC5-1F28-403D-8742-E9A14EB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837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18" name="university1652_street_to_satellit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30CE0514-7E26-47C6-882D-6A8E484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89375"/>
            <a:ext cx="307020" cy="310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19" name="university1652_street_to_satellit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85AE8393-3674-438D-8B1A-19C98B9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3889375"/>
            <a:ext cx="307020" cy="310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20" name="university1652_street_to_satellit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21A6EEE6-39B1-433C-98E8-DCB1E99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889375"/>
            <a:ext cx="307020" cy="2797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21" name="university1652_street_to_satellit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1A79282B-789B-45DE-AAB1-9BFBCCD3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1760" y="3951552"/>
            <a:ext cx="307020" cy="217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22" name="university1652_street_to_satellit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6DC33AC6-4D68-4817-8AE1-613D017E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51552"/>
            <a:ext cx="307020" cy="1865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23" name="university1652_street_to_satellit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7EEDA3EC-42EF-489F-98D9-972720DA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39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4" name="university1652_street_to_satellit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82291C5F-5A3A-46C8-B4A3-D09B7AE9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8950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5" name="university1652_street_to_satellit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E2C601AA-1DC2-4F39-8D7B-C22AEDD8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8639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6" name="university1652_street_to_satellit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E921B8E9-1622-4323-8C1C-66F72D1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41437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7" name="university1652_street_to_satellit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BBD63D1A-08BD-41FF-935F-17814AF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261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8" name="university1652_street_to_satellit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91E87633-5F55-4B1C-8D16-C844DD7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126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9" name="university1652_street_to_satellit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0E192DEC-7D37-4FF4-82F6-797DC40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30" name="university1652_street_to_satellit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D496CA81-62EB-4189-995B-BB057C92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1" name="university1652_street_to_satellit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CCE41CBA-9851-4970-9DD7-F18BA65E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university1652_street_to_satellit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8FA00A56-0DF1-400C-A3A2-A748EAE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862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3" name="university1652_street_to_satellit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D698E5B7-8A3E-429F-ABD2-95C9B8E4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42836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34" name="university1652_street_to_satellit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6E8ABAA1-B224-4C32-9FC6-8DD4DFE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3370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5" name="university1652_street_to_satellit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B5640D65-5245-4A67-9FA8-07D9BF88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27913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36" name="university1652_street_to_satellit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93CE191E-4744-442C-A473-1871ADA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1878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7" name="university1652_street_to_satellit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2F087E82-86ED-4AC0-9DC0-E6483485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2991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38" name="university1652_street_to_satellit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C114E74F-4237-463F-9C8D-1181B275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9" name="university1652_street_to_satellit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1DB1101F-F364-4D62-9605-CB9B23CD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40" name="university1652_street_to_satellit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390C9406-831A-4AA0-8F9F-9A21EA45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893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41" name="university1652_street_to_satellit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BC9B2015-F812-4BAF-9B1D-3C4180F3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83146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42" name="university1652_street_to_satellit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994E6027-CBBB-4670-82C2-C1399B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7401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43" name="university1652_street_to_satellit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E07E8347-950E-47A4-886B-F35D2706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68223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4" name="university1652_street_to_satellite/r_at_1/panel-center_occlusion-grid-140">
            <a:extLst xmlns:a="http://schemas.openxmlformats.org/drawingml/2006/main">
              <a:ext uri="{FF2B5EF4-FFF2-40B4-BE49-F238E27FC236}">
                <a16:creationId xmlns:a16="http://schemas.microsoft.com/office/drawing/2014/main" id="{A601B927-D26D-4FBD-9543-BBA542B1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5909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45" name="university1652_street_to_satellite/r_at_1/panel-center_occlusion-ytick-140">
            <a:extLst xmlns:a="http://schemas.openxmlformats.org/drawingml/2006/main">
              <a:ext uri="{FF2B5EF4-FFF2-40B4-BE49-F238E27FC236}">
                <a16:creationId xmlns:a16="http://schemas.microsoft.com/office/drawing/2014/main" id="{9E2AAFCA-578B-4044-87BF-F10A5766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3301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246" name="university1652_street_to_satellite/r_at_1/panel-center_occlusion-grid-160">
            <a:extLst xmlns:a="http://schemas.openxmlformats.org/drawingml/2006/main">
              <a:ext uri="{FF2B5EF4-FFF2-40B4-BE49-F238E27FC236}">
                <a16:creationId xmlns:a16="http://schemas.microsoft.com/office/drawing/2014/main" id="{0A6684BE-F713-4B49-86B9-3A240EB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47" name="university1652_street_to_satellite/r_at_1/panel-center_occlusion-ytick-160">
            <a:extLst xmlns:a="http://schemas.openxmlformats.org/drawingml/2006/main">
              <a:ext uri="{FF2B5EF4-FFF2-40B4-BE49-F238E27FC236}">
                <a16:creationId xmlns:a16="http://schemas.microsoft.com/office/drawing/2014/main" id="{CCA8876C-136A-4754-A01A-A1B5BBE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248" name="university1652_street_to_satellit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0024D420-04CA-4AAC-8955-0E9E8A0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9" name="university1652_street_to_satellit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1F2D8897-33C8-4C13-93F2-ED0D8016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0" name="university1652_street_to_satellit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8CEEED4C-2149-4FEB-BABE-667259C8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1" name="university1652_street_to_satellit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E7DDB095-6F44-45E0-AE85-92400AAF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2" name="university1652_street_to_satellit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3B94E5EC-C422-4D37-8683-B9251575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3" name="university1652_street_to_satellit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CD5866E3-05E8-4E25-BF07-18ACE6B3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4" name="university1652_street_to_satellit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0C3111DD-7BAD-4234-A65B-C3EDD249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5" name="university1652_street_to_satellit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ADC05AA5-A212-4B74-9C94-23B3CA3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6" name="university1652_street_to_satellit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B4B581EE-0D85-41DD-A9A9-F938F1E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7" name="university1652_street_to_satellit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8B2F5688-800B-4233-BAAD-4B298FA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8" name="university1652_street_to_satellit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C4205563-5832-48A5-BA52-923EE735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9" name="university1652_street_to_satellit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93A1C623-108D-4D03-BAF6-FE0A698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0" name="university1652_street_to_satellit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DFA98A14-558F-4411-BE56-A7A2C780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1" name="university1652_street_to_satellit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9DA4002F-8B17-4AD3-99C1-13D62DB3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2" name="university1652_street_to_satellit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97B6135A-6173-4BA0-858D-4E5FD72F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3836080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63" name="university1652_street_to_satellit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7E197CC-0BDE-4F57-8269-A2A075E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36080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64" name="university1652_street_to_satellit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83D2D078-4594-44DD-8266-C9F172F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3889375"/>
            <a:ext cx="307020" cy="2664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65" name="university1652_street_to_satellit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28612C72-5EDB-44A1-A72D-145A367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155848"/>
            <a:ext cx="307020" cy="213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66" name="university1652_street_to_satellit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B2B1129-96FD-4C3A-98DA-EF2CB64F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55380" y="4209143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67" name="university1652_street_to_satellit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0D3EEE8D-0F98-4C48-AF56-9B2E7F04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863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68" name="university1652_street_to_satellit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354E5C69-A40D-490D-A0CA-133E28CB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106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69" name="university1652_street_to_satellit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661B5389-8C3A-40E3-9EC8-E3220A3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863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70" name="university1652_street_to_satellit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3C5930D6-5666-4984-A90B-3904E91C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1304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71" name="university1652_street_to_satellit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59D79B60-A8D6-47B1-BB5B-5FCA5ED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3436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72" name="university1652_street_to_satellit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63772A82-4357-41BF-8DA8-02D1B3E6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1837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73" name="university1652_street_to_satellit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44CA018B-3E95-4474-B90F-F72DF5DD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89375"/>
            <a:ext cx="307020" cy="1865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74" name="university1652_street_to_satellit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ADA0E69E-D5F7-4268-8153-F89A161A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075906"/>
            <a:ext cx="307020" cy="124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75" name="university1652_street_to_satellit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1702AF85-9575-4651-AE91-AA4A5390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41340" y="4169172"/>
            <a:ext cx="307020" cy="310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76" name="university1652_street_to_satellit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79E96A75-A370-496F-BCDA-CD656BE3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169172"/>
            <a:ext cx="307020" cy="217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77" name="university1652_street_to_satellit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96BCD419-76B6-404F-BFF3-9814C8D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386792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78" name="university1652_street_to_satellit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09D851E4-E8B7-4BD1-B7B4-B85CA58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8639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79" name="university1652_street_to_satellit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F5316407-2E29-4A73-92B9-B454F71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505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80" name="university1652_street_to_satellit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6AFC52F0-B3E6-4DE8-9165-493B2E82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748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81" name="university1652_street_to_satellit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4FAB5599-4100-47C3-9F84-26AE77D7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1437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82" name="university1652_street_to_satellit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869C3C94-39D4-48D2-8DF1-954AD68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3613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83" name="university1652_street_to_satellit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0DB9974D-4010-4852-9C1E-48C8C80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3613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84" name="university1652_street_to_satellit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E81ADB97-B97F-4FA0-98F0-EFEAEB3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85" name="university1652_street_to_satellit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83CE42C3-F038-4493-B130-BE7F663D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86" name="university1652_street_to_satellit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CC2DF534-125D-47BA-A0B5-778415A1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7" name="university1652_street_to_satellit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3B5A230A-8E92-41BB-BDE1-E52AFA8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862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88" name="university1652_street_to_satellit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3A52CED0-2463-44CB-86CB-941C144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42836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89" name="university1652_street_to_satellit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B45264D2-B96D-4887-91B5-6FBFC0C9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3370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90" name="university1652_street_to_satellit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B727D112-86CF-4E02-87F5-7F334A5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27913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91" name="university1652_street_to_satellit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C5444734-FA35-4639-BBF5-266A7AF7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1878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92" name="university1652_street_to_satellit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1BA09881-9B4F-4954-B457-5C13F897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29913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93" name="university1652_street_to_satellit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88A98599-7B04-4D03-B997-A1B03E1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94" name="university1652_street_to_satellit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61967E15-C887-40A8-B88E-8F07C28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95" name="university1652_street_to_satellit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726227BE-56A3-40CF-82E2-07339245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8937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96" name="university1652_street_to_satellit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6D2B5A2C-0BDE-4092-A42B-FBA3651F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83146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97" name="university1652_street_to_satellit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5ED3D468-F699-459D-8E2B-5DC5E72E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74015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98" name="university1652_street_to_satellit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6C28347C-45B5-4790-B1C0-97C54FC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68223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99" name="university1652_street_to_satellite/r_at_1/panel-rotation-grid-140">
            <a:extLst xmlns:a="http://schemas.openxmlformats.org/drawingml/2006/main">
              <a:ext uri="{FF2B5EF4-FFF2-40B4-BE49-F238E27FC236}">
                <a16:creationId xmlns:a16="http://schemas.microsoft.com/office/drawing/2014/main" id="{6ACE3D5C-5224-4765-BD6A-9354E87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590925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300" name="university1652_street_to_satellite/r_at_1/panel-rotation-ytick-140">
            <a:extLst xmlns:a="http://schemas.openxmlformats.org/drawingml/2006/main">
              <a:ext uri="{FF2B5EF4-FFF2-40B4-BE49-F238E27FC236}">
                <a16:creationId xmlns:a16="http://schemas.microsoft.com/office/drawing/2014/main" id="{214B4943-9BF1-4C7D-A278-803D81A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33013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301" name="university1652_street_to_satellite/r_at_1/panel-rotation-grid-160">
            <a:extLst xmlns:a="http://schemas.openxmlformats.org/drawingml/2006/main">
              <a:ext uri="{FF2B5EF4-FFF2-40B4-BE49-F238E27FC236}">
                <a16:creationId xmlns:a16="http://schemas.microsoft.com/office/drawing/2014/main" id="{6D765AC6-503D-431E-B35A-D00BD91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302" name="university1652_street_to_satellite/r_at_1/panel-rotation-ytick-160">
            <a:extLst xmlns:a="http://schemas.openxmlformats.org/drawingml/2006/main">
              <a:ext uri="{FF2B5EF4-FFF2-40B4-BE49-F238E27FC236}">
                <a16:creationId xmlns:a16="http://schemas.microsoft.com/office/drawing/2014/main" id="{6C2D34A7-99D8-4309-A9FE-2421A120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303" name="university1652_street_to_satellit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128029EA-C24F-44E5-89E1-80DFB22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04" name="university1652_street_to_satellit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AA8E03AF-DD01-45E3-BD5C-C8F42D1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05" name="university1652_street_to_satellit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323F4658-433A-4251-AF29-4E445AA2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06" name="university1652_street_to_satellit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3645CCF3-F538-4DBE-B158-87A25A68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7" name="university1652_street_to_satellit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2B0DE287-FB4A-4255-93FE-0721283D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08" name="university1652_street_to_satellit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914A0B87-4C7F-4335-B90B-E3D4D2E9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9" name="university1652_street_to_satellit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30F0F456-AD56-4FB0-94D9-3A446F13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0" name="university1652_street_to_satellit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7E64F7E0-0D04-4BBE-92CF-ECA5EBFA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1" name="university1652_street_to_satellit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ED953E87-28B1-4980-9547-86729017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2" name="university1652_street_to_satellit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31C600F2-6B88-47A8-8BB4-CF45C209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3" name="university1652_street_to_satellit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D298A91A-B27A-461B-A380-57CF81B1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4" name="university1652_street_to_satellit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69190F18-2352-4D75-A7E4-0E37A58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5" name="university1652_street_to_satellit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3E6ED2C2-7DBF-4EA2-B693-25F33BA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6" name="university1652_street_to_satellit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A98052B5-207A-4901-92E5-FB7B4943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7" name="university1652_street_to_satellit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7A72A76F-FE36-4109-AB8A-E4D34929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89375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18" name="university1652_street_to_satellit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0315468-2C8B-48F4-8FBD-734EC964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889375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19" name="university1652_street_to_satellit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95C0EB5-87F9-4637-BF75-1B7F435C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836080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20" name="university1652_street_to_satellit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81D5E03E-2DCB-46F0-8B33-FE16E296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836080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21" name="university1652_street_to_satellit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66F1C4B-EA02-4842-A806-B64A0ADD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836080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22" name="university1652_street_to_satellit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BE00B814-44C3-45AD-9948-050E237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863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3" name="university1652_street_to_satellit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1AD1E3F0-9F2F-49F3-BDC7-FAE89070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9172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4" name="university1652_street_to_satellit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D55A1357-1FCA-4D8D-AB34-3D9BE46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863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5" name="university1652_street_to_satellit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FED52A09-ED75-42F5-B2B1-8C93CD8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8106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6" name="university1652_street_to_satellit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DFF25737-A74D-4144-A426-63CA5E9E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8106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7" name="university1652_street_to_satellit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F4B7DE1D-6E2B-4670-9288-5402EF65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863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28" name="university1652_street_to_satellit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4CAB8C58-EDD8-4152-8AD3-6FF999ED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827198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29" name="university1652_street_to_satellit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BB2F1723-8D9F-4C3E-8AEB-B93A8B6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827198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30" name="university1652_street_to_satellit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0802868F-F4F0-4474-A7F7-5167F21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796109"/>
            <a:ext cx="307020" cy="93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31" name="university1652_street_to_satellit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5F25DF5C-9876-4EC0-9004-30C7895B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796109"/>
            <a:ext cx="307020" cy="155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32" name="university1652_street_to_satellit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9A5E1E05-25A6-4D93-9279-EFFD072C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951552"/>
            <a:ext cx="307020" cy="155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33" name="university1652_street_to_satellit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5775B825-88DF-4924-9CD1-77F7B095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8639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4" name="university1652_street_to_satellit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644FB483-5009-4031-B6FF-647465B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80179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5" name="university1652_street_to_satellit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63A95F17-64DE-4AEF-B1CA-3A8FC715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8639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6" name="university1652_street_to_satellit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3F8501C8-5CC8-4D36-AAD9-0F664B0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7707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7" name="university1652_street_to_satellit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7FBE09B6-42E7-47F5-9671-438DBA0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9261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8" name="university1652_street_to_satellit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679F1FC2-657E-4AD6-B6ED-2FDBEFC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40815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9" name="university1652_street_to_satellit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EB33E9B4-0164-43C6-A4E9-45003318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40" name="university1652_street_to_satellite/r_at_1/caveat-1">
            <a:extLst xmlns:a="http://schemas.openxmlformats.org/drawingml/2006/main">
              <a:ext uri="{FF2B5EF4-FFF2-40B4-BE49-F238E27FC236}">
                <a16:creationId xmlns:a16="http://schemas.microsoft.com/office/drawing/2014/main" id="{4320354C-1022-43A5-840D-298E1949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41" name="university1652_street_to_satellite/r_at_1/caveat-2">
            <a:extLst xmlns:a="http://schemas.openxmlformats.org/drawingml/2006/main">
              <a:ext uri="{FF2B5EF4-FFF2-40B4-BE49-F238E27FC236}">
                <a16:creationId xmlns:a16="http://schemas.microsoft.com/office/drawing/2014/main" id="{1CC29EE1-99E9-40A6-9267-7CF555CC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42" name="university1652_street_to_satellite/r_at_1/caveat-3">
            <a:extLst xmlns:a="http://schemas.openxmlformats.org/drawingml/2006/main">
              <a:ext uri="{FF2B5EF4-FFF2-40B4-BE49-F238E27FC236}">
                <a16:creationId xmlns:a16="http://schemas.microsoft.com/office/drawing/2014/main" id="{A1E01D49-FDC5-4134-990F-AD4C8B65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43" name="university1652_street_to_satellite/r_at_1/caveat-4">
            <a:extLst xmlns:a="http://schemas.openxmlformats.org/drawingml/2006/main">
              <a:ext uri="{FF2B5EF4-FFF2-40B4-BE49-F238E27FC236}">
                <a16:creationId xmlns:a16="http://schemas.microsoft.com/office/drawing/2014/main" id="{DE7C96D7-14D3-451A-89D8-4879ADC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777343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university1652_street_to_satellit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97E808A4-2E8B-41B3-AB6E-75D6C1A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55781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University-1652: Street → satellite</a:t>
            </a:r>
          </a:p>
        </p:txBody>
      </p:sp>
      <p:sp>
        <p:nvSpPr>
          <p:cNvPr id="2" name="university1652_street_to_satellit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FF61A1BA-0D3E-4502-8EF7-B4AD3D7A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university1652_street_to_satellit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DE872E63-4886-495C-97CB-61C893A3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university1652_street_to_satellit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74080156-2D36-42A9-9151-0A6E431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university1652_street_to_satellit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772113EF-F50A-4D12-9AB9-400A655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university1652_street_to_satellit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0470911E-D441-4868-992D-385CE6D6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university1652_street_to_satellit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FCDD400A-F175-49D7-A813-77A23F5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27190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1.7087; Full 2.1849</a:t>
            </a:r>
          </a:p>
        </p:txBody>
      </p:sp>
      <p:sp>
        <p:nvSpPr>
          <p:cNvPr id="8" name="university1652_street_to_satellit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879F77E0-F4D7-4B27-B4E5-70C91B4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university1652_street_to_satellit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05B321C7-5EA2-4E77-BBF8-E8C9B85D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university1652_street_to_satellit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0D991033-DDEE-4017-90D6-123F8797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university1652_street_to_satellit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EAF33D42-87B9-47FA-8544-7A03F4FB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university1652_street_to_satellit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321C2467-9320-4A2B-A8FF-4B0AAAF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university1652_street_to_satellit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80CFC229-4B0B-46D8-AFA6-1310B1B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university1652_street_to_satellit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3D7D267B-DB09-40A9-A91E-80447780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university1652_street_to_satellit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DE4B149C-4304-411F-B3AA-6E85F910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university1652_street_to_satellit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997D7FB8-886F-43F5-A3FE-5F15A44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university1652_street_to_satellit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BEA1907C-7109-40E6-BEBE-70F51C92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university1652_street_to_satellit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2F3D3063-BDBB-4911-B8BF-E0CC17BF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university1652_street_to_satellit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7DCB6FE6-BA97-4C0A-A83F-7B8E246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university1652_street_to_satellit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C2C66A03-EBD6-4222-A530-6280CB1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university1652_street_to_satellit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65121EA0-C2B4-4C27-8225-4158C93C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university1652_street_to_satellit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465AE60C-579E-441B-B4D8-2A814851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university1652_street_to_satellit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AE6C5881-8E80-4E45-8BA4-EA8E701A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university1652_street_to_satellit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6D2D7E37-429B-4E69-A909-E0276E7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university1652_street_to_satellit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F2A2DC5F-073B-420F-A218-4370BED8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university1652_street_to_satellit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4449E668-05C8-4014-8270-AC34731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university1652_street_to_satellit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886658AF-A880-426B-9F84-BFF5769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university1652_street_to_satellit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A370B61D-1A5C-4368-870A-2D0DC88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university1652_street_to_satellit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A09D7560-961B-4D27-9ADA-474D545C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university1652_street_to_satellit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A9B779A0-A518-4B55-B727-463210A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university1652_street_to_satellit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354AB82E-16E8-4308-9093-D7CF4393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university1652_street_to_satellit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5ED3BE50-C7EB-4BAE-9E1A-65C591B0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university1652_street_to_satellit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6E3253C6-5FB8-4D14-8BAD-C9BD5F54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university1652_street_to_satellit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D767B288-E225-48E5-95EE-454F82C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university1652_street_to_satellit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66775C24-253D-4CBD-A279-290C547E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university1652_street_to_satellit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9DF67DC0-7736-4A27-8655-1386791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university1652_street_to_satellit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B598EC3C-EEDE-4D4B-9D05-DA3ECBE7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university1652_street_to_satellit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71F8A14-A95A-4783-9326-93209BF2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5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university1652_street_to_satellit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7A57C6B-4AD5-423D-9A49-5846B20E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08105"/>
            <a:ext cx="307020" cy="890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university1652_street_to_satellit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65819AF-B24B-4A75-874C-EE6E4B5A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97160"/>
            <a:ext cx="307020" cy="266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university1652_street_to_satellit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0FE90B4-B897-4678-8F7E-6294F11C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23820"/>
            <a:ext cx="307020" cy="88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university1652_street_to_satellit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2FDC9902-2D60-406B-86F7-E1EF6AF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1912768"/>
            <a:ext cx="307020" cy="1027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university1652_street_to_satellit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04976D43-489B-4008-8559-2113BB4F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university1652_street_to_satellit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F7F4ECB2-F329-479F-B827-DC321443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827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university1652_street_to_satellit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7AF4AA29-C3E6-44B2-B44A-A1B68D2B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7176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university1652_street_to_satellit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38F3CC86-3E4F-48F1-AE78-FAC9219A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79842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university1652_street_to_satellit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93CEA435-7194-49B9-A0C5-FFD728EB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8873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university1652_street_to_satellit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DB592FF7-5F66-48C4-8D61-EC082EB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19901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university1652_street_to_satellit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28E7A2AB-8ABA-4585-8AFA-39DF9DDC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1626171"/>
            <a:ext cx="307020" cy="45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university1652_street_to_satellit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2BD75CF7-F92E-490F-BA66-AA5C72FD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1594831"/>
            <a:ext cx="307020" cy="31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university1652_street_to_satellit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AA76798A-25A4-4EAA-8599-E93FE0AF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594831"/>
            <a:ext cx="307020" cy="548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university1652_street_to_satellit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CA394E3F-A63A-4FA3-B6AE-F5DAC34D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649675"/>
            <a:ext cx="307020" cy="1379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university1652_street_to_satellit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422CF0B5-AC72-4B4F-80B7-60BCB6AE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1787608"/>
            <a:ext cx="307020" cy="2277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university1652_street_to_satellit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FED32463-A8DE-474F-9F9A-A4609DBF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university1652_street_to_satellit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E506A5BE-E63A-4647-9B0A-48D8A25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0077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university1652_street_to_satellit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8C79F01D-E15C-483E-AA42-0925DCB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56943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university1652_street_to_satellit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D333D2C4-35CE-4D6B-9A94-15EF7848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6242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university1652_street_to_satellit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F88AE952-15BB-439F-B2F0-56310EB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7622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university1652_street_to_satellit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F2A58D80-94EF-4AFC-BFA8-7C6F0AC4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19899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university1652_street_to_satellit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8BEFB319-9DF1-4DC5-8269-B22F6D3A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university1652_street_to_satellit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16AD9D31-B027-4FF8-A148-5D1F0978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university1652_street_to_satellit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D000BC25-A43C-49B1-A791-D9CC490E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university1652_street_to_satellit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AB9AF735-F3F1-4116-943A-CAD817CB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university1652_street_to_satellit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26D70242-3FCA-49F7-88F1-1223256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university1652_street_to_satellit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DCBBD621-C592-4E29-A84E-E5908CAB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university1652_street_to_satellit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917FE9B0-5C5E-4852-8749-075496F2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university1652_street_to_satellit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AF00E9AB-A1D5-40AB-8320-C399AD05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university1652_street_to_satellit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ED158465-8801-4A9B-A222-4C45080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university1652_street_to_satellit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0730ED71-BC85-4A7B-8770-C9F85929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university1652_street_to_satellit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D8AEE90A-7CB2-4FC2-A7FF-36BD9325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university1652_street_to_satellit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4628EA52-CE15-4E33-A675-0E2DD9E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university1652_street_to_satellit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4D0D35A7-D2F4-4FD7-B9CF-B9CC2B4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university1652_street_to_satellit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6E954EAB-0BFB-4DC2-938E-F794268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university1652_street_to_satellit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87CE865C-6CE0-41EE-AA30-6BBA695F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university1652_street_to_satellit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12C25031-4BBA-40D2-A91C-971F0CC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university1652_street_to_satellit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5F3959D0-F19C-4F80-9E38-A146E8B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university1652_street_to_satellit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F498D294-359C-4F1F-93FF-0E3EFB1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university1652_street_to_satellit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FD057F18-24C2-4E98-9865-14DD0E48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university1652_street_to_satellit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EBA45F77-A2D9-48E9-B573-FECF0C7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university1652_street_to_satellit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AA62A3FA-CD01-46D0-9335-E2E0114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university1652_street_to_satellit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2473B60B-02B8-4AC5-97F3-B50DE335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university1652_street_to_satellit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A78F8180-5D2E-4F7A-AEEF-0E675A19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university1652_street_to_satellit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EC860A64-75D4-47C7-9BE7-993F5622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university1652_street_to_satellit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527483FB-949E-44DF-915E-CDF3D84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university1652_street_to_satellit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B46A9212-7A24-454C-8419-E776747E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university1652_street_to_satellit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1F63E8EA-E363-4570-90A5-36C7A627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university1652_street_to_satellit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3026736C-6E2E-4214-8A55-1CB076F0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university1652_street_to_satellit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650B581C-DB13-4396-AD96-6D65058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university1652_street_to_satellit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27D75010-DA24-48FB-95DE-5C2B2B03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1793"/>
            <a:ext cx="307020" cy="103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university1652_street_to_satellit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2F2F6A4-B78D-4C97-859A-CDEA874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1793"/>
            <a:ext cx="307020" cy="46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university1652_street_to_satellit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2CBDFF6-F945-4AFC-B6EC-8483ADD8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08279"/>
            <a:ext cx="307020" cy="20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university1652_street_to_satellit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4605954-6769-4351-B5E0-0B93C4C7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909879"/>
            <a:ext cx="307020" cy="151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university1652_street_to_satellit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E00E8F3-71D6-4808-BF68-A0430A3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61607"/>
            <a:ext cx="307020" cy="121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university1652_street_to_satellit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E037C9E0-8B92-4409-95E0-E5D9B868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university1652_street_to_satellit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78663FAA-C7A6-4390-BC02-1B495C5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63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university1652_street_to_satellit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59F04228-F3E1-4220-B568-E4E2B3F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828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university1652_street_to_satellit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12B4325E-707A-4E83-B7B4-8C52657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844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university1652_street_to_satellit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B31DBF7E-C2B8-49AC-9D90-57006021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3620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university1652_street_to_satellit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6A5917AF-783D-4F5D-B270-B821B2E6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1574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university1652_street_to_satellit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0ADF66D6-A62F-43C3-B9E1-BCD96777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01186"/>
            <a:ext cx="307020" cy="709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university1652_street_to_satellit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7471A638-3A4D-4705-A02E-2ABBE6C0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01186"/>
            <a:ext cx="307020" cy="1787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university1652_street_to_satellit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E3F795C8-2DF3-43FA-BAB6-FE8FBF4A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79932"/>
            <a:ext cx="307020" cy="2791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university1652_street_to_satellit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5D3F56BF-E404-48AD-9354-59EDFF8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059085"/>
            <a:ext cx="307020" cy="1726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university1652_street_to_satellit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9480F1CF-15E7-4D05-B593-114ED2D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31705"/>
            <a:ext cx="307020" cy="478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university1652_street_to_satellit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FBD05078-9EC1-4874-87BA-82E79D4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university1652_street_to_satellit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FF6FD6AA-C7C7-4789-96C6-F8FAD13A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5757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university1652_street_to_satellit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5539FACA-D818-4A4D-9D4A-5D959A75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5453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university1652_street_to_satellit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204B1434-CEC0-4AA2-86F3-CCEFB75E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336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university1652_street_to_satellit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903618FD-C121-4B25-AA14-D05EC4B9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0630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university1652_street_to_satellit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F5B9D5A0-F649-4B55-91CD-DFC1695C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5410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university1652_street_to_satellit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9B38929F-4D30-49A6-84DA-779DA3A4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university1652_street_to_satellit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DB7683A1-AC11-4823-A80C-2B507C4C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university1652_street_to_satellit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C5EEB231-2FC6-4FA7-AF17-126F2DBC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university1652_street_to_satellit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8655587D-E445-4DBD-8913-7ED3DD80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university1652_street_to_satellit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554BB208-B45E-4EEF-B474-D60CB297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university1652_street_to_satellit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D2C9743F-F5C9-499C-B7E4-67BFA594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university1652_street_to_satellit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D4FF30E4-2578-4802-85A2-75A6638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university1652_street_to_satellit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3C39976B-E1B6-41E5-BC9C-9A9B6C9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university1652_street_to_satellit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52EAE865-E401-4A7B-A001-4D4CC306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university1652_street_to_satellit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80ED72EE-A3B5-4066-A70A-65F1D5E6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university1652_street_to_satellit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5A5C4A4C-8C3C-4005-ABF6-CDDC750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university1652_street_to_satellit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07F4B9D0-8DA4-4593-A829-AADCDDDD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university1652_street_to_satellit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F42C0EA5-E4EB-40FA-80B7-0136183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university1652_street_to_satellit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97144E1B-439A-404F-AE41-0E0BE760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university1652_street_to_satellit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32BD375A-4E88-455C-BD9E-B9728178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university1652_street_to_satellit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6D415985-3FBD-4830-87F6-D41192D9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university1652_street_to_satellit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414193E4-913B-4C6E-81C1-629892A1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university1652_street_to_satellit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1F91145D-4DDA-4ED0-8089-5597AF00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university1652_street_to_satellit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6ED6CBD9-AE62-4C35-9795-F8FDE79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university1652_street_to_satellit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16D22632-5F97-4DB9-A481-519CA0B8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university1652_street_to_satellit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5D322F2F-0B17-4547-BE35-76F8CFDB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university1652_street_to_satellit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66847834-20B9-4BA3-B72B-9108B96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university1652_street_to_satellit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5BB48220-271B-4BD0-8D9C-D224A8C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university1652_street_to_satellit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5C4EFC3A-8C41-4782-954D-F7B1D3D3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university1652_street_to_satellit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F1C0D831-4F29-44F5-9ED8-FE1547C7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university1652_street_to_satellit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E682E7CA-3256-48FA-B9B2-D7EE8C6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university1652_street_to_satellit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709787A4-6F42-4E3D-810D-5FCE14BB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university1652_street_to_satellit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2EADA3BB-6DAE-4DB3-B286-7825195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university1652_street_to_satellit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C5A2BBC1-2101-42F3-A325-2F66033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university1652_street_to_satellit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ABA6008-9151-44CE-BD15-B9709F2D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15090"/>
            <a:ext cx="307020" cy="57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university1652_street_to_satellit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EAAC631-C2B1-4266-BE09-EB838C21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15090"/>
            <a:ext cx="307020" cy="35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university1652_street_to_satellit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0485645-8838-469F-82E5-D58FF20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08267"/>
            <a:ext cx="307020" cy="104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university1652_street_to_satellit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7CB4BEE-38AF-4B39-84E9-BDEED75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08267"/>
            <a:ext cx="307020" cy="52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university1652_street_to_satellit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0A5DC87-FD49-4C84-9445-8437E12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660374"/>
            <a:ext cx="307020" cy="2586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university1652_street_to_satellit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2BE8248A-CD71-47CE-A76C-9C93132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university1652_street_to_satellit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6B65F34A-DD3B-450F-B212-E72AB07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5896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university1652_street_to_satellit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55004BC4-1087-4912-B4F6-E8386A9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932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university1652_street_to_satellit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FA896B62-D659-41C3-8751-D3993A5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828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university1652_street_to_satellit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3455A138-D4E9-4422-AA3B-3DD3DFDA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349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university1652_street_to_satellit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255572FF-3B9B-4136-9B2C-79259E3B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189363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university1652_street_to_satellit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80708F65-EF2E-403D-851C-B6FD8C2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05655"/>
            <a:ext cx="307020" cy="665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university1652_street_to_satellit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E1C49439-4535-42B2-9AF2-07BB38CC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05655"/>
            <a:ext cx="307020" cy="4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university1652_street_to_satellit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4EA07243-7621-4856-96AF-2E72FE2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47134"/>
            <a:ext cx="307020" cy="41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university1652_street_to_satellit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4A463284-9012-48B3-AAEC-BABCCF5D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47134"/>
            <a:ext cx="307020" cy="45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university1652_street_to_satellit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7569AA51-369C-42FB-B12C-A63CBC06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692758"/>
            <a:ext cx="307020" cy="257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university1652_street_to_satellit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52589B75-1059-419F-8132-6F8F164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university1652_street_to_satellit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6C9E120B-3213-4E7F-9B34-CD3DCB9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58025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university1652_street_to_satellit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7C0848EA-D301-443D-BCC2-612A6A20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25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university1652_street_to_satellit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AA89608D-3D76-4B6F-B3B4-52063821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2173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university1652_street_to_satellit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8207B922-948E-4A35-A011-A0B3CAD1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673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university1652_street_to_satellit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54904848-CAB3-466F-A0D2-DCCF85A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192448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university1652_street_to_satellit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7672A24E-5796-45FF-B4AA-B2D25035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university1652_street_to_satellit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EFE7A734-7411-4CAF-8ECC-5E6C0B93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university1652_street_to_satellit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74EC8188-8205-48A1-9BB4-2F070F13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university1652_street_to_satellit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5114D58E-6F87-4423-9CEF-770E88B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university1652_street_to_satellit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050FD6B5-8187-4C3D-8244-EBC28BB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university1652_street_to_satellit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E0093A4A-7672-4ACF-A3E8-35406ECB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university1652_street_to_satellit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3BD39D5D-7E48-4F63-952F-9698A5D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university1652_street_to_satellit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5816280A-BDD8-4838-BA22-FCF0234E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university1652_street_to_satellit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D50E1FE5-273E-40A5-BA69-34DE9D78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university1652_street_to_satellit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5346FBE1-3988-4820-A85C-918D0787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university1652_street_to_satellit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29A7D5D1-E7E8-4D76-A849-31ED2E25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university1652_street_to_satellit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3035AA77-CDC8-4DA0-B725-BBE1C846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university1652_street_to_satellit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8F9E5823-5E90-46F7-956F-B7F5A82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university1652_street_to_satellit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3EEFB144-C589-4BB8-8C58-D3314BAA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university1652_street_to_satellit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9F9FC239-7DB9-47C6-9716-5828E22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university1652_street_to_satellit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085E6929-32C4-4A31-98AE-732EAB96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university1652_street_to_satellit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6AF9D5FA-CF4F-4144-8F99-F0D73EC8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university1652_street_to_satellit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F7957451-1D04-4D32-80AF-0AA1EB14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university1652_street_to_satellit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37B90172-3A5F-44F0-AE3A-7EB2B579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university1652_street_to_satellit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0EB745A8-8F55-43A5-8CEA-E8E3DDEE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university1652_street_to_satellit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E73824F0-FC69-4364-AE8C-D7DF061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university1652_street_to_satellit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159E78B0-9965-4B87-915A-D48DCE2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university1652_street_to_satellit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636D96F4-3AF0-4DC8-B946-319FB339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university1652_street_to_satellit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E1EF8DB5-0208-40B0-865A-06E0338C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university1652_street_to_satellit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C87A939A-5B1C-4D9D-8BC9-A866C91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university1652_street_to_satellit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58887777-2199-46AD-895C-ACA50E7B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university1652_street_to_satellit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0BC11BA7-BE70-47EA-804C-8B156B5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university1652_street_to_satellit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649DDBD4-8DAB-4F09-8C5F-2F291840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university1652_street_to_satellit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BAC8675F-3ADA-4895-A845-15C82C0C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university1652_street_to_satellit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9C0F0C61-1515-4091-A015-1A928D9D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35050"/>
            <a:ext cx="307020" cy="56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university1652_street_to_satellit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02DA599-2E42-45F7-BCA4-27C5B9E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3623544"/>
            <a:ext cx="307020" cy="115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university1652_street_to_satellit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6F1D0D6-CA7A-4B84-9BB2-2BC2B7AC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23544"/>
            <a:ext cx="307020" cy="132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university1652_street_to_satellit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3E447E8-CF2B-499D-BEDD-229600B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56332"/>
            <a:ext cx="307020" cy="132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university1652_street_to_satellit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4F48998-091A-498C-A358-FD864343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89005"/>
            <a:ext cx="307020" cy="20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university1652_street_to_satellit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1091FBE1-6DBC-49BC-B474-3E777B73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university1652_street_to_satellit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7C41D9E0-9F48-4877-8E3C-1658CC2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096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university1652_street_to_satellit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764D816D-8A41-4089-AC25-079BE5B5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59814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university1652_street_to_satellit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21BD1A52-9F5B-482A-8ADF-BE585441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309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university1652_street_to_satellit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87DA2383-2C86-4903-B91C-BCCDCDB1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636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university1652_street_to_satellit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7342407F-5170-40C3-8C29-FFB6A5AA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07023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university1652_street_to_satellit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32324A01-E664-4824-86F0-98304ED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79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university1652_street_to_satellit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DCBE071B-2A82-4C26-8283-1E6BB2EF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3657575"/>
            <a:ext cx="307020" cy="10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university1652_street_to_satellit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23ED8024-7AFD-49F5-A93A-3057AE9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57575"/>
            <a:ext cx="307020" cy="1496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university1652_street_to_satellit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05A9133B-5227-4A12-8183-EA48977E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1760" y="3803819"/>
            <a:ext cx="307020" cy="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university1652_street_to_satellit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20B3A085-B26F-4577-A598-EB7B5B5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03819"/>
            <a:ext cx="307020" cy="260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university1652_street_to_satellit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812F5789-B573-4BD1-B232-6D7D6C32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university1652_street_to_satellit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188A2790-F7C9-4F04-AB80-4B45AD91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325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university1652_street_to_satellit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DC959B4E-8A94-46DB-AC9D-FDBD8D0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321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university1652_street_to_satellit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9ACEA7B7-1437-4763-86AC-9E38B1A1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818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university1652_street_to_satellit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89E2CB21-E52C-480B-B993-17A6BBAF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7784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university1652_street_to_satellit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81C249DA-AD58-4DAB-A9C8-D88B62F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0385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university1652_street_to_satellit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9D253646-8681-41BA-8BA4-E50DE31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university1652_street_to_satellit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FD44FA4A-5BF5-4DE9-AB28-4774F9C4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university1652_street_to_satellit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F412408B-D6DD-44DF-BCF5-5340BC0B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university1652_street_to_satellit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12B203E1-643F-4F84-A939-60B10B6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university1652_street_to_satellit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56100DDF-72F0-4A12-9737-5045224B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university1652_street_to_satellit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A86DD603-E689-462E-97AB-6ACCC8A5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university1652_street_to_satellit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174A5365-857F-4409-BF9A-766D00CB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university1652_street_to_satellit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50ED864F-76DA-4C76-ACD3-4A05A1F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university1652_street_to_satellit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420FDDED-67C5-4B05-9F99-1F2586C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university1652_street_to_satellit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769384D1-DE95-47D9-AF0B-7C75515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university1652_street_to_satellit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864DBE40-E896-4B6C-A49B-4838B3E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university1652_street_to_satellit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3F0BDF55-2823-4A6F-B048-8CCF175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university1652_street_to_satellit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06477BE9-3FBF-4667-B7FA-A8D6A76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university1652_street_to_satellit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07595C11-1833-4283-ABA5-1A2EC541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university1652_street_to_satellit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3CDF3203-3D53-45C7-8098-8E58298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university1652_street_to_satellit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EBD8C69D-DD9E-4B0B-BD2E-53EFC5D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university1652_street_to_satellit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FDDEE23A-3435-4AD9-BD81-F120B0F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university1652_street_to_satellit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A0DD3EDE-A4B2-44BD-89C5-2DF3B416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university1652_street_to_satellit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9E1D0EB6-7D66-4366-997C-6C5BE6C4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university1652_street_to_satellit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A6315269-5E1F-468E-929D-6DBA6427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university1652_street_to_satellit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C8303AEE-85FC-4692-9286-83F1EFFE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university1652_street_to_satellit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0C8040FA-36AC-4D57-B8BE-8F93234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university1652_street_to_satellit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22E5F6C5-30DB-4351-871E-16921BA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university1652_street_to_satellit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B6E30A78-1CB6-40CB-B6F4-0A17B5A3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university1652_street_to_satellit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E1D5C5E9-B783-4E5B-8458-70C2A17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university1652_street_to_satellit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7584B8DE-33C1-48CB-9282-049E51C0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university1652_street_to_satellit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A2B4944F-3B32-4589-A0D3-51E871C2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university1652_street_to_satellit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1A15524E-7CD7-45A1-AF28-090C74BD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university1652_street_to_satellit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BC26D41C-2515-4B16-B4A7-661170A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university1652_street_to_satellit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8D45F20-4644-4C10-976E-329A68FD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87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university1652_street_to_satellit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1C94A65-B832-4AC6-917A-1402C71D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728242"/>
            <a:ext cx="307020" cy="798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university1652_street_to_satellit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572FEE1-2E32-4D4A-8454-3499AFF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3808096"/>
            <a:ext cx="307020" cy="1853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university1652_street_to_satellit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88AD91F-0AAF-4B86-8065-F28836A5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3993464"/>
            <a:ext cx="307020" cy="11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university1652_street_to_satellit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4B6B4F9-48D0-4DB7-81E1-E84D1194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111784"/>
            <a:ext cx="307020" cy="14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university1652_street_to_satellit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230F1050-A5E5-4D85-BDD0-1E9F59FC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university1652_street_to_satellit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1A30A93F-E56E-41D1-B672-BF3BC5B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028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university1652_street_to_satellit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4D73C692-8099-47E0-9438-C55E29D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7826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university1652_street_to_satellit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23ADF716-EFFB-4F52-BB65-875D889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396806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university1652_street_to_satellit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16F8DEDD-C8AC-4953-9E5C-AA039452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0863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university1652_street_to_satellit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8DABB26D-8CF1-4BAD-BAB1-97EDC50D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1010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university1652_street_to_satellit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6C120E4A-8E1E-40B0-A94E-ADE2C8CE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6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university1652_street_to_satellit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3352F89A-F38D-4CE9-B651-90EEC36E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08693"/>
            <a:ext cx="307020" cy="887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university1652_street_to_satellit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26C1F890-D0DC-4AD4-A0C3-254160D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3897465"/>
            <a:ext cx="307020" cy="538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university1652_street_to_satellit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E95E9A72-6A24-42CA-82B8-6F406B56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3951270"/>
            <a:ext cx="307020" cy="246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university1652_street_to_satellit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468C464-2BBB-4B6B-97D6-78A65389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198009"/>
            <a:ext cx="307020" cy="582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university1652_street_to_satellit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C22CD4D1-3935-43D3-82AE-15CCFD3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university1652_street_to_satellit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73A7EB95-DA0C-41AF-A5C2-AD51F33C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8329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university1652_street_to_satellit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D8CF0F5B-149A-48AD-AEE9-554D501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8720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university1652_street_to_satellit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74BE85B9-F9D9-4B7F-AD60-C31A152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392587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university1652_street_to_satellit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CE8A5813-4470-4DDB-94B3-CEF8BEA0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1726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university1652_street_to_satellit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121B50D2-F77D-4A8F-BC63-2C5ED24E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2308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university1652_street_to_satellit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95E05D2F-F9B7-48B9-94A0-4A0EE664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university1652_street_to_satellit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47966234-89B0-4293-9AE7-B1BBA4BD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university1652_street_to_satellit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78F927A7-1648-4855-9390-CEADFA24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university1652_street_to_satellit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63F40416-568C-47C0-897F-68A96C5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university1652_street_to_satellit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B9AD6280-F4E3-4EFA-9DA9-752897DC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university1652_street_to_satellit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5394751F-5BF5-4813-9998-6967ECF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university1652_street_to_satellit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71E3BC04-A13E-4954-B829-4CFF14A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university1652_street_to_satellit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03C04731-068B-4E2A-8E54-FFB68C5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university1652_street_to_satellit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4A361A89-3D1D-4770-90EF-602433BC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university1652_street_to_satellit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E145194D-0608-401A-A1EA-936E047C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university1652_street_to_satellit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93F7E238-1B67-4D49-B8FC-DE0991BF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university1652_street_to_satellit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089AFC95-09EA-4BC9-8E02-0AA32E71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university1652_street_to_satellit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261B6FF2-D286-4488-95C2-5F38A70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university1652_street_to_satellit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B83B480D-E3EC-465E-98E3-2ECDCA82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university1652_street_to_satellit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D96A3109-4AA3-41E5-93BE-E5296AE3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university1652_street_to_satellit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201C06BE-B13D-47FC-9E6E-71DD939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university1652_street_to_satellit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6FD10C56-58AD-4E09-8064-F54BBAFB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university1652_street_to_satellit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0427F0FA-32C4-4B59-934F-DA35520C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university1652_street_to_satellit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51DC639A-AEFD-4345-BB26-9A2EA122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university1652_street_to_satellit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C07648F7-31F2-4316-89A6-F7171891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university1652_street_to_satellit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9FA48AE7-16F0-459A-9F6A-762A06F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university1652_street_to_satellit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8B1DB63C-D8CD-4451-9366-A922AB2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university1652_street_to_satellit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7FEAEBE9-F0BC-4E41-9CC4-52665E77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university1652_street_to_satellit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E9FB6ED8-32F1-4F1A-BD88-0F737EA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university1652_street_to_satellit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BE68B634-0BD4-44C9-B29F-66ADB06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university1652_street_to_satellit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7814FA10-734A-46E7-B66A-82FEF73D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university1652_street_to_satellit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E27528C2-CBB1-4B52-9E27-17FD40C9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university1652_street_to_satellit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F468D953-F9B4-4BFF-A4A4-2DB60ED5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university1652_street_to_satellit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5524E817-3DA3-4E40-B04D-02455DE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university1652_street_to_satellit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AC4A1FFA-A65A-416E-B6F4-B2E8DB2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3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university1652_street_to_satellit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E92725E-E359-4DAF-A884-25389736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54385"/>
            <a:ext cx="307020" cy="35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university1652_street_to_satellit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6F0F449-3B42-49E5-8D9B-3D88F8F1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81094"/>
            <a:ext cx="307020" cy="8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university1652_street_to_satellit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BE045D39-0A98-46FD-98A5-6689865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81094"/>
            <a:ext cx="307020" cy="608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university1652_street_to_satellit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ACE7941-2275-494F-A50B-2DC5A65E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41975"/>
            <a:ext cx="307020" cy="459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university1652_street_to_satellit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824623AC-39FB-495D-9DCC-8BC491D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university1652_street_to_satellit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0A680A16-2704-4BEC-9A1F-3BC16712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89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university1652_street_to_satellit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C3DCD789-2944-4B9F-8DD4-43C8D30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641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university1652_street_to_satellit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F8CFCA8F-C3AE-4C8E-A902-0F2F907B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556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university1652_street_to_satellit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1FAD70F6-0F69-43B3-83EA-4AB0E09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165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university1652_street_to_satellit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3A680C12-430E-4303-82F7-A1DA75D5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625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university1652_street_to_satellit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CDBD84A9-E439-4F13-BE3F-E77CC30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13862"/>
            <a:ext cx="307020" cy="268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university1652_street_to_satellit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8BC1BF96-C5CD-4D58-BDA7-D3CCA8A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13862"/>
            <a:ext cx="307020" cy="15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university1652_street_to_satellit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3ADAAEC-D50C-4664-8F86-58974A71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29108"/>
            <a:ext cx="307020" cy="55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university1652_street_to_satellit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BC83181E-1A02-4537-A7D2-94761E49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34704"/>
            <a:ext cx="307020" cy="128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university1652_street_to_satellit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011A3205-E95A-4D89-B984-08285584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63648"/>
            <a:ext cx="307020" cy="125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university1652_street_to_satellit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8C24C52C-6311-4861-9957-52A0837B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university1652_street_to_satellit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CCEF4BAE-DE13-4984-9BE4-E170AE0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5884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university1652_street_to_satellit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99BCA716-9CCA-4F88-BCCC-F065C887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037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university1652_street_to_satellit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268B643-F9BB-4468-AA8D-5F646867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093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university1652_street_to_satellit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71B976E4-FA6A-4FE7-8D93-7F0366F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824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university1652_street_to_satellit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44BEC8A8-2438-418E-8E62-C60C3333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8636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university1652_street_to_satellit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AB71F279-B45B-4F9C-BE65-A742C08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university1652_street_to_satellit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A88ECD84-24D0-40EA-8FA4-A1C9C2FD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university1652_street_to_satellit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E28C1816-3C56-4B49-A34F-C2B4338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university1652_street_to_satellit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79BF0E91-CAC7-4A1F-A750-44FE52C2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university1652_street_to_satellit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F565DBB7-45E5-4672-83F9-EE30B7BC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61926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150m_to_satellite/r_at_1/title">
            <a:extLst xmlns:a="http://schemas.openxmlformats.org/drawingml/2006/main">
              <a:ext uri="{FF2B5EF4-FFF2-40B4-BE49-F238E27FC236}">
                <a16:creationId xmlns:a16="http://schemas.microsoft.com/office/drawing/2014/main" id="{4582105F-7DF5-4EFB-8793-411F213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150 m → satellite</a:t>
            </a:r>
          </a:p>
        </p:txBody>
      </p:sp>
      <p:sp>
        <p:nvSpPr>
          <p:cNvPr id="2" name="sues200_uav_150m_to_satellit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D89A3495-0B5A-4067-9498-767E2410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uav_150m_to_satellit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F1F282CC-36FB-433D-9261-116CE3E9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150m_to_satellit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16ACC4E3-452D-4741-A5D5-77FFB331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150m_to_satellit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6D1404AE-988B-4DBB-9FDB-C777207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150m_to_satellit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8703C061-3C46-456C-AD5A-0D89066F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150m_to_satellit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C974B0BE-D315-4D0E-AE47-C0BFB4E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34.0750; Full 28.7000</a:t>
            </a:r>
          </a:p>
        </p:txBody>
      </p:sp>
      <p:sp>
        <p:nvSpPr>
          <p:cNvPr id="8" name="sues200_uav_150m_to_satellit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C2FC751E-97B5-4A7C-9726-CC7C1A7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150m_to_satellit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E3CC1974-4258-4A14-9C46-885814D4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150m_to_satellit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6F54C557-018E-4569-94F2-E354D33C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150m_to_satellit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A0B18E0B-96AA-43F9-BD23-AB4D767B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150m_to_satellit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3E9E9EEF-3CD5-4061-AF66-A6A8848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150m_to_satellit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25E82910-0AB0-4475-BA21-07938AC5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150m_to_satellit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6C0DBD10-859B-4395-BC62-B4251DB4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150m_to_satellit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9F86407D-406A-4AD4-9761-0932DE42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150m_to_satellit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AA6FFC15-6DB4-4B24-8303-A1FD601D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150m_to_satellit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6997ECEF-DBCB-48C0-A4B6-8409037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150m_to_satellit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30896F61-00F4-4EC6-A9BE-111E238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150m_to_satellit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DAA2D742-AC95-4238-A825-4C3162F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150m_to_satellit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F5D8782A-4C41-4BB5-AEF4-85696FA9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150m_to_satellit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C3078316-94DB-4625-BD7B-7927AE2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150m_to_satellit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CE74AF46-9746-4D12-AB53-752220BD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150m_to_satellit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D6BD4331-D627-49BC-A3F1-AADFFCBD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150m_to_satellit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0ED2E5ED-7089-4A55-8213-7E0373F9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150m_to_satellit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287FE39A-56B7-4F3F-86DF-8F905CEA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150m_to_satellit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B8D2FF1E-1D3F-4342-AABD-4D2F1CB5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150m_to_satellit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12DACDFD-F8E3-4942-9E4E-076EFA6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150m_to_satellit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33C91E9F-F402-49C9-A1ED-71C0909F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150m_to_satellit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797D7FE0-A005-4C76-B67C-6EE2F249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150m_to_satellit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9DFC659E-E1FE-4AEC-A6D0-FBD74178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150m_to_satellit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D1366D6E-1583-4021-A5FF-DDD3452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150m_to_satellit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9EA953D9-253F-4063-A3C2-5235C23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150m_to_satellit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EFC29AA5-D510-40A0-866F-B7A0767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150m_to_satellit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2A73FF29-3165-4FA2-A2A1-97F5C2A0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150m_to_satellit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6581C7F1-3300-4AB6-BEE3-EDA76F0C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150m_to_satellit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B0555327-3723-4645-89C4-B6B75943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150m_to_satellit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4C5D31AC-5433-464C-88FE-DE11E67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150m_to_satellit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5984326-38A8-42F3-8E6E-89E30A7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94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150m_to_satellit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5790D43-840B-4E83-A59A-D36D0821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81655"/>
            <a:ext cx="307020" cy="386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150m_to_satellit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66005B3-761A-4338-B678-18A0649D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20339"/>
            <a:ext cx="307020" cy="2255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150m_to_satellit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CBC88D6-694A-4BF3-ABBD-3ED7D8D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45874"/>
            <a:ext cx="307020" cy="2306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150m_to_satellit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F2D584C-431E-4E1C-A42D-6BFB4434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76517"/>
            <a:ext cx="307020" cy="2649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150m_to_satellit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7720FC76-6D1C-4EE8-8DF1-1FAE5CF1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150m_to_satellit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830559D7-6A19-4733-997C-EA9E29A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562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150m_to_satellit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4EDB4225-8ACF-47E6-B1DE-25112C1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9493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150m_to_satellit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AB2881F9-7A43-423A-83D9-6AD500E0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9204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150m_to_satellit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466CA6E9-C137-400B-89C4-E98916B4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5111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150m_to_satellit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C1937D77-A58C-468F-A0E3-101EB14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1606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150m_to_satellit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B366F540-F4AE-4078-9A37-348B11C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59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150m_to_satellit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4981AD72-E6E8-4DF6-A019-E54449A4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8164"/>
            <a:ext cx="307020" cy="571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150m_to_satellit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327EDB14-33F1-4106-B2BA-4E31D16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55358"/>
            <a:ext cx="307020" cy="122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150m_to_satellit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4A7C6EBC-57EE-4F82-97D4-14187E5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77546"/>
            <a:ext cx="307020" cy="2053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150m_to_satellit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1C039E9E-83BB-43BE-9080-D5DF7B6B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82925"/>
            <a:ext cx="307020" cy="2383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150m_to_satellit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961E73A1-C0F2-4DED-B261-4872C3A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150m_to_satellit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4E386296-4B32-41D8-B3BA-C943216E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727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150m_to_satellit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C17FDB20-E8B2-4CC0-BD0A-6D546E2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299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150m_to_satellit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383A79D3-3C2E-44D2-8E26-8681EB1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521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150m_to_satellit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8015EC96-73A6-469C-B014-45465326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5752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150m_to_satellit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AA606869-D468-49D3-AEAA-4497806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958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150m_to_satellit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D145C36E-AFB5-40EB-962F-C16BC394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150m_to_satellit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A18B8BF4-2C30-4D32-B3DF-65256086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150m_to_satellit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A7734445-DC4C-4038-8846-42A82189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150m_to_satellit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8B387424-A40E-4E59-9A8C-086741C1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150m_to_satellit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5AAE2322-761D-4B59-B781-709EEE0F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150m_to_satellit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33593B95-8CC0-4B86-82CE-C6411AFA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150m_to_satellit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5182F787-746A-4A8F-B6D2-48A5B5F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150m_to_satellit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5C7A1893-4C23-4587-85B5-A746CC02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150m_to_satellit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6C4CED56-5E20-4C7F-AF4E-2A457ED4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150m_to_satellit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CAFD8859-3892-4E42-A846-437C62A3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150m_to_satellit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7EDDDC52-FA23-492C-8D6F-9385300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150m_to_satellit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92AF28D4-461B-4745-994A-17B27E8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150m_to_satellit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2CF7F44F-97EE-447A-ACB7-678BD479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150m_to_satellit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1E03F4BB-E023-46CA-9ACD-241923D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150m_to_satellit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AC5CB622-B9B9-4915-ADB7-F5F5B85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150m_to_satellit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FD5B8EE2-D30F-4DE8-B403-0E6A3AA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150m_to_satellit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72E5D8DE-85A9-4752-970C-B25FD98E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150m_to_satellit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753C9DD8-E2CA-4739-97D3-49EC2E66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150m_to_satellit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899080A0-9DAC-4C9C-91DB-8E1632A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150m_to_satellit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BEF3CA81-5214-45A4-9074-C582A497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150m_to_satellit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CF4B0A06-8093-4094-A308-CADB7E45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150m_to_satellit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881CD8ED-D3A0-440F-A391-419CE487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150m_to_satellit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D18AEF3F-524A-4738-B7C5-D4C8D92F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150m_to_satellit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4EFE6ED5-C1A3-4E6D-8C4D-5194127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150m_to_satellit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8FED40D8-37C7-46B9-8C4A-D8344E99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150m_to_satellit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73B0919E-AF23-4D60-A1D4-12E62BAF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150m_to_satellit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6667AF26-E109-494D-A120-3E5EC7C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150m_to_satellit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7F5C1E7F-B209-4FCC-891A-D3904CD6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150m_to_satellit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582A0CBA-8ECD-4C16-9061-8195728C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150m_to_satellit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0243066-ADDC-43FB-861C-0CE0576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0489"/>
            <a:ext cx="307020" cy="11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150m_to_satellit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5FC18454-0E3F-4823-8221-632412D1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59759"/>
            <a:ext cx="307020" cy="7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150m_to_satellit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212D5F6-FC47-4420-81CD-6AB7C28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59759"/>
            <a:ext cx="307020" cy="1883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150m_to_satellit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A4EECAB-E2C6-43AE-A65F-5766FEBC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48069"/>
            <a:ext cx="307020" cy="296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150m_to_satellit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C1227EC-DD73-40A8-923E-4F05EAC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44402"/>
            <a:ext cx="307020" cy="175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150m_to_satellit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A82E28EA-0849-432B-B334-EA835E37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150m_to_satellit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01C11A22-494F-4A97-A232-6150EF8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50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150m_to_satellit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0347521E-E469-497D-BB9C-54C6BB3B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343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150m_to_satellit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33ECF2DA-0757-41CB-9043-7E4ECD14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226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150m_to_satellit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1A22EAE5-15EE-4685-A0F8-C05FC6A9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11900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150m_to_satellit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EEBE1A83-C0A3-40CE-8D17-EFED02A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941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150m_to_satellit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168EBB5E-1C19-4568-8CD0-482B3131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6967"/>
            <a:ext cx="307020" cy="51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150m_to_satellit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70FAF5A3-BDB9-478F-BD2A-78AF6F2B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31437"/>
            <a:ext cx="307020" cy="35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150m_to_satellit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028DF563-86EA-4995-9DCB-05833D1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31437"/>
            <a:ext cx="307020" cy="1785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150m_to_satellit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741C081B-6182-44D4-B709-27F0F133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09953"/>
            <a:ext cx="307020" cy="197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150m_to_satellit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3C0248CA-98FB-4305-9BC2-9EBF8F08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07533"/>
            <a:ext cx="307020" cy="1265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150m_to_satellit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20AFED1F-BFB1-419A-9DB3-80FAE731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150m_to_satellit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7A6C22D5-C757-4911-8C1E-66DE8F03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415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150m_to_satellit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19177C44-76DB-40D0-B72D-F981036B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0603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150m_to_satellit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273D6787-36DF-4B74-88CD-FE9C0CA5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78455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150m_to_satellit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9A10750B-C167-49B8-B524-74489243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198213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150m_to_satellit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55A5689E-FF7E-4287-A649-89F24E40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10865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150m_to_satellit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31B1328F-9313-4723-990F-FE2C20EE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150m_to_satellit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8863A62A-0AEE-4CD9-B247-2AFF7DC6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150m_to_satellit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0E3E1FE2-07A1-47D2-BC75-DE35C142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150m_to_satellit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E72E782C-690B-4AA0-AF74-099C06A3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150m_to_satellit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3F612D28-332D-4274-B893-E950A748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150m_to_satellit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BE1DD372-2EE0-426F-BC86-935E9F6B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150m_to_satellit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83B964D0-BBCE-4A7D-8EFB-DD4286D9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150m_to_satellit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D46C5821-E484-4D2E-82AB-D3B73D5C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150m_to_satellit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E4278E9B-1C65-4EBC-A067-E3B0936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150m_to_satellit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82BFD868-A270-444C-92C8-B7F3DF8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150m_to_satellit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E0D7DE0E-0C59-4320-82E9-725EB074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150m_to_satellit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898D4DCB-3BA9-4554-975B-A19ADAE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150m_to_satellit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32070771-08CC-4223-92E4-B835C357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150m_to_satellit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C1551264-D519-497C-B413-0DB37D15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150m_to_satellit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98334C87-BF93-458E-94B6-769FE043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150m_to_satellit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F32AAE25-5EC9-4762-8F8B-C52BD263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150m_to_satellit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24C6C1CA-0BFA-4086-AEE6-60003922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150m_to_satellit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04C22C43-F44A-4CF5-ABFE-8A25370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150m_to_satellit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94742BF3-C791-457A-AAB7-04456071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150m_to_satellit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31C9ABD7-13DC-432A-8AD8-4D7AF0F7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150m_to_satellit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CDF3A1B5-BCAA-462F-83CE-F69B703A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150m_to_satellit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B5BDE380-4E87-4D76-B6C2-74E53868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150m_to_satellit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A006A336-D30A-42EA-AE2C-99126269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150m_to_satellit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6B56CFC8-EA7F-461C-BE4D-75783B1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150m_to_satellit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68CF1050-34DE-4869-9136-94906C49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150m_to_satellit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09C4EB26-0D58-4507-823C-87635343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150m_to_satellit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C3994BD2-8E7B-490D-8035-7B9F5489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150m_to_satellit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F0A5E1F7-F8AC-42D9-94AA-A37ACAFF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150m_to_satellit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E17E130A-0B31-4C1E-A96A-CFD6504F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150m_to_satellit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957C8A1-A8D5-4287-8CFA-BD83D7E2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18155"/>
            <a:ext cx="307020" cy="54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150m_to_satellit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185EDD8-B1DC-433A-9406-62347A98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03557"/>
            <a:ext cx="307020" cy="145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150m_to_satellit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EFE9A11-9819-4646-B22E-1DB91723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588960"/>
            <a:ext cx="307020" cy="145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150m_to_satellit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D2AED19-B6DE-43D9-A746-033D4798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588960"/>
            <a:ext cx="307020" cy="941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150m_to_satellit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63D7B8C-2057-4AEC-9A54-A766DDB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683115"/>
            <a:ext cx="307020" cy="483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150m_to_satellit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C01DB565-FF5F-4137-B4DF-B8ED99F9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150m_to_satellit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E2025E24-A6FD-4F9E-9553-31DB61DE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5927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150m_to_satellit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E17929DC-988F-413A-9A63-67F344C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781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150m_to_satellit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CFAFFCA2-E0F0-4091-819D-0F740058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6356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150m_to_satellit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2C4DDD24-B7E7-4BB7-898D-BB3EF57C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5771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150m_to_satellit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D68F921C-66E0-490E-90A3-2DC8A9D3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416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150m_to_satellit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316ED72E-1B29-4609-BFCE-429AE826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28838"/>
            <a:ext cx="307020" cy="43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150m_to_satellit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D4AB0D1F-7A47-46E1-830A-F5789DF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12373"/>
            <a:ext cx="307020" cy="164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150m_to_satellit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2140EA69-5E04-435F-AEC2-6DAB0E76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12373"/>
            <a:ext cx="307020" cy="8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150m_to_satellit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94DCD251-9D92-4831-ACC4-D7EBBCE3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13239"/>
            <a:ext cx="307020" cy="1577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150m_to_satellit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644C1000-7C4C-48FB-BEA1-5479F0B4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70957"/>
            <a:ext cx="307020" cy="463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150m_to_satellit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F4856C5D-10DE-4911-9BEE-479A20E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150m_to_satellit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1B00FCB8-EDF7-45F2-BFC3-FADBB647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0343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150m_to_satellit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D7E22D89-9CFF-414D-B8C8-4CFBB50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8697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150m_to_satellit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6931A83C-BFFB-4BAB-B3DC-621609BD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8783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150m_to_satellit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10DA26AA-A406-4C6D-B0ED-DE814D88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4555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150m_to_satellit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F4BBC958-76E9-4764-87A5-60F68DA6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0917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150m_to_satellit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3A0BC463-4826-433D-A342-1B8AD09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150m_to_satellit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08DDC615-C437-4055-9FC8-0E3DD3A7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150m_to_satellit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15E0E3FE-A42B-475C-9C01-1F4AA6B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150m_to_satellit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6C50C8EB-E5B4-49DA-8276-8C61EEBD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150m_to_satellit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4F7129D7-6585-4262-91D8-EBDC6C1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150m_to_satellit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95E684DC-3EF8-433E-9FDF-008F3B53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150m_to_satellit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403BA90F-65B7-4A4F-9711-E44562A0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150m_to_satellit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562A5E14-3B76-4D23-8841-6E1591EA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150m_to_satellit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223341FF-8882-4EA9-B078-E4374BE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150m_to_satellit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1309FB9E-C853-4A74-9062-170C070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150m_to_satellit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867071E7-C088-42AC-BDD2-7273F61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150m_to_satellit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F6B79721-069B-40DD-9F4F-2137FCE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150m_to_satellit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78F38CB6-CACE-45D3-B250-3A8C4F5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150m_to_satellit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D4F4B2E1-1494-45F3-B8E9-29CF81FA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150m_to_satellit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89F3B2BC-C3E7-4C7F-B095-6C750D97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150m_to_satellit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1DD98C86-D4F1-4BE0-97D4-5664AF30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150m_to_satellit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9577A8CA-7F1B-4D43-AB98-305C743C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150m_to_satellit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920103A4-CACA-4B55-8B70-4AE9A88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150m_to_satellit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18252EA4-9BC7-4D00-B000-AC7142BA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150m_to_satellit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75BC1D3B-7E2B-48DF-B239-B8B11C57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150m_to_satellit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40527449-4988-4A19-B3AB-5D0F30D2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150m_to_satellit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31EB30FB-623C-408A-A88E-FBD6E514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150m_to_satellit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280D9717-3B63-4DFB-B005-FE89DBA5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150m_to_satellit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CA27391A-A0D1-4DAC-944D-EB7B8BC0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150m_to_satellit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0000CEB4-564F-466C-B8C7-9CC460C7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150m_to_satellit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44E6D27A-73BD-44EF-B386-2A4D6099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150m_to_satellit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622CAF01-C674-42B6-AB74-F5BE53AB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150m_to_satellit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17E27D6A-4D7F-4E48-BB35-8204D7E6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150m_to_satellit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577B3B0E-50D1-43ED-80C2-3354F002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150m_to_satellit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41C825A-FF92-41F9-ABC2-CF1301CE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386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150m_to_satellit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5250564C-2CB4-4137-9C07-7541E0B8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79351"/>
            <a:ext cx="307020" cy="74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150m_to_satellit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9B5FC0D-7366-4D9D-AEC9-74D55FD0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53799"/>
            <a:ext cx="307020" cy="10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150m_to_satellit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AAA628E-6618-48B3-85F3-5674ABC5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60362"/>
            <a:ext cx="307020" cy="2036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150m_to_satellit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2257864-B2FE-4A6D-9F92-69B053A8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64000"/>
            <a:ext cx="307020" cy="3102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150m_to_satellit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3595AA05-8E91-4C46-B211-D36FBBC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150m_to_satellit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C58DB5D6-607F-45E8-A89F-0D1D8691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539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150m_to_satellit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E6CF7A58-B27D-4007-9436-3024C13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7283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150m_to_satellit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868570C8-AFE8-461C-8C89-23A66994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8349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150m_to_satellit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6DA17634-7AC5-4706-9D38-1043358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386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150m_to_satellit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DEED8330-6E49-477C-A14F-7EACB06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4880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150m_to_satellit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D9EED42C-C200-40AE-A21F-3934AEC5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69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150m_to_satellit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6D2A2DE1-9E07-4941-83D8-B3F90A9A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47599"/>
            <a:ext cx="307020" cy="277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150m_to_satellit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8D970B3F-4D02-4032-BB02-A9F3E25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75330"/>
            <a:ext cx="307020" cy="935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150m_to_satellit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266969C8-05D4-49E4-B7A9-5DD8DBE4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68920"/>
            <a:ext cx="307020" cy="2088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150m_to_satellit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23284A98-5D58-40A2-BCBB-F3A3CD54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77766"/>
            <a:ext cx="307020" cy="3769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150m_to_satellit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EC7B8383-B9A8-4C6C-9F66-9A939EE7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150m_to_satellit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093E7A00-4AFF-4A0C-A351-85C4F11B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21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150m_to_satellit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1170AB50-21D7-498F-8A3E-F8CE114C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4993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150m_to_satellit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2EFEB284-D021-44C2-85B4-7164C14A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435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150m_to_satellit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9C0B23FF-9B06-44C1-9239-102F37C6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523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150m_to_satellit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83A071FA-0DC4-45A8-AA89-F991BAEE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2932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150m_to_satellit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54F4294A-C2F5-4906-9F7D-86FF2EF1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150m_to_satellit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F40DCC4E-9F9F-4A3F-AAAD-F138218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150m_to_satellit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2A1E94A3-05ED-4555-9BF7-2205C5A9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150m_to_satellit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55CC3939-BCA5-4B5F-B45D-64CFA4F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150m_to_satellit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AA62CCB0-063A-456D-88D0-9B7EA53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150m_to_satellit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229FFE8D-D929-4DC1-8383-DC07E605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150m_to_satellit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0CBEFDEA-B707-4E8A-AD33-4DBAE619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150m_to_satellit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6104006A-0018-4323-86A6-5A287C73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150m_to_satellit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4ECACF20-D5C2-423B-B297-3E43BAC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150m_to_satellit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3A4EA355-3B33-411A-9578-531A4E9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150m_to_satellit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A6EBED53-28F0-46C4-90FF-B895268D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150m_to_satellit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1A0DBB1D-BFE8-40BD-8DA1-B022403A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150m_to_satellit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4E60F18F-C95E-49B3-B245-E07044B0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150m_to_satellit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1BD9EE03-EAAA-4F65-A620-515950E6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150m_to_satellit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47A49312-F76B-4C2C-B956-00465BAA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150m_to_satellit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750EBE4F-42F8-47D9-8A68-7DF0FB9B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150m_to_satellit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64CE4891-0DA7-4B5B-ADD7-C418D0F0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150m_to_satellit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C55F906E-5C0E-4F2C-AB72-71E41DE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150m_to_satellit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59A19E79-13E1-474C-B988-FD3EC0E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150m_to_satellit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CDFB9755-5773-47DA-8F73-6923A32A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150m_to_satellit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B221F8A9-FE82-4663-B0E8-6D51785E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150m_to_satellit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25ED06F6-E7B4-429D-8C1C-0CEB9E2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150m_to_satellit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D53F76D5-003C-4C4D-8E3B-22A618D9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150m_to_satellit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5D0602F0-17C3-4B32-9C8E-93F2F029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150m_to_satellit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2F1687A1-BAC4-4EAC-86F6-1F03C74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150m_to_satellit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0566E79D-D1C2-41EE-A87D-914B31EF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150m_to_satellit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96DAB99B-7BF6-4828-992C-1D82904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150m_to_satellit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244153B7-F43D-4AA4-A303-6518A64C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150m_to_satellit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92AEECBB-32DF-47B5-8296-8C81DA9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150m_to_satellit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2BDC44E-D9BE-4D90-87C0-520A0AC0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138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150m_to_satellit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7E555A0-6B07-4439-A5A1-292347B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54523"/>
            <a:ext cx="307020" cy="319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150m_to_satellit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9F2C278-F96B-470A-81F6-E6E87CE2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74213"/>
            <a:ext cx="307020" cy="2977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150m_to_satellit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44F97B9-3A74-410D-928B-EDFAE492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72006"/>
            <a:ext cx="307020" cy="87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150m_to_satellit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C6C6B97-0883-4656-BE00-68FF1471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59592"/>
            <a:ext cx="307020" cy="350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150m_to_satellit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07EE6521-E22E-42C1-BCE9-258035A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150m_to_satellit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30B5BC1A-4520-4DAF-95ED-5C7CAEB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2912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150m_to_satellit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1B00F158-A324-4BFA-ACFD-A13AC6D8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4881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150m_to_satellit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1857FD0B-EA21-4F4A-88B7-DA3D2D4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466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150m_to_satellit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C029C693-6456-4839-8B9A-E77C385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341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150m_to_satellit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604B7722-1832-4BBF-860A-D59D55A6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692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150m_to_satellit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03450677-1BBA-4C52-A595-C5C9CC8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435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150m_to_satellit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9B8D165-D59C-4681-AB83-6D652F5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84176"/>
            <a:ext cx="307020" cy="141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150m_to_satellit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D5C5EC2D-7DD8-4FDC-A054-167FA42F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25428"/>
            <a:ext cx="307020" cy="278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150m_to_satellit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218DC685-14EF-4FEF-A61D-2FC9A4CB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03600"/>
            <a:ext cx="307020" cy="1490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150m_to_satellit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758B7E0E-8DBC-454C-B734-69983CD6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52652"/>
            <a:ext cx="307020" cy="1299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150m_to_satellit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35795E41-644E-45B3-ABA7-925EE1E8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150m_to_satellit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02675C9A-2386-4231-8F0D-C655BED0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587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150m_to_satellit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36317D9E-3C63-4B5D-B9BD-E143ACD2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0002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150m_to_satellit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0049E30F-2C9E-4597-A4EC-485E03B0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782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150m_to_satellit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9C3DAE64-1E55-43AE-B227-63840F54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272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150m_to_satellit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FA1A16A2-3270-48E2-B630-FB54D24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5723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150m_to_satellit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3F4C9BC6-1051-4CC1-9B96-60A0F765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150m_to_satellit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6224CCCF-4FBD-48C8-80AC-15F34F4B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150m_to_satellit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1868524C-8C5D-4946-8A23-CD2AB4C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150m_to_satellit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16674491-FD62-4823-B014-5ACE0778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150m_to_satellit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2E33B742-6049-4AAA-AEED-4FC8F44E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150m_to_satellit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5DA122DA-34D7-4BF8-BEF5-807D34E6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150m_to_satellit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841673E9-11CA-427F-9DDE-F96BDA0D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150m_to_satellit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BC389813-0B1F-4494-953A-412F01F6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150m_to_satellit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7497DBDF-5185-4794-A256-9AC9C219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150m_to_satellit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A85A3B0A-2C14-418E-BF4E-B986A654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150m_to_satellit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D3B709BC-26BB-428B-A8F1-BC703F68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150m_to_satellit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73C795BF-AD98-4970-81D5-12EBFABB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150m_to_satellit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A14C40F6-B125-4A9D-9DE8-FD47A422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150m_to_satellit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17D1530D-7F41-47B1-A2E1-F06BF1B7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150m_to_satellit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C9584CB7-0285-427B-B124-AB838211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150m_to_satellit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BB0D2D07-5F14-4FFA-BDAC-7F015F32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150m_to_satellit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58FBA08C-75CE-4B61-A3DF-21084F2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150m_to_satellit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C8DA009D-A841-4386-B2EE-8A98BD57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150m_to_satellit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C8A5839D-1742-4DFE-B316-ECB8C2F1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150m_to_satellit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E2BACE8A-6DA5-4AA1-A2F0-2D9A17C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150m_to_satellit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7460A8F3-F28B-466C-B5A4-1DD4FB6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150m_to_satellit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6EB16E5A-BEC8-4C73-94AB-7044A2C7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150m_to_satellit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0F5654E3-2557-46FC-B7B7-DA1C5E51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150m_to_satellit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B5C34A93-E75D-4686-86E1-629B85D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150m_to_satellit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A233F8BA-1B6B-4608-9229-B2F2E055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150m_to_satellit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E656FAB4-78B7-4663-ABF6-F63DB11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150m_to_satellit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8777C241-33FF-43AA-BFBB-2669C39E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150m_to_satellit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9682FB5D-EA46-4BF1-B82F-73A3F18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150m_to_satellit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D6D06CDB-F4E2-48D8-B94E-3FB3A8AE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150m_to_satellit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DD45E29-F57F-4EAE-BBAB-E38C1635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20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150m_to_satellit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4B87D226-9D55-4B85-A020-E017D24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61103"/>
            <a:ext cx="307020" cy="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150m_to_satellit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42A0523-0826-47AB-89E7-DAC83F1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64023"/>
            <a:ext cx="307020" cy="36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150m_to_satellit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F0215F5-E735-433C-A74F-7C33DD1E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7672"/>
            <a:ext cx="307020" cy="27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150m_to_satellit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3FFFD2F-A017-49F7-8D33-BC3DB333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94678"/>
            <a:ext cx="307020" cy="19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150m_to_satellit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9596AD5C-E4CB-4D79-8A52-AFB60AF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150m_to_satellit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32716D9B-034C-4940-AB99-7BDCAC2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3570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150m_to_satellit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29CC5532-4A1D-4F56-BBD7-5CD506A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3862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150m_to_satellit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20DCFE62-8C1A-40B4-BD92-CB0F565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422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150m_to_satellit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BAF13E46-764C-4AC9-81F8-D6B03EA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6927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150m_to_satellit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C341BC14-6BCB-4555-B1EE-2EBFB4E7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889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150m_to_satellit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E77D4B40-A01E-4A3E-BB48-D08C42B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51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150m_to_satellit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EA71FCFC-208E-4DA3-A7C4-BA69B4E9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5866"/>
            <a:ext cx="307020" cy="7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150m_to_satellit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3E567663-62EE-4CC3-B571-009B326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53665"/>
            <a:ext cx="307020" cy="155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150m_to_satellit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C077A391-A3F9-462F-9449-558898AE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9264"/>
            <a:ext cx="307020" cy="363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150m_to_satellit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D8EE8DCE-F637-4227-A959-EBF62230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05660"/>
            <a:ext cx="307020" cy="259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150m_to_satellit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07BECA74-BAA0-46D9-9D13-C3D286D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150m_to_satellit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532F6675-C04B-4FE8-807C-B5C03B0A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04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150m_to_satellit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F38F1905-1D85-42D1-BC2B-11308523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82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150m_to_satellit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DD697C61-9A8E-4C9E-8566-D9A8047D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438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150m_to_satellit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4C9A3AB7-4E94-48FF-B93E-70B7B595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802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150m_to_satellit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8F00945B-B784-468B-997D-342A737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062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150m_to_satellit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08BEE8BC-A32D-479D-A002-22D625F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150m_to_satellite/r_at_1/caveat-1">
            <a:extLst xmlns:a="http://schemas.openxmlformats.org/drawingml/2006/main">
              <a:ext uri="{FF2B5EF4-FFF2-40B4-BE49-F238E27FC236}">
                <a16:creationId xmlns:a16="http://schemas.microsoft.com/office/drawing/2014/main" id="{BF537DDA-5986-495F-8894-017CD1AF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150m_to_satellite/r_at_1/caveat-2">
            <a:extLst xmlns:a="http://schemas.openxmlformats.org/drawingml/2006/main">
              <a:ext uri="{FF2B5EF4-FFF2-40B4-BE49-F238E27FC236}">
                <a16:creationId xmlns:a16="http://schemas.microsoft.com/office/drawing/2014/main" id="{915783AA-B95A-4750-B0DE-17DBC351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150m_to_satellite/r_at_1/caveat-3">
            <a:extLst xmlns:a="http://schemas.openxmlformats.org/drawingml/2006/main">
              <a:ext uri="{FF2B5EF4-FFF2-40B4-BE49-F238E27FC236}">
                <a16:creationId xmlns:a16="http://schemas.microsoft.com/office/drawing/2014/main" id="{5F6763BF-353E-40A5-970F-3F9622D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150m_to_satellite/r_at_1/caveat-4">
            <a:extLst xmlns:a="http://schemas.openxmlformats.org/drawingml/2006/main">
              <a:ext uri="{FF2B5EF4-FFF2-40B4-BE49-F238E27FC236}">
                <a16:creationId xmlns:a16="http://schemas.microsoft.com/office/drawing/2014/main" id="{2000D0EC-CD19-4F16-A47C-C1A6F98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360766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150m_to_satellit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B26416B3-1360-4162-855B-8E771490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150 m → satellite</a:t>
            </a:r>
          </a:p>
        </p:txBody>
      </p:sp>
      <p:sp>
        <p:nvSpPr>
          <p:cNvPr id="2" name="sues200_uav_150m_to_satellit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6047B1FD-3ADE-4F3D-9AA6-2CAD2992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uav_150m_to_satellit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3A1370BA-5DA1-4487-9B3F-5EB9536B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150m_to_satellit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705D4EAB-EF91-4D16-BB7E-4A500CF6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150m_to_satellit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183094D4-A0A2-41DF-8A79-D0E4312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150m_to_satellit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85C44A44-B0DB-4451-B49A-91863EB8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150m_to_satellit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9CCE20DC-5A15-40C7-B7C6-BE3042E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42.5678; Full 37.1579</a:t>
            </a:r>
          </a:p>
        </p:txBody>
      </p:sp>
      <p:sp>
        <p:nvSpPr>
          <p:cNvPr id="8" name="sues200_uav_150m_to_satellit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35B79709-FBF7-41E4-B709-D5E47868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150m_to_satellit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C4F2F741-1B51-4371-96AF-A1378627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150m_to_satellit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FF84C83B-FEC5-49C4-B521-5C13F12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150m_to_satellit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6DA535E3-1CC7-42BF-B9AB-0C4A1C0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150m_to_satellit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1B4440C1-F79B-4F76-B0C8-908E10BE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150m_to_satellit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22ED0BF9-4C9B-412C-BAE9-FF3E0FF9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150m_to_satellit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4B72D5DF-E2AC-48D8-AB26-CD9CE49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150m_to_satellit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7DDB14A0-F92F-447D-8D88-3E79AF2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150m_to_satellit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3EB89BD9-011B-47CB-B33D-78279FD1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150m_to_satellit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3CEFA9D3-87B5-4A8A-B1CA-45E89C56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150m_to_satellit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2DFC5DCC-4678-47D6-98DF-4B2E531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150m_to_satellit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F3BC73AE-578E-48B9-B03B-4620B4D1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150m_to_satellit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FB1431BE-9A46-4E35-B7D6-7545A29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150m_to_satellit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B978EBD8-6D19-433A-A2D6-5E6721EB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150m_to_satellit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D4DE6E3D-D512-4E0B-B3F5-C6BDEA13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150m_to_satellit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66541D8B-45CA-4CFA-808F-1A13898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150m_to_satellit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D0C12416-6136-4965-AA41-3D99BF9A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150m_to_satellit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EAF2973E-3D88-469D-8633-946E646C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150m_to_satellit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24E5E692-6B02-491F-8BF9-E8C42B6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150m_to_satellit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BA0FC5AB-C6CA-4E9A-B06A-E9974C0E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150m_to_satellit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9FC30FAD-7E51-4944-AF76-CA777B6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150m_to_satellit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4C75E4F1-3D5D-4B2A-A4FB-EAC1FF9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150m_to_satellit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C1EFC527-A301-42FE-B056-EAC5998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150m_to_satellit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C648EA88-1A81-4364-8734-E9AFCB7D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150m_to_satellit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81982B12-0A8C-4DA1-A88B-0B4B4D09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150m_to_satellit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7F140D75-BD71-491F-ABC5-420F804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150m_to_satellit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DE5C986C-493C-4634-8DD0-08DCBFAC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150m_to_satellit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EB1BCA09-BDF7-434F-BF81-F6D1FB5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150m_to_satellit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60E28001-0E4A-46A0-B10C-581DC0E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150m_to_satellit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77C29A26-C28A-4BA8-924A-6181EA61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150m_to_satellit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B09A4C11-F349-4C48-824D-18217791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150m_to_satellit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36B25DD-1593-4063-A774-766C6BE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8392"/>
            <a:ext cx="307020" cy="27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150m_to_satellit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80D37184-7CD2-45C1-9835-3CE1B55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05809"/>
            <a:ext cx="307020" cy="17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150m_to_satellit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AACFB76-9835-431D-BD61-858E398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84633"/>
            <a:ext cx="307020" cy="211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150m_to_satellit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1D28812-9669-4285-BD13-255A21EA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96297"/>
            <a:ext cx="307020" cy="255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150m_to_satellit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A37213D1-5216-405A-94F1-D953E968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150m_to_satellit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89B7C095-762C-400E-BA2F-262B7DAD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529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150m_to_satellit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008790CA-7301-4538-84B0-6D7DACCD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804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150m_to_satellit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C84E460E-CC70-412A-BA31-839E23EB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592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150m_to_satellit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3CE69B66-6A6A-4F24-96DD-B73226E6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708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150m_to_satellit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197DFB47-BA20-409D-95F1-0658E34F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2630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150m_to_satellit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921A81C1-164B-44A8-B73C-273C489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150m_to_satellit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BD4718BD-D612-47C5-8E14-BF81381F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1414"/>
            <a:ext cx="307020" cy="47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150m_to_satellit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16F60B75-B902-4ED7-981B-7DC8D02F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38623"/>
            <a:ext cx="307020" cy="111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150m_to_satellit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1683FA1D-7EC9-4F90-BD0A-A62A638A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49986"/>
            <a:ext cx="307020" cy="172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150m_to_satellit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79D1838B-336C-44AE-8DBD-5E21EB9F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22058"/>
            <a:ext cx="307020" cy="2156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150m_to_satellit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4359B6E0-9C7E-4DE2-AFAC-AC3A8437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150m_to_satellit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CCE55696-8F89-491F-AC26-70B97ABC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60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150m_to_satellit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1424608E-BE0B-43E9-82EA-61177BD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132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150m_to_satellit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8984000E-09F1-41C0-8B94-7FF85CBE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245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150m_to_satellit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E6679DFD-3263-4714-8527-9FDEFC4C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19966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150m_to_satellit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C551BCD5-884A-49B2-A571-B80272A8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123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150m_to_satellit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167F3166-52B6-4993-B134-6F7399FC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150m_to_satellit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A4FBEDD9-8A8C-49E7-93EF-A7F3455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150m_to_satellit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F56A1648-5837-4C3E-B8DF-2D6A3E1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150m_to_satellit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4F8FD58F-F9C7-411E-82B6-50F47998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150m_to_satellit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2F14C0D1-4B6E-4B90-A0F1-67C60A89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150m_to_satellit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EEE76ACD-64F0-4EFB-A49B-1EFBC93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150m_to_satellit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0746052E-4314-4A6B-9B8B-B07944CA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150m_to_satellit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DE50E7E8-637E-4774-8315-3AE7DC4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150m_to_satellit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FB936DA3-197E-4FE3-99C4-602C01C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150m_to_satellit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0544839C-A759-4158-B4C1-3EFBCA40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150m_to_satellit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491BC924-752A-4B23-9AA2-A1747F4B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150m_to_satellit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23B77327-73EC-4A77-AB10-2F6DB45C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150m_to_satellit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83359754-DEC1-4A67-B1EB-6E688B0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150m_to_satellit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F2836E32-EC4F-4A88-8593-A4BBC09F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150m_to_satellit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32394B25-E5DA-4017-966F-E0EBCFE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150m_to_satellit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25188EB6-EE1F-407C-985D-3336FF9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150m_to_satellit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FDA52D49-ABC5-4D5B-B52D-056DB39F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150m_to_satellit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D115BA69-5A54-493E-BC2B-2E0C361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150m_to_satellit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3DFDB301-6EB4-46F9-B207-14A131AF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150m_to_satellit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163B5F9A-3D96-42C6-94C2-C9E74AB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150m_to_satellit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6A978B10-DC43-4EA6-B769-3FD32B11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150m_to_satellit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F9BBE5D3-5CBC-4F44-BD79-1C3C3269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150m_to_satellit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8FF2DFA1-FCDA-4F10-BC90-B0EF62CD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150m_to_satellit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2CEE9325-6933-4394-9C82-F15F0593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150m_to_satellit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8F7286F7-27ED-47F0-8DCF-8C4C9169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150m_to_satellit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B2ED232F-09BC-4EDA-9EB5-8DB13ADF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150m_to_satellit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FED4F33B-7303-4922-B377-184C1C9A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150m_to_satellit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FD648E1D-4F82-40B6-8EB1-6146C15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150m_to_satellit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07049750-AADC-400D-A9D6-ADE06D2F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150m_to_satellit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3B81855-3D37-46C6-B674-E50508F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2360"/>
            <a:ext cx="307020" cy="9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150m_to_satellit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ECEF63DE-A450-427F-A81F-B76965A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2360"/>
            <a:ext cx="307020" cy="4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150m_to_satellit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728AF23-5B8A-4F11-A146-3E2FBEE0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66663"/>
            <a:ext cx="307020" cy="152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150m_to_satellit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ABB9A5D-4728-4DF4-AF85-6D9CFF93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19184"/>
            <a:ext cx="307020" cy="2472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150m_to_satellit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5CC4AE6A-9143-4C73-A3E6-2F8FCDF4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66389"/>
            <a:ext cx="307020" cy="1769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150m_to_satellit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2AA729FC-0DE5-482E-B3CB-3008FCFC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150m_to_satellit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A6BC386F-35B3-4826-BBD7-8F2DB805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696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150m_to_satellit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0BE1F330-25C7-41FC-902B-7DD32480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4126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150m_to_satellit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C00E6138-C0E8-40BF-8065-F9F9EBD5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7937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150m_to_satellit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042CEB0C-2AFB-43E7-A4EC-23C6BA1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409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150m_to_satellit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C5EE8608-0A3F-42C5-AA5B-F11243A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179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150m_to_satellit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A386E928-FA99-4D6F-897F-B1A6B6D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4467"/>
            <a:ext cx="307020" cy="76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150m_to_satellit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4DE9DC08-F12C-4C6C-8308-98D1B083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35682"/>
            <a:ext cx="307020" cy="28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150m_to_satellit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BFDCA4DC-35FD-44B3-B781-C2103BC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35682"/>
            <a:ext cx="307020" cy="1401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150m_to_satellit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026B9D36-B1BE-44DA-B2E3-26BF0770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775854"/>
            <a:ext cx="307020" cy="1722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150m_to_satellit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195A33EE-8058-47D1-BBEC-6BE3FCE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1948117"/>
            <a:ext cx="307020" cy="1212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150m_to_satellit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48BBF8D2-0127-403E-8120-945B3B2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150m_to_satellit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F80689D7-4779-40FC-987B-46DCF612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90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150m_to_satellit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7561D94F-BC6D-4559-B2C4-83BC429A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1028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150m_to_satellit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CD1C6CEB-1577-44D5-90C3-7D39E75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75045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150m_to_satellit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A13A22D1-9C01-44EA-A517-8CF5DFB2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19227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150m_to_satellit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23AE6A49-244B-46D8-BBF0-855AF9FF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0439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150m_to_satellit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B8A4B89E-49A8-41BF-AC16-162B3E18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150m_to_satellit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008B904F-42E7-43AC-BF40-80A41ED0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150m_to_satellit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B81A3EE8-C868-471F-9E74-DCC0088B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150m_to_satellit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2367FA23-F3D5-48DA-83CB-49710536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150m_to_satellit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9D4D08F2-6A53-4BF4-9591-0F77FE7C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150m_to_satellit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4C82D69F-8F72-4E71-AD98-3A38C1F0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150m_to_satellit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83B41E20-4083-4EB5-B07C-B5D88270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150m_to_satellit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08108DE1-F808-4ACF-AE72-6EB4BDBA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150m_to_satellit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584C315F-3D97-4F25-97B5-0D88D72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150m_to_satellit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2EAFD766-1721-4236-98E8-0624828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150m_to_satellit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9E0C9502-CB9A-427C-BD7C-86F72D5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150m_to_satellit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04DFCC8C-547F-4296-9115-3346EFC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150m_to_satellit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DD41ACB8-4382-4931-B60D-570482D8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150m_to_satellit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EC24E001-A0F1-4C9F-9DC3-3FEBCDB5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150m_to_satellit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BB2BCBBF-7CE9-46BA-A226-D4D40D91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150m_to_satellit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2B050FF6-1ADB-4BAE-9348-ED18158C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150m_to_satellit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5661E128-80F7-427B-948E-FE4C4E1B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150m_to_satellit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6FD91DD0-8A6D-4036-B019-071EAE4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150m_to_satellit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75109A62-E30B-4407-A1CF-792700C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150m_to_satellit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3C0811A1-B04C-4AC3-8D57-02D92887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150m_to_satellit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DF023400-77F1-45B6-BDAE-88831CFE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150m_to_satellit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A778C24C-69FB-47E9-B832-561EF183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150m_to_satellit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361A5CC9-4E67-4321-AF06-00CE39E1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150m_to_satellit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CFFDE95C-0BB5-4A41-BD97-B79F08B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150m_to_satellit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8438BFAE-8306-48F2-BA05-83750925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150m_to_satellit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E705BD85-B7EF-4B82-BF12-954E00E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150m_to_satellit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6B8FAB78-79AE-4B92-BB45-FCE94EB9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150m_to_satellit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35DD61A2-5E6B-4635-B406-E8C9CE13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150m_to_satellit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FEABCD7F-DE8C-403E-A35C-A1A9DDF9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150m_to_satellit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5DE3D72-A581-43CA-B8F8-F0F9C662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33242"/>
            <a:ext cx="307020" cy="3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150m_to_satellit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3954660-7062-4926-AAE7-7940AB8F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18362"/>
            <a:ext cx="307020" cy="14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150m_to_satellit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FCF85A3-1739-4988-B876-9A49BB63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06944"/>
            <a:ext cx="307020" cy="11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150m_to_satellit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78D187D9-72F2-4766-A9B8-2301812D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06944"/>
            <a:ext cx="307020" cy="765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150m_to_satellit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C6A426CD-43F1-4E1C-B3DB-BF17A59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683496"/>
            <a:ext cx="307020" cy="4388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150m_to_satellit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A36D8990-8B18-4B07-B6E4-65DDE65C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150m_to_satellit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5B9144E1-B96B-4C14-9F77-FFA4FE4C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078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150m_to_satellit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1053C7EF-9D45-4E9F-895A-DB5BD957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929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150m_to_satellit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5FBE9263-5645-4EE1-81BE-2CC71E67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8154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150m_to_satellit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74F04D8E-3CB0-42FD-80BB-57679D6C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580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150m_to_satellit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4AA49CD9-9C03-4F58-908B-B9C392C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09694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150m_to_satellit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C0263E09-A6DE-4FA0-AD59-3DBB047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43344"/>
            <a:ext cx="307020" cy="28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150m_to_satellit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A4390011-A0D4-45E9-9FBD-E5DA5924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34030"/>
            <a:ext cx="307020" cy="9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150m_to_satellit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85F68BBA-CDEF-41F4-8DDC-746C326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34030"/>
            <a:ext cx="307020" cy="47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150m_to_satellit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0CA0CEA9-205A-4DB2-955B-2435B0A1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38737"/>
            <a:ext cx="307020" cy="113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150m_to_satellit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EED2C274-C7D0-4E66-B6C9-68C69B5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51797"/>
            <a:ext cx="307020" cy="394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150m_to_satellit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893DF7E0-E98B-46A4-8B70-C8E7873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150m_to_satellit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72658F01-9D1A-41B8-B673-23C96428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1794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150m_to_satellit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DF4A997D-17C4-43D7-A349-45186406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0863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150m_to_satellit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DDFEFE46-9EF4-4315-98B0-FB980DC3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1333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150m_to_satellit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A19CA45B-C109-4E9D-81D4-DFA288D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263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150m_to_satellit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E9C11BE8-3D5E-4245-8E44-909A54FB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211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150m_to_satellit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74330617-54E2-4AF5-B43D-E965ACD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150m_to_satellit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1C7EFB4A-0419-40E7-A033-57D8ADE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150m_to_satellit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422043A2-ACA2-4A18-BEFD-BD26B2C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150m_to_satellit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2737F0CB-D8C2-47AA-9C77-7E64AE9F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150m_to_satellit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321D1978-B63C-4250-8836-DCF032CB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150m_to_satellit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07DF8624-CA99-45CF-B266-75506B6D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150m_to_satellit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89D34654-B182-482A-8849-60F3A087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150m_to_satellit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A2E605CD-F7C2-4AEE-BBE6-E7B1207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150m_to_satellit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9A744D9E-D26E-4292-9F33-FA20F18B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150m_to_satellit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B526D687-66DC-4E66-8907-7E47714F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150m_to_satellit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216C79FD-D584-42EF-B42F-9EA12D2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150m_to_satellit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1D785B94-5640-4BDA-9246-40DD220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150m_to_satellit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6BB4F730-187D-4D4F-946C-2D0E1903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150m_to_satellit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9F5E3CC8-8ABB-4530-AE79-33D46073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150m_to_satellit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4D61A5F8-DF0D-498D-AFD1-7F028D5D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150m_to_satellit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83537955-6890-491E-B1B4-64A8D27E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150m_to_satellit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D440B986-97C3-47DB-A37D-06B6B11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150m_to_satellit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3F37A7A0-F6F0-436E-8C92-D7C6732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150m_to_satellit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266DA058-6F66-481F-B121-76FF217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150m_to_satellit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D7BAAE54-337E-4CBF-8AFD-873B6637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150m_to_satellit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E82B4659-F4EC-43E1-954A-F2AB3274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150m_to_satellit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D22187B8-ADE8-492C-B19B-F1E411C1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150m_to_satellit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37BD6C2A-DA7F-40DA-8B4F-68B4D176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150m_to_satellit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017C852B-5F26-46CD-9E7F-F891C22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150m_to_satellit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5AAF54AC-EB6D-48A9-9B5D-6C33FC2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150m_to_satellit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996E8189-19EE-4D6E-B3D2-846030D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150m_to_satellit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9D5512CC-DA71-4335-92DF-A8DF4B42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150m_to_satellit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2F73DA22-B38C-4DF7-A542-FE7BE531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150m_to_satellit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348EDD86-AE3C-4121-AF2B-5CC3B0A6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150m_to_satellit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4EB5D18-2765-4A30-B626-DFF3980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33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150m_to_satellit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F22E1C2C-DD59-48A4-8F2A-79CBEAB2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73838"/>
            <a:ext cx="307020" cy="55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150m_to_satellit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E7355CAD-059F-4B5A-8158-51ED1471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29742"/>
            <a:ext cx="307020" cy="85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150m_to_satellit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20C5CD9-467D-4AB4-9442-9E8E7DE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15655"/>
            <a:ext cx="307020" cy="165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150m_to_satellit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F69FA5D-4656-48AC-95B8-E85D9F0F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81090"/>
            <a:ext cx="307020" cy="2906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150m_to_satellit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B967AF89-7061-45C6-B09E-3740055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150m_to_satellit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9514EDCF-470B-464F-A01F-551EBA8E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484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150m_to_satellit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914F7C76-0E9A-465E-8B9D-634BFC13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7043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150m_to_satellit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F3177B68-B4B7-4413-AB04-FAC7B2D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902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150m_to_satellit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217C1E38-F824-4C5F-9CBD-3710D2F7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556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150m_to_satellit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89742C66-09DA-4493-8962-3C455428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4630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150m_to_satellit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C20B2153-2E2F-4AC6-B491-03DCFBC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2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150m_to_satellit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F84C85F1-0EE6-4A76-9B79-62739B20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3070"/>
            <a:ext cx="307020" cy="255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150m_to_satellit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1D0DA654-0AAF-412E-BB0B-1B65A6C5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78667"/>
            <a:ext cx="307020" cy="74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150m_to_satellit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6199B2D6-5C3C-4818-BE5A-FD2A1B41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52912"/>
            <a:ext cx="307020" cy="1584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150m_to_satellit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5686C70A-685B-450B-8928-5B2CC666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11323"/>
            <a:ext cx="307020" cy="305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150m_to_satellit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E4956734-039D-45AB-90A0-9C264271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150m_to_satellit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97752CF1-970D-46FE-BECA-77C0FA79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767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150m_to_satellit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36E3D610-CF82-4A17-87E1-8C11F81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3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150m_to_satellit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097C5249-0B23-4761-8E87-DB1C20B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275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150m_to_satellit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A5F67377-94E4-4811-9F77-FDC72587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85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150m_to_satellit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D3D27AE3-C6BD-416A-A603-AF25DAD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913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150m_to_satellit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B6392992-89D8-4750-A423-35914755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150m_to_satellit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7E529087-7011-4A04-BBE4-D38601DC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150m_to_satellit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54948F89-1793-4319-9259-B1C6E2E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150m_to_satellit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C45E6285-ECFC-4CC1-B3E6-7122D8F9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150m_to_satellit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A7E35F1A-E575-4AD9-AF41-96BB584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150m_to_satellit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54C513B5-9C19-4B4A-BDAA-5F94A8AC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150m_to_satellit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A28BBC36-206D-443B-8BDD-67D9B866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150m_to_satellit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25567EC9-E2D6-4F41-812C-C24B4496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150m_to_satellit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F9143C6F-E0D1-4CC1-A4DA-4B8E869F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150m_to_satellit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71F682FD-A545-4218-9DB5-D6CC9233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150m_to_satellit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CB42C94A-B602-4878-A8F0-95C26D4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150m_to_satellit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D78DBFC4-3637-4C3A-8573-853867DD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150m_to_satellit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2A17671B-3FBB-424D-A888-B0115C1E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150m_to_satellit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CE40CD32-148F-45C1-9041-4BA07304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150m_to_satellit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9B7E0D5C-056E-499E-85D6-A4BEDF88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150m_to_satellit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BC218125-7A98-4E3F-BFCF-F38F3646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150m_to_satellit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256F3784-C24B-4E0D-9992-1FF0D3AE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150m_to_satellit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30FB1BF5-F661-4B8B-8560-D9716219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150m_to_satellit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E935CFA1-68EE-4F4F-AF44-F703190E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150m_to_satellit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E99F6337-07B6-4832-AF23-3F86E590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150m_to_satellit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547A2FAD-05BF-430C-8340-01DEA650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150m_to_satellit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306BE3EF-5357-46DB-A528-FFBE97E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150m_to_satellit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D7734A23-6179-453D-88B6-2860EFFD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150m_to_satellit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E0793AA3-1AC3-4220-BF03-5AEC893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150m_to_satellit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CA52A8AF-792D-4174-B7B9-ACBCCB1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150m_to_satellit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441F336D-DB7B-4891-ABF6-4E06E722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150m_to_satellit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63E46343-EDFB-4463-8038-A9FAE14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150m_to_satellit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2E1BDDC4-7B2C-4F55-B2C2-3CE71590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150m_to_satellit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CB505474-8A6E-4808-B5AB-4017574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150m_to_satellit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3C41A19-F836-459C-999E-B458270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830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150m_to_satellit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3D68E24-A6F6-4DD3-B2B5-195DE2AE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23689"/>
            <a:ext cx="307020" cy="262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150m_to_satellit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8EF5087-5AA1-4649-863B-B8F835D9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86345"/>
            <a:ext cx="307020" cy="295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150m_to_satellit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1EC7364-ED20-4A4E-97E6-19274DAC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82082"/>
            <a:ext cx="307020" cy="113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150m_to_satellit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0D6CFE56-D118-4818-A1F8-B2F53ED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95403"/>
            <a:ext cx="307020" cy="612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150m_to_satellit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87EB28B7-02A1-4E3F-AD0D-F9B42144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150m_to_satellit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0DD03B3C-E0BD-4C5F-B6BD-2E3511D6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982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150m_to_satellit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755C853D-7787-4A41-9811-0C00B819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609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150m_to_satellit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2752C25E-0B03-4538-8358-0A195F62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5668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150m_to_satellit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88255083-E210-4D29-A3B1-EA52D36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7000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150m_to_satellit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2E0990B0-55B2-468C-8487-69B7B44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3127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150m_to_satellit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56950FA6-BA06-49CA-9C28-67D93263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941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150m_to_satellit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C3FCF515-0A36-48F2-B074-9903BCF0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34852"/>
            <a:ext cx="307020" cy="1295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150m_to_satellit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0B246533-5705-45AE-9533-DA0593C3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3964418"/>
            <a:ext cx="307020" cy="263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150m_to_satellit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4D8E8134-2FD9-4A24-A03B-BF0BAF6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228201"/>
            <a:ext cx="307020" cy="152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150m_to_satellit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E4772737-8E6D-4884-8B8E-84041246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380644"/>
            <a:ext cx="307020" cy="1274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150m_to_satellit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2E34B50E-1190-4F7A-B671-BC5ECFE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150m_to_satellit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396D306C-4006-464F-BA28-4E5C27D2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094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150m_to_satellit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04B01F7-8D5B-4056-940A-B791717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9390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150m_to_satellit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07564BF7-1F3D-41F0-9DCB-83A45B12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028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150m_to_satellit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C0BBC264-4321-4DA4-AC20-6F87EA3A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35524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150m_to_satellit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C628DF40-AD87-4C8D-BFBD-04153A0D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4827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150m_to_satellit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3A30E8FA-6921-428C-8A85-180EAF92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150m_to_satellit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26848A4A-9F0B-4B00-924E-7645BB5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150m_to_satellit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8B5DA2B6-39E1-45BC-B0DB-CB7CE4A7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150m_to_satellit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FE42C104-7937-4353-9E0E-B21634B8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150m_to_satellit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B937271F-ECAD-47AB-A527-4FADA9A6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150m_to_satellit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B29C4393-6855-4D4A-8E98-EF1B08B7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150m_to_satellit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6B0979EF-29E5-4AC4-BC3D-10858C8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150m_to_satellit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4DCEDCE9-942F-484F-ADF5-0584FD29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150m_to_satellit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486428F2-49A6-4196-90FE-566AD201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150m_to_satellit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4B8523EE-7461-4057-9496-2A49666E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150m_to_satellit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B0715F6E-7D68-40AC-A480-21222815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150m_to_satellit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BD95E0C6-DB46-406E-BD05-0A60FE9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150m_to_satellit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E740B253-BAA2-41E3-A3B5-327CE18F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150m_to_satellit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E83AD6EA-0DE4-40EB-ACBE-0010112C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150m_to_satellit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2728AC16-0031-45B8-BA37-D06BBF7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150m_to_satellit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FF91DC99-289B-44F6-B309-54276005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150m_to_satellit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EAD44673-E890-46AD-9334-FD5BFED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150m_to_satellit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B01FEEC0-8321-45B6-985C-DC9D4EBA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150m_to_satellit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A0FA387E-9B45-43C2-B77B-A3EDD1E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150m_to_satellit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3A132BC1-5BAC-4E7D-B978-13D77A5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150m_to_satellit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C43C2614-07D9-4470-9E35-165D3EC1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150m_to_satellit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AF6F05AD-7A23-4F2F-8AD1-5792549B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150m_to_satellit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77A437FF-0E21-4470-8E73-8B573CD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150m_to_satellit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C7CEAE84-1B3A-4D47-93F8-CD39CE9D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150m_to_satellit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E351A0A5-6247-41B4-9ABD-4441A571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150m_to_satellit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77CAC6CB-473E-491B-BC65-910B26A2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150m_to_satellit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D1AEBAA6-A17F-4737-9B72-EC9A9CD1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150m_to_satellit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96DA98BE-8982-4BF5-9706-658AFC64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150m_to_satellit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5A2C9B5D-597F-4235-AD6C-644CFA3C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150m_to_satellit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ABC12A2-6206-46F7-80E4-6326F7D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46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150m_to_satellit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1959A82-3D27-445A-95DE-7D6C335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54883"/>
            <a:ext cx="307020" cy="4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150m_to_satellit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35276D9-845A-4FF8-B194-46B778D9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54883"/>
            <a:ext cx="307020" cy="51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150m_to_satellit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B654591-7779-4DEA-8BA2-BCA32805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0009"/>
            <a:ext cx="307020" cy="21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150m_to_satellit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87A9EBB-E240-4451-B0AB-31DE09DC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81695"/>
            <a:ext cx="307020" cy="17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150m_to_satellit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15C2267E-CD3F-4727-BE22-812F9EF5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150m_to_satellit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4BF3CDDF-5409-4C32-A7EC-BCAC74E2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991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150m_to_satellit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CDE6B881-55A2-48F8-9176-482FF8B5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948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150m_to_satellit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7AA6529B-D9CF-4F28-A4BF-374688C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46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150m_to_satellit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1031A422-4010-4DDC-AE73-02F110FD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5629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150m_to_satellit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C28CF0EC-D849-4E67-BA0F-56EFE5DB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738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150m_to_satellit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D804AAF0-00C3-4692-BD8D-8BD016C0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73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150m_to_satellit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962FE612-3C07-45A3-8B66-A3C87087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8048"/>
            <a:ext cx="307020" cy="6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150m_to_satellit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2F970A75-A0A4-4CF0-AAB4-94C0F659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54924"/>
            <a:ext cx="307020" cy="128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150m_to_satellit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BA7CB242-D7E2-45BA-97CF-0187106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7752"/>
            <a:ext cx="307020" cy="230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150m_to_satellit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0DA53E78-FB52-4CCF-9DBD-21AE853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90814"/>
            <a:ext cx="307020" cy="131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150m_to_satellit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211BF883-C810-4633-89BF-85696E6A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150m_to_satellit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3FF727CB-A326-4F17-BE28-4AC4EC33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264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150m_to_satellit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D5E4D9F7-DFCA-4F8B-9098-33983EDA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95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150m_to_satellit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364EC1F4-B0D3-4EEC-9949-AA1B74F0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423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150m_to_satellit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A610E0E7-840B-4FFA-A807-9C94956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654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150m_to_satellit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5E470DEA-58E9-4EF8-ADB4-762067F1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786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150m_to_satellit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B88FB153-9664-4813-A103-6FCB5952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150m_to_satellit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DDB1A51A-4AE5-4B9A-A66D-2CD8444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150m_to_satellit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E34E7AD5-4096-4762-80A1-D38BA7A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150m_to_satellit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B7006A83-A708-4B2B-9CA8-4DF2091D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150m_to_satellit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AD519EEC-E1AF-4DA2-9695-7254CCFE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753497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150m/r_at_1/title">
            <a:extLst xmlns:a="http://schemas.openxmlformats.org/drawingml/2006/main">
              <a:ext uri="{FF2B5EF4-FFF2-40B4-BE49-F238E27FC236}">
                <a16:creationId xmlns:a16="http://schemas.microsoft.com/office/drawing/2014/main" id="{F671EBAD-403A-4B7D-A4E6-E5994DB1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150 m</a:t>
            </a:r>
          </a:p>
        </p:txBody>
      </p:sp>
      <p:sp>
        <p:nvSpPr>
          <p:cNvPr id="2" name="sues200_satellite_to_uav_150m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4FD21F7C-965A-40B6-A352-D88DF0C1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satellite_to_uav_150m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EA39C87C-49D9-4531-92AD-D8D6F5E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150m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6241A292-105B-48BA-9A41-783D3438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150m/r_at_1/legend-full">
            <a:extLst xmlns:a="http://schemas.openxmlformats.org/drawingml/2006/main">
              <a:ext uri="{FF2B5EF4-FFF2-40B4-BE49-F238E27FC236}">
                <a16:creationId xmlns:a16="http://schemas.microsoft.com/office/drawing/2014/main" id="{1CC1AE3E-E8FD-471A-A90A-184DEA52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150m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A57B33C9-4D0C-4B14-BE4A-FA83A8F0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150m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A9AA2BAF-3D67-449F-A0C9-29A6CA5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53.7500; Full 47.5000</a:t>
            </a:r>
          </a:p>
        </p:txBody>
      </p:sp>
      <p:sp>
        <p:nvSpPr>
          <p:cNvPr id="8" name="sues200_satellite_to_uav_150m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B0E766A4-9C12-4666-B6CC-9ED0AD11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150m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7771715B-1F79-44EB-B0FD-31256FF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150m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D9AF2687-8770-4275-BBC9-F659FF7F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150m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455B19FE-4688-4683-B6CE-2C47D2EC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150m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64CCCEC8-46C5-4CE7-81D5-3619B15E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150m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27A559C1-96FA-49AE-8A1B-06450EB9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150m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2D667F6F-47F1-4D9B-A4FE-C4DDD5E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150m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653521CF-3D76-4D9E-9C77-B9568E57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150m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A5512B68-1B13-4EFA-BF30-7E7B1609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150m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D60A628F-0C02-46D2-B4A7-67E66CE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150m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EF8720AC-A91E-4E2E-BE7D-6EEE3E47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150m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E7058A48-B02D-432A-979B-2030134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150m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5DCEDF19-D612-4F71-BD71-2632E3E9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150m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AB8D2829-119C-4462-9751-587C2D39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150m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59683DAD-A583-49C0-A3F4-DBD6C3FB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150m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D83CB650-8397-4A45-BE45-B28F79D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150m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F3BAABCD-A948-405C-81A6-840BE6E9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150m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99D74DCA-1E67-4E74-AD6F-12FBF19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150m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5DB70EA0-F81C-4650-B259-600C876B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150m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5B13E7FD-1339-4D9B-A447-5E6C80A2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150m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101E4C1D-1CBA-492A-B026-0A456139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150m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AC2D9D37-6BF1-4F01-817A-AEEB74E3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150m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E9AA9AC2-9BE2-44DE-A467-ADE64BC3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150m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D96E119F-B719-4290-9C56-7AC7F972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150m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606DA7C7-7D2E-426C-A798-C0D099A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150m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3F69655C-3FA8-4D87-B85F-359BC71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150m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27791522-5D65-4B3E-87B5-CF46BA7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150m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7A536B7E-6B94-460F-89DC-90130E1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150m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28D71AC6-E0FF-4114-A7B6-03488D3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150m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99E9EADE-6EC4-49E4-AE3F-76C0FD99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150m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19FD83B-5BB9-45DA-A063-CCCF6F6A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150m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96B4B44-5132-4DAC-B5B2-E5162484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2167"/>
            <a:ext cx="307020" cy="185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150m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304D4A0-DCED-4078-BA4F-18C76FE0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57252"/>
            <a:ext cx="307020" cy="43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150m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7DAED3D1-6A7D-47B6-8C9C-0CB1913F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96829"/>
            <a:ext cx="307020" cy="185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150m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80B8D54-816A-434D-990A-A442DDF5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481915"/>
            <a:ext cx="307020" cy="115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150m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82090971-A829-4435-8516-963FA50D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150m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31B748A4-2543-45DC-9BC0-F39D8E6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150m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B28238FB-0C0D-4393-90FC-C2CFB06E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3185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150m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B6659445-6C2C-417B-98C2-257AAD3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714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150m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9BA45F5D-2F80-41C8-ABDA-3B0E35A0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5651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150m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45FF34B3-5C6F-4AEF-8FE5-220FF1E2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5721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150m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B2622228-983A-4FCB-A38B-7A5BB30A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04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150m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49483D66-9CD1-44A0-BA31-473CBF0E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76886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150m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482481A7-72FC-4BF7-9BC5-641C3D3F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76886"/>
            <a:ext cx="307020" cy="418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150m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CFA98438-AB8D-4D85-BBCE-FB69E90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195763"/>
            <a:ext cx="307020" cy="157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150m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B603E753-4A44-42ED-A451-A910314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352842"/>
            <a:ext cx="307020" cy="78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150m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106F3313-2F5A-499A-9F8F-7735A733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150m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0313B9B3-1F1A-4AB5-9FBC-F2F78708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7514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150m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BE083BFF-0C0E-4310-B0F2-0B0F35A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514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150m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F20033DA-9C69-4DAF-B9FC-8D2758A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1703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150m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CE46EBB2-1EA6-45DF-B455-0F91C08B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32744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150m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31C7EAA7-2018-48BC-AFF0-7D79622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0598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150m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544D80CF-1D7F-4D3B-BE46-FA357F7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150m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EE3DC491-E927-4BD1-AFF9-DFE5C9F5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150m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04B49036-E27F-465B-B0BE-50E60200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150m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79CB58BD-512B-43EC-8A2C-159A43F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150m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9B95FDAE-CAC2-4A23-82C0-CB26DECD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150m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9DE4AF90-0B13-4FDE-B8D5-1AECD2B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150m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97BDD778-103C-49AD-A3C4-015A2825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150m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078B0988-1831-4AA3-9B66-A60CE9F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150m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501D29A0-3305-4214-9B5D-D223B305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150m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0365D75C-DDAC-497C-83FD-E7FDF7B5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150m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005D2218-65FC-435B-A346-5D66DA0E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150m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3567168A-5678-42A1-8F20-03F2CBE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150m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2218267A-6167-422E-B293-F960515C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150m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4ED2F223-2E72-4384-BF82-D8E95346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150m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9E4D602F-CA93-4046-A2F0-FE758BE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150m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3767C967-5C7D-4F59-B89A-6DE84D74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150m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F8808B2B-111B-4717-80D0-CAE927A5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150m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1781209A-B62A-48C6-B46D-656221D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150m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18B96394-625B-4DAD-B946-D1E99891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150m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4831EA90-5004-4AAF-A092-4317EC28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150m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3BF3385A-6C67-4100-AC06-7C7B6D33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150m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139BBDC3-C4AA-4691-86A9-71B107D6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150m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26336A21-E823-4448-9926-99765ED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150m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78537CE4-918B-4D34-AAB5-92670FA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150m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89AE3F0C-6EE7-46CB-96D3-80BC5AAE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150m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75DD84CC-D76C-4708-ACEB-B9F5348E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150m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F7814D59-557D-415B-815B-FA746209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150m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44E909B6-909B-4A72-983A-0A4883FA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150m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38AE5CA2-FA71-4B91-BD10-5A104D8D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150m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571D71B-FDC7-4FF4-8DB5-C5F47BEE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46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150m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B1DE5B0-B539-4E15-9FC8-A27B323F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718438"/>
            <a:ext cx="307020" cy="69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150m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1C9E568-6634-482C-B77F-2B2D5C3C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87845"/>
            <a:ext cx="307020" cy="347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150m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B4CC4CFE-CB6A-46DF-986E-3649D59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34880"/>
            <a:ext cx="307020" cy="2544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150m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3DCFABC-62EA-4558-B79E-FD3465D4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389372"/>
            <a:ext cx="307020" cy="1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150m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FAAE1F08-9627-4274-BFD6-106DCFF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150m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BF75CF1F-BBA2-4545-83FB-C80DFD76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930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150m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5F33204A-A5F5-4CB6-817B-B6B1B02F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624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150m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FB383AF8-51C8-4F3B-917C-E77B3630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1094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150m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ECA0EA2B-86A0-4B33-A76B-C34DD5E6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639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150m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E34F99BF-4803-49C7-9E43-39BACCF7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259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150m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592DE671-3474-445F-B8DF-973CE237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26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150m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E7712279-2362-4E35-AD76-7F7EF0C5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8346"/>
            <a:ext cx="307020" cy="209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150m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7E8DA2CF-6C0E-4D61-9966-383A78DB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907785"/>
            <a:ext cx="307020" cy="2356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150m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05F58DA4-B108-4A76-874B-F1C88B50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43404"/>
            <a:ext cx="307020" cy="78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150m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5CAC0884-3652-49FD-B98B-B9A72565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21943"/>
            <a:ext cx="307020" cy="104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150m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9F0976D2-A4FF-4C9B-BC1B-93D4FF0F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150m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14B17392-D956-4A06-A92D-E7373E1E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729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150m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F92174DF-BF51-4493-9CBE-209478A0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823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150m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D58A00E1-F209-4804-B483-903EF1AB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1180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150m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F3A66B25-CD1D-46C1-A0E7-C9977F6A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1965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150m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898ACA98-67C8-45E2-9A34-777BD447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012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150m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21AECD6A-103C-4C98-808F-E0016DBB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150m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000ED5BE-F22A-41A2-B0B0-22026FED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150m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640650F4-959E-450D-88D0-86FA4699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150m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D19C7D26-2AD6-41FB-8322-8F2CE32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150m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79BF3860-1021-4C09-8311-29A7018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150m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97AC086C-1E28-4559-A9FF-CC02F6DF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150m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547C0C6D-48DE-4C74-AAB1-966FFB0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150m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BEB760E4-7393-4368-9AF0-74A84291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150m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22944B61-5D4A-4D21-B82C-03227D0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150m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B693265D-8B90-46B4-A4AD-2A17CDC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150m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86ABBAE7-AF84-4504-BFCA-4B5E482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150m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7D5CA194-23E0-4DBF-8E94-C7685A2E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150m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99DAE87D-40CA-4915-BE57-BD2A3D5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150m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68ED3ED6-92C0-418C-BC86-ED3ED27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150m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F336D151-50C8-4E68-9E16-6C16C658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150m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AFAF8344-6C21-4287-A71E-5D68A931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150m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877152F8-01F2-4CA8-8F50-2999721C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150m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C9AA5C0F-C14F-4395-B4ED-BD802FBC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150m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BD970294-D1EB-4752-BD18-1FBC1E9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150m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FA00788A-40AC-4EAC-AD68-6534702E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150m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61C847FB-BCB1-43A3-A116-0849158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150m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66F6D103-7844-4DDE-905C-40160E62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150m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5B6133F6-9378-4C41-8D30-DC11700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150m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F13AB5EE-ADD9-49F3-B4AD-AF686DA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150m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29D496B0-AE54-4D2D-857E-5721147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150m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14E5F99D-66E1-4F4D-891E-BE70685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150m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12D19234-A0C4-4350-B238-BE3F1ED1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150m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4802F296-B85B-48A0-AEC4-CB77A7BD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150m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671BD0FF-8717-47B2-A8F9-DF3DA5C8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150m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ABB99B0-0433-42C0-A212-81C5771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69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150m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A1B1784-D1CF-4701-A6CE-1824797C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41574"/>
            <a:ext cx="307020" cy="462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150m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E0F6A76-9669-492E-85F6-A456F370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87845"/>
            <a:ext cx="307020" cy="1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150m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E135768-C976-4AF6-B362-848F231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49795"/>
            <a:ext cx="307020" cy="27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150m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2D58B22-2127-4F2E-B388-90D5C55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227422"/>
            <a:ext cx="307020" cy="370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150m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C8D73CDB-3940-4D60-8416-F11AB6B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150m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8A05A072-ADC7-418F-8576-FCFA3CCE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161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150m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6AD99B59-1CC3-465B-8CE2-1EAD459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624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150m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C3D6674C-A5BA-4507-8F71-ADFE027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2439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150m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EA61DA2B-D797-4F15-B5C0-E348F1D4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2020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150m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AFE1D966-0B6E-4954-B975-DACD3A59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5721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150m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77CBB703-CC36-43BB-8CFB-804E67EA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78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150m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CEF3B502-9982-49AF-A20D-CE34C635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50706"/>
            <a:ext cx="307020" cy="78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150m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FA0A345A-03DC-46D9-9E6F-841082C7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29246"/>
            <a:ext cx="307020" cy="26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150m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DF960F60-54C8-46CC-AFDC-0147335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855425"/>
            <a:ext cx="307020" cy="78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150m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ED675C48-D296-4D06-85E6-8CD0274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933965"/>
            <a:ext cx="307020" cy="4188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150m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D50B6516-8FB6-426B-97C3-E444838B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150m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F9FF5E45-C4BF-4D8E-9D09-6F2C22A1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253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150m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CCE9CFB0-72AA-471C-8A56-B17269F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038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150m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F7E69676-8E18-4F6B-9011-5A2E0045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83002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150m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3B6DC31A-97E8-4EAE-A5BF-D5CF922C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9085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150m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9A41C667-E704-4C2F-A25A-543077E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2744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150m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6C8D4F24-BE38-4A48-B297-53AC8349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150m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FED9A208-A008-413C-B3F8-664D8B6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150m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C27DF5C6-B2F4-4C83-98E1-F6B6864B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150m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087B9E30-48F0-4D81-A144-FB2B0B00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150m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8C4A66BB-7989-4071-9872-A5D0DBC4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150m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78AF82A3-5DA4-46FE-B976-800521B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150m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4AFD3CC9-F8A3-440F-B099-9982CF6F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150m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B6FFF5E1-73D8-41F8-9D11-B20B5A4C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150m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1336B3C0-FBC6-40B6-BE5F-C9FE3F3B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150m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D474634B-24C4-46F9-8F97-F3108509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150m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C48D6034-B832-4D71-BF03-DDA6C01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150m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5B4A346D-039F-4D19-A4A8-C1BFE292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150m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60123968-5B97-4BA3-946C-B691515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150m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5E2F1EDC-0C6D-4071-B10B-4A680F0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150m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035B411B-79C7-4450-9C63-0FD7B0B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150m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9BEA8E3C-7B36-4AD7-B170-0D900173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150m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3D248E9D-9211-43F0-9521-A29D6713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150m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1048CEAC-D098-4158-B6CF-44082B95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150m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983FCE4C-C136-43D8-A9CC-1B02AED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150m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AEA81E31-CCD5-473A-A470-51679A4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150m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342A91ED-0C35-40E2-AACC-DE8DF9DE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150m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A7A5E3D9-82EB-4EFF-8BC6-D5DB08C2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150m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7B5FB6D6-4A0C-4741-AB23-091DF62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150m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AE0C5658-9F93-41EA-A19B-85BABA02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150m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C3877AEF-69AA-4D22-AEB8-F5B53269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150m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6B7AC942-1E94-423B-B08A-68C2F55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150m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81DC1A39-085F-448C-B70B-510C478C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150m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1A22A4E1-08FF-4B8E-AEF5-27CA490D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150m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95F222B7-9A7E-49D4-8332-A9C70C39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150m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EFBAEBC-A4BB-46E4-B153-34912E3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150m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5CB4FFE-8B55-465C-83D3-2ACA9C8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40667"/>
            <a:ext cx="307020" cy="23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150m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0D5965D-65A3-49C8-946E-01673F7E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63802"/>
            <a:ext cx="307020" cy="23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150m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C810F28-18BF-41D3-A3E8-F41793DA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686938"/>
            <a:ext cx="307020" cy="1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150m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2722F72-C61D-4DE9-97CC-2C3DA90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48888"/>
            <a:ext cx="307020" cy="3007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150m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6322E569-431B-41AB-A665-A4C05264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150m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7FE2FBC2-6CBF-44EE-96DD-35F47798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150m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5BF33A9D-DC5B-488C-8958-716FE518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3840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150m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5C9991F6-3F55-49A3-9AC9-74B5986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615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150m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CDBE9441-3895-4096-9486-6F4BB18E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234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150m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4812BA66-36D7-4C08-924B-7A7CDF5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242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150m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EE24F667-C6F3-40A8-BE95-29F9C1D3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150m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C6086561-03D3-478D-AA56-847B0B0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3614487"/>
            <a:ext cx="307020" cy="26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150m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E614C8A6-AEE9-4B91-8731-4764F28D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14487"/>
            <a:ext cx="307020" cy="130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150m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EC52B003-7F19-45A0-87A8-977865C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45386"/>
            <a:ext cx="307020" cy="130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150m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B6405EFD-6AD1-4F30-AEE8-75CECF95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76285"/>
            <a:ext cx="307020" cy="340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150m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0D8C16C5-4063-47C9-8380-5E9FCFDC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150m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6FF23953-000E-40D6-9877-75D714F3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150m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48D70D30-6D7A-4EC0-90D8-BC1D031E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58908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150m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5455A39B-47DF-4759-B902-95503B3C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199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150m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F36E1255-86B1-473F-A8BD-D375A4C3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508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150m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97265392-12E1-4D50-8C18-56569504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912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150m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9648F9E7-9C8B-4F7C-8C9C-5485ED00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150m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75D1C63B-61C2-4B39-BB70-D7B33B17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150m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FF2F2067-BF34-4D01-88E0-E320388F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150m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F427FC83-4E08-4B15-984C-A0AF256C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150m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6538BF84-1931-41F9-A0AB-B0F3EF88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150m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8B3B4B75-1A33-4EC3-BD41-73DBE54B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150m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BB9D6ADC-667D-4209-9FF5-3556411E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150m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7574188F-0FC5-413A-98C3-710EF9B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150m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712C85EC-DBE9-4AAC-B757-C3B2E00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150m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D053CA5B-A459-4FCB-9283-F6B005B1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150m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A91F1B56-7709-4507-89BF-5BD6DEC9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150m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8B3D939C-4228-4998-B3E0-2434EC9C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150m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12DCAC69-73B9-4B2E-95F9-7FCAED3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150m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575B87F4-23CF-4A75-A23C-849D581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150m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229B1939-F967-485D-AED6-B627075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150m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A1FE42E0-AC91-4BED-A280-8AA340C7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150m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3AE06928-3562-4F10-96C1-420310D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150m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59BF3FE6-7E63-4C91-A743-505A9228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150m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142783A4-68C8-42B4-A042-A3AB1E1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150m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BA80AFE2-487A-4ADA-9C48-D42CE71A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150m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2938756B-E84B-45D3-A105-D06DE27C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150m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989FC4B0-5028-47E2-88D2-63AF018A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150m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5B12E44C-D16B-48CE-9BDE-725D9D82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150m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C86D1B58-F0CD-4E27-837A-5CFD651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150m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4971A509-362A-4E72-977E-5390E2AC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150m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7CC652EF-5DC1-4041-8C00-8308C3E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150m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A29E274C-D9B7-423B-B26F-EAAA8C6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150m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C80E5B79-FD53-4596-B743-0AA7305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150m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33F9EA85-FE07-4DCF-8DC4-4E896A1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150m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609BB97-E267-449B-A64E-BB30994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4164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150m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F41C8A33-4A05-45AD-A178-6DC0091C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057109"/>
            <a:ext cx="307020" cy="138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150m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7DBDC63-C416-49A1-ADD3-2319A616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95922"/>
            <a:ext cx="307020" cy="323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150m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EA9D6E8F-731C-49C5-A02F-D19E166B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519822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150m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D2C3A92-DA5E-4DA8-86EB-95D3293E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19822"/>
            <a:ext cx="307020" cy="231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150m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ED0544DF-98E8-4ED5-B150-E7C5ED9E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150m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051392D3-3D92-41CD-9239-5347C1E6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40317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150m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505220BA-2231-4E57-8CF2-1CA6183C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705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150m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A80F4D0E-B699-4626-A6AB-780367A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944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150m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F41E9ABF-B1C8-4809-9A15-522F4E82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944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150m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AFEAC053-945C-4DDB-BB1F-9671DB8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175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150m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B843A75E-CED5-4774-A25D-415B61F6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09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150m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30ADEFE4-1D1F-4A15-939C-20DB65CC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50105"/>
            <a:ext cx="307020" cy="2879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150m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5ACC2EB5-2AB4-481A-9F97-12C9BCD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38083"/>
            <a:ext cx="307020" cy="2617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150m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BC7EC46C-C5C1-43D1-9CD1-26BBACF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99882"/>
            <a:ext cx="307020" cy="104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150m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917F51A0-480C-4A81-BBF1-A3B6B2EE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04601"/>
            <a:ext cx="307020" cy="52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150m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DBD62FC9-9AAE-41DC-8BBA-70C6CCF9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150m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C82C538B-7E83-4520-BB8A-02B48FCE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2470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150m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854A0D42-89C5-4277-95E2-4ADB1FCE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126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150m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F99B796-838B-4AA7-BAB5-680C3216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7448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150m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3858FCDF-64D8-4AE8-90A0-40C57601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792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150m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F942C1FC-B8D8-49BF-990D-7291D428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3156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150m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78D7CB62-8AAC-4345-A1EE-E848D2F8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150m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6711408C-10D3-4FC2-9DD6-013A695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150m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FC79034F-C588-4105-9B35-015DF47C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150m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6763906B-1847-4CE0-84C6-72E9B3C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150m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FDDF9379-46E5-475A-9DB7-52D21F07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150m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83F0233C-D52C-405F-BE7D-224D726D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150m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90372DBC-CA50-4A72-9008-0E752BDD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150m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09A3DA3C-40BD-4F34-9E59-3202684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150m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342F037D-FF55-457B-94BA-15645F5C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150m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855C3D3D-ED54-4E53-9215-B8FE7550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150m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CAB85B17-A64F-422A-89AE-020DE32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150m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90A6250E-49A0-40D4-AB45-7781D3BF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150m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3EA9A9ED-410C-4E8A-88C6-802E52CB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150m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1BE4C0ED-3D5E-42F1-8072-C52DF5E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150m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B5C4B1B0-048A-4BC7-B7F3-6DAA2C4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150m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B149E347-3C87-49BE-91D1-C8CC9AE4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150m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910BE554-CE0F-420B-9131-C4DB2DA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150m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8C6BD62D-2106-45EF-837F-F9F05C6A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150m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F6973368-AD92-45DD-A400-C927D2C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150m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976A6E68-DCA3-409E-94C5-81145AFC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150m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E1AFAC75-2F08-409C-B432-BFC04B1D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150m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E8BBFD78-7338-4BB9-9E2A-6DE3E21C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150m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79A41EA0-77DB-4419-ABDF-206535B5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150m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BCD8031C-B036-4FBD-8958-38E097D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150m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382B7761-3D69-4B95-AA4A-F18893A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150m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2D82371B-0E8B-49F2-BF15-1A97B783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150m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0B510E98-FD63-44AA-AF3D-A1344B60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150m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1425FD7B-1235-4E53-A338-29BB7F2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150m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617CD347-08F4-44A5-80FC-977723A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150m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F2C45B7-DF89-42EA-95ED-C127863F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38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150m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295E80B-31B0-4908-99C2-3C52DFD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501853"/>
            <a:ext cx="307020" cy="27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150m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A4CF2C9-4647-45D1-9BEC-68EA0309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501853"/>
            <a:ext cx="307020" cy="1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150m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019A809-B489-4EF1-9E81-D9D72BB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3802"/>
            <a:ext cx="307020" cy="2082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150m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494A67C-CA26-478E-8F6A-1DAE9171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802616"/>
            <a:ext cx="307020" cy="69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150m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FFA4934C-8EE7-4CE6-8685-7B9458B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150m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6C246784-1A38-40E4-9D67-E7D58173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7540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150m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C3E865BD-D8E2-42AA-9C4B-6D8CB2C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47645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150m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262B0343-122D-4108-B5D1-AE90CC3B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840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150m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03CD797A-E5F9-4DB7-927C-833C574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84662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150m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F4B50422-999A-47A3-867A-7FA4C6B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7721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150m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1C670F3B-ECA6-459E-B68B-B7C30E0D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832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150m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8902A0D1-AF5A-4F37-ABBE-7FCE891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562127"/>
            <a:ext cx="307020" cy="2617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150m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523EEFF4-53BC-4E63-A44F-FCF140E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562127"/>
            <a:ext cx="307020" cy="157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150m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7B68FA15-5449-4AFA-A34E-A7D97B0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719206"/>
            <a:ext cx="307020" cy="52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150m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E448F5A5-8FE4-4ED9-BB84-3ECF3577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71566"/>
            <a:ext cx="307020" cy="1047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150m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31C75CAF-3965-447E-9995-0E6ECE55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150m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E154762F-F249-489E-A97B-B984BA6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79852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150m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A89D5602-D95D-4CA8-A9D7-F0F22E1D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5367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150m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89E86F74-FAD7-48F1-830B-1B8807A7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938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150m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E7B7A45D-53B1-414F-8BF5-BAE15C80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461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150m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A101C309-56EA-4281-B281-F0DA043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8508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150m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642C3880-14FD-46FF-8510-2B901D5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150m/r_at_1/caveat-1">
            <a:extLst xmlns:a="http://schemas.openxmlformats.org/drawingml/2006/main">
              <a:ext uri="{FF2B5EF4-FFF2-40B4-BE49-F238E27FC236}">
                <a16:creationId xmlns:a16="http://schemas.microsoft.com/office/drawing/2014/main" id="{0EB5AFD2-BF5C-4816-B4BA-F65E851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150m/r_at_1/caveat-2">
            <a:extLst xmlns:a="http://schemas.openxmlformats.org/drawingml/2006/main">
              <a:ext uri="{FF2B5EF4-FFF2-40B4-BE49-F238E27FC236}">
                <a16:creationId xmlns:a16="http://schemas.microsoft.com/office/drawing/2014/main" id="{F54C4233-AB78-4283-BBEB-489C1046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150m/r_at_1/caveat-3">
            <a:extLst xmlns:a="http://schemas.openxmlformats.org/drawingml/2006/main">
              <a:ext uri="{FF2B5EF4-FFF2-40B4-BE49-F238E27FC236}">
                <a16:creationId xmlns:a16="http://schemas.microsoft.com/office/drawing/2014/main" id="{96D40558-6D91-4A71-AD11-0E549D56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150m/r_at_1/caveat-4">
            <a:extLst xmlns:a="http://schemas.openxmlformats.org/drawingml/2006/main">
              <a:ext uri="{FF2B5EF4-FFF2-40B4-BE49-F238E27FC236}">
                <a16:creationId xmlns:a16="http://schemas.microsoft.com/office/drawing/2014/main" id="{D0683C79-7C50-4059-BF43-1B0982C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40134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150m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801AF6B2-4998-4B9A-ADF1-0E73C52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150 m</a:t>
            </a:r>
          </a:p>
        </p:txBody>
      </p:sp>
      <p:sp>
        <p:nvSpPr>
          <p:cNvPr id="2" name="sues200_satellite_to_uav_150m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C6880477-7EFE-4B90-B314-F6B84E10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satellite_to_uav_150m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6C3FD8BE-C998-4887-B9B6-0FD01F9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150m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70AEE4F6-520D-4B31-A220-F0409A58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150m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E7F91952-BABA-4BF8-AEA2-EEBACC86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150m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3C063E04-E092-42EB-8E96-F887A61D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150m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397CB8C9-8A44-43C9-8E08-09EA0DCC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39.3597; Full 34.2788</a:t>
            </a:r>
          </a:p>
        </p:txBody>
      </p:sp>
      <p:sp>
        <p:nvSpPr>
          <p:cNvPr id="8" name="sues200_satellite_to_uav_150m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1299DA9B-688E-488A-8D80-55C21778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150m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BEE465A9-A0FF-44C4-8D77-5B88F04E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150m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F2A05A02-DC14-48CC-8BE9-BCFCE6C7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150m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8253B0A2-7625-42F2-8ADE-97ABF9DE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150m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2508EC15-C5E6-42AA-B893-F2D5FC15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150m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2E9A3B5D-8088-46DF-801B-0367B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150m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BEE7C559-FF40-41C0-9391-EB2725A1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150m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5551D676-88DC-42B6-8B69-8E481B1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150m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19E432C3-758B-4CE5-8AEC-034E3B5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150m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08B25C71-0A8A-425B-9521-C3AE213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150m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6C91ACED-3F51-4524-A285-485AB34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150m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740966A3-C6F3-4BBC-8EB4-5922CB21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150m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66EF1666-D227-43AC-8396-4034CF06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150m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6D4643E4-4A7C-4F76-A490-356F4344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150m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4831348C-F998-4B42-A3D5-50FBA7C2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150m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1AA5C939-D7FC-404C-B4B2-D0CF9964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150m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E5091A58-3A2F-483C-BF4B-6B3BBA17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150m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51894A59-AE6D-44FB-A032-E4D0F827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150m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C0434E57-9066-47BB-BAF4-C2835658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150m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EA265F8E-8D5A-4603-A82D-D23766C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150m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5C983F28-FB67-4676-834A-7F8A3F91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150m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53E07387-4C4C-406E-8291-3681A9CE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150m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2C0BE164-A5DE-47BB-B35E-34197A8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150m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633323DA-2359-4ED1-B42B-92212172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150m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250421E7-D896-4B28-8BA7-12446A6C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150m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14E6FEF4-D602-471B-8F8C-1B11FCD5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150m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ED9C5FAA-60E5-4118-B9DA-628F37B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150m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A4A271C7-6668-4C68-B8E0-60DE2F8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150m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A2AD2ECC-7D37-4C21-8B8F-FC620380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150m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52A5C1ED-FB53-463B-9762-16A379EB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150m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73D3DA1-6DEC-46C5-B38D-D9BC2766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3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150m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9EACB83-C84C-4C50-B4FF-57D70CF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06052"/>
            <a:ext cx="307020" cy="18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150m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FEFB2DF-8305-45E0-9315-C569EA17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86132"/>
            <a:ext cx="307020" cy="3782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150m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6ECAD81-CC5C-4BEC-9095-E38DC7F1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64413"/>
            <a:ext cx="307020" cy="2024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150m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D1A9184-2AFC-46EF-BABC-42CA1139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466881"/>
            <a:ext cx="307020" cy="1137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150m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5060DA44-1647-4F0D-8199-CADCBD6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150m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31D01EF7-F3F0-4BEB-A7A5-751D6698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8065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150m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D7A3EFC6-8309-4491-8942-AE7DA6D0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607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150m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BF97B367-A252-4D5E-97FF-75EEAD5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3901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150m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C8AA60C7-64F6-47F4-ACA7-C01A0E7B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414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150m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48B1EBE9-D499-47AB-9D7D-FD7024F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55522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150m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811A8A69-0B5A-4A2A-9F3E-6634E2D6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5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150m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38908B5A-BA34-4CBF-90FB-97B0AF0B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87316"/>
            <a:ext cx="307020" cy="997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150m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5E74EE07-EDE0-4A93-9F7E-FFD35530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87027"/>
            <a:ext cx="307020" cy="316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150m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BE255D64-3F5E-4FFF-B767-F4BCB8F3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103523"/>
            <a:ext cx="307020" cy="154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150m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51BBABC7-10BD-416F-BD65-78F7111E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258219"/>
            <a:ext cx="307020" cy="171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150m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D1A01867-131E-4553-9AA3-0E786BA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150m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9CB4446D-3B84-4700-AA7E-6B16EED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19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150m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0E2D6BE1-B13E-44DB-8F7E-F836D2C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616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150m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142FDEB6-498E-4980-A34E-A2518A0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0781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150m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2D4A41DA-0815-495E-8ED1-514CF6A0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2328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150m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2EFFC590-E2D4-448D-A454-6B3C47E0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0451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150m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AA919A61-D179-46FE-B030-A23248AB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150m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FA1FDDE7-0565-4F1A-B67A-27A432B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150m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477EDFD3-4538-4E69-A610-18133153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150m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59F16D36-6F9B-4DA0-A864-F5FC5F9D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150m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2A91A63A-5C38-4C26-A43F-E2B19E41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150m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6BBEAE40-0D4F-4F0D-A7BC-138BA142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150m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31642922-851A-41DD-B165-4F1AB45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150m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2BFCA313-7BC2-4134-9822-1D52A2DE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150m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42FAAB2A-7D05-4623-9029-10DE5E6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150m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F62AA121-B742-43DB-9119-679BA9E2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150m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67130641-2B5C-4443-9E22-3B5F1831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150m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2B125E9A-C47E-4971-88DA-61C66EA5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150m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EA7A7CB8-4CE8-471A-9A96-B8622D4C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150m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36D075C0-45B2-4410-B730-B8FA59BA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150m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A0208482-E0E3-45A7-A913-FF623739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150m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4FF2BA56-EC40-4DBD-BD28-67A1719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150m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31EF1777-7E1D-44A9-AFC6-B1F7781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150m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B55DB613-468A-46D0-833F-F655B43E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150m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41849199-14B4-4564-9EC4-2DBA28C8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150m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FC3C62FB-24AB-4BDE-8633-B2A9FF9D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150m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A2E21221-51C1-4968-BE73-028457BD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150m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2ABC8E82-874A-4121-BE98-EDE3FCE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150m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BC69CB60-AE32-4799-911E-1361DAD7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150m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28D2F8AF-9C58-4902-904C-C0779EE9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150m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14ADF32F-8480-4ED5-863F-3D30E773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150m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5A60C02D-F403-417B-8643-1AC9192E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150m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A0EFA5CE-546D-4944-A248-8F053A2E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150m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0862790C-F080-4B18-83D0-D9A82D06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150m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2E2863EE-BECB-408D-9BC4-4E4382A6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150m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1985BB0-AB16-4F64-A87E-29340FF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91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150m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B7C0F55-0C14-471C-AACC-B5098FB6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81293"/>
            <a:ext cx="307020" cy="757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150m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3CC4A46-7372-4016-BB6D-9A3B2DD7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57044"/>
            <a:ext cx="307020" cy="3443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150m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969BA1C-406E-4623-B087-ADC6BE65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01354"/>
            <a:ext cx="307020" cy="236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150m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EDCE74B-BCD8-40EF-9147-4E138865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337456"/>
            <a:ext cx="307020" cy="94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150m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612A0E59-D9DF-4BFE-9650-1CC0575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150m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3F514596-64BE-427C-A380-7E38F8E4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558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150m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A6E53E12-1D88-4F52-9B61-01FE8204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3164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150m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C07A95E9-69F2-46D6-92F5-7BE352E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7595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150m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D23B007E-795A-430A-A689-7D99D498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120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150m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458879F9-35C3-4EA2-ACDF-57B626F3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40686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150m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4578BC53-DBCE-4ACE-84C6-20A5DF45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17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150m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C454EC1A-353C-4683-8232-883DCCE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89333"/>
            <a:ext cx="307020" cy="129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150m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4313D7E0-0868-4000-BF8E-D0E9EBA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19260"/>
            <a:ext cx="307020" cy="2712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150m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B4C21036-FBFA-453B-B5A5-34AEE778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090509"/>
            <a:ext cx="307020" cy="1704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150m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D6FC0BFC-E6B4-40A9-91FE-8C90FD5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60936"/>
            <a:ext cx="307020" cy="923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150m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DC326BD8-2C27-41F8-8039-E9BC297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150m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CF1E4134-85B4-4DDD-9715-63D8B550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393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150m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2D537E9A-D412-4007-87C7-2B2E583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938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150m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3B46182D-2181-4EB8-8563-8B04C25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651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150m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CF46158D-B9E5-4D66-A325-AEB5766A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3553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150m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BC652350-469C-4E17-A693-609C5116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2785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150m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2CECABAB-5E5A-4D68-8209-129B38B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150m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67EF8D8F-10E3-415B-95B3-196AB05B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150m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7AB556E9-9F14-40E6-935D-FEE425E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150m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E5548B74-6D6A-4BEC-AC29-0DA395A6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150m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F1793A09-93E0-4285-B620-AF48065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150m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8267A50F-4F86-4655-AF69-C534F7FC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150m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0ADEDE1B-0154-426D-B931-FAB36FFA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150m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17429696-DCF1-4E4B-9B61-77401C07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150m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70A14DF1-C704-4B3E-B6A0-5C1BC05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150m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5176ED32-DAAC-4E1C-8895-0F86E8F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150m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FC823BC7-509D-4F50-8787-1DAE330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150m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A938D258-8CBE-47E4-8745-D20225A2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150m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D31FDF8C-D156-4A35-B1E3-978F3A3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150m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3ACAC5C5-4751-4118-841D-F2DFB28B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150m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93BB50A0-1EE8-405C-829C-28D85648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150m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4175B8AA-2F04-44A5-96C5-690D8B5C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150m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6455BDC0-80E8-4121-8304-E937F313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150m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CBB7526E-E819-466E-84C7-D933144B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150m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4EAF3EBA-E537-4819-B184-84907FF3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150m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5886016A-760D-4F7E-8123-4B1B0B38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150m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319B3F92-0ADC-425F-A3AB-1FF364A0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150m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D8DFD5A7-02A1-4A36-97DA-B3CBB44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150m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605CEE58-67D1-4D2F-A12A-11FE7C73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150m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DCA0929C-B347-490C-94A5-9915B193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150m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E102A545-DC3D-48E1-9ACB-51F9618C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150m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1DF6F448-1777-439E-8937-60E9EDBE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150m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45A79E94-80F6-4B34-85A8-77F3B9B9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150m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3D5E78B6-DB07-470B-BB13-0BD0A8B5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150m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97D72624-AC59-4111-958E-34F7AF7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150m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DB3C23C-B239-4C54-A8AC-92E25E5F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375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150m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5B792003-CF66-43A4-98F5-87A8199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09670"/>
            <a:ext cx="307020" cy="85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150m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2EC112E-2767-4F9D-8182-87599B1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95193"/>
            <a:ext cx="307020" cy="1488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150m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B5292E4-B4C2-4365-9FD8-3FE0A32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44026"/>
            <a:ext cx="307020" cy="249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150m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690DD98-1730-4B23-860C-DB728927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193243"/>
            <a:ext cx="307020" cy="322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150m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7E77B7BC-5A18-4EC6-9B64-1C763A5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150m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8037F9EE-F7ED-42DB-8DC5-7B64B69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842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150m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E093E6A1-E4D7-42BC-B1B9-0D6821D8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697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150m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5C5B06C5-0A26-40B2-AA5B-92B562F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186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150m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7B9E51CA-0DAD-45DA-903B-9A757D58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678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150m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F75A61E2-6163-41FD-9793-AB1C385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9036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150m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3A6C4E68-55CA-4ACA-A3D9-8C98FD9F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503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150m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A9E697E2-7E6E-43EA-9B0F-E2936A7B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22485"/>
            <a:ext cx="307020" cy="94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150m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4A6CE839-E277-4735-9F28-A95F3FD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17157"/>
            <a:ext cx="307020" cy="88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150m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3BE5CB60-ACE7-4113-9ED4-C8FEA1D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05640"/>
            <a:ext cx="307020" cy="164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150m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04D0C9DB-2C45-4373-9FB1-3C6B2701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70480"/>
            <a:ext cx="307020" cy="2850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150m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95EFE073-7BFA-4117-9DC2-E526776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150m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6F6D36C4-19DA-46FD-8158-B6AF12F7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970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150m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2AD48176-3446-472F-9A92-C29B6B0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9175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150m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D32AA7F0-1CF7-46D2-BFE0-EA5A1885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88024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150m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F4B8DEC4-F540-4750-B415-DAE8FD3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450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150m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C2F87613-3BC5-4972-82C2-28096A3D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301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150m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DEF5EFB8-2B5F-4C08-91CB-73616D5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150m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68099419-38FC-43A5-938A-5AF64AA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150m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AE0CD26F-7FB3-4F40-9A93-58A7B83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150m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8CEF2B5B-231C-4849-92EA-2FCE94F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150m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6A2B9A98-22C9-4DD7-9333-5A0FDDF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150m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2AA0B242-85EC-40E7-B778-F0FF6E5D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150m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5DC0E652-6D17-4DD2-968B-009441B2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150m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F12D6E08-C9EC-4EF9-B89F-B721711E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150m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E120B2AD-9623-463F-8A9C-739BB39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150m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A1BFDA27-1F70-4A7B-B8A5-C3DDE5B6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150m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7E88A252-6D4E-4BF8-A72C-038E627B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150m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A34A2591-368C-424A-A5F2-6D2316C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150m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A7B26B2C-60FA-4A9C-A0ED-3C59BA65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150m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5CD684BA-CDC4-414F-8C2D-C619A83B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150m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7D485266-5FB3-4C2A-8467-0806E929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150m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6680746A-8C98-4F8E-A8D5-4B6DB02A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150m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5C715B48-CBDA-467D-8F07-3E0F5C77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150m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1265A493-501D-42BA-BFF8-AD0315EB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150m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E38AACE6-8511-4109-A199-010A3D7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150m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9FA61B2A-A77C-4BD5-AF0F-41DB034E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150m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84D678E5-891A-48ED-A021-38744DA8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150m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5AF8DE2F-61F8-4EBA-9F6D-D2C06202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150m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529F2B82-EDFA-4B87-BC6D-FE9E6EDA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150m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69489C52-34FD-4E86-8E8D-50D89B1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150m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1E2EFE1D-1D22-4A92-8A2A-8725DAB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150m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DCD50A1B-915C-4C37-8DBE-97C0D41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150m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72DF620E-B284-4253-A8AA-AA39D87F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150m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CB8859C0-64A6-4C6C-8FAD-A1607A45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150m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1DD404FF-7E8E-4FF5-A7F1-C4607EA7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150m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E811646A-3112-4D5F-944C-B383DC5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13222"/>
            <a:ext cx="307020" cy="274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150m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E41F134-36E0-4DAD-BF97-C0393F6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13222"/>
            <a:ext cx="307020" cy="16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150m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E24E4D7-21B0-44AE-A707-43CCAB87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29708"/>
            <a:ext cx="307020" cy="586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150m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26B5236-FD97-4859-BE57-AA80148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688369"/>
            <a:ext cx="307020" cy="1393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150m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3FC0AB2-0D0F-4B0E-BC5F-5484204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27685"/>
            <a:ext cx="307020" cy="3293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150m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511CA89A-4EBA-4CA3-8D74-E028A54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150m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4142DD37-E6B7-4451-A3D4-4EC27EA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5878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150m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030E0DE7-3408-41D3-97DF-C96A2A54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043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150m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1993A8CB-CFAE-4278-B9CF-D0006993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629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150m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EC84C66E-1C50-4B90-A634-5EB5C2AF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022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150m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23A11647-96BC-4C09-BB71-4AFDAA46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316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150m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C999EF87-B51F-43DD-A30C-157E7F25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25509"/>
            <a:ext cx="307020" cy="151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150m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95D06FA7-0866-4EE7-9DFE-2AC8E04F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25509"/>
            <a:ext cx="307020" cy="38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150m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78B1B2E1-F092-4D2D-B6AC-08286991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63985"/>
            <a:ext cx="307020" cy="62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150m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FB136564-A566-49A7-9175-94E27387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26122"/>
            <a:ext cx="307020" cy="857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150m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B9335ADD-6231-4EB0-A091-A4C4D287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11910"/>
            <a:ext cx="307020" cy="3035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150m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4CB476D2-6A27-4F33-9CA9-6FD58D7B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150m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279D4F1D-B64C-4689-9C55-432B8D6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001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150m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DFBE3FDA-6589-4770-AD35-74CFD6E6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385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150m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4200233C-1FF3-4E73-A13B-CFD5ED2B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0072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150m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F8AEDCCB-E7E1-49B1-8716-4A98433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78651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150m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FBF302A5-6288-42BD-9ECE-CEB14CA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09005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150m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8A5CA00B-4944-47DC-B667-A9C73AF4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150m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E5413263-587B-4954-A0FB-CB9ACD3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150m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66B0DBFF-D75A-4565-9BD7-F913064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150m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07CFB7A5-78C2-44B0-903C-13B4CA2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150m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7BD54058-6845-42FA-BB69-ABE18F9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150m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632AB2BC-6D44-4427-AB22-15552DBA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150m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89597D83-A19C-4CF7-9ACF-1C7DE834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150m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EB8EC71C-79FA-4970-B89B-EDA08B42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150m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7885D9A8-93B8-4A23-B39E-1D27150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150m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12B368D5-97CC-4DCA-81CF-02D1EA0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150m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97D6FF96-971C-466D-A81B-2ECC4C6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150m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ADD6BA18-72CD-4317-9182-C4F44F2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150m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9FBC5B5C-3083-4312-9F0D-2C9BC247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150m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D5435FF5-38BD-4B2E-9CF8-8DF9A6BB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150m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2A8D5B12-77BB-4636-9F78-73C1260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150m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C4A3538B-54F7-4197-B329-9142CD21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150m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F6CB83E0-8F2E-4E0E-B4B3-374F589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150m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EDF64A1F-F96C-4D8B-8B1E-A4912176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150m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258C2D3B-FF6D-474F-AFE3-BECE6DC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150m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FC097C4B-F510-4163-8879-6F20FF65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150m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5718D52C-6E1B-4E17-895A-5044EAF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150m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CC9FF4B4-0F51-4337-BCC2-604DA81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150m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AD760781-6E88-46C3-AC61-08ABA703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150m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7467833E-90E3-4F30-9412-08794E9B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150m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F41E68F3-BA49-4283-8C15-CC1CAFE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150m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8DE2B278-860C-4FDC-9B82-3CD0E43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150m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B01FF508-EB74-4DC2-87B7-B79ED20F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150m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18EC5AC3-B335-4F17-AF0C-F1B3578C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150m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7E22B13D-6324-41E6-838D-6C02C55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150m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2B571F91-4173-4F0F-854A-92C53840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3671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150m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ADFFD56-7DCA-4EAC-9FB1-0E66557D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007789"/>
            <a:ext cx="307020" cy="210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150m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0F767AC-9A70-46FF-BF94-C7BC7F03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218548"/>
            <a:ext cx="307020" cy="2039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150m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75D8A5E-B289-4983-BD54-1BB46E5E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22458"/>
            <a:ext cx="307020" cy="742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150m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8DA97E8-BAE9-4FCD-9476-9216AEC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96727"/>
            <a:ext cx="307020" cy="3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150m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9E0F73EE-19C1-438E-B863-EE747E54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150m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29EA7B86-F275-46EA-A2B2-DA77F8F8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9823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150m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569EC964-C422-41A2-877E-51C086F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931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150m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8E94C4F2-2BD7-405E-8C88-F236021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970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150m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C122002E-FB8F-48EA-AFE8-ACB3056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713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150m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9115400A-CE78-40D3-95C7-6BB1FF0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0710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150m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D10ADFAC-C678-453C-9F2B-E7E40AC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064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150m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088A5A81-AEFB-4B3E-A06D-09AEAF52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47095"/>
            <a:ext cx="307020" cy="2125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150m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C3F40D9F-C93F-4D3E-99BB-E09F861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59664"/>
            <a:ext cx="307020" cy="2824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150m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88C86AD3-B9E8-417F-9BD7-019889B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42075"/>
            <a:ext cx="307020" cy="122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150m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779CABCD-B339-44B9-9557-AAF0935E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64793"/>
            <a:ext cx="307020" cy="65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150m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EA63C9A5-D95F-44F5-8D81-21C8511F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150m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B646C783-0CB7-405F-A6DA-48DBF833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216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150m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91B85310-D4B3-446F-B0D2-153DD027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342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150m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1BAFE438-411D-4399-8DEF-3D44B705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166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150m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3E3A8368-6A62-4267-84CC-45A582C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3939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150m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1012A692-E63C-4A2D-B01F-FBA18F85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052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150m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FD24394C-2902-4A42-8815-1AB2B3DF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150m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97635EA8-DE0D-41DC-A529-CB434CA8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150m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C218A34C-7CBB-409C-BE2E-66400E2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150m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EA5B828F-1B81-4239-99A3-EBA7334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150m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9122524F-5980-47CC-93A7-D4473DF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150m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5B1D338F-3932-40A7-BEC3-A825426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150m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F7C1BE0D-DB41-435D-9B5B-531E361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150m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808387F1-B440-4321-AD15-90983C01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150m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9B92D358-5ACE-4801-A90C-2A2A9E8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150m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5A74C432-BF6E-434E-BF05-7032292B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150m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31DA0D0B-7965-4748-81BF-013A6E45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150m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80AA7349-8CF8-400E-9A61-7CEA6AA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150m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B0013CCB-D216-4B45-821A-F02C420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150m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B23FD033-AC7A-4F05-ADB4-475279A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150m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F9868C5B-6490-47B4-A895-EB64ECE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150m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7AD9E020-BBA3-4DB7-8E50-83DC0350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150m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FF1C9489-0B13-42C5-8A95-1A571D09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150m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42A4539B-5904-4848-9F84-A263EAD4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150m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BFCBA4D2-948A-4EE4-AF36-ABD7F70A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150m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48FC4746-663C-4B3A-ACA1-1CAC698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150m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1860EA9C-1F33-4AD5-AA8D-5A7A3908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150m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71D4077C-596B-4B7E-965A-D96CFDD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150m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08E6F910-F4E5-4C1E-9362-EFDBB304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150m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059B0094-42E9-45C7-8AEA-D9731DB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150m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5062F83C-CE5F-46E8-B382-F7128C42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150m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7C2A0232-9A77-41CA-82A7-888CC71B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150m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3E009E27-B7CD-458D-9330-EE43C19F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150m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EB119977-426E-4C0E-94AB-C43F5F0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150m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A8288074-56E2-4474-A4B6-041B109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150m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A31C79E-6540-46EE-9FED-3AE4257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46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150m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96C21F2-0A8E-4E88-A6EE-72ACC9ED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47600"/>
            <a:ext cx="307020" cy="39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150m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E00A579-E730-4BD1-B2FB-FDC1D24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7600"/>
            <a:ext cx="307020" cy="59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150m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06BC673-FDAE-41D5-8411-7EFC2F5B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706820"/>
            <a:ext cx="307020" cy="711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150m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C67B2AAC-A5F9-43B3-A6B7-D1C90477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768144"/>
            <a:ext cx="307020" cy="98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150m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DD53D237-B7A6-45BB-9C82-CA18040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150m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ECFA4ED7-0DF9-42E6-B2C3-F8218B3D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617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150m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71F43B5F-CD12-4F6E-BD16-47783FCD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22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150m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3287FABC-1DB3-4CDC-B3BE-857D25C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8142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150m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B1FECD3E-18B8-40A9-A74B-DFBA90D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525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150m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633D97BC-5808-4EFD-AA96-AC7ED2C2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4274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150m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29A32D09-CB78-428F-AB15-0CC45B45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44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150m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21CADD9F-8B38-44FB-9592-7467414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43380"/>
            <a:ext cx="307020" cy="413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150m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4ABE836A-CB95-4F24-81F7-48EA60E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3380"/>
            <a:ext cx="307020" cy="40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150m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B93DA0B2-CAF3-488A-B4AD-94C9EC43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83532"/>
            <a:ext cx="307020" cy="63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150m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3E851A74-4C79-409D-9C58-DBF0506B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46558"/>
            <a:ext cx="307020" cy="40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150m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B18BEAC4-3A1F-4BFA-86E3-D60563CC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150m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2CAB7FC1-9158-410D-8F20-B1E21DBF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593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150m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56813C7-0F08-41DF-BC8F-8F8D9351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79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150m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4791D0E3-879C-47B7-8F2D-9810AE05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5813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150m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865EA2AC-1D65-4DF8-ADEC-195B0B6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2115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150m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A896DEF1-3854-44A7-8EDD-1153969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619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150m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5FD02181-4DFD-43C5-A684-5CD24716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150m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C065A1D6-C07B-43DD-970E-3DC6E2A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150m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0D387BB7-BF8A-4B30-921B-ED3A1A9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150m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E8C823CF-EE9C-483C-8891-BA3240C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150m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4BFAE703-8C0A-4784-A143-1E5750C2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7958764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200m_to_satellite/r_at_1/title">
            <a:extLst xmlns:a="http://schemas.openxmlformats.org/drawingml/2006/main">
              <a:ext uri="{FF2B5EF4-FFF2-40B4-BE49-F238E27FC236}">
                <a16:creationId xmlns:a16="http://schemas.microsoft.com/office/drawing/2014/main" id="{5E14FF30-45E4-41DE-BD95-CE885A97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200 m → satellite</a:t>
            </a:r>
          </a:p>
        </p:txBody>
      </p:sp>
      <p:sp>
        <p:nvSpPr>
          <p:cNvPr id="2" name="sues200_uav_200m_to_satellit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6EBE884B-147C-4FDC-9A32-E8E1B578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uav_200m_to_satellit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A6FE520B-3F08-4212-AFA6-2AF9182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200m_to_satellit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1C8F2FBA-E423-432C-B27E-FEE7F46F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200m_to_satellit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E36F1D01-72E7-487C-931F-B58DB53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200m_to_satellit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5B4C61BC-EAB8-414B-8299-1BB3245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200m_to_satellit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5B8D8257-6B50-45E1-8252-50847D26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41.4500; Full 33.1500</a:t>
            </a:r>
          </a:p>
        </p:txBody>
      </p:sp>
      <p:sp>
        <p:nvSpPr>
          <p:cNvPr id="8" name="sues200_uav_200m_to_satellit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2B6BBF37-3094-42E0-99F9-1DB03092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200m_to_satellit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015857D7-0980-4417-BA4D-9BD4B789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200m_to_satellit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55231AAE-3770-41EB-A0C8-8384BC4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200m_to_satellit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3098872B-8B64-4ADA-9FF3-23E9794B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200m_to_satellit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57AA0AC8-197C-4FA9-80EC-693D270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200m_to_satellit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E95E5C2E-A0AC-4010-9BF2-6CFC766C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200m_to_satellit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F750726D-D245-49A9-809A-827937B3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200m_to_satellit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628205F9-FD54-474A-952C-4DA3D0DC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200m_to_satellit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47763F10-709A-4FEA-B166-4B224F90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200m_to_satellit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C5CB09A8-7867-4014-9B08-6FA064F3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200m_to_satellit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E4B454C1-0505-4DBB-BDB1-F4EDE16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200m_to_satellit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9E776D12-7F49-43FB-97F2-77C595BA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200m_to_satellit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C944DC28-6957-43A0-B23B-697A477A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200m_to_satellit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3751327A-340F-4B1E-8EEF-066823A4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200m_to_satellit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A108839C-A8CB-4646-A086-61EBED29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200m_to_satellit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8E13EF37-50BC-418D-8FBA-990BA3DC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200m_to_satellit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B878FE53-817C-4B33-AD7F-AF28A56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200m_to_satellit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E0D3E5AE-0584-45C0-B88A-588BCBF5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200m_to_satellit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E4F74FC2-88A9-40A9-A95B-9C542BD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200m_to_satellit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98134243-81E3-4A89-AB34-183F7E0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200m_to_satellit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BF57DC9F-6FAE-4818-940D-EE35E33B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200m_to_satellit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3FA68484-F247-4108-A58C-5FB45E5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200m_to_satellit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375C7E93-594C-4BB8-88EE-25F97DD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200m_to_satellit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F32FE97E-382A-469F-9D80-A053D02C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200m_to_satellit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94074A72-752B-4D8F-BB51-BCDD1B42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200m_to_satellit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6B470701-A4AC-41EB-9602-4982D84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200m_to_satellit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D78EC65C-E9DE-4042-928F-0BEC679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200m_to_satellit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B9C358D0-1B98-4133-921B-C0F9E7A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200m_to_satellit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57154957-41D8-4821-9AC3-F00E75A9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200m_to_satellit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9735FF89-59B8-45AA-B16D-1DD55EB6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200m_to_satellit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7208098D-455D-4C64-BB47-254205E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200m_to_satellit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CB54AF8-6297-44F2-A429-8FE4D9F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3967"/>
            <a:ext cx="307020" cy="276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200m_to_satellit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8825E9C-5EF6-41FF-A81D-A801BC06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01568"/>
            <a:ext cx="307020" cy="2148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200m_to_satellit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F8D57A56-E1A6-449E-BC54-2D67DE79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16375"/>
            <a:ext cx="307020" cy="256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200m_to_satellit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1F08B9C-AA09-400B-B295-B9999235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72583"/>
            <a:ext cx="307020" cy="2724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200m_to_satellit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871DA274-71D2-49FF-8F8C-9E83C401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200m_to_satellit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4983E6E8-79CA-49CE-8462-F2C4197A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85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200m_to_satellit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2550064C-7766-482C-9831-AF1D7D83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761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200m_to_satellit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948F19A9-DFE5-43DB-9566-6C760EA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90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200m_to_satellit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EC368197-17C5-429C-81E1-A54153CB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4718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200m_to_satellit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771415D9-A463-4A15-A2D1-8ACF717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195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200m_to_satellit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DED723F2-0712-44CE-811E-6B26CB9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15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200m_to_satellit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D5A36918-9F33-43C1-8028-9BBBC8EC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03677"/>
            <a:ext cx="307020" cy="66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200m_to_satellit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D5B4D1E9-B85D-47D4-86D4-F30CA9CD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70450"/>
            <a:ext cx="307020" cy="1095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200m_to_satellit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AC4FC8F8-6430-452B-B474-3E97B37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79986"/>
            <a:ext cx="307020" cy="2138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200m_to_satellit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34BA9209-EEB7-41DA-9953-9D3200DB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93808"/>
            <a:ext cx="307020" cy="2715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200m_to_satellit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EBF4A3FD-66B9-417C-9CD6-89305C2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200m_to_satellit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ED79DA58-359C-4AAD-A4C4-50C7BD08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7827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200m_to_satellit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1336C8E4-13F4-428C-A1F2-3CAD2929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4505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200m_to_satellit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245ED414-7255-4AF0-BA33-7BFA1CFF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545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200m_to_satellit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262941CA-42C2-423F-AC06-3E32D78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684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200m_to_satellit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04FE1621-7682-4AEF-8152-E749CEC2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399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200m_to_satellit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12A9CF9A-125D-4E65-AAAC-D0A4125A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200m_to_satellit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0951502D-286B-4418-93FB-5B45060C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200m_to_satellit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6FFD9190-F49E-46CE-95A5-15B8AD1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200m_to_satellit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3FEB5206-075B-41A8-8553-6DA99FB3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200m_to_satellit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DF0108F8-2808-4D05-8FE5-288DB2E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200m_to_satellit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435E7AC1-B400-41E2-9832-EBD74441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200m_to_satellit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150ECD69-80F9-486F-B027-DED4184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200m_to_satellit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818B77D9-E213-4A31-8B7E-E17DBAB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200m_to_satellit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01FCE5FA-0882-40E2-A68F-09747B32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200m_to_satellit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B6F46E49-A978-4A14-A027-CE8F927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200m_to_satellit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C5EC38EA-B28B-4552-AAA5-3C8BEB34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200m_to_satellit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9139916B-4553-44C6-981A-3B8EBA19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200m_to_satellit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C0F11F2C-9931-4B4A-8492-1B31FFB4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200m_to_satellit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2966AB6A-9F44-4F65-88C6-5EFA5A4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200m_to_satellit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3BC0F0C1-1DC3-44CD-9A48-ACC7F6D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200m_to_satellit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503BB33B-32BB-4051-8ED7-CB83C96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200m_to_satellit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BB78E1ED-0443-4BEE-92DC-836410C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200m_to_satellit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2EAC6B12-7D2B-45A8-BE98-43671A5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200m_to_satellit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92B19966-F53F-4465-B31E-3EFB127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200m_to_satellit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5CF9C77C-7F69-4B43-B7B2-3E11E334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200m_to_satellit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681BF1E4-1918-49CB-86F8-C9E79D40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200m_to_satellit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E1074453-E0FC-495E-91BB-C1687584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200m_to_satellit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EF3CFA5D-51B5-4E06-8A4E-FA290FB3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200m_to_satellit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64D05BFC-70E0-4BFC-A914-8893027B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200m_to_satellit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12719979-8EFE-4895-8942-448CA6E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200m_to_satellit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D1C7C1A2-C4A1-492D-B047-0567D8E0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200m_to_satellit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1F8CD00A-12C2-4F44-A5CA-98E6758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200m_to_satellit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B0FE6C29-9F71-4E87-BEE6-6AB3E93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200m_to_satellit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6CCC5D72-435B-424C-8219-85BB4DB2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200m_to_satellit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0F47800-4EC0-49A1-9BD6-F9C9B2EA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4366"/>
            <a:ext cx="307020" cy="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200m_to_satellit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E591A63-C503-45A3-A16C-AD07E880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39766"/>
            <a:ext cx="307020" cy="246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200m_to_satellit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1DD92E8-0AE7-4ADC-AF49-2912D384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39766"/>
            <a:ext cx="307020" cy="2502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200m_to_satellit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E398D6B4-20BE-458B-9DBF-89B4F36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89974"/>
            <a:ext cx="307020" cy="3042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200m_to_satellit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27A922E-3837-4855-BDA2-EBA718CF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94184"/>
            <a:ext cx="307020" cy="1602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200m_to_satellit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B9FF805D-AA52-4A95-8A31-AD502880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200m_to_satellit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5F88C36A-9818-48B6-A9D3-7E8144AF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896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200m_to_satellit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429C9DAD-1111-4919-B723-1044795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1436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200m_to_satellit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0318DCC4-597B-4920-9190-F2090886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645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200m_to_satellit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4603DAA1-358E-4A58-A6D9-754A3A9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1687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200m_to_satellit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5163C075-240F-4616-A901-D20D2FA3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289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200m_to_satellit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A79FCD34-2E89-4A2C-8894-816EE29B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9412"/>
            <a:ext cx="307020" cy="127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200m_to_satellit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8C8BF535-1BAE-49DA-B7A7-5BFCF9F8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49659"/>
            <a:ext cx="307020" cy="9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200m_to_satellit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6CA45B7F-125C-48D1-901C-4E66440A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49659"/>
            <a:ext cx="307020" cy="19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200m_to_satellit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D3C39125-8AF5-4797-8940-6249076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41723"/>
            <a:ext cx="307020" cy="1988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200m_to_satellit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1DE525AA-F231-42E0-B209-09119AB7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40540"/>
            <a:ext cx="307020" cy="1755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200m_to_satellit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FBF0FC95-3C99-4B53-98A3-986E763E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200m_to_satellit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E6958F23-7F61-4346-BD03-4E8EBFD5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40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200m_to_satellit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83BEF0AB-4E97-4EE0-975D-EE241596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2425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200m_to_satellit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D79572AC-38FD-4779-9FAA-08F60998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163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200m_to_satellit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370A47D5-9DEE-41EB-ABE0-15F46ED3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1514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200m_to_satellit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26A77E8D-E242-4AEC-9791-9375AB0D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1906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200m_to_satellit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58C940B6-66FA-4B18-9D56-752AD196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200m_to_satellit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DCA9339C-13D7-426F-9A2B-7315CD76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200m_to_satellit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6603111A-6E1E-4B5E-9E12-044C6E4A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200m_to_satellit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D6B4AEC5-FB93-4A29-B9C1-B8FEEA76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200m_to_satellit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8455234B-8ACE-4ACE-B923-F8FBC761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200m_to_satellit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AB73E4C7-E1C0-48AF-881C-9302A7AD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200m_to_satellit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B58A80E3-1806-49FE-AB65-EE60B036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200m_to_satellit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F07C5315-8AAF-4078-93C1-56C2F3E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200m_to_satellit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53E4EBD7-CCBB-4EF7-9328-2881B15A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200m_to_satellit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85EEF1DF-222B-488A-A0A9-E2F2EC5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200m_to_satellit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819F0C5F-88D7-46FB-BE06-6A0B40B1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200m_to_satellit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2E520263-9AC3-46B5-A4C6-A159F53A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200m_to_satellit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358E9D3F-E1BF-400F-9CD8-F17CC0E4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200m_to_satellit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CDF20C75-E080-42B2-8ED4-1D041D19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200m_to_satellit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3BA7A36E-597B-46C9-9A44-98D13F2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200m_to_satellit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48F32FA2-264C-4A76-9CC5-CEE3CE82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200m_to_satellit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B902D530-E8C5-453A-908E-53334013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200m_to_satellit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ABF4EE17-0C94-4958-8158-24431C66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200m_to_satellit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F531B0A1-20B0-4F99-8AB9-5205F4D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200m_to_satellit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04F0376A-23EE-4BEF-AA00-8BF0E4EB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200m_to_satellit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16F3C42E-CE45-46F8-A85B-FA1A19BC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200m_to_satellit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F5323948-B0F4-4982-8824-071D891B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200m_to_satellit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BE498A4A-A508-49BE-97A0-2BF5628B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200m_to_satellit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1A7BD37B-6446-4299-B0E6-95EB3BE1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200m_to_satellit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CC666855-8680-41BF-B195-05723D7D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200m_to_satellit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14BE922E-3C2C-4CD6-A341-9B9F3CDB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200m_to_satellit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C44B63E9-CA9F-4DF5-9C9E-111AB59E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200m_to_satellit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28441412-01B9-4486-8A9A-D8C1FBB1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200m_to_satellit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13BB2FD3-32EE-459E-9F5D-D349BBCA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200m_to_satellit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2520B0E-1797-4646-B6E2-93E7FABC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37366"/>
            <a:ext cx="307020" cy="34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200m_to_satellit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3C2F273-DFDA-4A1E-8000-CF6ECB51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28365"/>
            <a:ext cx="307020" cy="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200m_to_satellit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5E9ABE8C-124F-4901-B60A-97193B05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587564"/>
            <a:ext cx="307020" cy="40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200m_to_satellit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7E933A7-6576-460C-BCFC-E44DCE23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587564"/>
            <a:ext cx="307020" cy="888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200m_to_satellit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C58E00BB-1A39-49B6-AC5D-012752D1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676367"/>
            <a:ext cx="307020" cy="519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200m_to_satellit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FA7F8730-9CBB-4901-9FE7-00C42F55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200m_to_satellit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1669405E-FCEE-4F2E-8334-028BE26D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1196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200m_to_satellit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4952DF17-2A6F-4BA8-AD1E-22C6728E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0296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200m_to_satellit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2F87E6D1-E5CA-4D58-A71D-128F0C9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6216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200m_to_satellit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55CEB2EE-1498-4178-8692-7116F018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509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200m_to_satellit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F52B94CC-571E-4132-8223-9E6606A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699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200m_to_satellit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6CBA5669-5523-43B0-95BD-1117C5B6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47408"/>
            <a:ext cx="307020" cy="247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200m_to_satellit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9A9D3775-8963-4CE7-8A4D-88D635AB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27152"/>
            <a:ext cx="307020" cy="202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200m_to_satellit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C3E09F2C-FF1C-423A-BC0E-2074A9AF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27152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200m_to_satellit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45587484-4E36-4B05-AD62-42BBCF63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27152"/>
            <a:ext cx="307020" cy="1132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200m_to_satellit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ADA392CE-8C8E-4A0C-8867-F9DC8476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40440"/>
            <a:ext cx="307020" cy="4779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200m_to_satellit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C442F97A-F58C-4AFA-85E8-4CCAEFFC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200m_to_satellit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9F419EA2-2BAF-4BDF-964C-289D8853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220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200m_to_satellit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4F71A540-6FAA-411A-9564-1BE52C0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017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200m_to_satellit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20D2C976-7D2C-48EF-B060-E50B0A85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017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200m_to_satellit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433D7D3A-C33B-4FD0-A05B-1142239E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1504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200m_to_satellit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BEEF1020-6ECD-4933-8EF2-C17406C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9295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200m_to_satellit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83D3385C-323F-4CD6-A48B-569FDBEC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200m_to_satellit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8BCD219E-46A9-4E39-A1D2-8577C11F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200m_to_satellit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100ADE57-CCF5-47BD-95B7-05C6E8D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200m_to_satellit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9F974CFB-360C-4633-85C1-0BB50C9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200m_to_satellit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48C09887-7B5F-45E2-9662-78C6F87D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200m_to_satellit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94A5CCFA-7B76-478C-BE48-1F3F26C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200m_to_satellit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CCDBD3C4-F31C-4E27-A04B-30CC1A7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200m_to_satellit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20E9B46A-7CF8-47BD-880A-DFE209C5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200m_to_satellit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F21155C2-0FFC-4FDE-A04F-DB69094E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200m_to_satellit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21768F26-6EF2-48F0-8CEB-438B3021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200m_to_satellit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F24CE4B6-A0CE-4237-8E6D-6DE856D7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200m_to_satellit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AF337E83-FB37-4DF5-844D-BD634289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200m_to_satellit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ABAD8E54-7A2F-4F2C-A657-2ADAD098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200m_to_satellit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752A9280-D359-4E9D-8460-1DF0BF7E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200m_to_satellit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665AC78E-DAA6-4BF3-BEDF-6A3C5E2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200m_to_satellit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F1FF18B9-C6D4-4FE2-A8F0-6058AB23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200m_to_satellit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6241D236-DDE2-4886-8C90-C4A646A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200m_to_satellit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232950BA-E3CA-46BD-BBBD-6AF2D3A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200m_to_satellit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93829D1D-B6A6-4FBD-9FAE-1E38CDC9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200m_to_satellit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57D64F31-7AD2-4C93-9140-EC67CFB6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200m_to_satellit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F13551C8-AFA8-44AC-A29B-8CDCBA8D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200m_to_satellit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E1A47468-FCC7-4612-AE65-09B96EF4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200m_to_satellit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25A39C29-92BE-4FE3-B310-5144949A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200m_to_satellit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1A71E74A-081B-49A2-AD1E-3711339C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200m_to_satellit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A8B51F62-DEEC-4A47-B268-179C1505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200m_to_satellit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F627340E-2800-4550-AB65-A5DC0E40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200m_to_satellit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C2216FAF-5F90-4190-B790-214D0D04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200m_to_satellit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A46A7532-72D2-49E2-A8D9-4993DDCD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200m_to_satellit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095842BA-B8BE-4568-A458-031211F5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200m_to_satellit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B72F255-7CDA-452E-B580-9A6FB347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3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200m_to_satellit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188C3AD-4388-4456-AFE2-0D484CF6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79668"/>
            <a:ext cx="307020" cy="59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200m_to_satellit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B5F0048-6C83-4B5E-811C-54296A3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39070"/>
            <a:ext cx="307020" cy="1272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200m_to_satellit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5CA957A-647B-43DC-A342-B2544DF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66274"/>
            <a:ext cx="307020" cy="1776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200m_to_satellit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C3611F51-994F-4227-9393-FD0DF46F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43880"/>
            <a:ext cx="307020" cy="288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200m_to_satellit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D3807B5E-D1F0-434E-8DC1-487C13C5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200m_to_satellit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6FB6EE10-0A7D-4E58-A461-001992FA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542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200m_to_satellit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B4265BEA-5CC4-4B79-AF3D-FE80583F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7136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200m_to_satellit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DEDD68A5-C655-4469-B944-3E59D6CB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8408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200m_to_satellit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BA8D507D-74A3-490E-AA42-E609D1A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40184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200m_to_satellit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1DB46BB7-4D50-425E-9828-5DFB0CA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070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200m_to_satellit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DA25325B-ADED-4F41-AB7A-45C3F58D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87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200m_to_satellit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AFCD520D-B4AC-4676-ACDE-106117E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9423"/>
            <a:ext cx="307020" cy="367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200m_to_satellit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4AE56EE9-083B-4244-A588-FAB90BD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6185"/>
            <a:ext cx="307020" cy="88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200m_to_satellit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34039164-F76F-4EDF-9E3C-EB8AA84F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84715"/>
            <a:ext cx="307020" cy="16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200m_to_satellit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982CCE34-0AA7-4367-BF5E-BB6F4366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50520"/>
            <a:ext cx="307020" cy="358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200m_to_satellit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27B09E5D-C305-4C55-9320-1061728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200m_to_satellit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1B5BE8C6-25B1-4E11-8763-3F946265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40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200m_to_satellit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AD226C3F-73E5-45FE-BA1E-221F277C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07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200m_to_satellit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C1A3D17B-BF68-40EC-A603-385064EE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593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200m_to_satellit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983C86D8-70AE-4DD1-B65D-3B25D5F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251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200m_to_satellit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45805F17-594D-4EB8-A453-908D4F61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837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200m_to_satellit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7D2A2584-6896-422C-8EBD-9330C32B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200m_to_satellit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D8B38D53-C875-4602-8BEE-A34F7E4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200m_to_satellit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6A4AC8BB-AEAC-41E3-B7CC-36D72EA7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200m_to_satellit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CEEADC9E-5E3E-4171-AFFE-920E4349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200m_to_satellit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DD921DC4-7374-4578-BEA1-E2C8AB26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200m_to_satellit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6D2737D7-A6E9-4838-8D11-C7B9ED3C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200m_to_satellit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DFBD618B-10E7-44F2-9493-64EC62AF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200m_to_satellit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56BD78C0-8148-474B-A037-E342E4A8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200m_to_satellit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E8D41EFA-1BBE-42D0-A3C0-0B044485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200m_to_satellit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52C56C01-2E85-4E6B-BD50-E89786C0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200m_to_satellit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8238A576-735A-4D15-BDE9-6336134D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200m_to_satellit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C5393C5E-1077-4688-B744-E2DA321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200m_to_satellit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8CB88875-B81A-4028-8EAD-8D8AE96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200m_to_satellit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31E60F67-7D74-44E7-B07F-EEF5370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200m_to_satellit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43354BA5-F240-432B-9F76-07ACCB3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200m_to_satellit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79C26107-DB1D-4BF3-A5AA-821E7A1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200m_to_satellit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72EE902E-E13F-4F32-AD4D-0234DBD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200m_to_satellit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977F4411-6793-408C-A813-83CC1239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200m_to_satellit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8B7BAD15-3BB9-4451-9685-06D9BACF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200m_to_satellit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4ABA9619-4DA4-4FA3-AFD3-D4BC474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200m_to_satellit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C5B907F7-9297-48D0-AB7F-14FEA21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200m_to_satellit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4C12FE76-3B9E-4368-B93C-03986B8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200m_to_satellit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AA3A5AC0-B733-4A16-B496-0BA9B47A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200m_to_satellit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D3F97B99-3DF8-4F1C-A25D-842AEEBD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200m_to_satellit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67FEBBBA-6249-4BE4-BDBD-6E84380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200m_to_satellit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9394B956-EAF0-4D97-A559-39172D4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200m_to_satellit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F49A7795-8437-40C6-BF7F-7065FB4A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200m_to_satellit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E6915BCE-27B1-428B-A05C-E0A83E14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200m_to_satellit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BD20297E-CD8B-4394-93AA-18881942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200m_to_satellit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AA94FC2B-9CD4-4A78-AB22-466EC8A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220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200m_to_satellit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52DED59A-280C-4E5D-B4A5-C73020B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62674"/>
            <a:ext cx="307020" cy="2898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200m_to_satellit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8378564-2B1D-44C7-97B2-1A5EBB92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52484"/>
            <a:ext cx="307020" cy="3354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200m_to_satellit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718A58B0-526F-4696-B3DB-0D56ADC3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87895"/>
            <a:ext cx="307020" cy="71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200m_to_satellit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A949E94-8157-4C99-A091-F26F0E16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59297"/>
            <a:ext cx="307020" cy="40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200m_to_satellit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9E6C5088-5300-425D-BB65-30D35E98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200m_to_satellit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8341AAFB-FE99-4F69-8B3F-13631A08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372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200m_to_satellit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84494E56-506C-4D64-8CAE-219273A3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270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200m_to_satellit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5003B35D-A265-4BA6-A2E1-D9FC7CFD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6249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200m_to_satellit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80C4252B-6854-425B-BB33-CB6DD6C5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338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200m_to_satellit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35EEBCBA-FA76-45FB-A073-3B8E027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746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200m_to_satellit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0F41B6AF-FCFC-4AF8-A6DF-CBA7E491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83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200m_to_satellit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36DB9777-396B-4967-9563-032A497A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24478"/>
            <a:ext cx="307020" cy="1973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200m_to_satellit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DDB7574C-5B87-4A24-B657-8B4B103C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21794"/>
            <a:ext cx="307020" cy="291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200m_to_satellit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A114C80A-BE1D-4CB7-B7F1-A60BD2E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12892"/>
            <a:ext cx="307020" cy="1733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200m_to_satellit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5F4A65C7-C8E9-48AA-B0FC-7129EB7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86200"/>
            <a:ext cx="307020" cy="105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200m_to_satellit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556BCB0E-B7D9-4531-9D31-21A725D0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200m_to_satellit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857A9279-50FF-43C4-8596-D4F103AC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990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200m_to_satellit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8B82FF18-46E8-4301-942B-BBFB5B4C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9963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200m_to_satellit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70C03F97-431B-4DAE-9E27-B76ACB9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874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200m_to_satellit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83E77331-1724-40EB-86B4-F72F993E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608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200m_to_satellit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158F01AB-49AD-45FD-BCA4-31B95E65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658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200m_to_satellit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FDAA206B-A0C5-4748-B3BB-9641E7E5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200m_to_satellit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A328D2D1-E4B3-4C16-B415-6156482B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200m_to_satellit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F5DA2661-7BDF-4C51-9A18-EA5FF763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200m_to_satellit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EBEAC132-DE89-443D-86C2-226824A9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200m_to_satellit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9457FCBA-93E7-444A-ABDC-8F877193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200m_to_satellit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276DE61D-337A-4847-A5D0-5A88DDFD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200m_to_satellit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AE4FDD55-BC52-4671-AC5B-D00916D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200m_to_satellit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802DE38E-D444-4AA3-A9BB-6BE78790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200m_to_satellit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3B624193-DA64-4C04-9686-DADFF09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200m_to_satellit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0A2B2459-8100-4C15-AF65-15A73E6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200m_to_satellit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4BF8454B-46C5-4CEF-AC51-F7BDC78B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200m_to_satellit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F7FF0DE2-6AF4-46E8-8343-AF6E3EF4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200m_to_satellit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881786D4-FBC9-4FD0-BA4D-A348F068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200m_to_satellit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338F3D90-1A47-490E-B4AB-BD87D2A0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200m_to_satellit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B9591BBB-6BFD-40CA-9CEE-873DFF7E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200m_to_satellit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6A7C686B-EAB1-4358-8DBD-AA7E609A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200m_to_satellit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58B1C0EC-47D1-4098-A1C4-9748ED1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200m_to_satellit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E88E6D7F-A3B3-4C8B-91DC-9DF797E8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200m_to_satellit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C55A3A30-AFB0-40C1-95BC-65990272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200m_to_satellit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B1527F84-0375-466E-8240-D6C43F75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200m_to_satellit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FF3D1450-063B-4438-A0BC-E8F34BE7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200m_to_satellit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58664249-85CF-4F86-96E8-AB203808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200m_to_satellit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A5CB5C0D-62DD-41E4-B02F-416D8CB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200m_to_satellit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EDD8F222-7E3E-4AAA-AA11-1109AE31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200m_to_satellit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D42F1192-CD9E-42AF-BE6C-1DD974D8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200m_to_satellit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E7951E7E-4615-420C-B995-9F459615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200m_to_satellit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09F81CA9-6954-4AAD-A54B-77F819F6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200m_to_satellit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BECCEFE2-9B81-46B9-ACED-7565C4C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200m_to_satellit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5A0DB1DA-6001-4A38-BC81-F3037EAC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200m_to_satellit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1EDFADF-B29C-4B66-A525-8EBEF9F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200m_to_satellit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CFEEA0B-F8CC-49BD-BE4C-B3DFA78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8867"/>
            <a:ext cx="307020" cy="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200m_to_satellit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9C4C809-D6C7-4F9F-9610-9150CF94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38867"/>
            <a:ext cx="307020" cy="16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200m_to_satellit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B316FF3E-9C94-4484-BEB3-DD41A4C7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638267"/>
            <a:ext cx="307020" cy="174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200m_to_satellit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7D610F5-68AE-451D-88B2-5956CA9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38267"/>
            <a:ext cx="307020" cy="16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200m_to_satellit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317D3AC1-CCBA-4F92-BD00-1324490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200m_to_satellit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2CDA57F2-77CC-4129-9A79-3B2397F0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30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200m_to_satellit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02B9048B-13E3-4300-B605-87D32B4F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34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200m_to_satellit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2A60ADE2-3A84-4294-B54F-321E5CD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0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200m_to_satellit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6F3F713E-86C7-4528-9BF4-012A49C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128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200m_to_satellit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9F674680-6E3E-41AD-BF25-BAA1921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296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200m_to_satellit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D3A0890D-D762-4C29-86F9-287EF886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33914"/>
            <a:ext cx="307020" cy="6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200m_to_satellit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6D994EF7-DDBC-4B27-90C5-0F026DF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27912"/>
            <a:ext cx="307020" cy="60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200m_to_satellit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ECE195F1-50D1-4250-B028-1E041A47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27912"/>
            <a:ext cx="307020" cy="315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200m_to_satellit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6C009D5B-861A-4ABD-8F31-563573D6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633914"/>
            <a:ext cx="307020" cy="255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200m_to_satellit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E1D3A99-1427-423B-98B2-023B7971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33914"/>
            <a:ext cx="307020" cy="5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200m_to_satellit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9773BFF3-D01B-4363-B421-0435096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200m_to_satellit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2DE97A90-CDAC-4D6C-8699-9E6472C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085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200m_to_satellit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C73180A-B4B8-45AE-A9DB-561FFD7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025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200m_to_satellit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27567604-1E1E-468A-A657-3A866770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40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200m_to_satellit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0CA4D0B5-1231-4D67-92B8-52B2C5C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085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200m_to_satellit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7132994E-6481-4B19-A2B2-57CDFB4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137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200m_to_satellit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78AB2989-98FD-41B5-9E06-671A3224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200m_to_satellite/r_at_1/caveat-1">
            <a:extLst xmlns:a="http://schemas.openxmlformats.org/drawingml/2006/main">
              <a:ext uri="{FF2B5EF4-FFF2-40B4-BE49-F238E27FC236}">
                <a16:creationId xmlns:a16="http://schemas.microsoft.com/office/drawing/2014/main" id="{90869B39-C288-4A5D-B875-4F4B089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200m_to_satellite/r_at_1/caveat-2">
            <a:extLst xmlns:a="http://schemas.openxmlformats.org/drawingml/2006/main">
              <a:ext uri="{FF2B5EF4-FFF2-40B4-BE49-F238E27FC236}">
                <a16:creationId xmlns:a16="http://schemas.microsoft.com/office/drawing/2014/main" id="{74CEDA66-3E31-4349-93DC-30DB72AC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200m_to_satellite/r_at_1/caveat-3">
            <a:extLst xmlns:a="http://schemas.openxmlformats.org/drawingml/2006/main">
              <a:ext uri="{FF2B5EF4-FFF2-40B4-BE49-F238E27FC236}">
                <a16:creationId xmlns:a16="http://schemas.microsoft.com/office/drawing/2014/main" id="{4CF44B37-8A7E-488E-A7BA-38BBC779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200m_to_satellite/r_at_1/caveat-4">
            <a:extLst xmlns:a="http://schemas.openxmlformats.org/drawingml/2006/main">
              <a:ext uri="{FF2B5EF4-FFF2-40B4-BE49-F238E27FC236}">
                <a16:creationId xmlns:a16="http://schemas.microsoft.com/office/drawing/2014/main" id="{FF51B9A6-C1A9-490E-97F0-0D8CC74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021800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200m_to_satellit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F1C180B9-22A1-43D2-B7EA-60A264F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200 m → satellite</a:t>
            </a:r>
          </a:p>
        </p:txBody>
      </p:sp>
      <p:sp>
        <p:nvSpPr>
          <p:cNvPr id="2" name="sues200_uav_200m_to_satellit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AB10EFA1-EA5F-454F-A2E0-BF0ADA98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uav_200m_to_satellit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F3D40144-4061-4E54-AA98-9AEFBEB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200m_to_satellit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FC4C3E6F-BA11-45C9-B1F0-6EA6607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200m_to_satellit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82DB46FD-3F99-473B-8553-05175809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200m_to_satellit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24A60975-F893-45DF-BBF0-DC0531BA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200m_to_satellit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24351F4A-1016-434B-A689-1E3CCF4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50.1874; Full 41.4650</a:t>
            </a:r>
          </a:p>
        </p:txBody>
      </p:sp>
      <p:sp>
        <p:nvSpPr>
          <p:cNvPr id="8" name="sues200_uav_200m_to_satellit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4EEC411E-805E-4DEA-AECC-B30D74B8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200m_to_satellit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0B088CD1-8481-4F38-9ABB-92C0F60C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200m_to_satellit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F39BE351-6C87-45F3-9984-E7A05718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200m_to_satellit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FF1BCB13-3304-46DF-B587-0BA993E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200m_to_satellit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B7A8A060-217B-4928-AF02-415C84B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200m_to_satellit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D85D0095-5F6B-4F60-97DC-F3BF2D7E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200m_to_satellit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4A68B8F4-C42E-4ACA-A295-EA58269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200m_to_satellit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077140BC-8E21-4393-882B-69BB4DFF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200m_to_satellit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A8A5C1A9-9C65-4FF6-AB81-5770CC15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200m_to_satellit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6BC2AB8B-E289-4F4C-B87D-33D72A2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200m_to_satellit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25EA1355-A874-4B3D-A6D8-2946DEAB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200m_to_satellit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D3C680A7-75E2-4C5B-BAC9-05A78EFF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200m_to_satellit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549B4217-5335-4E99-80D3-BC21389B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200m_to_satellit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3BD0E7F0-9C59-445D-B8D0-291DB1C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200m_to_satellit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5FAA8395-1F78-4FA0-BFBE-0BA61381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200m_to_satellit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936AA221-DA6D-4C69-ABBF-55AE695B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200m_to_satellit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79C1497A-CCB3-48DB-B7EB-8CC4B6C8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200m_to_satellit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C1D8FDCF-EE18-4550-92DC-BAA80846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200m_to_satellit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2FF92111-9CC5-4134-A30D-43A09C1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200m_to_satellit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17D3D444-F702-4E51-92FA-DB094DEA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200m_to_satellit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F3AC80C2-0848-42FE-8463-F4C40AE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200m_to_satellit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7C6CF6EE-2003-4A0C-B645-1610827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200m_to_satellit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7D46B800-4A2F-4669-B125-DD4FFB4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200m_to_satellit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0C46D380-CEC1-4724-AD16-EB49CF7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200m_to_satellit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A00521ED-88B2-4CE3-9DA9-ED54AC4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200m_to_satellit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8078937F-D8EB-440D-A9B0-5F57FA9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200m_to_satellit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627E4D6D-0B15-464E-A444-46A96E95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200m_to_satellit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448811F4-A226-430E-B506-B2CA81C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200m_to_satellit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A97CFF5A-4F4B-4F05-B2A7-48F4774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200m_to_satellit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A897D663-901D-46E9-B75C-ECCB785E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200m_to_satellit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72DBF49F-550C-4625-823A-8B15859E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200m_to_satellit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51A30E99-A4F5-477C-9773-F149AC8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3986"/>
            <a:ext cx="307020" cy="257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200m_to_satellit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855668DA-B64F-4112-BEB3-DF408A9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699750"/>
            <a:ext cx="307020" cy="177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200m_to_satellit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7E155EF-DDDD-4896-BA15-958796E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77630"/>
            <a:ext cx="307020" cy="228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200m_to_satellit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33EFA8C-805D-475C-8AD6-F5AEA5B8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06461"/>
            <a:ext cx="307020" cy="259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200m_to_satellit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FB3CA65B-6546-4E2C-B28B-1777FDB3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200m_to_satellit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F089C2D7-6C3C-495E-A4E5-7325ECCB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858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200m_to_satellit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DA74C693-DD09-417C-B090-7CB15557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743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200m_to_satellit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7AE6FF28-38EB-4CA1-867A-5490C05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522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200m_to_satellit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277E1C62-3084-47E7-844B-192D77DF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8106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200m_to_satellit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6AF3B469-86BA-4EFD-BC3F-76848693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410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200m_to_satellit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7A9CA5B3-1BB2-42D4-8129-97580E0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3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200m_to_satellit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B27247C6-9C43-474D-AA35-F7FA1F3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5303"/>
            <a:ext cx="307020" cy="51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200m_to_satellit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4CB1BDD9-0376-4FC7-926C-91093D3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46995"/>
            <a:ext cx="307020" cy="1057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200m_to_satellit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0407775F-E767-4D80-B68E-0902BCB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52710"/>
            <a:ext cx="307020" cy="1763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200m_to_satellit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7FF036E6-8C92-434F-B9AB-905B052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29067"/>
            <a:ext cx="307020" cy="243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200m_to_satellit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42924379-F2B5-4992-BA55-8A19617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200m_to_satellit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3180A33A-9264-4995-B091-2E3E965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99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200m_to_satellit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B0157A1F-32E1-4D54-A1A9-4537CB6D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215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200m_to_satellit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F36406AA-DCC6-4ED3-B7F2-4C085CD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2731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200m_to_satellit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4C46823F-B002-475A-8E16-2B13A128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036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200m_to_satellit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32EB1572-663A-4573-82AD-DF62A915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4688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200m_to_satellit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98D2A6CB-1A8E-4CFB-89D1-6BF3D397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200m_to_satellit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FB227400-ADBC-4820-8EDE-233DA600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200m_to_satellit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A5E19BD9-A3DC-4BCF-8F5A-1379F81D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200m_to_satellit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CAE33C1F-3AB6-40E4-8495-E70EB864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200m_to_satellit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DF596D0D-293E-4A23-816A-BF1E978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200m_to_satellit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1843EA80-36D9-41EF-A9B9-41012D73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200m_to_satellit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127339BF-92EB-4D21-B4E1-9512A8C0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200m_to_satellit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9E1B8DCD-AFCE-412C-A952-52CA1D9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200m_to_satellit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B0536FCE-B135-4170-AC8D-DDA49F7E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200m_to_satellit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A13E6A07-F502-4F73-8C49-3559C179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200m_to_satellit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0C24E9E1-A275-4198-AD70-1C1F5676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200m_to_satellit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819CC94B-8C9D-49B4-9888-1C37DD80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200m_to_satellit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6C7FF641-5961-472D-AAB6-5950F079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200m_to_satellit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B11958E0-648C-44CB-9051-485BD3B7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200m_to_satellit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793D2582-89BA-47E2-A86C-6FF98682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200m_to_satellit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AB727CFA-7573-4741-AB33-7056B4C0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200m_to_satellit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3AF1F25D-9443-4C5A-914A-0595018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200m_to_satellit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B10B4A69-D5CA-436D-A94A-75AB918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200m_to_satellit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33DD4A15-3D39-4C68-9122-D118FD5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200m_to_satellit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783D7DEA-62A7-492E-BEDD-29315F1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200m_to_satellit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D65EAC23-BCFC-44E2-BBB1-88EB2FE4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200m_to_satellit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DD4483E3-5A65-43BC-AE25-8708089C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200m_to_satellit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678D4902-520B-4F4A-BF58-DC58D3D4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200m_to_satellit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092542DA-A926-40D8-919E-9C67E91A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200m_to_satellit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E6DE6DA2-2932-4BE2-8E38-ACB7461B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200m_to_satellit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711E8932-46AF-45DB-BD7D-81F8355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200m_to_satellit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B9A5E4F2-8FDF-4B9B-A9A9-2412F25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200m_to_satellit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38C207D4-EF6E-4F70-AF24-B70E251E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200m_to_satellit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5FCAF6DF-EB1C-4FA0-966E-9CE6F62E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200m_to_satellit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99E1129B-5E2E-4F4C-A425-A1C3BF26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5662"/>
            <a:ext cx="307020" cy="65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200m_to_satellit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D5BFDF8-6112-4A98-80A5-9FDF20C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54541"/>
            <a:ext cx="307020" cy="111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200m_to_satellit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B0BEF6E-25F8-4150-9EC6-0A5C341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54541"/>
            <a:ext cx="307020" cy="1973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200m_to_satellit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8D2BC3A1-1F1E-4291-91DB-4E5A6156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51883"/>
            <a:ext cx="307020" cy="2598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200m_to_satellit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D481CB2-C6F2-4463-9844-CB9A3B9E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11684"/>
            <a:ext cx="307020" cy="172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200m_to_satellit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D83E926D-FF04-4EE5-AC5B-F597CDB5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200m_to_satellit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614708BA-CA3B-45DB-99EE-5FE8C04D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402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200m_to_satellit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CAB25E74-DCD1-46CE-98FA-4F2C11AF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2914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200m_to_satellit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CD63E767-3A22-4AB5-93CE-575F379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2648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200m_to_satellit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FBB5C959-E43D-42DE-BAC1-0BE872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862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200m_to_satellit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ACADE873-E7FF-486B-8B4C-1646D43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587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200m_to_satellit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BDB7C0D8-46BB-4935-BCB0-D175ABA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8327"/>
            <a:ext cx="307020" cy="1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200m_to_satellit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915E1933-A1FA-48CB-B259-7C466A91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46156"/>
            <a:ext cx="307020" cy="12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200m_to_satellit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3DCED267-A4A0-43CA-BA82-9F4FC47C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46156"/>
            <a:ext cx="307020" cy="1625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200m_to_satellit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938BE73C-06FA-480A-877F-2FB408BB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08745"/>
            <a:ext cx="307020" cy="1731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200m_to_satellit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584D049D-3E22-4A62-9FBB-29027DC1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1981867"/>
            <a:ext cx="307020" cy="1569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200m_to_satellit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A89AC7C8-4908-4C2D-B2AC-D01CE6E3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200m_to_satellit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2D9DA18F-8608-40D6-BCC5-A4FFDB7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29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200m_to_satellit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CBDEB84E-0E60-4F73-A6DE-1F95C86C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2075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200m_to_satellit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6B3E2150-0E35-4838-8DE4-1C3DEED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78334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200m_to_satellit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ABF6635A-7729-47E7-85D1-186FB50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19564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200m_to_satellit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518A0633-3379-4D11-847C-F54D5220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1134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200m_to_satellit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33FE2D5F-C09D-4388-96E0-B0F73C7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200m_to_satellit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48454CDD-43D2-4A31-A1FF-D3214A05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200m_to_satellit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184865D9-8D03-4ADB-B932-482DC98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200m_to_satellit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2ABD25FB-DF78-433B-BD57-DFB9D386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200m_to_satellit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59540141-4ABE-4DA4-9FF7-93704E4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200m_to_satellit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725B4FF2-A7F0-4ACB-B715-0D0880F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200m_to_satellit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E6601A24-CB04-4F66-8C53-B4E9A902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200m_to_satellit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3D6D0CEC-94E6-4365-9749-B7E5DE45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200m_to_satellit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3ACBE235-7B70-4A3E-BE61-EBF016D4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200m_to_satellit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622303F9-F634-4A2B-90BC-7191E516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200m_to_satellit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0C02E1A4-2473-49AC-8263-6AF9C516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200m_to_satellit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68033FB2-CCD8-4F88-AD4E-0D0062B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200m_to_satellit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1A7359F0-2DC8-46D2-AA69-6C7986C9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200m_to_satellit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E89D1E68-1E18-4101-A07B-CAD21864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200m_to_satellit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AF192745-C291-4AC9-A071-70FDC1E6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200m_to_satellit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F7F7C594-99AB-49EB-B49D-85C88A7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200m_to_satellit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AA637540-BF13-4E18-8B4C-FAB3BC8D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200m_to_satellit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C142E4EC-2068-44AF-A342-CD386714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200m_to_satellit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FA51C55F-F213-46D1-A635-3E56AE0A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200m_to_satellit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04ABCA5B-DD5E-4137-8BEC-E7DCF27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200m_to_satellit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E08775AA-129C-47A8-8445-82170AE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200m_to_satellit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C1C94867-9D70-437C-B0D7-511D05F1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200m_to_satellit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2D7A0122-18EA-4510-A7BE-18FE67F6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200m_to_satellit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90BB65AD-09E7-405A-A33C-74474E9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200m_to_satellit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F57D01FE-00D8-4DAF-9AF1-77E582AC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200m_to_satellit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0D28220B-7213-4B21-ACA5-51C9B6F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200m_to_satellit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454D4608-28ED-48CB-A0D7-CCB588F5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200m_to_satellit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DE7CD588-E035-489F-9B1B-D12B393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200m_to_satellit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9F0FCF56-2B33-4BA2-9144-A7BA5BE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200m_to_satellit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232684A4-7A23-4826-9A05-9B21C1E2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43941"/>
            <a:ext cx="307020" cy="2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200m_to_satellit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5E46428-0DDA-49BB-B6CE-544FF1D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35042"/>
            <a:ext cx="307020" cy="8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200m_to_satellit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77A981A-5DE7-4C55-8A58-D0CE91AB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09022"/>
            <a:ext cx="307020" cy="260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200m_to_satellit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24F947C1-2FE6-4B3C-B277-D894C73B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09022"/>
            <a:ext cx="307020" cy="73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200m_to_satellit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4E05BD3-EF71-418A-9DE3-5AD3168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682168"/>
            <a:ext cx="307020" cy="462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200m_to_satellit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39374E70-ED14-4A3C-9AD9-8D31186C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200m_to_satellit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45141C50-AD81-4203-B4A9-A20F924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1854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200m_to_satellit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C4D0D51D-DD88-4C2D-8367-7AD1B112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096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200m_to_satellit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E69EEBA5-0574-44C2-BC0C-FCF910E6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836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200m_to_satellit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C8DDFFD9-82F6-4FEF-A94C-8C101B94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567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200m_to_satellit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D4844450-17CC-42A1-B369-CFFD3871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191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200m_to_satellit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2CDED01F-4974-45CB-9A0A-CED14982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52196"/>
            <a:ext cx="307020" cy="199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200m_to_satellit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D976A2DF-63D9-47E4-89B9-C6D8BE63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39417"/>
            <a:ext cx="307020" cy="127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200m_to_satellit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E6CFF956-AF96-424C-BD25-03311923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39417"/>
            <a:ext cx="307020" cy="3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200m_to_satellit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A4E4F220-397E-40D3-9739-90370F8B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42880"/>
            <a:ext cx="307020" cy="884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200m_to_satellit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E8D474CD-FE33-4126-9E9E-15B0A39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31374"/>
            <a:ext cx="307020" cy="401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200m_to_satellit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34802865-BADA-4190-A8B3-92CBB60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200m_to_satellit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A2397F51-9C40-43DC-83DB-610F8C7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2679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200m_to_satellit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1696510D-CA1E-43D0-B977-EFBD01B0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140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200m_to_satellit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707D17DC-E6AD-40CA-BCE2-89F66CC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174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200m_to_satellit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327C1EC7-D596-4065-83C1-63211806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0597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200m_to_satellit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225574F2-1BC7-43EA-AA02-AD53270D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0755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200m_to_satellit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B040C3A1-2C45-4F3C-83D9-F11BDED1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200m_to_satellit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A2DF5C15-4E6E-48CF-B02A-AABA631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200m_to_satellit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112FF5E3-FB1E-4AAE-83C4-9C9E6365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200m_to_satellit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72ECD07B-5B85-4601-BC75-18C6F234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200m_to_satellit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3AF5ABEB-1E0E-4F1A-8D36-D4DC2F48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200m_to_satellit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3BEC7162-2AC2-48FE-89C8-1E0C3513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200m_to_satellit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31423AE7-E72B-4993-BE02-C16B6664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200m_to_satellit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92D8469A-F416-4FAE-A37B-EF3569E3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200m_to_satellit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18FAABE2-4C1D-4DB0-9794-144C1566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200m_to_satellit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757ADA3A-AEBC-44C4-AB98-D755781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200m_to_satellit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0FE39D23-E861-4D95-806F-F125CA0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200m_to_satellit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C2B8D485-9584-42CF-8FC0-757AADC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200m_to_satellit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90C01B64-FDCC-436D-8495-0DE3B56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200m_to_satellit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BE657312-F900-4B9A-AC62-A83C133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200m_to_satellit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35E3A76C-AC82-4098-9AC1-E486DD58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200m_to_satellit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449E9B3F-E959-49D8-8B28-5222E61C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200m_to_satellit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4EB04994-96D3-4EF5-A8A4-84070DD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200m_to_satellit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E07236CF-E990-485C-9A75-9C1412BD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200m_to_satellit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38EE9443-5BC4-44F3-A3BD-28F9F8E1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200m_to_satellit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A449D60E-A4E8-4B5E-B88B-C84BC6B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200m_to_satellit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A06ED5C1-462E-4E8E-8A5F-2C4AC71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200m_to_satellit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A48F73BF-FC8D-4591-8A27-17DF6039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200m_to_satellit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DA52B528-E7A2-4DF9-BCA3-98438AD6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200m_to_satellit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28C6A853-FBC4-4D68-8E95-4E7111A1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200m_to_satellit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46F63A30-62D5-4326-A7A1-42D7AC6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200m_to_satellit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04D69EA7-A070-4759-BD98-718D4379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200m_to_satellit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B4F265D8-4EF7-41CD-95BB-3A559F3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200m_to_satellit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7D0DF238-FD7A-4008-8D44-C65FD05B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200m_to_satellit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93A51A70-943B-468E-95D3-D78306F2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200m_to_satellit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3BC1D78-E67C-463B-B846-B464246D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349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200m_to_satellit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87AD44D-9095-45D8-B0DD-2D8185C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75650"/>
            <a:ext cx="307020" cy="48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200m_to_satellit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4744289-761B-415B-84C8-2710F08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24351"/>
            <a:ext cx="307020" cy="98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200m_to_satellit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94328956-5F2D-42D6-A920-89FC60DD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22753"/>
            <a:ext cx="307020" cy="14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200m_to_satellit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5E9BB6D8-04A2-4034-B4BC-9E9C787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71254"/>
            <a:ext cx="307020" cy="2741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200m_to_satellit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1E9BADC5-B999-44AD-83E3-7FE9B99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200m_to_satellit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3A51B7F9-9CF2-4595-9E5A-1081DA4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502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200m_to_satellit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628FD781-B496-4EA0-9CE6-2AB4DF0C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989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200m_to_satellit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C13D6E39-A6BF-4DA8-A348-998F0A2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9735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200m_to_satellit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94116444-9BD0-49F4-98E7-E29850A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4585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200m_to_satellit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9797D787-773D-4D21-B3CE-4D0CA6DD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199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200m_to_satellit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B482629A-ED5D-41F9-A61A-131E521A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4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200m_to_satellit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C4EB1075-BE46-41D0-B415-657E847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4821"/>
            <a:ext cx="307020" cy="32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200m_to_satellit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B87D3D94-9848-474C-9B97-2E7C078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7672"/>
            <a:ext cx="307020" cy="74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200m_to_satellit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AAF9B5F5-80BE-4871-AEE7-1C7B0E8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62064"/>
            <a:ext cx="307020" cy="137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200m_to_satellit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AD805630-A259-45B6-8381-72550215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99234"/>
            <a:ext cx="307020" cy="2885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200m_to_satellit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AE98EF17-C3B5-4C2B-8096-4BF08679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200m_to_satellit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7BAC844B-E4B6-4486-A374-63FF4BE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94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200m_to_satellit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1C012CEE-975F-4466-AEEA-C40B9BF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622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200m_to_satellit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536D315F-E4F4-4B73-AB68-0DFE3CFB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366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200m_to_satellit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E99001CC-638C-413E-8853-C2F648D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7383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200m_to_satellit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97E8ACDB-5615-4BB5-8923-92E9E79E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623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200m_to_satellit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A0E9BD71-5BAD-4C09-B55B-ECF1530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200m_to_satellit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B5C67531-6963-4838-890C-BA3198C9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200m_to_satellit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D9A606B8-BB63-4E23-B7AF-76EB2B1C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200m_to_satellit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0CF1E689-0F7A-48AB-B247-7E9EAE9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200m_to_satellit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156E1AD1-9DF4-4F2E-B68E-985B58C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200m_to_satellit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FB71563D-9C82-4047-BCA5-BF02F3D5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200m_to_satellit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898F07D2-C6CF-4059-9E47-6BBEFEB6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200m_to_satellit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11D97017-B6D1-43BD-8CA5-60B9C6B0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200m_to_satellit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62C7E6B7-581F-4493-A78D-FAF322F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200m_to_satellit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4C261CBF-4DB7-496C-9B24-9AAD7E47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200m_to_satellit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1E04C14A-1CBC-4ECC-9A14-227885C8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200m_to_satellit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036B09CE-9CC9-4975-A805-861AACA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200m_to_satellit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85B152BE-17D4-48AC-ACF6-313C2FC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200m_to_satellit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6A55CFD2-F6C3-4268-AF1B-F22F0EA0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200m_to_satellit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F3D72BF6-4490-4E5C-AE5C-2A17C024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200m_to_satellit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F3442FF5-E219-439D-A895-A540D41E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200m_to_satellit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15F3F890-66DB-4553-A164-961326E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200m_to_satellit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BBA3D82E-95CD-4716-8189-2B3AD9BE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200m_to_satellit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45A9415C-B3C2-4BB1-A079-F8083414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200m_to_satellit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EE3DD795-3EAB-49F5-8912-50769666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200m_to_satellit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B7523700-2860-4D16-AD68-94A344E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200m_to_satellit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F210FE1B-535B-4271-9E17-BA411A71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200m_to_satellit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02020B26-F413-4C59-8095-2DF0473E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200m_to_satellit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3DF9AF83-6377-4DC0-A372-318FD5A2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200m_to_satellit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047A95EC-5337-4731-A89C-0938938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200m_to_satellit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F906DB67-C721-42D3-B092-ECEE520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200m_to_satellit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6F15F8AA-3C53-40D3-A385-C3D086E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200m_to_satellit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A27E8C7A-FE55-46EC-881A-1CBCB30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200m_to_satellit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B57F21CA-7F6C-4A82-9FCB-0726320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200m_to_satellit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954F93B2-F550-4E21-9F8C-DBD3D79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917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200m_to_satellit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369A989-3441-434D-9E5E-B1A96CFD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32455"/>
            <a:ext cx="307020" cy="24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200m_to_satellit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499B342-2A4C-42CD-8DD2-2695B193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76581"/>
            <a:ext cx="307020" cy="333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200m_to_satellit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28BB7E21-3539-496B-8A51-AD19760F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09801"/>
            <a:ext cx="307020" cy="1002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200m_to_satellit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7E56687-5F07-46AF-8E98-ACD41D7D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10057"/>
            <a:ext cx="307020" cy="563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200m_to_satellit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9E02FDDA-FD1B-4EEA-86C6-835B9584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200m_to_satellit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B40FFFEA-9636-479C-8CC8-037CD6DC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070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200m_to_satellit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1BFB712E-A816-4227-93F6-7398E075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511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200m_to_satellit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E23D0404-16B2-43F2-A910-8ABA6E4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8440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200m_to_satellit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4DABACCC-1568-4D3A-BF9C-E0A3DFC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846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200m_to_satellit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D28834A5-A4F5-45C0-92F4-23D6610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410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200m_to_satellit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2A3C2E82-ACA6-4CBA-8F49-2ED6A3C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53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200m_to_satellit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46BECCDE-E615-4FAD-9D8D-17B6E11B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794371"/>
            <a:ext cx="307020" cy="1651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200m_to_satellit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5FA562C3-DA75-44CE-A2B8-96616779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3959493"/>
            <a:ext cx="307020" cy="273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200m_to_satellit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76B03BE-E67F-4BDB-860B-06686506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233183"/>
            <a:ext cx="307020" cy="1806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200m_to_satellit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BACCD0AC-9708-4BCB-9F5C-41F3CB6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13803"/>
            <a:ext cx="307020" cy="1112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200m_to_satellit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D144385A-5A9B-457C-96E9-20567585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200m_to_satellit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38CEF471-483C-49CE-863B-1CC2A4D0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6897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200m_to_satellit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FB6FBDBF-4BF6-49E8-B5D6-7B51C31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93409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200m_to_satellit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7EC46E2C-66C2-454F-B575-79DCCCEF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077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200m_to_satellit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D18F2EAE-3053-4B73-A603-B12C48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3884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200m_to_satellit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B06CDDB7-87FC-41D7-AA3F-F07D0171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4996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200m_to_satellit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E82BBE0E-F617-4A95-9E7D-34E895E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200m_to_satellit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892559D6-0CFA-4A6D-8671-7C18008D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200m_to_satellit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299E0294-995B-45B7-A694-C8B23EB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200m_to_satellit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32675513-29BB-49D7-BDDB-3805D53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200m_to_satellit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BF4B533A-B916-41A0-B6C8-5EDB7455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200m_to_satellit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2AD0F439-38ED-460D-8103-CCCA6D1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200m_to_satellit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08C2083A-9D74-49C8-88A8-E5699867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200m_to_satellit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540C0758-E9CB-4895-8F35-1841743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200m_to_satellit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2FA6A592-A841-4AB1-A527-D19B3A1F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200m_to_satellit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B4FA4937-871C-4BB3-9B4F-E06CBEC1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200m_to_satellit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4E14E10F-26BE-4CF0-B8BB-01E88DF2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200m_to_satellit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1A9DB004-FF4B-49E4-A554-D384B10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200m_to_satellit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F82B16E6-ED32-4C39-86FF-D74983D2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200m_to_satellit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2252C2F7-B2B8-44B9-8F19-44DE88D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200m_to_satellit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9545F26A-458F-44C8-B680-02BB8C34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200m_to_satellit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86DACB9C-0DF2-4113-B1D6-D7F88FC8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200m_to_satellit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0A402481-0CE1-4267-8FAD-6681F6A6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200m_to_satellit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86453359-A703-499E-996C-0B812783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200m_to_satellit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263CD487-7DB4-4F2F-9438-F936158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200m_to_satellit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4101F28D-D080-4FB6-83A4-8959D1C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200m_to_satellit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4B7BB3AA-529F-4266-886F-CE371F5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200m_to_satellit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28EA5003-C4FF-4944-A280-06D42178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200m_to_satellit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72467E0C-ECF4-4CB0-B05F-479766C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200m_to_satellit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2353933B-D03F-4FB7-BAC1-BE8C52E1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200m_to_satellit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9DEDDFE7-5C0E-4563-B290-60070C2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200m_to_satellit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24973D03-2954-42E3-A47A-2CDE5EF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200m_to_satellit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EB0B7B13-9256-4CB2-A2C2-C65D948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200m_to_satellit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C9FD07C3-AF18-4730-A11F-A7EFB090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200m_to_satellit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CB33B7FE-AEDD-48C4-A487-9C2D5FF4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200m_to_satellit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F05E8D9-94BC-4226-9C83-14E046CA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7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200m_to_satellit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17360F6-3F36-467A-BDE6-9DBDFBC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41537"/>
            <a:ext cx="307020" cy="69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200m_to_satellit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6646838-C88E-42AA-9107-AEBF9696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1537"/>
            <a:ext cx="307020" cy="123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200m_to_satellit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B59290C-3BA9-4092-8C57-C8CDC48C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646447"/>
            <a:ext cx="307020" cy="74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200m_to_satellit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FEB047A-3AE5-4014-9F5E-635BADCC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46447"/>
            <a:ext cx="307020" cy="164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200m_to_satellit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D90E0E95-903B-46C0-93D6-D7A22FA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200m_to_satellit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868ED426-63EE-4393-B7AF-75B9ACE0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30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200m_to_satellit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96B6A465-73D4-4170-B754-FD4F773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613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200m_to_satellit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AFCAB4BD-3846-4799-A320-5468233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284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200m_to_satellit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7E0510A8-6E64-4559-8F5B-5ABC1122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2104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200m_to_satellit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19BBA0EC-144A-4115-891E-1FEB2A97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374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200m_to_satellit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DADC9915-9EE8-4F93-9150-034D518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38341"/>
            <a:ext cx="307020" cy="23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200m_to_satellit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6A7B270A-4ED7-4BC8-A320-7AD622E8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6409"/>
            <a:ext cx="307020" cy="19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200m_to_satellit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4A674076-2C8E-4EE9-934B-0A77FB9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36409"/>
            <a:ext cx="307020" cy="19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200m_to_satellit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5E37F12-55D5-48E2-9604-FEEF6D0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641223"/>
            <a:ext cx="307020" cy="150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200m_to_satellit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88D7D18F-9874-4B5B-B86F-F703507B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640328"/>
            <a:ext cx="307020" cy="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200m_to_satellit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248DEB0A-2D83-4C79-8118-5B0B8EC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200m_to_satellit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24443D79-6F91-419A-9899-B52D456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29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200m_to_satellit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098D58E2-B391-4ECC-8062-02C4EAA9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100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200m_to_satellit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1148A285-82BA-4608-8829-2DF5204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083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200m_to_satellit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F799A160-5473-4478-8139-8D5E88E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158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200m_to_satellit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31F4784C-805A-477E-ADCE-938312A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1492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200m_to_satellit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D27D0C49-8565-4C08-8BBD-EEDDAD36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200m_to_satellit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C94A2D45-3337-453D-A789-60E9D61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200m_to_satellit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D6E02036-B74F-4663-8307-9F6444F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200m_to_satellit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6732BA4D-D28A-4127-AAFC-F6CC3EC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200m_to_satellit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6611AAED-4FD5-4728-99DE-D592C6D7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7005543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200m/r_at_1/title">
            <a:extLst xmlns:a="http://schemas.openxmlformats.org/drawingml/2006/main">
              <a:ext uri="{FF2B5EF4-FFF2-40B4-BE49-F238E27FC236}">
                <a16:creationId xmlns:a16="http://schemas.microsoft.com/office/drawing/2014/main" id="{D47F18BE-CEDA-482D-90D8-7A379BAF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200 m</a:t>
            </a:r>
          </a:p>
        </p:txBody>
      </p:sp>
      <p:sp>
        <p:nvSpPr>
          <p:cNvPr id="2" name="sues200_satellite_to_uav_200m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2B3E33A7-EFAE-41B1-A183-DC5EAF2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satellite_to_uav_200m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CE774695-58D8-4835-A71F-70594A9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200m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B3DECE54-1163-4076-AD64-CDF71F7C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200m/r_at_1/legend-full">
            <a:extLst xmlns:a="http://schemas.openxmlformats.org/drawingml/2006/main">
              <a:ext uri="{FF2B5EF4-FFF2-40B4-BE49-F238E27FC236}">
                <a16:creationId xmlns:a16="http://schemas.microsoft.com/office/drawing/2014/main" id="{761FADF1-1B07-4EC9-883E-4A84555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200m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E31B584C-5F10-4EC3-905F-1D0B858E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200m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A0C8B2B4-90E4-4511-ADC1-D486419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61.2500; Full 61.2500</a:t>
            </a:r>
          </a:p>
        </p:txBody>
      </p:sp>
      <p:sp>
        <p:nvSpPr>
          <p:cNvPr id="8" name="sues200_satellite_to_uav_200m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70165168-D9A0-4F98-BEAA-DAF7F37E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200m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ADE44191-0D9B-4949-AF38-F03801A3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200m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99A2BA66-C58E-4C8A-9268-4F62689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200m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67F09B2D-9A7B-412A-AFCE-F418625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200m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BD1AD5A5-DB02-4200-8103-43F12FE4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200m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F0209F46-234D-40DA-AFD7-BD8C2EA2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200m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F845A443-56A2-4D26-8B09-13A0E31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200m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8B53B06C-C1FB-4172-830B-669C19C6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200m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CB1BDDC0-B92D-427A-A162-0C45A0E3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200m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F00EC2A3-0067-4AAF-B8D7-4438FA2F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200m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EB3E8928-4E8A-4E90-A787-787516D4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200m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CB085C8C-64C0-42D1-B71D-33B20F8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200m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9A10ADB5-BB18-41CC-B041-FAAD1589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200m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05B5030E-EC7E-45DA-86AD-EB38EB4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200m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55111AD9-0D8F-4ED2-8916-E665F94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200m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5B94969A-C124-4536-ABB5-D14988A8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200m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17D1F8A1-DB0E-4471-80C8-97E88116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200m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84777B5B-0211-4E4E-A635-9B5DDEE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200m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5CC75F68-3C6E-4CCD-9873-F9E29345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200m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93710A1D-3A76-42A2-AA3D-E2D3A780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200m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5F0141F6-7C6D-4627-BD0F-1A1ABD2B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200m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8C878BD2-A95E-4B63-93AA-98161AF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200m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10EB7F37-5733-42DB-9F6D-297B826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200m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693A192E-516D-485A-AD15-02DB1EC4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200m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E8302B5E-482B-40A8-9763-972E54B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200m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49DC7FCD-038E-43CD-83B4-74FA5522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200m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C2689C7B-E42C-4C64-A9A6-288EF509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200m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2FBD1E24-E95B-444B-8485-3F7CA56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200m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75C55A13-6B11-41E2-9075-E762931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200m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CFAED42A-BEB6-4FCE-89F9-12809E52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200m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92FC1AB-3618-4B7A-B714-8ED2A04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406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200m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E02AF26F-7A60-40E5-BA8E-74EA7EDD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12772"/>
            <a:ext cx="307020" cy="182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200m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A675634-358F-4FC0-B413-9619FA73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95497"/>
            <a:ext cx="307020" cy="4060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200m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EEED0A5F-4DC7-447E-BC32-5312629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301551"/>
            <a:ext cx="307020" cy="182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200m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D807E11-0A38-433E-8B27-14B936C2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484276"/>
            <a:ext cx="307020" cy="12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200m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040E8883-A112-462E-8CAA-9879ED66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200m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8D0AABA4-0171-455D-B7BB-49F9BAF2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873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200m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ECD42C81-DF7E-4466-B4F8-A0BBE1F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700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200m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C34B690F-9A3D-4670-8A3A-19747783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761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200m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6D7BCB21-3E2B-498C-83D2-C4671002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5887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200m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AA3E7F1F-F136-4F5F-92CD-BC562F7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5806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200m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C1258172-A566-427C-B47A-64A383FF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60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200m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997C95CF-CBCB-498B-8C2D-B6872DD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33075"/>
            <a:ext cx="307020" cy="142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200m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1D925FC2-8FCB-40F3-9752-62C42A3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75194"/>
            <a:ext cx="307020" cy="4060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200m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58F70530-DDE0-4FEB-81B9-81D97597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81248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200m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F160841C-1F27-4FE0-B07D-5ABB6F14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382762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200m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908FC4F6-B64A-4D0B-8202-96642BDA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200m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2F8F90ED-017E-4205-A670-72AD037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7076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200m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9899A63E-3269-4AF7-8010-E82EF3C9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497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200m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1F47882D-54F2-4F4B-8937-27B152A9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5584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200m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C42E250D-4EAE-45CB-B126-1F7D97F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3573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200m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434A1890-200A-4940-B0AA-DD42F399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588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200m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C7BC034F-01AF-482A-A134-DD1B6EDD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200m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5F901CA1-A608-4C55-B42E-95EEB59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200m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B1ECB729-BD2D-4C05-838E-A290B774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200m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0058BC16-01E1-48F5-B9B1-D8603379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200m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AE6C8FBD-B1CF-45FA-966A-3360C94A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200m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0B514CB3-F8A8-4206-8351-3301857C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200m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FC69570B-46C2-41CD-8192-498791C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200m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CF02B275-9C92-4CAD-A308-ED4F308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200m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CCDE5DCC-2C3E-466D-95F1-6706D2D0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200m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B5E44DDD-A0D3-4317-A310-EAE0EC99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200m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9EB7E2B3-C2F5-4E52-B2F6-A635D71E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200m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15E3BBB1-9AF4-44D7-BB6E-BEB25074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200m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1F82B055-0FB8-4391-A444-048327B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200m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0888E38D-C09D-4570-B696-BFCB34E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200m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9F9E9894-48E9-442A-9D04-816CC777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200m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5D29415A-0FF7-4CD3-B904-7DF5362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200m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A990C275-479D-40A2-9D0B-BE9BD3DF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200m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D7B8DB48-DADB-40E7-BBD3-65A14BD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200m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EE12777E-9DE7-4129-9D53-A21BEA63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200m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311A9885-2181-4B42-8F18-5FD8267A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200m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76F6216D-EDFB-42F8-836E-031A77A3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200m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1074F8D1-FD76-494D-99E9-07ACC4BD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200m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BA734BE5-FF1D-4893-9AC6-7A851D6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200m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58566E89-DF17-4253-884A-857F02A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200m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256D4A72-0CD0-4E5B-A8A5-192389B1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200m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ED70BF35-8976-4153-9A17-C79DB54D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200m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6AB32355-4DF3-4A10-B233-60ECC08B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200m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1BE4BC25-2D44-4B55-87DF-EC61C42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200m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D7819F63-E9D5-4F59-B78B-038D9D0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200m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E88D27C-B472-46F7-B637-56056955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200m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1CB472C-BD73-416A-B27D-D1D036A4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72167"/>
            <a:ext cx="307020" cy="60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200m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971B5FA-1062-4079-B90C-24624DA2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33075"/>
            <a:ext cx="307020" cy="3654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200m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C80E30F-9077-433D-929A-7135013F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098524"/>
            <a:ext cx="307020" cy="304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200m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81B5316-AAF1-4EAC-A928-99B41D9B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403065"/>
            <a:ext cx="307020" cy="142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200m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1DFC0BD7-2587-43A2-A3BF-E213EBF9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200m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E7822C7B-0E78-41AD-A274-77F9BA29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200m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EFEFAE91-15CD-4278-AABB-B6318664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076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200m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8C7EEE09-8BA2-4D47-B990-86D64F9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731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200m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1B667A59-D916-405D-8FD0-0C64E0D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7766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200m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A1251E5E-F436-404B-84D2-2418611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197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200m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4626865E-4E0E-4669-96AA-C9FEA697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200m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9554276E-CE28-4837-A693-47B42B64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72167"/>
            <a:ext cx="307020" cy="182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200m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1E978096-8157-4C87-B7E3-F900D180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54891"/>
            <a:ext cx="307020" cy="385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200m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502CB1E8-188A-4157-A152-2547F2F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240643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200m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DF08AE7D-572B-4831-84DA-55109EA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60946"/>
            <a:ext cx="307020" cy="12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200m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5A6C429A-5C39-45F0-A10D-ECC30D49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200m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760B53AF-0A7E-461B-85FB-4EF97B9B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200m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F3F5ABC2-CABC-43AC-81C0-DC279190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2949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200m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0186DAB6-729B-4D04-8E0E-E5E0D14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2152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200m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E69831C5-7674-4C82-8FCA-ED43EA69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355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200m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0E390E2F-6CD3-475E-9A13-C5AD027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573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200m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E2E48AF5-11A3-4071-AE26-1989902F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200m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EB87E174-7749-4D37-8B3C-4D686250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200m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C2FA577D-2333-4C7D-9B4C-CA9BC3DB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200m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5CC31AE3-B84C-4F02-8F9A-EC6A6FE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200m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463B0F26-489F-45E8-9ED3-10FDE53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200m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B04D177A-C403-424B-A3E0-E71FF49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200m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29DCA29D-DFF0-482C-927E-EBC740D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200m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FF3AB015-28A9-4409-B840-3FA4054C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200m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F83B8B0A-1C35-4F03-A325-B142CEE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200m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F4361C5E-3439-4A76-AF58-6C8E8D10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200m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8945DCE9-4D8D-483C-9FDA-18C0655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200m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30DF9D6D-4D95-43C9-A65F-B501953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200m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3B4E56AA-39BD-4C1B-A1B0-8D25D4D9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200m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2F89D92F-10CC-42A0-9969-FFAFFF8F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200m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31D249CC-677D-4228-ABB7-5EB0D30A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200m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2710144D-4C20-4D09-AD42-5ACFB6FD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200m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0AF72D2C-E55B-4B51-9339-55995AE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200m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EA0B14DF-96DF-4646-BE92-4978C1B7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200m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135DA800-42DD-45C7-AC4C-C31660CD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200m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E1A3AC9F-2BC3-40E7-9BF6-06B825F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200m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D1AD7E0F-25B2-4A50-8C1D-D3D469C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200m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AEB2B569-77F5-4E5E-B391-1BAC389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200m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FB28DBC5-909E-46A2-8CFA-55CF58B5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200m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A184A2C9-DBDC-447F-94AE-FC54438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200m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429C29AE-FA16-4082-9C03-C6679D8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200m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786C7D09-66D2-4B0B-B83E-7A41C4F2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200m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989B248A-A132-4043-BABE-8A01B039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200m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4A25683D-1C7B-42E3-B927-12101D36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200m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0EE2D888-0263-4E40-ADBA-7C1FCC15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200m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B4F32AE-7DB2-4BA8-997C-651EED6C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51864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200m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9A23B78-E069-4DE2-9190-B793630A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51864"/>
            <a:ext cx="307020" cy="12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200m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C8D672E-34FF-4C4E-B4BE-5FD07B1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73680"/>
            <a:ext cx="307020" cy="182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200m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73EF3D1-0A5B-4A0E-8E85-C2199EC9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56405"/>
            <a:ext cx="307020" cy="203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200m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8546736-7EB8-407B-8A74-EEE6197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159432"/>
            <a:ext cx="307020" cy="3248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200m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8D5BEA9B-2496-4986-B3B2-3F99A7E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200m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0FF2381B-9FF9-4BA4-81FB-B7D6009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2646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200m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44191B46-7799-4169-85A1-19F87D8A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4828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200m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70212EF3-D286-42C3-BB70-1762F720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310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200m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D9C3B3B1-4A5A-4861-B82E-0EFB1D5A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340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200m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8D79DDAB-3BEA-469F-9046-806C84C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5887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200m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A9D034A5-E7D5-473E-AEE8-82932AA4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142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200m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2D4690A7-AA80-4D48-AB8E-05B8357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814286"/>
            <a:ext cx="307020" cy="81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200m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21D0A37A-64EC-4E4C-96AD-809919E0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95497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200m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D8453464-11F9-4BEA-B9C0-DD6A74BA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97010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200m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EAC2765C-2034-487B-A5FA-2D0C8A50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98524"/>
            <a:ext cx="307020" cy="2233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200m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4FDD2B1A-0CCD-4000-85A3-A619544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200m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8F802869-59C4-49EF-AF6B-52CFE80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888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200m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D766EE0E-185D-44B8-A413-4C17695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700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200m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F5878F88-0454-4250-85C8-5DC163F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7161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200m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915A6016-B093-4A28-8552-A0DBCF87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731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200m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D5B8977E-214B-4485-9EB0-EF0DE965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9645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200m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986CFB24-5325-4F80-B0A8-D1820AA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200m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B589B6D5-5552-4D51-AFC7-590644E9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200m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80F1654A-8EE2-4D93-88CB-81B908D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200m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310D0F48-B814-493E-8D3B-D1A584E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200m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A0213804-4528-4FBE-A067-E968BD8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200m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3AAE1817-D354-40D4-9D6C-93F78D8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200m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DB21E806-F235-4B16-A290-F265769B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200m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E2F97093-59CC-4A6C-BA01-BCD446C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200m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FD42AF36-B61D-4E54-96E3-95D85962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200m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5B6619E3-16CA-4DD6-9EB3-E6606C7A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200m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0A1DE304-98B1-49F5-A87F-D0EE4B0C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200m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6C85D3BF-76A2-4041-858D-174713A2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200m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420219A5-30AF-40FB-A4F9-FDD96F46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200m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B510BE0A-B8AA-4770-9DBB-BC366F9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200m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F9EB46AC-C727-473A-9601-AA05266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200m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E60F2453-FF11-45F9-A949-8438309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200m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10848BDA-35A8-49CE-8D49-9B1AB62C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200m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2097DBC8-CA68-4451-8138-CBA4941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200m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18451D89-F67B-48EC-9C61-A2AB8AA6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200m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67F65073-37A6-4B34-9EB5-91895ADD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200m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BC8F08B6-707B-42DB-9921-E20BDA6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200m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6466CC84-0188-4E7A-A671-FA6D1D29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200m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84F7A0BF-973D-4587-BA07-A39F6C31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200m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C3E09EB0-50DF-4124-BE6A-072211B2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200m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28C7ED16-987E-448B-A965-59876969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200m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EF750910-3089-4ED2-B9B0-03283E3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200m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EB94E8AE-EA03-4529-9817-7A39B2D7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200m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8B288A86-E839-4118-A1E0-68B35EBA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200m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A4413790-EE22-461E-9100-51E3570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200m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3F0F04D-71A5-443A-8704-B4599703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20364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200m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610F39F-80A8-4209-B70B-A2F9720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7720" y="3559456"/>
            <a:ext cx="307020" cy="60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200m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6558A3F-9AE3-4BDD-87F2-62DA142E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559456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200m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BC0669CA-DFA6-45EB-B317-97873ECC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660969"/>
            <a:ext cx="307020" cy="1624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200m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5392799-9BF1-433A-BB7C-38CD716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23391"/>
            <a:ext cx="307020" cy="3654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200m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25DE4DBD-D222-4AA3-A55D-B9B463DB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200m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9C777793-0C84-4468-8923-87818E69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59496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200m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45E44FBA-5CBD-4E6E-BFBB-42679F20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5340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200m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070D2682-563A-4DB9-BEB4-A36C6F3B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355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200m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CB10C58A-2125-4E6D-BF47-9977FDB6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7979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200m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8CE178DF-648F-473D-914E-45E9B9B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6344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200m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EA8B2D73-A745-4428-8AED-5ACBCD5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60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200m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BC19EE5A-520B-43E5-8607-EC192ED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701575"/>
            <a:ext cx="307020" cy="60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200m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1FC4CE24-B9C8-42DB-8495-4D8BBA5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62483"/>
            <a:ext cx="307020" cy="81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200m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F672F822-9B46-4E70-B79D-692CC0B2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43694"/>
            <a:ext cx="307020" cy="81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200m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AE17C501-465E-42A2-A489-A7F44887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24905"/>
            <a:ext cx="307020" cy="284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200m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DC78D87E-B864-40B8-ACF2-101A950C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200m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449B9B85-0022-47EC-8C4F-CDF991F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761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200m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28D8E799-1E26-4C6E-BF28-031ABCE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7370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200m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C43E1159-24EF-4584-8F0E-C56D3F3A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8182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200m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93F3C587-326A-437C-AF4F-F876515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9950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200m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6EBCA0DC-56D5-45E7-8BD3-11BB7532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837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200m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CD0AD89F-81A2-4564-B84A-79BD04A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200m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E66CBEE9-0771-44FB-8E46-91DDC2C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200m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1C911012-CDB9-468E-A560-7F0D421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200m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54A94834-14DC-452E-8C9F-820936E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200m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6091F3BB-BC10-44C8-A12B-1EAF69D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200m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5EB1820F-9B9C-4FD1-B6BE-5AF0BB71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200m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17C0AA33-3A98-4122-88E3-17A9ECC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200m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8427498F-2E4C-42E9-9343-102AB64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200m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94F26768-58C0-4A5B-8E52-F4A9357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200m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D9ECF19D-CF41-4B34-AE49-D045D353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200m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CFA72B4D-CC49-49FC-A423-2B106B25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200m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F2BCF311-741C-4D42-899F-88EDEAAE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200m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62E6D7B8-B53B-4C5A-BF95-AEF3C714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200m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2620D1E1-9AEC-47D9-9AAF-933B8EFE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200m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9F18E97D-F61B-4DD8-B7F7-C8BE351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200m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E3CE4C09-5F1F-42E1-93A7-F05D866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200m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FD4AB11E-844D-4011-8AA2-5CAFA17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200m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317238A0-DA65-4B54-8741-96CC89E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200m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E429EAA5-BF13-4772-BE69-893D90FA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200m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736CEDB9-9244-44B8-937D-C1D91D9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200m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548AE25E-5248-4478-9C0D-FDFD2EA8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200m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B84310AE-5443-4FF6-8A37-7866CEF1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200m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B108BB36-3300-4BEF-B58E-0E2599C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200m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6736A573-805B-48EF-AAC6-7AC902C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200m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8B01503D-DEA5-4A24-944D-16BB901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200m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AE28E583-9B8D-434E-B93A-483D76A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200m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399CDF02-2B7A-452A-B8A3-79F557E4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200m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EAAACC96-2A24-41CC-9E9C-15E28C63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200m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4774B68E-51E0-4B32-8F07-6CA3608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200m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B822588-B7B9-455C-9CA5-125CACD7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233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200m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6B1581C-F5CC-4647-B14D-122795DE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63997"/>
            <a:ext cx="307020" cy="284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200m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FD9227B-A551-4C21-8E72-F3B934F2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48235"/>
            <a:ext cx="307020" cy="2639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200m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E6FEE5D-E141-458A-833A-F05F9684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12170"/>
            <a:ext cx="307020" cy="12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200m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9F54B7C-EB34-4A81-83DF-3A1A75E1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33986"/>
            <a:ext cx="307020" cy="609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200m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3C363C31-FB87-4A73-A484-D58D5FE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200m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92CA4EB5-273F-46E9-BA91-2723ECC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385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200m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8F16E498-6113-4667-908B-FD35774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2283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200m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C3883B9B-75D9-4B7A-8D5D-4E52A4C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867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200m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DE4229BB-79AB-4E8B-BF36-4CEC2000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0858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200m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77B95062-F63D-4C70-AA5F-3F3F869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6949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200m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A7EEE813-5677-4C57-BF3E-AF23A8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43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200m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F00A56DD-0FD1-459D-BAAD-934ACFD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84299"/>
            <a:ext cx="307020" cy="2233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200m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C39243ED-5998-4306-89A0-85E8060E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07629"/>
            <a:ext cx="307020" cy="34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200m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B382F53-683B-4BC9-9933-E2C78B61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52776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200m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03B37D2-CE69-4FAF-B1B4-4601F2D2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54289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200m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46B098B8-9486-4B0F-8A4C-E7E4EE28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200m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A81570AE-7ABA-4A85-98A8-AD38CBF8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588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200m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1D336CF0-981D-426E-9371-96BFD81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8222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200m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BD4DAA7-A359-43E6-A519-68BA310F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273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200m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6121CE14-F173-447D-9DE6-A5C08638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2888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200m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2B5E6334-B76E-42AB-A7BB-194619F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2888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200m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CDA1B4ED-AE81-4DDF-BA11-6957A2DF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200m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21E4AB26-9F92-46AD-A1CF-2ABE3BFE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200m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A90DD3A3-D44D-4445-908D-DCD9F6BE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200m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4868AA41-32A6-4F76-8489-B3C25DDD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200m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C6A3493C-3E69-43FE-B74C-4B12635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200m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F3C467AD-3E6C-4E59-A3FA-B508EC7F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200m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8D54CB6B-89EF-4CBC-A18F-562E31F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200m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843C802D-0330-4493-BEF6-BFD90473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200m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615FF938-0E85-4936-8264-B4396135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200m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62431677-1893-4AEF-B4FE-6CCC7C2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200m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7D0FFAD3-C3D1-48CA-A147-BBD5E78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200m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094F1BD8-40CB-41A3-AC64-22C5BF0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200m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60075220-E1C7-4F5E-BDF7-14447E29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200m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C2A1A96E-C37D-4425-A45A-FEAEA4FC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200m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F69EED50-B13E-4A3A-A573-8A254F2E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200m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7FB6A16D-8DB3-4485-8A90-9B60ADA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200m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60621D65-B190-49C4-A04F-44F4919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200m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C629BDE9-6E88-4AE9-868A-6BE7E230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200m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7678ACBC-1DA5-47DE-BE55-EC0D1588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200m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A74EC278-CD1F-45A9-B655-B0AFD7F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200m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F152EF41-A94B-4A5D-A0A7-77D56BE5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200m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49309989-404A-40DB-8D1F-B6BB871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200m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9B0B7F6A-73B9-4E7A-B4DB-C62ED8F8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200m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0DAE1E5C-7F61-473D-BA74-07BA322A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200m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EF9BE219-2F71-46E9-9BC5-5E36BF90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200m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0205AA19-7FB8-4E21-9D77-2BDA0CEE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200m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ABBF3820-EBB6-4B0F-A63A-869DDE4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200m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FE69F711-5D9B-45D8-BDAD-9E91CB1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200m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D19DF50F-99AF-4866-9A92-92301C0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200m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2CFD8AE-BC46-4A60-8FFF-070FE818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200m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8E4BD60-BC25-4E56-9A1D-C87353EE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60969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200m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C491287-89DA-4324-9821-A6CDF3FA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60969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200m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4824DDE-E338-4957-BE25-01CC380F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0969"/>
            <a:ext cx="307020" cy="101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200m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08312E89-85A7-44B0-9F37-F873E452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681272"/>
            <a:ext cx="307020" cy="81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200m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367198BA-3510-4C94-BD42-76C248FB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200m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C53C5764-0752-41E7-A24F-6A5327C2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355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200m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6496FC7F-C791-4EE2-8456-13F25E0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558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200m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6291DC54-9BB7-42D2-A1C1-AB3CA54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556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200m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37181565-5EDC-464D-AB5E-E69AA426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708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200m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D1B502C4-15AE-4603-83C0-5D418B4F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558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200m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F57F9852-D220-42AF-A14F-65DC458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42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200m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5B327715-BB7A-4B4C-A52E-F6154662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762483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200m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AE726BF0-195C-4CEA-A9A2-E7EFEC7C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742180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200m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09933162-9957-42C1-904D-11699BC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742180"/>
            <a:ext cx="307020" cy="203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200m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0F53F9E0-46C3-48F1-8BE3-4080CB85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62483"/>
            <a:ext cx="307020" cy="81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200m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4E9188C4-658D-4F33-BC6B-8649DBC4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200m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5217EE57-DC59-44E3-9819-FC57058E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7573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200m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E5A28C00-BB04-4D73-ABB8-0D05C77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7370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200m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B4416E11-D457-41FF-8FDD-609A348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7167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200m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F1737452-3EF0-4717-A75A-52A0D225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70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200m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63DA9C48-D8FD-46AE-A330-39B7F3F3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8182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200m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8B2A5CC4-40B5-47D5-B096-C4A081D5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200m/r_at_1/caveat-1">
            <a:extLst xmlns:a="http://schemas.openxmlformats.org/drawingml/2006/main">
              <a:ext uri="{FF2B5EF4-FFF2-40B4-BE49-F238E27FC236}">
                <a16:creationId xmlns:a16="http://schemas.microsoft.com/office/drawing/2014/main" id="{9E1B14FD-C626-4837-B7C3-F270479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200m/r_at_1/caveat-2">
            <a:extLst xmlns:a="http://schemas.openxmlformats.org/drawingml/2006/main">
              <a:ext uri="{FF2B5EF4-FFF2-40B4-BE49-F238E27FC236}">
                <a16:creationId xmlns:a16="http://schemas.microsoft.com/office/drawing/2014/main" id="{E1372566-ABCC-4805-AF1C-F2624650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200m/r_at_1/caveat-3">
            <a:extLst xmlns:a="http://schemas.openxmlformats.org/drawingml/2006/main">
              <a:ext uri="{FF2B5EF4-FFF2-40B4-BE49-F238E27FC236}">
                <a16:creationId xmlns:a16="http://schemas.microsoft.com/office/drawing/2014/main" id="{ED2A514A-5E2D-47D8-85C9-A00AEFF1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200m/r_at_1/caveat-4">
            <a:extLst xmlns:a="http://schemas.openxmlformats.org/drawingml/2006/main">
              <a:ext uri="{FF2B5EF4-FFF2-40B4-BE49-F238E27FC236}">
                <a16:creationId xmlns:a16="http://schemas.microsoft.com/office/drawing/2014/main" id="{72863994-4CDB-4109-99D8-88E9D307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2000571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200m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B3934508-6FBF-439C-A082-A11A56AD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200 m</a:t>
            </a:r>
          </a:p>
        </p:txBody>
      </p:sp>
      <p:sp>
        <p:nvSpPr>
          <p:cNvPr id="2" name="sues200_satellite_to_uav_200m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9BF38C40-B042-46ED-B611-34800B3A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satellite_to_uav_200m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BEEE47A2-B05A-4F35-97EF-A975BE7D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200m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F3CE34E3-D7F3-46C0-8642-E6E3EC6A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200m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845874EF-B34E-450D-B658-2F5BC31E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200m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BF8DC62C-75DA-46EF-9671-DCDA9A7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200m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FB8E0F14-465E-424F-8554-A889AB5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48.7702; Full 40.2459</a:t>
            </a:r>
          </a:p>
        </p:txBody>
      </p:sp>
      <p:sp>
        <p:nvSpPr>
          <p:cNvPr id="8" name="sues200_satellite_to_uav_200m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6A704B03-5B92-4F13-B082-F0BD4B19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200m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C48E1817-5BF2-4492-9FAA-FDBB1340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200m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530037E4-C693-4B5A-B22A-DA25E002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200m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DFB7B42A-F8FD-4211-BBA1-C405222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200m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C4CED4FE-6143-4CA0-9321-29F910D7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200m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A014C78E-6C2D-4215-A10C-8D03E68F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200m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B1CBFFE1-2A17-4B8B-BCCF-DFF9167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200m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B07C3F78-8980-46E2-ACC3-CDF701F0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200m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8EA6B0D5-1FF9-40D2-8B98-08984508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200m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A510FFBA-15FF-4141-ABFA-3B8FFE92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200m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CD494060-04D5-4CB6-9498-C65A9BB8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200m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6C44A0FE-2AAD-4D42-A742-78C7B8D5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200m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02AE71E0-2B06-48D8-AEAB-99E9E98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200m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A10E75EA-B96C-43BF-AB2F-77A4591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200m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4A75656E-E359-40E8-B6D9-9DCB411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200m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770D30B9-4637-4AB1-9281-BC9AD2D3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200m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BC9209B0-7102-4401-8D23-41B6A3A3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200m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5FDFE8A6-BE5C-4E86-86A3-5194ACE3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200m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2079A6D0-57B9-43DB-8708-CECC14CD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200m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B2223482-816D-44CC-94D7-1C2D20E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200m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7AE605E5-52FB-4685-9278-9040DC3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200m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881B863A-B0B7-4D0F-AF1D-FDA1AA7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200m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94F398D4-CCE0-40C9-992B-8B40C3C5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200m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6F5E06F8-0904-4961-9C5F-CA05A91B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200m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6CCAD767-1632-42B5-8A2D-083C196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200m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C09B1EF6-D68B-49B8-9F94-E3E99DE1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200m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4EC5E980-C31B-449F-8733-60E2AC9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200m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29FD3981-4F51-497F-917A-66742FAB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200m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B56F77A9-85A6-41D8-8034-4B8B3830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200m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669CDF95-32DC-44DD-B74F-A8EC1E8C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200m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6FD70C4-BC39-4B8E-A644-8F29A2CE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20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200m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ADE07B6-1A25-4248-AA1C-BC911C28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04208"/>
            <a:ext cx="307020" cy="193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200m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508E64B1-8043-4D7C-A235-B85658E0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97548"/>
            <a:ext cx="307020" cy="390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200m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FD5B236-052F-4F5E-8416-AFA6804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88324"/>
            <a:ext cx="307020" cy="1942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200m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DAA9F71-D3A0-446C-9423-D045D096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482587"/>
            <a:ext cx="307020" cy="109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200m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A0CD3451-6F0F-4D40-9D32-D47385D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200m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05D59D60-F8B3-4AAA-9900-1F878ECD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788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200m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CD84B606-B016-4FBA-90EA-A186314F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7214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200m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A80C6A32-3E22-46CF-88D8-4576430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629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200m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FC03C5A9-BE24-4FCB-BAEB-3E6065EF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5718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200m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AF47BBD2-2814-494E-9B9F-C6C57D8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56682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200m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49D9B6DC-0F20-41A8-97CE-EDF13062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8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200m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211D387D-E0D1-4EB0-B6CB-2BD84B2B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0550"/>
            <a:ext cx="307020" cy="1194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200m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3BDF7939-5C7E-46C0-A1A6-C83B74D6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10044"/>
            <a:ext cx="307020" cy="330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200m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719FA708-ED7F-4E8B-B033-5F1541A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140684"/>
            <a:ext cx="307020" cy="1497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200m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019CCF3F-40EA-4461-B73D-6D450F6C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290394"/>
            <a:ext cx="307020" cy="1554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200m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C7B61323-379E-48BC-9D0B-03B4B404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200m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DB1F95EB-93E5-4EA1-9B1B-1A44EF1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515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200m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E9C5ABE3-24EB-4C80-A173-C900B89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8464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200m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26EA4AA6-96BC-4C20-9EDA-23F4787E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11528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200m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6DA13CF0-0E01-4CD2-922F-FB4405F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2649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200m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C3397259-3996-4491-AAED-ACB9D4D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204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200m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489FAC1F-5D66-44D7-9074-5F185028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200m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5A0F5B0B-3A73-486B-AECA-D56EF4A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200m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EEB7E7E7-2EB7-4D42-93F2-2D8C428C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200m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FD2376CB-F7E7-4445-8832-EFF50657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200m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3313C5CF-887A-46A7-B178-1BE922F9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200m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D3FEE99F-7A34-4BB5-934F-21D492C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200m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F8748F48-7CBE-4FF9-BBA8-8DE2CE20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200m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E04196DE-B547-4059-BCD4-7F6193B0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200m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B0A8F83D-BBE1-4719-87B6-819994F3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200m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EEB7CF60-A5BB-4493-90DF-73E07524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200m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4AE9858C-267F-4F9F-8403-43F19984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200m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0D595885-DC42-4DE3-AA5C-CF9312D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200m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A5AA6D2B-812B-463F-AA72-0A236C01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200m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807981C7-E62B-472A-AA22-A0ADA84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200m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92A3A647-FF1A-4202-B213-94A1B7E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200m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DBBA0BAD-9700-4AFD-B44D-50A9419A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200m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B4E90300-DD03-4049-8A04-017CE18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200m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E45FBA30-013A-4275-8656-D67B3999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200m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391A4245-0D8A-4B87-9FFC-E045806E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200m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D5609EC3-3650-486D-AED6-DB4920D8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200m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BA089EF6-4EA1-4DBF-A116-913055F4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200m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62809CB6-6BEC-4966-8898-6AAC6DFD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200m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547E7DA6-8BAA-470D-8168-E6B3827F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200m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D206F079-AAB9-4D3A-A6D2-E145C786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200m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A5156AE6-5280-4E29-88C6-3DA3032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200m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D9E62266-3CA4-48DA-88FE-C7C80AF2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200m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057F170B-454A-4C0E-9D69-CC366AC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200m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AA5CB925-C57C-4A15-908A-EE680E55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200m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59764322-B1F0-47DB-9DDB-00E8896D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200m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1BF5478-7B42-4E49-8BA3-180B2B9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66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200m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C6A4DBE-D13C-49C9-B042-AA9DE57F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78805"/>
            <a:ext cx="307020" cy="877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200m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A46546D-0235-4971-B565-25DFB638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66603"/>
            <a:ext cx="307020" cy="3614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200m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AFD76CA-AAD0-4BE7-901C-5E0A40D0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28100"/>
            <a:ext cx="307020" cy="2378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200m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C2547CE-F83C-4BFC-9E31-C874E83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365939"/>
            <a:ext cx="307020" cy="953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200m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3B4378DF-64EE-4077-A8D7-D8B5D1E4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200m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264B90FE-B8C8-420E-88DD-C821784B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534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200m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89318B35-E92B-4A2B-A0A0-BB3CC48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4120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200m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3354E3D7-72C8-49FA-9598-A8BBCACD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1027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200m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F4D61CCB-3411-4529-BC9B-D507C72E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4053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200m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0D10390E-DC1C-4049-A1D5-3FBA7DFF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4358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200m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5A89A037-0DD3-414A-A204-EF8193C8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15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200m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938FB629-7E0A-4CB2-A8B6-C648A8A4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87874"/>
            <a:ext cx="307020" cy="140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200m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0B987508-EBB5-4D00-A205-43FEA7CF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28169"/>
            <a:ext cx="307020" cy="2755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200m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0BDFA4C5-DFF4-4302-82D8-A594CC97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03729"/>
            <a:ext cx="307020" cy="1505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200m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92E25996-E671-45B5-B0F7-E5E8DEFD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54296"/>
            <a:ext cx="307020" cy="109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200m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EC1053A0-CFE8-4D44-93D7-073FBB5E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200m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C61EE54E-B5F5-4590-B9B2-654B9481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247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200m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C44E125F-379E-47B2-95CC-E4AA3A39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8027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200m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0F9FA34E-0874-488A-86D3-9929AD7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7832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200m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EC88BDF7-81FE-4B6B-994A-2D4B5127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2889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200m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136F23C4-6236-40B1-8F4C-7A7E7A88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3854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200m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7722E1D0-A3E2-4F05-AA65-6FBF4A3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200m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F88AFBF2-EEC3-407C-87FA-6CC17EE5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200m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2AABEAA1-0044-4A7C-897E-22BCCADF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200m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42BB08C0-6FF3-4559-9A93-B90A87FC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200m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C245FBA5-1B46-4172-87F9-3A77D71B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200m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5A882F13-5831-46B0-82B9-F7444E5B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200m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F60AABDA-A9BF-4371-A661-291EAA05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200m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819B3E5C-BA39-4328-A0B3-2D4746B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200m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6D928336-FCE4-4502-A81A-CE554F5D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200m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3C4BCECB-E67B-478E-B31D-38DC29E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200m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52C34B19-EE9C-4E8C-B002-29F851AC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200m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46D8A508-2360-4A88-8986-932AB7DF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200m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284B25F0-4D08-42C9-BCB6-1AF2641A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200m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76F70A26-3818-40CF-9C7C-CCDE6B46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200m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5B432318-B714-4279-BBED-E47214F2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200m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51AC5158-ABCD-4BAF-8F8D-8F7E52D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200m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E1517215-5CBC-455D-B924-80E22C5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200m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FBAA0F17-128A-406E-8EFB-A3D07144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200m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D0DD28B8-7DFC-448A-B17B-A4C907C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200m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2DC39032-BFEC-4933-96B3-97302D63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200m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807475C0-82D3-4D64-B735-B6DB33FD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200m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E11CD32D-745C-407D-975B-02381BC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200m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62F6675C-9B7F-4700-94F8-29217545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200m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849D1860-1618-4377-976D-E418CCED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200m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9CDAE9EA-19F4-4C4A-8449-36B10267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200m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1EEA7894-5C78-4E2A-B8C6-21331AF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200m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B90A7B5F-BBB7-4891-BBB4-8D8B920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200m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2F5E5283-F256-4D15-9E11-D3119F02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200m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0AD8C08E-2437-464A-9F07-05ACC85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200m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E2C35D8-B187-4B57-ABB8-70D6CF14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33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200m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47A3FEAF-2723-4500-9BF8-B174EC82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05488"/>
            <a:ext cx="307020" cy="90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200m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3E88DA0-918C-4C22-BE47-7C1660AE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96366"/>
            <a:ext cx="307020" cy="163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200m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E197A4E6-06C7-47D6-83AB-56DF57A4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60298"/>
            <a:ext cx="307020" cy="2405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200m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F45D249-21D5-4C95-B6C8-DFDA8BBE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200863"/>
            <a:ext cx="307020" cy="299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200m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C437CC4E-37EB-4429-855B-F0453552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200m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176F83A9-F5E6-473B-852A-B72894A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800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200m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449FE6B9-D8B5-41CC-9FF4-DC15B35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7096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200m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291EFEFF-8162-4E8B-8D76-691F1C23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3489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200m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F4C31EA0-EA9D-4D30-B17D-022660E2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7546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200m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BAF4CA1F-3D01-4699-ADF5-95CE7E47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7469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200m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4078255A-9B35-4321-BA08-5DABDA3E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705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200m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644E840C-7635-4565-8638-B91505C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42708"/>
            <a:ext cx="307020" cy="85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200m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9F776407-7349-4164-BA39-5451CAC8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28204"/>
            <a:ext cx="307020" cy="820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200m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CD1617FB-3F2C-45D3-B986-5B9A59A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10251"/>
            <a:ext cx="307020" cy="1670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200m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69295BFF-CC34-48E1-8FFF-7F2003B4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77306"/>
            <a:ext cx="307020" cy="267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200m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0E5595D3-8954-48EE-8BF3-7645F730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200m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72F1E3A2-9E1B-4C48-B4E8-6B30210E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173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200m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BDA1510F-89BE-4864-B686-592E519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028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200m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F2CB65DF-8798-4A80-999D-39DCC7F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88485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200m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BC57C139-431C-4469-B466-B0515E4B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519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200m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210674BA-F713-4A29-BF6A-C4D4981C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1949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200m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5EBB6BA0-86D6-4BAC-8DE9-36473984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200m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99EA6FDE-C106-47A4-8968-27288BEC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200m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3F631B4D-360D-423A-B9D4-041D5D83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200m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CC38B6C7-4BC8-48C0-8A32-6DD9F43C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200m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85D7CA11-9D46-47E5-AC10-287073CA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200m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9543B0D5-100F-40EE-94C0-12305DA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200m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5197D28B-8C31-4C56-9E17-F830B286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200m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FB3D4B85-2732-402C-87B1-DED2D917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200m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EDCED6C0-C8EE-495C-A525-7CFCE27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200m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7558F3F4-2FD9-4027-89E5-447BB814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200m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8FD01359-878D-4897-A88C-0ABCE7F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200m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4DC705FE-1160-429C-920D-4A2918F9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200m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7F11681C-06A0-4E19-858C-A422340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200m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1C164279-7BE9-4860-82ED-F5A48035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200m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135210FE-2BCF-4A52-B6A8-31320734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200m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DA2A3532-9C5E-4E19-AA1F-03AA72A0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200m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A1C41F16-16A3-4D31-A0C9-3B78BB16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200m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65735886-E5B5-4E68-A4DE-26C2665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200m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AA5CEDC5-B35B-4929-A9B7-193FFBC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200m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503D2F53-D67B-45DB-ACDD-59FC3D41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200m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C9CB8A3A-E892-4DC3-8867-C5767FE0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200m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6677611E-CD04-4B04-80E5-4C954134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200m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29AA270D-E9EC-4992-B9EB-5B6980B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200m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BE70662C-0B1E-494E-A828-38E7E563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200m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3467A67F-5033-4BF1-85BF-1623569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200m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AA086800-35D4-44B4-9C72-6390538B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200m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DFCA107A-6023-479E-B1E7-769FFDCE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200m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1E609FA3-F63F-4287-825A-5D7180E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200m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4464FBA5-DCDF-4A52-BC9A-1EF4D912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200m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830FBB3-66C8-425A-866E-83743AB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24649"/>
            <a:ext cx="307020" cy="1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200m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B3C8E3D-7F15-40FA-840E-771C966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24649"/>
            <a:ext cx="307020" cy="117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200m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1A2D62B-00D7-4025-9EC2-F0DD6963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36433"/>
            <a:ext cx="307020" cy="649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200m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FF5A606-D255-42D0-8670-14A837E8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01390"/>
            <a:ext cx="307020" cy="1611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200m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2350037-7D73-4302-AE43-C5A3CBB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62568"/>
            <a:ext cx="307020" cy="3290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200m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07E3D486-6EE3-4408-BECF-01108AAC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200m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BECADC97-6E57-4365-B2F4-3548749B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5992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200m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072405B8-0A6E-47B3-BAFA-8A69715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110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200m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8D4C21FE-3609-47FF-86DF-2CCC35DC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759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200m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76B4381E-3559-4FE3-9F48-D905AD4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371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200m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CEE910B5-5187-4DDC-AB14-FDF52E9E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6625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200m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E520C45E-216C-46CB-B99B-860BE51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52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200m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1EF06C33-D70F-4ADF-91AF-CEDB2967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5960"/>
            <a:ext cx="307020" cy="426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200m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7B0183B7-21BB-4F4F-8901-52788AF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8598"/>
            <a:ext cx="307020" cy="716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200m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CD3AABDA-A1A8-40C7-9848-5B8205F8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70236"/>
            <a:ext cx="307020" cy="89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200m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837F5865-A8B8-4FBB-B080-1E085FA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60182"/>
            <a:ext cx="307020" cy="2758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200m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0E38050C-CD18-4EBF-A6F5-52C02E25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200m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36474ACD-81B3-43E4-804D-ED0BD8D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05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200m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1FD2CD58-A901-4925-AF0E-DC27C8E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319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200m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CF326841-BA0F-46B8-A133-F3FD78E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4483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200m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4F36971C-CF4A-477C-A8C8-5C61DCD4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3478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200m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B05E8897-A98C-4901-8544-F51938B8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106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200m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C2B57A9F-F5F2-45FA-A51E-6F0BF9A7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200m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5BADB082-E96D-4560-AFC3-FB8A709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200m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E600E48A-E16B-421A-950A-6A3BA72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200m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4998C503-1903-4988-9C2F-9D7BDBD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200m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C8102F26-6C0B-4BC2-84DB-EE3E9C64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200m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3EC5E9EF-1107-4DDB-BF61-BC05CD5D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200m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A6DA0751-9577-4ACF-B8F0-8A1615F4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200m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9BEAD396-C56B-4C73-AD97-CB1F0F63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200m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0650D17C-C4FF-4306-8357-1B42909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200m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EFF77713-B68F-4C86-B59C-940C90DB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200m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DC951C6A-E5E5-4A32-A961-3070AD63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200m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1D4DE06F-ACCF-4883-BF86-9088A5C0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200m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D88869DD-84E7-406C-AE69-D6BEC977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200m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50D736C5-C92F-4D07-9D17-ECE0C40A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200m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9DE28894-36A7-43E0-ADFC-6C81BA26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200m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28F526B2-99AB-49D2-9019-0AF4CBBE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200m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37183E9F-8E8E-4845-843B-65B05DE8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200m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14CA96D8-1BB3-4159-8DBF-CE9DD7CD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200m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A9FD35C4-E85C-4416-A597-CA6CA81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200m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F906C2D9-C3E6-403E-8966-A84A73B1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200m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F76E1787-BC76-4BCB-89E2-57031DA6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200m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9AA52F8A-30D3-462D-9367-897B4D61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200m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0F0AA476-26D0-4ADE-BB12-A5502BF0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200m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7B6A5BB9-FF05-4F36-87D6-4CDA35F2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200m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691A2FA8-35BE-4892-AF8A-BE014441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200m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4E446CE4-C776-4842-828E-B2F6303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200m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B01B25CC-6DC1-4F2D-A397-213102E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200m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12503E70-6FD7-475F-83D7-93466F07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200m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B56FD6D2-1131-4FA7-9932-D037A66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200m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97C9592-158F-4942-ACD3-EC5F540C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340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200m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609C8E4-CA6E-4F12-8B5D-D015EB46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980807"/>
            <a:ext cx="307020" cy="226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200m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DC3FC21-5B1B-455D-A3C0-E75E6035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206906"/>
            <a:ext cx="307020" cy="1972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200m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FACB9A6A-958D-4058-B46B-C9CC31D1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04109"/>
            <a:ext cx="307020" cy="961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200m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2AEE7914-FD7C-4346-89C9-CCF1B64C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00270"/>
            <a:ext cx="307020" cy="409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200m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8B05F3E0-1E39-481C-81B6-334722DB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200m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F37533AC-CDC8-4145-8102-9B675C8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95540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200m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2FB9CB45-1985-4180-9A51-0881C36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815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200m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77BA457A-D86B-4790-AB4F-E436C386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787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200m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99B65EFB-07D9-4AE1-8606-165AAE22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748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200m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F84262B5-DBB7-46A5-BC2C-E2BA91ED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157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200m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5A52AD2E-E256-4164-A5CB-EF9D9C5C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913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200m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A2AE3EF6-06EB-4E0C-98FC-A546CEE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31995"/>
            <a:ext cx="307020" cy="2156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200m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1309C907-50CB-4DCD-B2EB-0E815E9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47615"/>
            <a:ext cx="307020" cy="3034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200m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FD4F565-A3BF-41B0-9E4B-6EE79BB3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51020"/>
            <a:ext cx="307020" cy="142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200m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49C290A5-5D57-4D7E-9F0D-E1DDD54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93272"/>
            <a:ext cx="307020" cy="560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200m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4A9C4CE0-F698-4430-A21F-BBAF0376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200m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1A65DEE4-B2E3-48D8-A9AF-4AF9106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065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200m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73F0072E-D1C2-4A50-BD14-2B63926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222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200m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1B3D26F0-1A93-4B85-95D4-559FE486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256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200m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E1A6ED71-5617-4E2F-A975-C8F43BD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678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200m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249D3867-50A6-431A-AE51-A6579E40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2388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200m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EF13CD7B-1D46-48FA-A348-F3C48AB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200m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8E100184-0DB0-4C6C-B852-46D97520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200m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E7B1987F-624D-4CC4-AFBE-CBAD601C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200m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593242BE-5AB7-43B3-A746-0C877511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200m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E8458946-4B2B-42EF-9EF4-85A37783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200m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FBE55539-A8C0-459E-86D0-0E893D7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200m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89C83983-8CD8-481C-9BCF-8D6BA35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200m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8DD2BED8-787F-4A30-BBB9-509F320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200m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0B3B5EE0-0E0D-4324-B1F4-A45BED1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200m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ECC143D4-2E47-4B21-A3A5-F7627775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200m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2A086155-AB96-4F86-BBE0-9658FF3A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200m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587E1DB8-8867-4F54-BA6D-37386998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200m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69762058-4FF6-4BAE-A3A4-ACBA9C5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200m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B00342D7-24E6-41ED-9FD2-1B44D87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200m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E2C79537-77AE-4A9B-B2F8-95C45AFA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200m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94CA040C-D21C-4E2E-91B8-E8845E6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200m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A419BEDF-B98C-4DDD-A918-0807E5E9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200m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5DF9B7E2-31C8-4010-B968-2D600E8F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200m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B52DEC1C-7287-4C7F-A0F0-C11CBA3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200m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19C59806-131A-44AA-9E87-A3A33FD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200m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5F6CB1F3-26BD-41B8-971E-ED7C8B8E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200m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6814DEB0-0A06-45CB-9F4F-A5218085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200m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39FBC3B2-5C85-4707-B306-BBD72834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200m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390EE42A-94D1-4FD2-870D-A4C0A52E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200m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F75049FC-F178-4523-A348-7A705480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200m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E6090EC2-9FB2-420F-9E07-D3CE163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200m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E9FE7BD6-829C-497E-B93D-E098D4B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200m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A88DE0AB-C0E6-483B-9C7D-83D5FD8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200m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AE916360-0203-4A68-A5CB-982C657F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200m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BD578AD-1B51-4958-968B-3B1376F6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94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200m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F84BB964-0E51-4E5A-AF82-94DF05EC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23465"/>
            <a:ext cx="307020" cy="366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200m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4D70157-56EB-4F82-95AB-ACAC326E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23465"/>
            <a:ext cx="307020" cy="689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200m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ECFE1E5-DC72-4487-B4E0-63F81D3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92395"/>
            <a:ext cx="307020" cy="67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200m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D239060-2444-4CD4-8589-92C4E98C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747975"/>
            <a:ext cx="307020" cy="119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200m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DD518FAB-9C04-496E-BED5-1CC70D37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200m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0D9D0409-976D-4086-A5EA-AE7F7A3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347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200m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1950C4C2-AFAC-498E-B17F-92B7531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59806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200m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B972A313-9631-45D8-8C6D-09B63B4F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6699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200m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3FD7B642-6AEC-4352-9DF9-48ED9378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456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200m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0C50FDB8-36A7-43BC-8A2A-32CB7CBF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225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200m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508A12AD-06B9-49A8-B48D-D129005D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616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200m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182C46D-8149-4216-9BC9-6D8AAE6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66583"/>
            <a:ext cx="307020" cy="357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200m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83D61224-379B-410A-91A4-B2F30946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63224"/>
            <a:ext cx="307020" cy="33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200m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C2D92349-655C-4213-AA24-2396437A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3224"/>
            <a:ext cx="307020" cy="458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200m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2948AFD0-435B-40F3-B911-9D6B94E7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09083"/>
            <a:ext cx="307020" cy="618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200m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DD0601D1-56FD-4D02-B7D7-A990B082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200m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5FC7AB19-A54F-42AD-8BE0-FC84ECC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7694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200m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4F780BD-4958-4B31-8D37-5EF505C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411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200m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448BE0B3-6612-4669-AA3D-CD10DECF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78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200m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52341BD4-729E-42DD-96BE-C056A009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836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200m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82D3D88E-437D-4832-94A5-B1F08AD6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455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200m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424A6909-C164-4D55-A6D2-B970E465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200m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D5093BEA-A496-4C57-933B-6BFA6AEE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200m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DCB7FE50-846E-4ECE-9CA3-760C65E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200m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E0FDB00D-61A7-41A0-AD80-88301C8C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200m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8520487C-9ED7-4D49-902E-1E6C68A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2711570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250m_to_satellite/r_at_1/title">
            <a:extLst xmlns:a="http://schemas.openxmlformats.org/drawingml/2006/main">
              <a:ext uri="{FF2B5EF4-FFF2-40B4-BE49-F238E27FC236}">
                <a16:creationId xmlns:a16="http://schemas.microsoft.com/office/drawing/2014/main" id="{C2450E62-56B4-4AE8-9B3A-A1732FC6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250 m → satellite</a:t>
            </a:r>
          </a:p>
        </p:txBody>
      </p:sp>
      <p:sp>
        <p:nvSpPr>
          <p:cNvPr id="2" name="sues200_uav_250m_to_satellit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46F6EB24-6A4A-47E8-A34A-690FADF1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uav_250m_to_satellit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B779B290-D7E1-48F6-A9AD-09204404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250m_to_satellit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01F717AB-BF50-4BB0-9E1C-91192DC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250m_to_satellit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FBDE7368-EA46-4A7C-B13B-9417837F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250m_to_satellit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8BC5DC21-90A4-4EE3-91E7-653DD783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250m_to_satellit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44A82871-6379-4989-A793-2C68389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48.1000; Full 35.9750</a:t>
            </a:r>
          </a:p>
        </p:txBody>
      </p:sp>
      <p:sp>
        <p:nvSpPr>
          <p:cNvPr id="8" name="sues200_uav_250m_to_satellit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71A3352D-B9B5-40BB-902B-1750D245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250m_to_satellit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72C2E9DD-A2DA-42F2-82BF-535E2F17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250m_to_satellit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F0BD3D23-6993-4126-8F29-89CC3927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250m_to_satellit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DAA60A08-7972-422F-B122-DCCE538C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250m_to_satellit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C4F7E46F-110E-4099-85F7-34913B97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250m_to_satellit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F57CC725-C02B-42B3-9807-B27C83FE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250m_to_satellit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44EEC1CF-806A-468F-B36B-7EFBB50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250m_to_satellit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EDD0791D-9053-4D6D-9C79-B5281157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250m_to_satellit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0FF2C640-B9E4-43CF-A8B8-9F47CA83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250m_to_satellit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949BE145-FD3F-48A7-AA45-2A7163D1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250m_to_satellit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2396C790-4376-45FF-BDCE-D7402F00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250m_to_satellit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4AA0067F-B174-4B4F-90A3-0F5A7AFF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250m_to_satellit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125AF39A-2AB2-4862-A1C9-F1FDD00B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250m_to_satellit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41EDAC77-9763-4A1A-A6A9-8A5D989D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250m_to_satellit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12B98E1F-65AF-43CB-B21E-D186F08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250m_to_satellit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0A520CD3-2BFE-4D20-876C-AE5B8CF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250m_to_satellit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862BB27B-4D87-4B50-A958-512646C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250m_to_satellit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64E4B0D3-41B0-44E0-A318-6D9B2D2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250m_to_satellit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355A6543-C325-41AE-A012-6AA1E0E0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250m_to_satellit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41927C97-6F7A-498C-8C64-799E06FF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250m_to_satellit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A221FE5F-A6D5-4A80-87F6-E5C6E9AF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250m_to_satellit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F0DFE377-C47A-4234-AE7C-878C34C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250m_to_satellit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EA2ECD09-97C1-415B-9F2F-35ADC9F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250m_to_satellit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406629DD-D1A8-4F31-AC18-86FC9B0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250m_to_satellit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849DF206-FC56-4C31-B79C-3EB5C7C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250m_to_satellit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FBE9F236-2F47-41C2-B095-99CC655B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250m_to_satellit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313672D8-1B1A-4C59-9C25-F7853243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250m_to_satellit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13DCC259-6923-4143-9647-910E371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250m_to_satellit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A547B645-0FA1-48BC-84C8-E7E14A80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250m_to_satellit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DF66372A-C112-428B-AAC2-032BF42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250m_to_satellit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7ED16F50-2BA1-4489-869C-C4C5D3FF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93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250m_to_satellit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3ED57AE-8BD3-4525-869A-13706F4D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81474"/>
            <a:ext cx="307020" cy="320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250m_to_satellit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F8DE2D0-7726-4E04-9149-37E4FC2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13532"/>
            <a:ext cx="307020" cy="195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250m_to_satellit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92F75D6A-685A-47AA-8AA2-638F4C64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09500"/>
            <a:ext cx="307020" cy="303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250m_to_satellit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890686E-0AFA-4849-ABED-95876B8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213017"/>
            <a:ext cx="307020" cy="248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250m_to_satellit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29727F7E-5D4A-4332-85CB-3A36FA8A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250m_to_satellit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70D4EB49-A5F2-4BCE-B351-B278CB8F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560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250m_to_satellit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E97BE4CB-4C35-413C-8404-B57756CD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881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250m_to_satellit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BF007195-42CA-449A-9CF5-6E0BD08F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841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250m_to_satellit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9BC95FDC-8301-4B2E-A66C-C24DDA20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8761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250m_to_satellit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86B11946-ED95-4330-BE97-73767170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363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250m_to_satellit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9B0DDC62-AB56-4E24-843C-8316A30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483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250m_to_satellit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EF98B6E7-75CC-4DF6-B2FE-A555A9A2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20560"/>
            <a:ext cx="307020" cy="34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250m_to_satellit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B89782AA-22B6-4E1B-B14F-AC5C865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55127"/>
            <a:ext cx="307020" cy="14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250m_to_satellit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B6ADA990-A3F2-478A-855A-2609B37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01690"/>
            <a:ext cx="307020" cy="244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250m_to_satellit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69C95E6A-C846-47B4-88DB-1672661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45732"/>
            <a:ext cx="307020" cy="260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250m_to_satellit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898EE2A6-3D04-41E5-8300-8871E4B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250m_to_satellit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1538696A-A6BF-4D4F-94B8-BCAAA7C6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951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250m_to_satellit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E5B3089C-4EEF-4848-A74F-12007E6C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297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250m_to_satellit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70240891-C5BA-404A-9277-57B8592D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7629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250m_to_satellit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AFB76E32-2524-4927-9100-2C04AE9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2033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250m_to_satellit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93022F53-60E0-4804-A460-BC5BC100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809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250m_to_satellit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E79BC8F0-2B10-46F8-917F-43AA4730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250m_to_satellit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2F6038F2-DD45-47F5-9EEB-6C75D51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250m_to_satellit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336EBA6C-5A9D-468F-9301-209C9966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250m_to_satellit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8C7A519D-8E4B-4437-8660-8F6FB15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250m_to_satellit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245CA027-7A78-4DBE-8B7A-BC29A747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250m_to_satellit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79CDB251-5E61-4B49-864F-EF3AEEFD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250m_to_satellit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C061DA22-B0DF-4C6E-A9AD-475D325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250m_to_satellit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DDFEC499-3B1F-446B-9CB7-3735F55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250m_to_satellit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D891C945-5429-40A0-BFF5-84307DC5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250m_to_satellit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235BEFDF-E6DC-488B-BB8B-2E4468FB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250m_to_satellit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4D5BF8D3-9C26-4BA9-B437-7CA90E54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250m_to_satellit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959E4DC5-6705-4621-BF13-3637864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250m_to_satellit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E8D892B0-94F5-4000-8DF1-9024784F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250m_to_satellit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F83EA92D-A55F-4F67-96EA-8DF3F761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250m_to_satellit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640A5BF9-3E9D-4EA7-9806-4FBDE07E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250m_to_satellit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95B8EFAB-5B68-4E11-9482-7D7110A3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250m_to_satellit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51557CC4-148B-4BC1-B0E5-64E33FE7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250m_to_satellit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027B1FF6-7DA1-4C60-AA00-4626F73A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250m_to_satellit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B61BA9A1-EC5F-412E-BA26-7EC37FCB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250m_to_satellit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4F32C2A8-0BBE-49BD-A22F-9BF95763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250m_to_satellit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90CCDD04-F938-46F8-BAD9-57C89393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250m_to_satellit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7EEEEB13-1187-438D-8224-D33E8DF8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250m_to_satellit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66093B72-20C8-4944-8925-B345C23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250m_to_satellit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CAF17F54-20E3-4B15-B9DE-C2E03D0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250m_to_satellit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FC03506D-E1BD-4F54-8E46-2D5B218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250m_to_satellit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110CB71D-0781-4074-B34D-5FAE8AC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250m_to_satellit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88196D14-B868-49F2-94B9-BC75086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250m_to_satellit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FB55D3A8-554B-46F2-B0DB-A8F1F48E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250m_to_satellit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9E77E853-22D1-4A4D-8964-0B44059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250m_to_satellit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9778AF9-9AEE-47A1-ADF8-81AA2A1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1308"/>
            <a:ext cx="307020" cy="10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250m_to_satellit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5494693-A5A4-4BDA-B9D9-DD613CF7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1308"/>
            <a:ext cx="307020" cy="2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250m_to_satellit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7B53EA2-B7F4-44BA-B65B-0F819612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85093"/>
            <a:ext cx="307020" cy="2616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250m_to_satellit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6B7F527-2CD2-4EB2-932E-A34DD07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946728"/>
            <a:ext cx="307020" cy="2569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250m_to_satellit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C042F91-1AD5-44E1-A7B1-D42C23B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03710"/>
            <a:ext cx="307020" cy="1716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250m_to_satellit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117D2705-F3F2-4AA3-993D-4AAC670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250m_to_satellit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9DD046EC-D1C8-4EE5-B8B3-5D1BA90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59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250m_to_satellit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9A82365C-B088-4A05-9271-40E751E3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596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250m_to_satellit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EEF88EA2-68AA-4F07-A4F6-E74CBDF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92132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250m_to_satellit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23CBDCDF-61C5-43EA-848E-8973A340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17831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250m_to_satellit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248A5A94-B147-44BA-B0CA-CE778B2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499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250m_to_satellit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816343B0-E8B0-47D6-ABF5-DA54422A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2118"/>
            <a:ext cx="307020" cy="200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250m_to_satellit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30F702FA-0741-458B-80F3-079500F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40365"/>
            <a:ext cx="307020" cy="11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250m_to_satellit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04AA5FC3-6ADB-4AC4-B2E0-5A901B4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40365"/>
            <a:ext cx="307020" cy="2392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250m_to_satellit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DF56BDBB-C036-47FC-B43B-AD4729F0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79568"/>
            <a:ext cx="307020" cy="187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250m_to_satellit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7B3F1200-FE16-49FF-805C-7EAED66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66920"/>
            <a:ext cx="307020" cy="1700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250m_to_satellit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B16476EB-7799-4324-8FA4-2466754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250m_to_satellit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B3A3981E-286F-4F70-B398-EB293911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267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250m_to_satellit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4E7302B7-9BCF-4F74-A8A0-D37C2F2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149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250m_to_satellit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3097C2CD-DE80-4C37-9F83-A4207D2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5416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250m_to_satellit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F93B527A-9E84-4F9D-B020-7BC0064E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415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250m_to_satellit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76121D1D-5A3E-4487-ACD0-518411BE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1158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250m_to_satellit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808B0F1A-0EDA-4E44-8A25-5A611A2A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250m_to_satellit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C8042BAC-68B4-445A-A10D-63A395D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250m_to_satellit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D935230E-AA28-4187-8539-4677AD5A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250m_to_satellit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2D8435E6-1D7F-4020-9495-8809C4B6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250m_to_satellit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FD586A12-0DC8-441B-AF0B-449E929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250m_to_satellit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D1276304-1241-4DBD-A68F-C463CE7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250m_to_satellit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CC078A8E-418A-4311-B2E9-E78F95BC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250m_to_satellit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A479BE15-1F9D-4D54-AEDB-C691336D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250m_to_satellit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A353CDF1-8046-4CE5-AC96-50D6A77A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250m_to_satellit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4E33EC34-09E8-4C0D-B4C8-71571C65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250m_to_satellit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DD84C983-08CB-427F-859D-45329C4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250m_to_satellit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C0D6EA20-C196-4BC8-8A21-DBF1B516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250m_to_satellit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623DC4B0-97BB-4FC9-BE89-2BE320B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250m_to_satellit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080D436B-463F-4C7A-938F-AF2C95B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250m_to_satellit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4CFAD8C5-3C39-40AE-A44F-8595F881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250m_to_satellit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C57DFB6C-6CDA-43AA-8C77-44A55563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250m_to_satellit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A6C01051-180E-4C9B-8CFC-99B00FE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250m_to_satellit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5C8B911A-1819-4C06-9C10-DDDED628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250m_to_satellit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AE78E076-FDD4-4A99-892A-E6671532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250m_to_satellit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28978AFA-1813-4D91-BE4C-7CF69404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250m_to_satellit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F1B8749A-8439-40D8-8E63-69105D2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250m_to_satellit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0C694CFA-8D2D-4E0F-8EE8-B014B5B4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250m_to_satellit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0C85275D-3362-47DC-BA23-7C2F2E90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250m_to_satellit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D7F2DF6F-BC45-4698-B3A8-7A5FD8A3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250m_to_satellit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27B34253-825B-42C2-81DD-B0B66C72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250m_to_satellit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9C89352C-1258-438B-A794-680CF87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250m_to_satellit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02E3DFE7-009A-47D6-BD05-325FF72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250m_to_satellit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BBFCE73D-F2E3-4C0B-BFAF-D8ADB522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250m_to_satellit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8F71BD28-8045-4864-A79A-B4168D0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250m_to_satellit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EA2CCC8-B4F1-44F7-96B3-17D9A7BC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42694"/>
            <a:ext cx="307020" cy="294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250m_to_satellit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29B06D3-0FAC-41F5-B9E7-E6C8AEE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30284"/>
            <a:ext cx="307020" cy="12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250m_to_satellit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87C00DF-2D81-406B-9C81-EB04F8A0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29250"/>
            <a:ext cx="307020" cy="10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250m_to_satellit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7870EB43-50E5-4B86-BD0A-38DC7E1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29250"/>
            <a:ext cx="307020" cy="84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250m_to_satellit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5616F69-C1C6-43EB-AD4C-B355612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14049"/>
            <a:ext cx="307020" cy="5170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250m_to_satellit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39EE60F6-25FE-4820-9A43-3DB5BB68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250m_to_satellit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C6691C89-E69C-412C-95E2-EC5D9E4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172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250m_to_satellit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DB3E79FB-C3F5-49B8-91DE-F5333C2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048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250m_to_satellit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373EDD6A-9CF5-4B95-8145-4258905A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038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250m_to_satellit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71C328A6-E71C-476D-A6A8-4F1F0571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886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250m_to_satellit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EF0A4A05-8462-4BEA-AFAE-B165C442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057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250m_to_satellit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9F258A73-F34A-4761-8FD4-B564E5A0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06490"/>
            <a:ext cx="307020" cy="65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250m_to_satellit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43925D5C-534A-4D10-970C-98DF9B6D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06490"/>
            <a:ext cx="307020" cy="6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250m_to_satellit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3095FF5D-C89C-4532-820C-4424528C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13403"/>
            <a:ext cx="307020" cy="387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250m_to_satellit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81DE0F0C-7B11-4C68-B3B8-FCF04D43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52118"/>
            <a:ext cx="307020" cy="99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250m_to_satellit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03F91C53-DE3F-422A-A32E-304C4E04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51670"/>
            <a:ext cx="307020" cy="4929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250m_to_satellit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4BBEC4F6-243D-45EE-9037-77A6D81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250m_to_satellit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C53C8A03-2BB7-4218-A73E-B13943E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58109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250m_to_satellit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6D48B660-4B68-4D3A-BFAD-E4BB8B6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880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250m_to_satellit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0E728984-40B2-4312-9F99-39FA2A94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267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250m_to_satellit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DC096496-5F8F-4C6D-811E-4848F89A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2627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250m_to_satellit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C0AEE2AD-19F8-42C9-877C-1D34E50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1919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250m_to_satellit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0A16C887-7984-47B9-9C77-C9F7B2B9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250m_to_satellit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CCD790A2-6B92-4DAA-8777-E15CCBD7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250m_to_satellit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97370DB2-8514-4C86-9EDE-114649EB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250m_to_satellit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14821C35-183D-4C5B-A6F4-E5C079B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250m_to_satellit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68F6E1DC-B1C1-40A0-B2CC-1838C91A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250m_to_satellit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AAD759B8-1CB5-432C-9730-214292D0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250m_to_satellit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AC6ACB04-239B-46AC-95DB-06CB474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250m_to_satellit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25F19B83-7193-46B8-A61A-21E6D98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250m_to_satellit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EAAD8695-9AC8-448C-B4E0-009FA928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250m_to_satellit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42948508-A071-4EA5-992F-2C5A59AF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250m_to_satellit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81557696-77A1-4F23-B45F-EFA6563F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250m_to_satellit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5C674C7A-B994-405D-9461-3CB4C54F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250m_to_satellit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0E14752B-E49E-47DB-A4C9-E51E40D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250m_to_satellit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91794C16-8F2D-4C2A-8622-488432DE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250m_to_satellit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3AD02C32-C9F0-48BA-83DE-E000A0DA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250m_to_satellit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210B95E0-EF69-4441-AC47-621CFDD2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250m_to_satellit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23380A56-65F9-44D6-B771-A9047BFF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250m_to_satellit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44A4A7E2-C79D-493E-A185-23AD6F9A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250m_to_satellit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91A67DDF-C2CB-470F-AA81-AC9BC779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250m_to_satellit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10048703-AC74-4237-9616-836E80BE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250m_to_satellit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557BDBB5-72C1-469F-B851-090C4C29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250m_to_satellit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70490656-59F5-466D-8849-CA310709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250m_to_satellit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2B7EF457-0B9F-42BF-B211-6F2F263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250m_to_satellit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84851999-F21F-4160-9D78-A4C24B1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250m_to_satellit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3A5F2B75-736F-43B0-8BBB-BA082823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250m_to_satellit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305F173D-C741-452F-8CFF-74C161BD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250m_to_satellit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3E0A565D-A39E-405C-8CF7-C02A5F0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250m_to_satellit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59C0D162-9C35-4702-8FEF-79234D09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250m_to_satellit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6DFFEFB3-DC6F-4B4E-AD71-E347B516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250m_to_satellit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65E9FEC-A2D7-4F6F-9764-0A1553D1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320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250m_to_satellit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922FCCB-02C7-4689-8EC6-B77D6405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72725"/>
            <a:ext cx="307020" cy="53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250m_to_satellit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E5678FD-EF30-4390-8B39-7E9961E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26499"/>
            <a:ext cx="307020" cy="1132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250m_to_satellit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C1F4F35-8637-4681-91DD-7A91F0E7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39737"/>
            <a:ext cx="307020" cy="1814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250m_to_satellit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5DC0D86-FBE6-46CF-80F8-6D13DBB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21227"/>
            <a:ext cx="307020" cy="2942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250m_to_satellit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E91B125F-C892-4F24-B7AA-16F4760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250m_to_satellit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119B1379-5BE5-4F5C-A650-12F7ED2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473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250m_to_satellit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0BF9F5A7-4CE3-402A-BDF5-F2C03C43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7010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250m_to_satellit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71089809-DF95-4DF5-87F2-37EFFAA7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81433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250m_to_satellit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96C236E3-D587-44F8-9C98-851503F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958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250m_to_satellit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28FFC6C3-7C0A-4071-8EF2-553835EE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9003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250m_to_satellit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2190138A-8F08-4C55-A0D1-8C210B9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39975"/>
            <a:ext cx="307020" cy="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250m_to_satellit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9AE8EC5F-9508-4730-BB11-542D149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39975"/>
            <a:ext cx="307020" cy="44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250m_to_satellit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54C33FDB-914B-48DC-B629-D4AB0B32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4221"/>
            <a:ext cx="307020" cy="91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250m_to_satellit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86E73EC8-1A0B-4829-9867-FCFAD70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75477"/>
            <a:ext cx="307020" cy="194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250m_to_satellit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EC9142A9-D95B-46EC-B355-654297F5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69743"/>
            <a:ext cx="307020" cy="346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250m_to_satellit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48D81995-3A7B-459C-82FF-1C75F244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250m_to_satellit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9D821505-30C8-4ECB-A3D9-CAD5810D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145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250m_to_satellit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84ED2FF2-F090-4FB9-A956-731D2E16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88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250m_to_satellit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D4BF3443-523B-4ECE-94DE-1116AE90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5007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250m_to_satellit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329896DD-855E-4788-A834-596977D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443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250m_to_satellit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09E4153B-A373-4FCC-8438-A89CC1E5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9070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250m_to_satellit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9D11DF3F-95E3-4B05-A43B-86D47D4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250m_to_satellit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FB45F4BA-C1CE-496F-A8CF-131705A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250m_to_satellit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82A75A6F-722D-4AF7-83A6-4F44C9C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250m_to_satellit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8B8FCEE2-D664-48B4-9D92-5404DBC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250m_to_satellit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895BBD9F-FB23-490E-9BC2-3F0922DA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250m_to_satellit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913EDF8C-9D9B-488C-B584-7ADC20D5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250m_to_satellit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B5904DF2-D8B9-454F-AFAA-2DF858E4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250m_to_satellit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04AEAEBC-6C3E-40CC-8B7E-F852F54A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250m_to_satellit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BDA81C20-24DC-4363-9388-8E1E5A4F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250m_to_satellit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8EB4499C-0556-4457-879D-60D1EB9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250m_to_satellit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878F1006-9532-4E93-B286-C8B5A1B0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250m_to_satellit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137647E4-C7A3-40E0-BCD2-2C969F72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250m_to_satellit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1A9FB833-C93A-4BB4-8DE2-FE49EA3C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250m_to_satellit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5E84E0D8-F187-40F9-BEB2-E0BDA4E0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250m_to_satellit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38682934-0E2F-4738-9858-72B88E1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250m_to_satellit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16C310F1-21EC-4E31-8FE1-D2E7CB9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250m_to_satellit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48614945-A580-48FC-A05D-C19010FA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250m_to_satellit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9BDAB312-DAA9-4763-BE5E-367AE38B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250m_to_satellit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8F6688B2-29E7-4C3B-AA0D-8ABEF75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250m_to_satellit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6675221B-FBB1-4927-96AB-831E79DA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250m_to_satellit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DA36BF02-5AFF-4834-9A67-A6CE1489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250m_to_satellit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83BD6D7D-CD4A-450B-8F9C-0925A890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250m_to_satellit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DA1BB7A5-D427-47FA-933B-E5A5122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250m_to_satellit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73A18A32-FEB4-476E-B4DB-BD3505B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250m_to_satellit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562FCA31-4FBD-4D05-83B9-3960BDE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250m_to_satellit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9D0349C7-951C-4B4A-BC56-D1FCEF54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250m_to_satellit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12830790-95E6-4A3E-BF5A-E465E74B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250m_to_satellit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CD08FEF0-ED98-4AF8-8B7E-BD9C5269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250m_to_satellit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02DBE1B1-0108-4727-B31C-9C7D839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250m_to_satellit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E07CB4C4-4C9E-44EB-ABC0-BA6E5F0F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47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250m_to_satellit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1CA6DF7-59BB-4734-85FE-2DB83A24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88341"/>
            <a:ext cx="307020" cy="2874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250m_to_satellit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EA23D06D-C7AB-4237-A8A4-53B4EFF0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75829"/>
            <a:ext cx="307020" cy="339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250m_to_satellit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5326887-B93A-41AB-B000-1030662C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515024"/>
            <a:ext cx="307020" cy="59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250m_to_satellit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F91A3FDF-06A2-4BC4-A74F-E363AD52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75003"/>
            <a:ext cx="307020" cy="310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250m_to_satellit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62C36565-7F6E-4E21-BAA5-F68C8773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250m_to_satellit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14EABBA3-33AE-4DA2-B9AE-E761F0E3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6294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250m_to_satellit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2B86A779-0A6E-47D9-800F-B70DBA89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504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250m_to_satellit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F0887CCB-2B9E-4F74-8732-627C4F82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896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250m_to_satellit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05E13A36-79B2-46CE-8C06-38D9D0B0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4960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250m_to_satellit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A6B29FA7-1FC2-4D17-8486-0AD4F0DF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806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250m_to_satellit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AB9CFCA4-99CC-4016-BCCC-4DBAA10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880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250m_to_satellit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8CB22935-254B-4DCA-8E52-A351BE0C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28710"/>
            <a:ext cx="307020" cy="21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250m_to_satellit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74291FC-4191-4600-9852-32BD368C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47864"/>
            <a:ext cx="307020" cy="244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250m_to_satellit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83EEBC3B-4BB5-4240-9622-0806DBE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291906"/>
            <a:ext cx="307020" cy="195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250m_to_satellit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48B2B485-8362-48DD-9585-924C9BB9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87554"/>
            <a:ext cx="307020" cy="76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250m_to_satellit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76E9CEC0-5A32-402B-B3E1-D9627D67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250m_to_satellit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98526E0F-865F-4273-B373-E8F0B9C1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0331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250m_to_satellit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ADEB2DD3-300F-4B97-A609-B81F05F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224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250m_to_satellit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2927C62A-7B92-4BC0-AFD2-995E955E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665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250m_to_satellit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994C3801-4A13-445A-8576-430B15F8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6215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250m_to_satellit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4C96E615-9B17-495A-B2B2-6BC46A4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388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250m_to_satellit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C774E2B9-529B-41C7-ABF4-5F5511EC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250m_to_satellit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B78459C3-1481-4F1B-BFE3-EE8094A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250m_to_satellit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118B5B2D-5419-4E55-943D-2B2C5A6A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250m_to_satellit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7B7A7570-09A2-4220-B378-2FB0F55D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250m_to_satellit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9BC3B608-C50A-4A29-90BD-08239EF5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250m_to_satellit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5B943360-DD42-46B9-80D0-9C15541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250m_to_satellit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55930A2A-4A3D-4CDF-933F-EBE8EB9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250m_to_satellit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823C79E8-88AD-4F4D-90FC-D42B0AAD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250m_to_satellit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458D7694-EB0C-47F1-BD7B-9B86822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250m_to_satellit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C07D3B50-1263-4360-9432-4ECD203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250m_to_satellit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53389123-E3C0-406D-AFEC-0B1BBC2E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250m_to_satellit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8CC284AF-CFAE-4FE2-8A49-BC75CA2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250m_to_satellit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38DAB306-6B72-4854-801B-6DB2A4E7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250m_to_satellit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0052CDC9-5AFE-4EA1-B3A2-A4389545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250m_to_satellit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34B3FA1B-A932-47E9-9574-049031E4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250m_to_satellit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5ADFE63E-F42D-4EB2-8DCE-931A928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250m_to_satellit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2AF54325-BD5F-45A1-8F39-391F257A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250m_to_satellit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DEF40D2C-2232-46D3-B447-E7627118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250m_to_satellit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24B5F623-EBA4-422F-B1D4-3A48274D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250m_to_satellit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20D6E990-4DEF-41FE-8D31-A4960840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250m_to_satellit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5CD5FB68-89C0-44B7-8C19-9EE891DE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250m_to_satellit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3EF01745-059B-4715-B77E-E1195CF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250m_to_satellit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7CDE370A-8A20-4D15-9423-13E1E25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250m_to_satellit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AE9EE19C-3E32-4922-9126-C3021047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250m_to_satellit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BD4BD700-5E22-4052-9D71-7274ADAE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250m_to_satellit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C4FE5837-B9E9-4B47-BC9D-BEC2644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250m_to_satellit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55FD18C1-6536-4062-9ACA-37A66129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250m_to_satellit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02BC7D5E-6CD4-416A-A5DE-98D6A1BD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250m_to_satellit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F7AAAB75-72E6-4EE1-BAC6-44DD05B6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250m_to_satellit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905C979C-0671-4D18-B536-58B38A13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36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250m_to_satellit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459FE70B-14F7-412D-AEBD-D04663CE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4286"/>
            <a:ext cx="307020" cy="10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250m_to_satellit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422375D-5702-4ACA-B21F-FC72EBA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42218"/>
            <a:ext cx="307020" cy="31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250m_to_satellit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095DD728-4A97-44DD-8562-A03E24C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42218"/>
            <a:ext cx="307020" cy="33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250m_to_satellit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7DFAAEB-0A8A-4078-82A8-B7AC751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75310"/>
            <a:ext cx="307020" cy="33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250m_to_satellit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F2E5092F-F5C4-42C4-887E-CC310990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250m_to_satellit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310BBE07-A3DF-4CE6-8F83-3FDC0C1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888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250m_to_satellit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BBB2D6C7-0F5C-4DD9-AFFF-2E339717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992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250m_to_satellit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93448187-4416-4C8C-9BB8-FEE2D276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168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250m_to_satellit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449DD5EF-0416-4FDA-8F7E-C8C2957F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4991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250m_to_satellit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31803C32-BF75-4585-BE87-8338F701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8351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250m_to_satellit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0671C16C-F6FE-4C25-AA7F-46633BAC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34445"/>
            <a:ext cx="307020" cy="62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250m_to_satellit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AC80EDC2-3C27-4908-8E17-2FA112D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34445"/>
            <a:ext cx="307020" cy="17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250m_to_satellit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3A1ECB78-CD20-497F-A601-B04F7DD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35827"/>
            <a:ext cx="307020" cy="16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250m_to_satellit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898944BB-952B-442B-9A23-42FB85EF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633753"/>
            <a:ext cx="307020" cy="20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250m_to_satellit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94EDB968-6FD6-4B25-834E-D9640430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33753"/>
            <a:ext cx="307020" cy="17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250m_to_satellit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0132C38D-7A47-47FE-8BC9-FA74306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250m_to_satellit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3D5BF0BE-6702-4B56-AEF2-1D0B86E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0904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250m_to_satellit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3388FF19-F23E-4F4A-B903-A782718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70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250m_to_satellit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BC4BA689-5D12-4B5F-83FF-B34F089F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104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250m_to_satellit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863C5C91-796F-4414-ACFE-E2F921F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0835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250m_to_satellit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161308AE-FE79-4DF9-AE4E-9D1173D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2632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250m_to_satellit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1ABDE8AB-0F02-4126-8E12-6F03C53C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250m_to_satellite/r_at_1/caveat-1">
            <a:extLst xmlns:a="http://schemas.openxmlformats.org/drawingml/2006/main">
              <a:ext uri="{FF2B5EF4-FFF2-40B4-BE49-F238E27FC236}">
                <a16:creationId xmlns:a16="http://schemas.microsoft.com/office/drawing/2014/main" id="{E7B21176-E923-4174-BCFE-925C20A1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250m_to_satellite/r_at_1/caveat-2">
            <a:extLst xmlns:a="http://schemas.openxmlformats.org/drawingml/2006/main">
              <a:ext uri="{FF2B5EF4-FFF2-40B4-BE49-F238E27FC236}">
                <a16:creationId xmlns:a16="http://schemas.microsoft.com/office/drawing/2014/main" id="{11517966-1DD4-4F68-9B42-9AEDCA53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250m_to_satellite/r_at_1/caveat-3">
            <a:extLst xmlns:a="http://schemas.openxmlformats.org/drawingml/2006/main">
              <a:ext uri="{FF2B5EF4-FFF2-40B4-BE49-F238E27FC236}">
                <a16:creationId xmlns:a16="http://schemas.microsoft.com/office/drawing/2014/main" id="{D4A0BB36-3FAE-47D8-8F0A-3D05007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250m_to_satellite/r_at_1/caveat-4">
            <a:extLst xmlns:a="http://schemas.openxmlformats.org/drawingml/2006/main">
              <a:ext uri="{FF2B5EF4-FFF2-40B4-BE49-F238E27FC236}">
                <a16:creationId xmlns:a16="http://schemas.microsoft.com/office/drawing/2014/main" id="{E6465548-2A0C-4820-9BFD-624341B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5544786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250m_to_satellit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BB0529F2-9F70-46CF-83CD-64BDF361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250 m → satellite</a:t>
            </a:r>
          </a:p>
        </p:txBody>
      </p:sp>
      <p:sp>
        <p:nvSpPr>
          <p:cNvPr id="2" name="sues200_uav_250m_to_satellit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BE69ACEC-54F4-4D81-B3B4-DD1AE688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uav_250m_to_satellit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82BE022D-62B3-4E3D-A5CE-6AF78C34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250m_to_satellit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5AF4C75A-5F88-4804-ABB9-4F38F2F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250m_to_satellit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9650CC85-4F66-4F2C-BAE4-1830721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250m_to_satellit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92146BFB-6340-4B1E-BDE0-C6B6BF5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250m_to_satellit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EB2E3322-EFCA-474A-A69B-FB885866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55.9603; Full 44.4342</a:t>
            </a:r>
          </a:p>
        </p:txBody>
      </p:sp>
      <p:sp>
        <p:nvSpPr>
          <p:cNvPr id="8" name="sues200_uav_250m_to_satellit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86099618-98EF-4287-8449-40321FC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250m_to_satellit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C3432ED0-F95F-43B2-8FE4-F65C5F2B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250m_to_satellit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9B6F416D-8110-40A5-B9B2-537C62F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250m_to_satellit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5142A78B-711C-4286-B555-3467C528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250m_to_satellit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24AB6071-1E24-46DA-BC69-82D435E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250m_to_satellit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4516AEBD-722E-40DD-A95D-2F895E9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250m_to_satellit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A0080CFA-A12E-48B6-945B-8B578FC2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250m_to_satellit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4FA39C6E-6D74-4468-AFA3-8C2CEC8B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250m_to_satellit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9DF90965-2DF0-4CFC-A493-35861C0B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250m_to_satellit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EE81AFE8-8C5A-4391-BBCF-DC603048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250m_to_satellit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1341F7CE-919F-429D-A25C-E4D06DE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250m_to_satellit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3A5D4252-8098-4AE1-9CF5-92A444FB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250m_to_satellit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86E39DE3-DEBB-42F0-86C6-AF20D34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250m_to_satellit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B905EE7C-9F0B-4F9C-98D2-C344B6A1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250m_to_satellit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5486F59E-480C-4635-84D4-2AD587C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250m_to_satellit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572AED7B-3146-40D4-B538-CEC76F38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250m_to_satellit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4A29AB49-0BF9-4CD4-A2AA-AE96413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250m_to_satellit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96D7DD36-08DB-428D-A668-A22E119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250m_to_satellit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95CE3A9F-5B71-4F08-AFE0-729B2562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250m_to_satellit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DFF391A4-59DA-454D-8478-C6773B6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250m_to_satellit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8467CA42-A9D4-48DC-8EE1-FDFB4091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250m_to_satellit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F7DA420F-E3B6-43C4-B0DE-EB4FF3B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250m_to_satellit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8FBA2289-2F4C-4230-95BE-99DD2C26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250m_to_satellit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01A6D1A0-1DE7-4756-BF41-85DB2664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250m_to_satellit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28159F38-C8E9-4BA8-8CF5-FF983D83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250m_to_satellit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099F678E-6BEE-47B7-93EB-69461F6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250m_to_satellit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0A88A4ED-043E-45BE-9BAD-0A222416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250m_to_satellit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34435903-5BEE-403E-8515-6B0224B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250m_to_satellit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7DABE9DB-03AF-452E-8600-13BDD8BE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250m_to_satellit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36300100-90F7-4498-8DF0-F0B635FF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250m_to_satellit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5884228-991A-43F5-8483-15ED7AAB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5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250m_to_satellit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E0042462-945C-4A9D-B86F-2EB3FC4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7633"/>
            <a:ext cx="307020" cy="28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250m_to_satellit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1DC3DFD7-6EF3-4A1E-87A2-8C5CC202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06036"/>
            <a:ext cx="307020" cy="1653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250m_to_satellit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17488B9-E4D9-49A6-835C-9E766A94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71372"/>
            <a:ext cx="307020" cy="269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250m_to_satellit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9D01C25-8D00-4733-9AF0-5FE941E3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40667"/>
            <a:ext cx="307020" cy="24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250m_to_satellit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340E9CBD-3F30-421E-9A80-B965596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250m_to_satellit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F6B91563-D4B5-401E-9F5E-CFD32C11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522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250m_to_satellit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6BB30E9B-DB57-4D8D-9DA1-C31C1808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8063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250m_to_satellit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B8D37EF3-AC0F-4CE5-A15D-23B28A3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459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250m_to_satellit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B5106A1A-4B2B-4CC3-B2E4-DCF0B590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250m_to_satellit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9D3498FB-10CA-4808-987B-BF48E03C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620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250m_to_satellit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FB7B6C5F-29EC-487D-B789-CE3B6B13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26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250m_to_satellit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90C50DF8-EE01-4FBA-9138-69289EA1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04831"/>
            <a:ext cx="307020" cy="306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250m_to_satellit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8C5E6CB0-014F-469B-A103-5A5C618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35455"/>
            <a:ext cx="307020" cy="1331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250m_to_satellit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DD3018DD-FCFD-459C-8F9D-B2ADB66F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68561"/>
            <a:ext cx="307020" cy="202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250m_to_satellit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876D1D2E-0015-4A6B-9FC4-0276FDB0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70912"/>
            <a:ext cx="307020" cy="237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250m_to_satellit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89ED8666-E83F-4927-B3E8-871E753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250m_to_satellit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D0BBA244-57EC-48AA-970E-B7DA3D1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7943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250m_to_satellit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63F58310-7778-4077-94EB-421DD9AD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1005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250m_to_satellit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289ABAF4-87C0-4231-95F2-EB75CDAE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4316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250m_to_satellit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DBD79415-7B80-4B3C-B38D-87077316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455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250m_to_satellit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D2F8A6BD-E8DE-463E-B31E-B293D938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28343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250m_to_satellit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D415F14D-87E8-4DA8-B2D4-F84D831A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250m_to_satellit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B04DEFFD-A626-4A59-A04E-6FCC6EAF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250m_to_satellit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5D9D7ABB-FB7F-4CF3-BF8C-56C59309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250m_to_satellit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E50DCFDD-87CC-426C-881D-8A1C8AC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250m_to_satellit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F7C3FF7A-6A5B-43FB-9D98-8AA5FC1B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250m_to_satellit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81285265-3AB6-4BE6-A948-80A5CF98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250m_to_satellit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97343401-4F5A-49D8-953D-08B50E2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250m_to_satellit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F076E89A-A3B7-4C12-8987-2E6E829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250m_to_satellit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3BE4F2B6-7BE1-4C6D-9B29-D0836AB8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250m_to_satellit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FF91C229-6D99-46E0-871E-F9953EF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250m_to_satellit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3C5CDA9A-B6AA-4645-992A-F0F01AD1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250m_to_satellit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CAF0AB32-CE5A-44D0-B1B1-7E553FB6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250m_to_satellit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50451066-E364-4695-8C4C-58D38EA2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250m_to_satellit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C4FA35A9-38D4-4FCF-AF36-517CFC2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250m_to_satellit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6B59E17B-892B-43DE-9EEC-6CC37BD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250m_to_satellit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897EF84F-022E-4DE3-9268-17F8830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250m_to_satellit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5814F916-6E3A-40B1-99A2-0CC6D11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250m_to_satellit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8D3AA5EF-42BE-48BB-B4CE-FADF2C70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250m_to_satellit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B6C34B4E-75B7-4BBF-A347-DAED5ADE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250m_to_satellit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7B44ECF8-88B8-483B-908C-33944F5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250m_to_satellit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4CE5DD33-F2F3-4FF2-8D7C-880611C2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250m_to_satellit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B4DCA45B-6CA5-44DD-9BEB-900CA0F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250m_to_satellit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2C748AE7-7B1E-44E2-AA08-8753A9F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250m_to_satellit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122D7208-1E94-48F0-8D91-59D28DC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250m_to_satellit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B6D0BDC2-C67B-4757-B41A-E0E8B2F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250m_to_satellit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A7D42497-76F1-4B7E-96AF-992A3B37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250m_to_satellit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959ACA8A-6674-4EC5-BE8B-4D2F5103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250m_to_satellit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0CD9B364-8FB9-4455-B0A6-8EE60E48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250m_to_satellit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BDE6D8C2-170B-46DE-B510-C55605A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250m_to_satellit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62C6216-7BA9-49BE-967E-5C5890F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2529"/>
            <a:ext cx="307020" cy="9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250m_to_satellit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D0D374F-0289-4AFD-AF98-25660CC9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2529"/>
            <a:ext cx="307020" cy="196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250m_to_satellit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D4045F13-4A73-40BB-9E20-D6CF6630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82194"/>
            <a:ext cx="307020" cy="2045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250m_to_satellit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0889AEB-6D3B-47D0-80B0-A7D176F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86727"/>
            <a:ext cx="307020" cy="230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250m_to_satellit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D0E7684-5885-4BDA-8100-5C2A5DB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17417"/>
            <a:ext cx="307020" cy="1828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250m_to_satellit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D40B61EA-09A3-4043-8DFA-154D7AB4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250m_to_satellit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9C67E54C-F2A7-44C5-9446-1913E47A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71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250m_to_satellit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82BBB53C-BDC6-45BC-8353-584EA166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567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250m_to_satellit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7A219783-0030-40F2-8BA1-0E78634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613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250m_to_satellit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D7449030-DE41-4FC0-A76A-17778EDC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9201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250m_to_satellit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7D0D1553-D924-4C82-AAED-D156CC24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748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250m_to_satellit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4A8E6440-A2EC-4EF0-B5B2-8193885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2990"/>
            <a:ext cx="307020" cy="19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250m_to_satellit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A868F255-7B4A-4BAC-AEF1-F02C08EF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39965"/>
            <a:ext cx="307020" cy="13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250m_to_satellit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5E3F9E29-50E4-4372-AB53-27F18F9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39965"/>
            <a:ext cx="307020" cy="198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250m_to_satellit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01875CE9-801D-4C2C-9A3D-70D7AD26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38014"/>
            <a:ext cx="307020" cy="168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250m_to_satellit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DBFC56A8-0F44-44F2-BE3C-CC8E571C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06927"/>
            <a:ext cx="307020" cy="1589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250m_to_satellit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D192C24F-D94B-41E4-9C72-82BC975E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250m_to_satellit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B78BBFD8-A000-4815-BD9C-0A1C9009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2759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250m_to_satellit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D529C4B8-03E8-466B-8E4E-264BC640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145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250m_to_satellit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49A4D5ED-6870-4409-AAAB-CD4B5585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126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250m_to_satellit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8AB88500-E3D5-4962-A5CE-80E1F258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19815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250m_to_satellit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1A3BE0D1-8783-4451-BE27-E249F89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140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250m_to_satellit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3883B1D1-312C-441F-9A27-0499DBD8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250m_to_satellit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D1B77EE0-AC38-43A1-A627-DE643513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250m_to_satellit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B991D222-36CC-4764-AC1D-413785FC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250m_to_satellit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20BD43CB-D2BF-4CB1-9E0C-4EDFD0F6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250m_to_satellit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4C943EEB-44B9-49BE-BF13-572968F0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250m_to_satellit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7C6A8F6C-DCE9-4F0E-8041-D8A9C54F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250m_to_satellit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32C6F944-A006-437C-B9FE-42097946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250m_to_satellit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F9E07500-33D7-4F32-84A1-416D02ED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250m_to_satellit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09731F8A-AEC5-4858-9155-7C6F54B6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250m_to_satellit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EE8BD7BB-05D8-4521-9C59-E1F5CAE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250m_to_satellit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81BBB5E0-82B3-4EE9-A8C8-7D8EB75C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250m_to_satellit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B4412E09-4BD0-41B8-AA1A-FDDB883F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250m_to_satellit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226F0E2E-98BB-4494-819D-3D83274B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250m_to_satellit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AC7AD471-6B74-462B-A5C3-15B07B6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250m_to_satellit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FB66D42C-DF0D-4159-AA07-8EE5B11E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250m_to_satellit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2B93100B-DA33-49FE-A774-3955AC4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250m_to_satellit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F8A4E5B3-14E5-46C3-9557-0DB8995F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250m_to_satellit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7D239B2F-143E-4DAA-9EFE-972CE5C2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250m_to_satellit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FB77959F-1B15-48F4-8685-90446B14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250m_to_satellit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FBDB4CA3-DCDC-4048-B84F-FAED96B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250m_to_satellit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5AD9ADE8-EBC0-4F8B-9B8D-F2A53A9F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250m_to_satellit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71363531-FD28-4223-8182-568C249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250m_to_satellit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B89332AE-ECA4-418A-B77A-0B3FFFB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250m_to_satellit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5E88E50D-2DC2-486E-B812-28C880E2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250m_to_satellit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B60E8D4A-942C-446A-8225-6C7F318E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250m_to_satellit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FB778668-CE1D-4624-8AC9-20C0CBEA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250m_to_satellit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03B8FA62-15E9-4FAB-8698-2A9B7FEA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250m_to_satellit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A4A4659F-D4B1-4DEC-BB28-58D74799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250m_to_satellit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5B1ADFC6-D68A-4951-B475-A30A373F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250m_to_satellit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743CD85D-711C-452E-89C3-7E989DF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46552"/>
            <a:ext cx="307020" cy="25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250m_to_satellit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359238C-E2C4-4E86-AD21-C72D004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36835"/>
            <a:ext cx="307020" cy="97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250m_to_satellit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AF2F475-4DBE-4749-A1C8-3A2E1FF2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35951"/>
            <a:ext cx="307020" cy="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250m_to_satellit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862BDA9C-1BAE-437C-8826-23FA087D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35951"/>
            <a:ext cx="307020" cy="690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250m_to_satellit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859868E-3BD4-4129-95D0-6A26F623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05032"/>
            <a:ext cx="307020" cy="463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250m_to_satellit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AAF57D98-5016-4D4B-B108-B9A9B41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250m_to_satellit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845E7AD2-B274-42B2-9B8B-7CC98E0E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2115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250m_to_satellit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871B99F7-FCC7-4453-A19F-38BAA9A0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1143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250m_to_satellit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520786B1-3457-483D-A945-80164661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105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250m_to_satellit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2DBBA018-3B64-436E-9C81-CE7EB03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796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250m_to_satellit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C327F6FD-1CAD-401C-917F-70F9BFD8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4285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250m_to_satellit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A8C6AB5A-DD1E-4381-BBBD-BD72DF9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24370"/>
            <a:ext cx="307020" cy="477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250m_to_satellit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67EBB243-5A60-435D-8792-B4FBCAC8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24370"/>
            <a:ext cx="307020" cy="8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250m_to_satellit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B0DAC5EC-E862-4029-A27A-FCAAC20D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25253"/>
            <a:ext cx="307020" cy="289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250m_to_satellit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04EBCC47-E9F9-4180-905C-81A378DB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54185"/>
            <a:ext cx="307020" cy="83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250m_to_satellit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10AF9526-22E2-48F3-A560-0979C2FF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37521"/>
            <a:ext cx="307020" cy="4139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250m_to_satellit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AFCF1824-7032-4683-B8E6-9DC280F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250m_to_satellit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F99B20AD-113E-43A7-A99C-5BFE4A53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59897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250m_to_satellit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DCAE559C-D95E-4219-98F2-66B99E6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9985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250m_to_satellit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2D8C9732-3008-4F8B-A47D-8B72EA2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287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250m_to_satellit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8613BBFB-C7D0-4000-B395-77A2C2CB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121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250m_to_satellit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8DB0486D-D176-4456-B19B-A3B9455A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2608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250m_to_satellit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536CA111-4CE4-47E8-B0EC-5B3260C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250m_to_satellit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93D6742A-8405-409C-96C1-CAD43F98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250m_to_satellit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7A3855F2-F1EA-48E1-8ABF-C4B7EAD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250m_to_satellit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F7FCD7AD-242A-4F5C-B555-6BC5C964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250m_to_satellit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A92B8848-6CA4-4BC4-A73D-8DA71014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250m_to_satellit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B7E34289-824B-4929-8C1F-CB686AC7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250m_to_satellit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A5281954-77DA-4556-9597-30C00581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250m_to_satellit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7A4A3A4C-2633-4CC7-A534-B38B4DC2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250m_to_satellit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12C371CE-40DF-4B25-B09F-899D6360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250m_to_satellit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63CC1F31-6A4E-4285-B715-FF9052B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250m_to_satellit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B3159F88-3F92-4910-A0D6-D19DF97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250m_to_satellit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49173043-11A0-4A96-AC24-9771D141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250m_to_satellit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96360E65-7207-4CE7-A19C-164266F1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250m_to_satellit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1D31814B-C986-402A-BF84-250FDA0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250m_to_satellit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387B9EB0-A971-4384-AC07-58C71EBF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250m_to_satellit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D8EBCC03-7968-4EEC-B9B8-B474DEE5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250m_to_satellit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C5F4A531-45AA-478D-A9FD-5EE0F736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250m_to_satellit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F5B20313-E3CC-4E8C-B847-2C6C9825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250m_to_satellit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F46B672A-DDA8-42CB-B8CF-9F7FAD2F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250m_to_satellit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7FD25D88-B78E-441A-9FFF-71565806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250m_to_satellit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D275FDBB-8C8C-42A1-B04C-66685170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250m_to_satellit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01D9B80C-DAFF-4D08-B2B3-E6C1176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250m_to_satellit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EA5659D8-3EE6-4B84-AA0A-852C0125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250m_to_satellit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CD98C943-392F-474F-9558-40CE5F81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250m_to_satellit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85473F9D-7BB9-4EB2-9EED-0DEF062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250m_to_satellit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F481ED25-3F42-402B-B890-567BA731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250m_to_satellit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600D039D-AF98-4610-8F03-A58D13E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250m_to_satellit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EDEFFC2D-1313-43CD-8B10-B8E56B39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250m_to_satellit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64FD3502-69C9-4CC6-BBF5-B98A009D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250m_to_satellit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EE509FE2-7964-4227-AB6B-33C92895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250m_to_satellit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09040CA-D867-428C-9207-1D0906D0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8784"/>
            <a:ext cx="307020" cy="461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250m_to_satellit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F8B035F-2908-4BC5-A9A3-3964EEB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14937"/>
            <a:ext cx="307020" cy="918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250m_to_satellit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63A0278-A3D4-4AEE-8BBE-A096FD49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06775"/>
            <a:ext cx="307020" cy="150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250m_to_satellit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57ABB67-F315-4F16-9A0D-E04E11E8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56867"/>
            <a:ext cx="307020" cy="2776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250m_to_satellit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61708FB4-116F-4EC0-B3A9-DFE4188C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250m_to_satellit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3BF0DCFB-53F9-4FA0-91C4-F0AF12B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4338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250m_to_satellit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DA048A84-2D86-4373-8631-E94ABBF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8953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250m_to_satellit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C572ADDF-94EC-4BED-87DA-686E011D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813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250m_to_satellit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44CE08D0-E785-48D9-9D15-EE64C68A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314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250m_to_satellit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EBABD8A3-E632-4CE8-94AB-9B069D8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0912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250m_to_satellit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05381091-8F49-4A40-A15C-ED448BC1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7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250m_to_satellit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EA82463D-14F3-43F9-80ED-6402C62D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43443"/>
            <a:ext cx="307020" cy="37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250m_to_satellit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3FD38B70-93D4-4495-A30E-4D219B72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0778"/>
            <a:ext cx="307020" cy="748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250m_to_satellit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D89344AB-8ABC-4ED5-9C52-7950F397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55605"/>
            <a:ext cx="307020" cy="158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250m_to_satellit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DA1258C5-48DF-456F-A3F3-4E5BA63F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13624"/>
            <a:ext cx="307020" cy="2886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250m_to_satellit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84D59DC5-28A6-4468-A585-C30D0AB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250m_to_satellit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F02C96D1-E6C6-4B06-BA25-FFC6EB10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180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250m_to_satellit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8904914F-6FC9-4C4F-9486-BDCE286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53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250m_to_satellit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172B073E-8EA0-4E07-8BF3-F6028EF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3020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250m_to_satellit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6BEB903C-5840-4FC9-B82D-8FF3FD68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882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250m_to_satellit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0876F116-B05D-47A7-8428-98902448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768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250m_to_satellit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848AF8DA-3131-4E95-A62F-7569D65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250m_to_satellit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0E4A711F-8211-4DC5-A803-BB3834CB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250m_to_satellit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37A28E22-D22B-48E4-AB98-AB006E11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250m_to_satellit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6B79F9B7-615B-401E-B1B7-BEFDF1ED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250m_to_satellit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CD07FE85-857D-4B1E-A549-1FCFB2E1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250m_to_satellit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E32C1AF0-B8B3-403E-8AEB-7B79ECEC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250m_to_satellit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57D4BC8C-DFBA-4D0C-9354-A00BF89A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250m_to_satellit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C128B4AB-7DEE-4AF5-BEE4-A337539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250m_to_satellit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62593F1C-D2CF-4B26-ACD0-AE2C3CF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250m_to_satellit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8C917474-12B3-498A-8D06-B053CF4A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250m_to_satellit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7FACDC21-CF08-4E6C-9345-20232BFC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250m_to_satellit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988211DF-2FEF-4E80-B48B-3A92734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250m_to_satellit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09083477-AE9D-4EC1-A81B-123CA32F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250m_to_satellit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BC5DD9F8-336B-4B10-BB3C-67B1D860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250m_to_satellit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B49B94FC-F8D9-46B7-904D-FF690E0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250m_to_satellit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7EB7B3AC-C04A-473D-B147-4781471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250m_to_satellit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EECE4DE3-3468-4987-A410-13D069E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250m_to_satellit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EC4530D6-6A00-4A47-B2BC-1F235735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250m_to_satellit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EE1F6759-62C5-4A85-978B-FADEA90E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250m_to_satellit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358A5A5A-C515-4619-8814-673EC37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250m_to_satellit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B54D9D5D-6934-4BE4-9175-9C37185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250m_to_satellit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FCF504B0-788B-412A-A998-9DFB006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250m_to_satellit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945E6556-015E-4B92-9238-D52E4898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250m_to_satellit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AC3CF77F-548F-4946-8961-21B050EA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250m_to_satellit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2F360554-DE77-4478-A12E-FB259ED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250m_to_satellit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2D4F9E5D-4EAA-4695-9B51-3B08AD68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250m_to_satellit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DB0927C1-C101-4C73-AE87-88D6EF9C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250m_to_satellit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C29B59ED-9FF3-4A7A-8FF4-513C59DF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250m_to_satellit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A76CC0DB-CC47-4F30-9EB5-5B6B3B22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250m_to_satellit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4662C46-2366-4EFE-88D3-7289938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09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250m_to_satellit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A4E7FF4-FCC3-4168-9C29-E2066BEC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50126"/>
            <a:ext cx="307020" cy="249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250m_to_satellit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4D0F456-4F0D-4233-A67C-DD615A0E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99704"/>
            <a:ext cx="307020" cy="3368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250m_to_satellit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C6EA91C-00B9-460B-B5D9-B707DE1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36526"/>
            <a:ext cx="307020" cy="894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250m_to_satellit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DE34B70-9399-4DB2-8075-701E3323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25929"/>
            <a:ext cx="307020" cy="48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250m_to_satellit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FA074F21-A839-412A-B2A7-D5706FA6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250m_to_satellit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B82FBF9D-32D4-4CE1-BE3B-031A34BF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247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250m_to_satellit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C484900A-342B-4C83-ADA7-F66FDA01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7430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250m_to_satellit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A4D766F7-4141-46ED-9904-6DE9E10B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111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250m_to_satellit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4E22347B-6ACE-4040-8824-E2DBA42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005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250m_to_satellit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BA74C00B-3852-406A-B3A2-36052A7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492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250m_to_satellit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EDC2A7B2-3D5C-4A72-B2A8-2A57B3D8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64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250m_to_satellit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A1443B4B-7871-44F2-A546-D223959E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04812"/>
            <a:ext cx="307020" cy="184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250m_to_satellit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A0A39E8-1325-48E1-ACEA-3CCA8A4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3989750"/>
            <a:ext cx="307020" cy="2447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250m_to_satellit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C2DBE5FD-D230-4174-AA5A-3794BD0A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234482"/>
            <a:ext cx="307020" cy="1861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250m_to_satellit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B4CF6ECA-2162-4922-B845-7419769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20613"/>
            <a:ext cx="307020" cy="93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250m_to_satellit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AEF42C38-18D6-466E-AA53-01D1F514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250m_to_satellit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BB1F665C-6C64-4EFF-AF8E-9D63F405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794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250m_to_satellit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F67BF4D5-DEBA-40A0-B003-34AFDF0B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96435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250m_to_satellit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116B2750-F156-48C2-9F4A-BE804E01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0908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250m_to_satellit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4721795F-6907-43C6-BA52-F92CE83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39521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250m_to_satellit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3BE68D05-CF9B-480D-AB51-27CE45AE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48885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250m_to_satellit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CC308FAB-74A7-4906-828B-EC4C660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250m_to_satellit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AE64834C-066E-4300-95A0-EF776314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250m_to_satellit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679A850B-5A43-47F9-BA09-D0A64941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250m_to_satellit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32451FAF-7F05-4BB2-8D2D-D8AD747E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250m_to_satellit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56EB70C4-2B38-436D-9EA8-638CD08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250m_to_satellit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C78300CC-E48C-4AE7-8E41-F2A2303B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250m_to_satellit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ABEB8B5F-87FA-439F-AB1A-6416ADA4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250m_to_satellit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D0C40E89-C137-40E7-836B-DC6240DD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250m_to_satellit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66ED6787-70D6-4149-A5BA-662E156E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250m_to_satellit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ADB6A490-311D-43AF-80F7-F016764A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250m_to_satellit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617BC63C-333C-4DF9-95CA-C3BB5B0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250m_to_satellit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38D0D3DE-9093-4DAA-924B-075BEA7B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250m_to_satellit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28A51932-E822-4E36-940F-F6E54E7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250m_to_satellit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D7C2A9C7-F2EB-4E85-889B-749E029F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250m_to_satellit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36177B78-8000-41E6-A689-90236C02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250m_to_satellit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C98D7F08-46A2-4EAB-9248-6FD157E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250m_to_satellit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8776283E-608F-4694-983C-E5A369A2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250m_to_satellit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FCE4E6FA-EE6D-4244-95B0-4A4DA606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250m_to_satellit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0983FFC7-F73C-43FB-8A5C-4FB3CC09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250m_to_satellit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C9A53236-E94C-42D3-99CA-B268C503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250m_to_satellit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623B8F6B-16E9-4970-BEEE-29B9D92A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250m_to_satellit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98FB26D7-A740-495C-B3C9-9B521CF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250m_to_satellit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3134DCD0-F93E-46A0-932D-41A186D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250m_to_satellit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A27EC55B-80E4-499C-BA4B-B13D32ED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250m_to_satellit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D83FDCF3-617C-46E6-8BA3-CB368E00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250m_to_satellit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BA5DC6BF-C107-49EA-8477-718BF808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250m_to_satellit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A677A60A-E8BC-407A-9E67-4B8CFEAA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250m_to_satellit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F1735596-CB7C-477E-8C82-A0654ED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250m_to_satellit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A452E325-C416-4B46-A637-7B70E801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250m_to_satellit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0240400-52AC-4852-A8C4-FBE8DF7D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21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250m_to_satellit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4245ACEC-DAF8-4E4B-928E-573DA79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41485"/>
            <a:ext cx="307020" cy="1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250m_to_satellit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35BBAE0-8D62-43E5-A65D-662CFB5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40490"/>
            <a:ext cx="307020" cy="9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250m_to_satellit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9F4E3484-D4B6-4691-9D74-7298D7D8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40490"/>
            <a:ext cx="307020" cy="275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250m_to_satellit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006C52CA-C57E-4FC9-8B7F-551CFFF6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68010"/>
            <a:ext cx="307020" cy="280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250m_to_satellit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79803261-23A4-4E2D-9D22-E3456C84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250m_to_satellit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4ED41240-6404-4211-92FE-B9BE0F37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742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250m_to_satellit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2E068DCB-7D5D-4838-96AC-E10ED71C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60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250m_to_satellit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A7979496-92B8-4C5F-A5AB-8BEA10E3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150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250m_to_satellit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EF14F558-F8B7-4F87-B0D0-A6D2B95F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4261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250m_to_satellit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050A6392-BE34-4471-B544-9022E70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7062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250m_to_satellit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6B8A18D8-3F15-476A-A9DC-E84EADE9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36530"/>
            <a:ext cx="307020" cy="4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250m_to_satellit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A10FFAC4-CD94-4C11-A537-06E6DF42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36530"/>
            <a:ext cx="307020" cy="124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250m_to_satellit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3F7954C0-5134-4928-B453-D28A17E4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40812"/>
            <a:ext cx="307020" cy="8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250m_to_satellit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5E971E8B-691B-4FD7-B508-C77D7C4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54960" y="3640272"/>
            <a:ext cx="307020" cy="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250m_to_satellit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E424C6B3-EBFD-41DC-85A6-6576ECE0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40272"/>
            <a:ext cx="307020" cy="61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250m_to_satellit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3956F5D4-CB3E-4730-8999-BD4BDEB6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250m_to_satellit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824E13D5-3E47-4183-9449-E3C0F90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113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250m_to_satellit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6C33A33F-4BF8-42EC-A769-CC500271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35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250m_to_satellit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569DC59-4723-48A9-B01B-8C46F50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154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250m_to_satellit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0B58E161-02D2-4F60-B1D5-D9EB19BB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148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250m_to_satellit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BD790822-4D5B-469B-A3EE-4FC885B9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209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250m_to_satellit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AB66706D-4E88-41F7-AE65-E00FACE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250m_to_satellit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5F15C22B-D26E-44D6-8D71-CA5B4FDA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250m_to_satellit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2FDD2C9C-8D48-43C4-9601-DB27FA6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250m_to_satellit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EB33CF4E-CC75-497D-AB31-285D197D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250m_to_satellit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4472D1E5-6AAF-458D-A49D-D791403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65724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250m/r_at_1/title">
            <a:extLst xmlns:a="http://schemas.openxmlformats.org/drawingml/2006/main">
              <a:ext uri="{FF2B5EF4-FFF2-40B4-BE49-F238E27FC236}">
                <a16:creationId xmlns:a16="http://schemas.microsoft.com/office/drawing/2014/main" id="{A5B3634D-952B-4E41-B333-35D049E7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250 m</a:t>
            </a:r>
          </a:p>
        </p:txBody>
      </p:sp>
      <p:sp>
        <p:nvSpPr>
          <p:cNvPr id="2" name="sues200_satellite_to_uav_250m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0878BCCB-F2C9-45CA-95B6-38C2A041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satellite_to_uav_250m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72355333-78D6-4BA3-BAB0-C6CE949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250m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79957C33-0C44-4B3B-9D39-7297B8E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250m/r_at_1/legend-full">
            <a:extLst xmlns:a="http://schemas.openxmlformats.org/drawingml/2006/main">
              <a:ext uri="{FF2B5EF4-FFF2-40B4-BE49-F238E27FC236}">
                <a16:creationId xmlns:a16="http://schemas.microsoft.com/office/drawing/2014/main" id="{4640B972-1D46-4E22-B08A-E806BAB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250m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145B08CA-3DC3-4845-9DCA-A81B7C6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250m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349BA9EA-791E-4D95-88B8-6F3D027D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68.7500; Full 60.0000</a:t>
            </a:r>
          </a:p>
        </p:txBody>
      </p:sp>
      <p:sp>
        <p:nvSpPr>
          <p:cNvPr id="8" name="sues200_satellite_to_uav_250m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33098973-5C37-4765-B156-D3AAC63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250m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935A3162-534A-4B22-9BD2-53FBFDC9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250m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A8184F81-B92B-46B2-9D9C-34092326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250m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73D0D487-88C2-4BCA-9310-2E621373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250m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2A206BEF-0816-4615-A1F1-CFFF3E23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250m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969C0A13-3D28-436A-84C3-E6752C9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250m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34937EEA-1FAF-4E73-ABD1-C1C06711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250m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451550EE-5F11-4041-BA1E-1CB71D18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250m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D9F8F722-CE6F-44E4-BB38-6AAFBFE9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250m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AA16D529-1864-4AEC-9FAC-064588A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250m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9C11B5D0-DD32-4EF3-AC18-91AA12EF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250m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B63E9B55-815F-4563-8348-2BB23C34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250m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D401E737-243E-4DD3-AFDD-DF4D7D2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250m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C3C39021-4B00-480A-8115-AC6586B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250m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AEB0D9CF-CDCD-4304-94F8-50C63C90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250m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96124CB3-05B3-4674-B65E-226D01B5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250m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341E97EF-4B60-4936-B3DD-1F017798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250m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DDBA4ACF-B8C1-4E38-97FF-2D7C53F1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250m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A7CC5E57-1ABF-407F-8DBB-37D8F9F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250m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C98A4EC8-F9EC-4126-B8D8-E928936F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250m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84A0D89E-06E2-495A-BE07-74DC82D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250m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982053F0-9C74-4C8A-8074-3108D1B5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250m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019E52C5-93D1-4F1E-A1C2-504160B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250m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FEE2F2A1-154B-427C-B864-E7F7DAA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250m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65C193E0-D0A2-4C61-95E9-C04F5FB6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250m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A7FD2130-F82C-4222-8509-2FEE680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250m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267E71BD-01C9-45E2-BAEE-7EB14E60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250m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BB3D1B90-ED0E-4E56-8F5E-BBEF14E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250m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5557DE48-47A9-4985-9E90-2130CEA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250m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D4E1E967-98BA-4EC7-BB58-7753A24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250m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17B692E-D195-4B84-96C8-552ADCD8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8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250m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C60F36A-1AD8-4C37-BB77-BF691449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0255"/>
            <a:ext cx="307020" cy="126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250m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D1F5254-594C-4E58-B5B6-E484381A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16870"/>
            <a:ext cx="307020" cy="506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250m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82AE4098-7F91-41EC-9AF4-5A91D891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323330"/>
            <a:ext cx="307020" cy="25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250m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1889551-E914-4F07-92C8-98D4267C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576561"/>
            <a:ext cx="307020" cy="72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250m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4F64BF06-F6EC-4317-8760-A40F234F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250m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D4B627E0-8FF8-4C80-A20E-697ED8C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48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250m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08EE3E45-4578-4C2E-AF30-C1CA1290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914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250m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B1700ED8-32E9-4DE1-AEEB-0B1133A2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979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250m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B6948487-5E40-4900-88CD-EBD1734F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55116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250m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7D486B0C-98AD-4458-B5D6-53CDF611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62351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250m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17E13A41-DF65-4417-878F-228BB601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0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250m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AF893BB7-1195-4B35-A35F-48A3E46A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2892"/>
            <a:ext cx="307020" cy="248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250m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44A2A658-F30B-4D30-85C0-67F91737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941601"/>
            <a:ext cx="307020" cy="290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250m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D4E4A6E3-FD00-468D-9227-E0D1A0A2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31760"/>
            <a:ext cx="307020" cy="227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250m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10FB0333-3B1A-4410-8742-C1614FD4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459743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250m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34CCE966-FA47-4B2F-A747-788EE139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250m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16BA5787-F524-4A90-AA7B-8F1911B8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74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250m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17EB904B-6D1D-40E0-992F-3228D82B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9162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250m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2EABAF3D-6308-44C9-8726-977E74B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063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250m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D988A8B3-E318-4E48-83E4-3A36F705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343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250m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BF7C34B1-92C4-43AE-B999-9AE4D823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757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250m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D3E80367-573B-4431-8551-200AB1B3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250m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2CD9DE61-D392-40CD-BBE0-7F698136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250m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99189636-67CB-49AB-A1FA-F0124874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250m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D486A146-2EB5-4C06-8B9C-F3D5CD70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250m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19045BDF-50D3-43D7-B953-8971AD0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250m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0C81801D-D8F7-449A-9075-B8C83AE0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250m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1938B3C8-7377-4FDB-A0AF-B5916A1E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250m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274FE6BF-9E67-40B9-9FFC-AF925736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250m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297AE577-1C60-4254-BF43-08AEEED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250m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B27262CF-9706-4A02-8E8D-9FBBFD23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250m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D57FFFB7-16A1-4343-9921-E164ECA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250m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F90D7171-B642-4011-A101-F065E912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250m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89E781C5-E1E7-49BD-98C5-563F3F6A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250m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359571CD-DA04-49C8-B9D5-31E1491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250m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A4F5C18F-D979-4FD1-ACD1-16748E7D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250m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A28C5C1C-CD80-4348-BC03-C097EF3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250m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8C7F078D-72C5-4766-9711-85EDCAC6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250m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FE9DCBCE-05AA-4C37-AF18-7DDA351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250m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F616546E-944D-4266-87F5-1058071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250m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122A76BD-D044-4033-AA44-6AE08356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250m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3386DFB8-027E-4B4D-9747-7E2991A3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250m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70188CB7-A5BF-4DEF-9CB5-B7EA0BCC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250m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1C7F96AB-BAAC-4538-926C-72897F9E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250m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4A8E1FE0-ED45-4547-91D3-D1838294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250m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29FF187A-F13C-40B7-A0A6-BECFB0E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250m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D3164B6F-D440-425F-9260-9397C8F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250m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37554154-8E86-4AD0-865F-5E35B718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250m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84923D1F-BF4D-4A84-A005-453612EB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250m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8FF8F1E6-85D8-4F33-819C-70D341D7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250m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1F40717-5BED-4D57-AE8D-2C545A9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361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250m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E42562C0-6C0B-4598-96B1-A6FD120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4320" y="1654079"/>
            <a:ext cx="307020" cy="54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250m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079FD08-6AF4-44FD-AB83-4127FFA8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54079"/>
            <a:ext cx="307020" cy="524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250m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26ABAAA6-C8A1-4229-8B8F-3F022605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78627"/>
            <a:ext cx="307020" cy="343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250m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0B8941D8-40A9-4E0B-91C1-F4CB9E0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522297"/>
            <a:ext cx="307020" cy="54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250m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3111FF42-BA27-4531-937A-40865D58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250m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C6866029-432B-4073-995A-DC59BA9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829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250m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1752BCD3-F302-44ED-BCED-66C04D1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286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250m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95DF18AB-49E5-4A90-9372-126B3F03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1532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250m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2AE88EA1-B08B-4979-A5D6-CE6959CF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4968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250m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7715B395-7D05-407A-9364-D2F32745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55116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250m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A7AF44B7-59BC-4488-97D9-F219010E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250m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29F5DFC2-6B19-42AF-A94D-7E0113CD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713618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250m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DF7EF8EA-CAE8-43EE-98AE-47920519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75795"/>
            <a:ext cx="307020" cy="3316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250m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3ED97CD4-1D6A-4FAC-993D-BB5CAE7D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07406"/>
            <a:ext cx="307020" cy="124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250m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C027A32D-6D8C-4ACF-86D7-02A6940C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31760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250m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F690E708-3254-498F-BE82-C06E0E6E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250m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0F781EDF-80AD-44FA-9C42-7854D1D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882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250m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5173B53E-CD00-4BE3-BA44-3E59D8D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503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250m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3F327663-875E-4938-BB37-840D7FB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820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250m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5249248C-11BE-402F-95B2-0F73C36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063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250m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B5E4E1B6-F572-4A49-B933-B3ED84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5144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250m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3EECCCEB-C673-49A4-ADF3-F95E22B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250m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8345C2DA-C983-4788-94B0-31B1F67B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250m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13C03ABF-039C-4F2C-B55B-C6C4E099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250m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C72CF4EA-99F7-4F80-AEBD-C3A713CC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250m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AB008F9E-69BE-4759-979D-A81E83B7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250m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946C6CE8-CE4C-44EF-8E6F-80D0DDD0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250m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38AB216F-858E-48B9-8D77-1140D2E1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250m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297E2919-C12B-4D12-B10E-5D7EEDD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250m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D99B85F8-84E9-459F-891D-453235D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250m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3BD3164D-5231-4FDF-BDD6-5B2E8BFB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250m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675C5A6C-CDC7-47EB-B370-85CE1E35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250m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20EC7710-D93E-4E43-9DC9-B8C91EE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250m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1DE3F1EC-15F3-4C56-8CF3-AB81FFB7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250m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E3A18874-D36F-412D-87AC-CA55A5A2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250m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2FB8A0F2-0412-4F6A-9DA1-56EA5852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250m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EC04F84E-BE4F-4E2E-BEA3-F3F1F78B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250m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1F7D5ABD-8A9C-4C84-9B34-6E3BED9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250m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05F4ABA3-0C44-419D-ACCD-811F9F90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250m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F01E5C9E-69E4-41F8-98AD-5AF6658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250m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A9937ABF-908B-40E4-9E3E-A99547F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250m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8BD92FB5-84DD-4F3D-BE79-B53995F1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250m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A5239078-4522-43C7-ABCD-24F582DA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250m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9FB1C842-DD37-47DF-9E56-E94DFB54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250m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B7C411D9-F07F-4EE0-9724-8CE856DD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250m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F8B42DAC-BE6C-4458-99BF-DA2D25E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250m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ABF229DD-604D-49E7-A70B-6EA0B0D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250m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BF9AD042-71EC-433B-9083-5F06E32D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250m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553F9DAA-159C-4943-BC72-5C64C870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250m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896B189C-9D76-487E-A245-962B785A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250m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A6D85EAB-CC89-4E02-812E-82B0C824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18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250m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CE53C02D-F96D-4D03-895C-6258523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90255"/>
            <a:ext cx="307020" cy="361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250m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A4ADE8F-C6C3-4345-9AE0-BA7C1E4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26430"/>
            <a:ext cx="307020" cy="3074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250m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D069E30-B2A7-4DE1-8A69-130A6F3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033924"/>
            <a:ext cx="307020" cy="180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250m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585563C-EC64-42BD-B0CF-ED45D690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214803"/>
            <a:ext cx="307020" cy="2532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250m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9AE0EE18-9809-4277-82C1-6B6A96AF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250m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16779920-3A76-4E59-9872-5706E204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648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250m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706A315E-8210-44E4-96C1-377BBBEA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010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250m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9EBF711D-4CD8-4BBB-91B7-E4F26FC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20085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250m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3389D213-FCF8-4348-87FC-107BF835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8940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250m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6337595B-C439-4C17-9DB3-BE5B6BA9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426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250m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226398B9-CF0A-4C74-9E75-0FC7A23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250m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FDE2769C-E37C-493C-89E1-B7CEB3D0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34344"/>
            <a:ext cx="307020" cy="829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250m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DFE6E2B5-2CE6-4E9A-B3A1-D5C7ED75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17247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250m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02960717-8CA9-4647-9F49-5695642B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62326"/>
            <a:ext cx="307020" cy="16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250m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3489BDFF-962A-4D26-8E6E-71B8BEA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128132"/>
            <a:ext cx="307020" cy="227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250m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0FB8914A-15E8-456D-82F0-F85362A3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250m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A29139BE-E858-4B84-A464-24DB8FD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0894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250m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31E72ED6-045C-4A4D-A6B6-18924B40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918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250m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BA47FE56-989C-4BC6-B513-723B58F5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3692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250m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917FA141-E6A7-4D73-9A50-F5F1F52A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0273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250m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C536BB3B-96AE-40BD-8635-61D7106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307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250m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984C2ABE-8DE0-43D1-9341-E5C1F40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250m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78BBB2DF-D252-442F-A484-EA6AD78C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250m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76CD3056-7762-475E-AEA8-C0B39DA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250m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7EAF232E-FC54-4808-A847-4DAC20DF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250m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CC0844CA-BD80-4351-A073-823615C1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250m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D1B1C0FF-09C7-4EBE-B2AF-ECD956AF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250m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5319D446-1280-4882-B4FB-3734C883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250m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6E76AB30-F531-4173-B5EA-085EA8DC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250m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D978A8D4-B0AD-4C74-809A-574F8642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250m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754E03AB-89E7-4488-9733-F5C3A2CB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250m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19E9AF2F-64AC-4E74-8007-491256AB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250m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7FC41DEF-4262-49FC-8C6A-08CBE9C3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250m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2BF596B9-54EF-480E-960A-8D4D7FA4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250m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F582D4C6-6FB8-4112-AFB4-8444D9A3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250m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2C11A5C6-9C24-4C9E-8295-8B223A18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250m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E89074B9-F4B0-48FE-B370-A39676AE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250m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6352AA18-C9D1-4F9A-9AFE-32BE97DF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250m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A3531FBE-D129-46E4-A6FA-0E29BBDA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250m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817AF756-74CD-4797-A08C-D6074BFE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250m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A671B75D-6EAA-4E7E-B357-F36BC45F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250m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0FB40A00-FC5A-4A64-8162-756C25BA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250m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440D69AA-54F8-44CD-B9DC-DEB470F0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250m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9554D530-FD24-47B0-BB47-B0AE32A6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250m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1CD3CD3E-F180-473B-B52C-324CF1A8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250m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3281FE39-3449-4A17-8830-D16B27D8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250m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97095EB4-C65A-4F88-8ECB-A171D80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250m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88AB60AC-0953-4DBF-AAD9-1B00A3DD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250m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EF8B1CAC-4870-4FE9-880A-57E4B9D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250m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270F95B7-21E2-41F6-AC21-AE33C496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250m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AD081331-1320-4573-A7FD-E41BDED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250m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58D2A590-5494-4126-9A54-5FF0DA83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406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250m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F502AAC-C90A-44B1-9713-B1A16529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40667"/>
            <a:ext cx="307020" cy="54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250m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250DA1C-5FF3-440C-A34A-82E3526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694930"/>
            <a:ext cx="307020" cy="198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250m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9F31F57-22BE-4C5B-8C07-E5830E08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93897"/>
            <a:ext cx="307020" cy="2713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250m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7ED6C16E-4591-40FC-A06E-204B021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250m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C3EFCA42-9E34-49A6-A3B8-FF2ED72E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250m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16A798A8-A62E-4FA1-AFBF-2F22D26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250m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C507371A-89DA-4335-9FAC-50EC21A7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695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250m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2A42631D-59C8-4BE5-AE70-6862767F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684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250m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5B0D7E07-E10C-4889-9B3B-386C1B6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3981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250m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FEA2DD7F-BCB4-4D5D-83BF-F992CD5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599215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250m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80846CA5-43D2-4593-83C5-A004AE82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599215"/>
            <a:ext cx="307020" cy="829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250m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47CEC56A-5048-4CFA-9ED3-AB997535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2118"/>
            <a:ext cx="307020" cy="103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250m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A038CA52-4238-4197-B5C9-58A0DDC2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85747"/>
            <a:ext cx="307020" cy="16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250m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8E713C3F-E265-4BB0-943E-49E3C643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51552"/>
            <a:ext cx="307020" cy="248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250m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8F44AC87-D4F9-4380-9C0E-0A959712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250m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CADEC45E-FC89-4E31-9EE5-B251043F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5738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250m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2F329BC3-1CB8-440A-A989-A2A6FAEC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67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250m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6C67B225-3C2A-450F-BF6D-EA9BC43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603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250m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02A2ED7E-03F6-4623-80A7-E3E3FFDC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261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250m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F72C0FF3-9370-45C2-80C3-CEADFB09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748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250m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22D9524E-4ABC-4FD3-A532-97C8A8AC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250m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AA473C69-5091-460B-AEB5-0DFC7A63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250m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10ACF8EB-AD5B-4DB8-81CD-BC38B898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250m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0A12EFCF-F068-48E7-AD76-F3C55CE8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250m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92E4D831-20F0-4BA5-B2EF-3472F7F5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250m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26FFF9B1-DB1E-47C3-83A1-D99EDC3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250m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BA203059-6973-46FB-A04E-9FE2EAA2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250m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35493DE5-40AD-446D-91B5-3D0A935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250m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AB0A204A-BE46-41D0-A9F6-6D8F9612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250m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0EC8AE61-28A7-4735-9EDD-14DFAD7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250m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286D91A1-4CB6-422D-9163-E7FFB205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250m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6F0487EE-129F-4A60-84C8-88C2576A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250m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484C34C0-81F6-4B9F-A767-BD8073F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250m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8B86FACE-D26F-4E3A-ABB3-A2DB404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250m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17783F81-82BE-44BD-B6B9-751651D6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250m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1A3E3220-BD94-4EFB-87F4-5BBCFB6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250m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C30AFF3A-A7E9-4BE7-A514-E662B5F9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250m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0C8F12DF-A4CC-4236-80D5-296D9AA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250m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891CD9E6-3138-41E8-953A-1F7E241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250m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88A0A675-BCB8-45A4-BD3B-A9BE06C3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250m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F096B3A3-7D0F-4674-92E8-BEA4FB0F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250m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FDE92034-79FA-433D-9351-8AE5D1E3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250m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4F192463-E295-4BE6-ADAA-43FEFE8A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250m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273FB1DB-A8A4-4F9D-8757-E81C683F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250m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1AE55CDE-8188-4354-987D-06410E04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250m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64D2225B-BB2D-4E71-8021-F0F1FA55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250m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F50E9C84-DE2F-4821-A4CD-411F082F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250m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EA9FE487-1C7C-4DE1-AA0A-AD58E63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250m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4C8BBDA0-D1A7-4F43-853A-CCBA58DB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250m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B461A331-B2F4-4993-A018-5E428937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98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250m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5F855B9-8530-4EBA-8EA4-0E9C5A85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39633"/>
            <a:ext cx="307020" cy="235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250m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8C7EA77-E89D-48CE-ACE7-3E089C7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74776"/>
            <a:ext cx="307020" cy="3255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250m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E0AEB00E-1E5A-4769-989B-2B111BC6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00358"/>
            <a:ext cx="307020" cy="126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250m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D97EBCE-556E-4F47-AFC6-21612BDC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26973"/>
            <a:ext cx="307020" cy="54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250m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1A8C1376-D3D4-4F98-AA09-6A6D289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250m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08386E88-3F80-4076-9BAF-A89D08CE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1423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250m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08C62DEC-B031-4DDF-80DC-3230CFEB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4937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250m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9223FCB8-D47E-4A20-929A-C04BD525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749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250m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0601303E-C17A-4882-BE57-BE3AEAA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0157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250m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549523CE-4585-4FE3-9E8B-410CDD5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5583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250m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9E512A43-8AED-4486-A89B-972A953F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27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250m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3BE9043E-CC54-4050-9704-6646EF96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68649"/>
            <a:ext cx="307020" cy="2072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250m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E9347F17-DC86-451A-AE19-98DC08D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75906"/>
            <a:ext cx="307020" cy="3523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250m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8F2C3846-EC5C-49D6-B691-48BB3924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28243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250m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CE6015AE-965C-450E-9967-5DAF2720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73323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250m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1D1CB560-6EF3-4A8F-BF54-A598A639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250m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EB5F2E77-3127-46A8-AC29-B1E8098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4324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250m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D6771E30-DD86-49F2-AC4D-E1589016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5050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250m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310B43D9-90E2-497E-BE11-86ABA47F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028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250m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25450E93-FBC2-423C-A371-B911E386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47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250m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7DA8D69B-DA1A-42D9-BEC1-9F57850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47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250m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2DEA61A4-71A9-437A-8611-A9AC8428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250m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F8264F75-C1F3-40BC-A992-35675631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250m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BE279DF1-8739-4586-BB2E-371DE670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250m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BD67ECC4-C235-4C6E-A118-E3EADCEE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250m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C326C6D8-B702-49BB-ABB0-9A35DC95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250m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C5E300FA-49E3-44BF-9DA2-AF785E2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250m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D10B9A73-0455-406C-A110-804B6575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250m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B8B1BF14-4CB1-46D1-A2A2-BADE2738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250m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FF4066FF-8E6A-4332-A65D-84509A6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250m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663446AB-46A3-4BCE-A342-52940F7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250m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FFA0B2A9-757D-4B33-9C45-257B1104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250m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A6B06213-84FC-4219-9837-0CEC5FE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250m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FE42C659-8F75-4CC5-BDC8-351A2DCE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250m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D28616A9-0E3D-4F6A-A1FD-1458DB8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250m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8431A116-D31A-4E2B-A140-A9B5954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250m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6C0B83EB-B4AE-4C5D-B878-486DDB63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250m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A8FC0ADC-7AD2-4C62-8F29-6F8A140B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250m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09B895BE-47AE-42E2-8C1D-152BFDD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250m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5FA077AD-7F65-423D-B713-0061036F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250m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34975EC5-DA38-43CE-99C0-94A846F7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250m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DB3E6ADB-87D7-4351-9A84-27B78F8D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250m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B09F347F-4E8F-4C7C-BC46-9F015C2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250m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545D164F-A3A4-45EF-BB99-9DE1002C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250m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AFC91B80-103C-4BD5-A68B-8FAE22A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250m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0614582D-7616-44ED-9777-C56D2A6E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250m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93D640F6-FF65-4E13-8897-C2A5655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250m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0743C2F2-D493-4FA0-9CCB-05FE5CC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250m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8D584DF8-0B6E-477E-83E8-5AE27AB9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250m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B56E69B9-4063-457B-8007-2031443B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250m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DAD6BF3-DA22-4D07-ACE8-AFE3130E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622579"/>
            <a:ext cx="307020" cy="18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250m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9867EF8-B420-4CD3-BA81-53747187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22579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250m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5A872D6-F8CA-48B6-8B0C-BB1F0F07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22579"/>
            <a:ext cx="307020" cy="72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250m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1EC4FC8-E5D9-451D-A868-4913BBF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94930"/>
            <a:ext cx="307020" cy="542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250m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9F73F20-98A1-4E3A-A1E7-34DE7FAC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676842"/>
            <a:ext cx="307020" cy="72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250m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E74B48AD-160F-4C06-9624-9AFEEE1A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250m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6F4C11C1-3CE3-405D-9E85-1015C780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5971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250m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5456CE3F-8326-4ABE-8D17-F1576845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5971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250m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0A64959C-DBC5-441E-9820-F3E64A2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695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250m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2954B846-673C-463C-8E35-8CA08E57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237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250m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85C24225-DF32-4B91-B66D-CB03F80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514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250m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3F19DE8D-91DB-452F-9EB9-3B6949FD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250m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E15E137C-03AA-4FCC-84FC-C6FEBAD9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0667"/>
            <a:ext cx="307020" cy="829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250m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F452F1D6-A90D-461C-9EF8-81FDD168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61392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250m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9B466A62-4CC5-4181-B62E-755427F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1392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250m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B5DEABAB-FFF3-4D36-8829-6ACB9EC4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02844"/>
            <a:ext cx="307020" cy="20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250m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DAD3A7C1-D635-410B-8E60-EEF2D97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250m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D7D7EAB0-02C7-4A54-AF3E-64FB4B86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250m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01FAF07-0EFE-43B5-AA05-D6878A51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981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250m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4A397CCF-21A1-4C9F-B987-E664CF7E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59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250m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C7DD3049-76B6-4316-9258-85A98F96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7744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250m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554C21FB-3616-4DB3-B646-75FA6500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981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250m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401A4B8D-573F-4995-B22A-169AE6D2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250m/r_at_1/caveat-1">
            <a:extLst xmlns:a="http://schemas.openxmlformats.org/drawingml/2006/main">
              <a:ext uri="{FF2B5EF4-FFF2-40B4-BE49-F238E27FC236}">
                <a16:creationId xmlns:a16="http://schemas.microsoft.com/office/drawing/2014/main" id="{CFFF8D57-60B0-424D-B6CD-D110979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250m/r_at_1/caveat-2">
            <a:extLst xmlns:a="http://schemas.openxmlformats.org/drawingml/2006/main">
              <a:ext uri="{FF2B5EF4-FFF2-40B4-BE49-F238E27FC236}">
                <a16:creationId xmlns:a16="http://schemas.microsoft.com/office/drawing/2014/main" id="{4387CEEE-A39B-4515-8EB0-A3FA7C5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250m/r_at_1/caveat-3">
            <a:extLst xmlns:a="http://schemas.openxmlformats.org/drawingml/2006/main">
              <a:ext uri="{FF2B5EF4-FFF2-40B4-BE49-F238E27FC236}">
                <a16:creationId xmlns:a16="http://schemas.microsoft.com/office/drawing/2014/main" id="{12AECBC7-5AD2-4724-876E-1A7D0F4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250m/r_at_1/caveat-4">
            <a:extLst xmlns:a="http://schemas.openxmlformats.org/drawingml/2006/main">
              <a:ext uri="{FF2B5EF4-FFF2-40B4-BE49-F238E27FC236}">
                <a16:creationId xmlns:a16="http://schemas.microsoft.com/office/drawing/2014/main" id="{A1330837-9A71-41EE-AAA2-808D5354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2260698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250m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281FA242-9F52-49F6-9A73-8AED5E73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250 m</a:t>
            </a:r>
          </a:p>
        </p:txBody>
      </p:sp>
      <p:sp>
        <p:nvSpPr>
          <p:cNvPr id="2" name="sues200_satellite_to_uav_250m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24659EFA-D5D5-4BAE-81CD-3B7A835F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satellite_to_uav_250m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6B8BCDCB-7ED3-4639-A9AF-8EB5CB9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250m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A506A9A2-AFAF-4AE8-8CA2-E648F47B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250m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957847B5-0369-4446-80EA-2338B6A3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250m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CCB11D6E-DE61-4E33-B5EA-33D843E2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250m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C2422FEC-D111-4906-8E05-FD2BBC93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52.8418; Full 43.9953</a:t>
            </a:r>
          </a:p>
        </p:txBody>
      </p:sp>
      <p:sp>
        <p:nvSpPr>
          <p:cNvPr id="8" name="sues200_satellite_to_uav_250m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C656C903-9C94-471B-B6B1-AB4741AA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250m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2A207E29-D6A8-4850-9D8F-835B6C17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250m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8A4B5973-3FE6-4A4A-BCA6-42A738C8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250m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90C61538-FB30-49BF-B727-2949FD9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250m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924C860F-B537-48E4-B519-8F764E89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250m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FA8123C5-9A04-400A-9E56-9C7189FE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250m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A829E132-9E17-4700-A93A-EDE93CB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250m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DFBC7B6B-B8C1-41F8-BB3C-8D0FCCAE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250m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33A4EA2A-AB95-4324-8DDF-5C30AD4E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250m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0BE01ADD-09CE-483A-9235-2FCCC3DD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250m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317CC7D3-7BC9-42F3-A932-309FA56A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250m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EDD4D210-8767-42F2-9D9E-B687701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250m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9DE409EF-465D-4430-87C2-6EB2B298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250m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A9527003-E58E-4A95-A21D-494C3913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250m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B9365799-5312-41E1-89AB-171C5DF4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250m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E3AEBCC2-781A-4471-9826-D082C55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250m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C6489AE5-4EF5-4924-AF2F-5AEF1361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250m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7E7DDCC2-B649-467E-864E-1C6DE729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250m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2F1FB653-6D37-4B71-A1E2-F7335508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250m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A89DC9C0-3579-430F-A287-E178AB7F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250m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C5C3F68F-2AB3-4FE7-A437-786BE606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250m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F02172FE-63B1-44C6-9B25-FAFA55B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250m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D54B49FB-9E65-4CE0-B114-8C1C809E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250m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1D588E81-DA68-4E9A-9BB9-ED71109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250m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56E6EBA8-F3DA-4D02-BFDC-53A76576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250m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4547C744-B094-4645-AC26-7315B69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250m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F096F500-9106-4CC7-8829-B53E558D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250m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AFAC6AC4-62BA-461F-B9AE-C2507094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250m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31642999-A666-4479-AF62-0944487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250m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23D42783-48F4-4A73-BD89-210FD50C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250m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6B58239-4BDA-488A-8A4A-1EA5130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6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250m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68831BF-27B5-4D40-931C-FE29A69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8859"/>
            <a:ext cx="307020" cy="2006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250m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95BC683-D1D5-4892-AE89-E4AE4E1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99475"/>
            <a:ext cx="307020" cy="40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250m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ACF6AEB-7597-4CCA-AF12-A5C71A6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303800"/>
            <a:ext cx="307020" cy="2139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250m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3FEA85B-6DF6-4FC8-B520-CAC27018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517774"/>
            <a:ext cx="307020" cy="85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250m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B0C37A86-4AA7-43CE-BD60-6DCBE975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250m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F4A81B9B-A4D2-481C-A372-4B85414B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734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250m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C1190BDD-95CA-463F-99C6-7226242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7407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250m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1BF3E191-AF0A-433C-9EB4-C45C9121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784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250m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7A572DBC-4CD7-4DAE-A332-05647C3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9237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250m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4FF70ECB-9B11-4343-B807-D6458CFD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57818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250m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532BA6B7-23D0-4AA1-9173-EC1B5DBA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2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250m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1CD8DBC5-68C6-4FCF-B6A3-A9D0075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04875"/>
            <a:ext cx="307020" cy="148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250m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3A6FF9B2-070A-4D32-A91A-60ED59C5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53414"/>
            <a:ext cx="307020" cy="311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250m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2CB49116-1C04-4ACB-B2FC-4A3E74E8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164824"/>
            <a:ext cx="307020" cy="160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250m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723A7E4D-1516-4EF7-BFBD-459F20D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325241"/>
            <a:ext cx="307020" cy="135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250m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79895B37-A39B-4204-AF5C-2803F860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250m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DDE30AC0-6FF9-429D-9E60-BE4AD4FB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79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250m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E06BA741-F9F3-4637-B635-39D9F22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2801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250m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0A494DDD-CFAB-469E-ABC1-F6FAD9AF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1394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250m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5F4B4103-07D2-41B3-ABE9-DC40F8F3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2998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250m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E1D0655D-FC92-4161-BE24-27159791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350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250m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6FD64D4E-1D3E-4F5A-8768-26CB0A0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250m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3B0BCEFB-B848-467E-A865-A179513E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250m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F5913827-FE83-426E-AAD6-2ADEF283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250m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24D787F2-4AE2-4D8F-9AF5-8465050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250m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C301ECF1-968F-4211-B456-B53E8D9D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250m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68E6DBD3-CAC1-425B-AEDD-E0EF3CB7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250m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269E83A6-A146-456D-944D-B565F9A5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250m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52CB893E-465E-4F33-9CEE-BA8DF51C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250m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ADF74749-CED1-44D9-B55B-327EC4C6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250m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ED5511B0-B9C9-497F-8305-AA3862AB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250m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E58BF0CF-A50F-4B98-8C82-13DDFF3B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250m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66F41A3A-0CA0-44B1-8CEE-DA7CDD8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250m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B92DF39B-A50D-4124-9930-BCEBBAF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250m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A4F0C80B-0447-49C0-B602-A875ADF5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250m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51C1A246-4FF4-4472-B1C7-AF9E905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250m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8A17AA20-927D-4AAF-B27F-B451781B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250m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90C4EBE6-8821-4129-AD8E-078DBA93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250m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13180D8F-6214-4F2A-8864-7643A401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250m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6DD2000D-0E4B-418D-A569-B804C3F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250m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B81A0E20-64E2-4338-93CB-A53DF7AA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250m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36533A24-9F9A-4BE1-AABC-C1403ED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250m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3F776E1A-8F83-458B-B7D6-DCD5FFD4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250m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BFC32B73-80D4-4129-B9D0-7CEA8D96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250m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CC4DB750-3907-4928-84C4-7C3CC391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250m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76545AA3-76F0-4F9A-8274-EF28CC6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250m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994DE90B-B571-4C27-B8A1-81203A1B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250m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B39CFBAB-7543-4BCD-AD07-B8B64B7C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250m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4A5AFE9B-0795-4031-B89D-238E374D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250m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245BEC07-DE7E-4C1B-BB33-C88318EA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250m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104B558-995F-4BEC-831A-1C1040CF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7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250m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00F7E45-54FA-49E0-8393-4D30307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79473"/>
            <a:ext cx="307020" cy="855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250m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572317BB-3359-44BB-BA2B-CE885AE8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65000"/>
            <a:ext cx="307020" cy="375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250m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43B559F-A01C-401C-AE3C-3F2D966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40671"/>
            <a:ext cx="307020" cy="2435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250m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DAD20D5-3290-4C2F-A087-98A93AAB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384229"/>
            <a:ext cx="307020" cy="88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250m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3FF39D30-E60A-4084-AEE4-25B7B999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250m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68C8D0B9-C025-44D7-A9F2-68619F4B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5407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250m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86831D34-DFA4-433C-A4EB-8A64BDF5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396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250m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A837090A-9506-4670-84A8-9727FE49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11527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250m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D034BB80-B5DE-4C4B-BDAF-5EEE047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588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250m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DDE34577-CE61-418C-82AD-65BFD1F8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4476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250m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B129B355-0F7E-4E5A-9F40-7CFFBA05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195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250m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368A4624-4E08-4D12-AB3C-0205DA1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1724"/>
            <a:ext cx="307020" cy="1267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250m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0932CFAD-BD06-4651-BD11-90C036DD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18497"/>
            <a:ext cx="307020" cy="2681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250m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3AF03A88-D855-41CC-A079-E9586F6D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086664"/>
            <a:ext cx="307020" cy="1567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250m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D83FBF69-B67C-4270-AF21-CF6D49D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43381"/>
            <a:ext cx="307020" cy="126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250m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C08CE493-E778-4209-B4BB-46705756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250m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F3C2702E-4545-4D49-A3DA-B19165D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63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250m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E7DEBD3A-3391-46E5-99BE-FD1A589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930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250m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6C767EAA-1D1F-4BFC-97B3-1EBC327A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612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250m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179DC618-3634-49D1-9BFB-1E0B5409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1798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250m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B806621C-4192-4CC6-9D8C-4A90778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446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250m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BFBF3084-B361-4EC3-B71E-5386C79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250m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789FAA3A-C178-4E0E-883E-D054930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250m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AF29EB34-5AF2-4E34-B699-9939C557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250m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699C233C-6F2D-409A-B37A-EF92295D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250m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A411A2E5-1708-4E10-A898-F0B5F661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250m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AC2B59A0-A453-4250-BCA0-DC25A24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250m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B69083F5-DFC0-4165-BCFE-2F4B3CB7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250m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C901B08B-993A-4331-B02E-00D7FC42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250m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CD77A5E2-5EE9-4A15-97A0-57F3CFB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250m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73368024-E0FA-4128-B940-D056685F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250m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E8176A51-E46E-4211-AF51-90DE652E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250m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DB1650BC-07CA-4572-9FD4-13DC6E4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250m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4D597A7B-9CEC-4808-9510-8A430F1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250m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7C1CC33B-AC38-4B0B-B117-CE8C7D73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250m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84030B62-C33C-4460-A67F-D4F6BC53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250m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E866A8AF-5097-4A8C-81FB-A0F96C11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250m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B11038DA-8395-4579-BFEA-9B48047E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250m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F5E39D07-B1D6-47F1-882F-1046F14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250m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E2824474-445F-417E-91D9-86F7DBFB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250m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ECF1E1AF-9869-4C0F-B478-E02224E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250m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9E2D89C8-2191-4FF5-9DB6-3C2B8CBC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250m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3A800F03-740F-4FD7-B7AE-D7374B6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250m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69A72BFB-2A2A-4BC0-B4EF-8D3C4B31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250m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5CE77406-C1A8-42E0-9256-E87FFBD1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250m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9726395A-BC56-4C7A-9815-7EA9CFA6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250m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4AD960E4-A6FC-4ADF-97B2-36B5B507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250m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AFEBCB52-33CE-4B41-8028-BD7D4500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250m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BA540CB6-36A6-49DC-999C-42A2D6D6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250m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DD10BF99-EE87-4EE6-AE25-64F71C2A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250m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2C372C04-FACE-44E4-99E5-47B99AEB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42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250m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5941B2F-E076-4619-BEF5-9EFDAC73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14406"/>
            <a:ext cx="307020" cy="896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250m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24AF777-FB1F-4BCF-8A0B-D4EF9B84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04093"/>
            <a:ext cx="307020" cy="1588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250m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FCC0AFB8-9B2C-4C50-ADB8-07E9B83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62979"/>
            <a:ext cx="307020" cy="229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250m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C55F91E-21BE-4039-A06C-D609CD95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192226"/>
            <a:ext cx="307020" cy="3048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250m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6D10BEB5-B93E-4BED-B91A-A2352F0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250m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61D1376A-260E-4827-9F06-CF11EAF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890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250m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EFA484CB-943F-46E9-BF27-368E80E0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7869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250m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FB0AA87D-C714-47AD-AE45-3789F6FB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375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250m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AF16F7C1-50E7-4946-9ADB-F9D02F3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668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250m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C8EC1AC1-1881-40E0-A34C-AE70390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717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250m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6009559A-DDBC-4566-8F6F-D357A7C1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758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250m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B45BAF0A-A594-448D-86FE-D888D0B7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48001"/>
            <a:ext cx="307020" cy="961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250m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996F1935-BBF7-490D-A375-B8ACCDF6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44163"/>
            <a:ext cx="307020" cy="916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250m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3F09FC46-908C-4D8F-85AD-3CC6EBA8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35828"/>
            <a:ext cx="307020" cy="153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250m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DBE4CE64-DEDF-4CFF-AF23-8E40E33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89048"/>
            <a:ext cx="307020" cy="274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250m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4CA27981-0C76-4C2E-B9AE-B3F3849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250m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5EF9E63D-305D-4EEF-94AF-DA9DF80C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226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250m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C6C98D7B-F24E-4D06-9533-6EDE726D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187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250m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A3F08740-E645-4463-B86D-C791767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1042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250m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3E72EA96-AB1F-4D62-A999-262C012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6364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250m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35461EC1-21D6-4806-92BB-28C4BC45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384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250m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70AE6BAA-6797-403A-BB35-2FFB15D9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250m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33032039-206F-4458-B46F-29697F87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250m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ED121907-F43C-4958-BEBE-3CF5E13C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250m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F77C78D9-083D-4F8D-9C16-A291BC11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250m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67522008-4D48-4F03-AA09-E6A8114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250m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EA87ED00-1542-42FE-946B-49E3A1B1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250m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8469FD91-5347-40A1-91A3-D31B20B4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250m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98B4C8FA-23AF-4325-9A08-FC90D6D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250m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8B75435F-7C0C-4238-AA35-D27DB661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250m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AA258FD2-975D-479B-8780-543C41A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250m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F9F81FCF-E0A4-4FE2-A2F0-2EAC58EA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250m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499E998B-A49B-4FA3-8523-CB0B5850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250m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EA82F775-BD0E-4847-9830-08702842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250m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BEF5B4A5-07F6-4DA8-ADDC-938F95DD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250m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374EDAC5-D580-442D-A1F3-4FF1C06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250m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C9579C8F-1D1C-436E-A8B8-393BF22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250m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912800EF-E599-4CCD-A1E1-BF92070D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250m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93012083-CE06-4912-8600-C1BC8DE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250m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6D856730-3ED2-4E95-8B23-EE82106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250m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A0B406CD-94C1-4FE9-A217-30F8B9F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250m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534F6C53-3DEE-4F2D-A8AF-CCFC77E9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250m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48AD87FD-07C1-4525-A9C7-0982634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250m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8D0D119E-9DEF-432B-A215-3831BB46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250m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6A941A2F-8B24-45E9-87F9-0D61BEBD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250m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B353BB75-B502-45C9-A76A-E29C66F3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250m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A2D440A3-3953-427F-B716-C3749506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250m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9440BBFA-87A3-40D2-ACAB-66BC50B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250m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8FD3F925-76C5-4FE5-A67D-69E44BED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250m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97F30993-F493-4D91-9EEA-2FDE407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250m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AED68F2-362C-44A2-A51F-172A8517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31921"/>
            <a:ext cx="307020" cy="87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250m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6E19F3AC-3C03-4ABB-A5D4-161B3A17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31921"/>
            <a:ext cx="307020" cy="105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250m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970204B1-4272-4E88-9631-A1BFD551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42432"/>
            <a:ext cx="307020" cy="691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250m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F1A6E499-BA52-4239-B73D-6008C73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11615"/>
            <a:ext cx="307020" cy="173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250m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275EDC5-4A83-4265-BDB9-97DAA439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85431"/>
            <a:ext cx="307020" cy="3292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250m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BE8753B9-CB2D-40E2-BA67-7B00699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250m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7E9F764A-66DF-467E-8FE8-FB69ADF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0652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250m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09467425-65D5-4953-A50F-4653E0B7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170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250m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3D3AFE1E-83B4-485C-B06C-8968C2A2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8621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250m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834C2902-534E-4CAE-AAFF-FDCF3C6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6003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250m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A1513092-A83C-424B-84F4-1867B0F6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89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250m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25A9AAC5-14FD-4833-9D21-E6A51A26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9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250m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03064D7A-36F0-4D35-BF65-07C29077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0115"/>
            <a:ext cx="307020" cy="551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250m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28DD700E-D1A3-4ABC-ACAA-BB540DCE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15282"/>
            <a:ext cx="307020" cy="845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250m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E859B829-E9D1-4928-946E-1C2521EC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99848"/>
            <a:ext cx="307020" cy="92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250m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D1CD88F7-E6CE-4D2F-9C30-E4CCB47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92086"/>
            <a:ext cx="307020" cy="2659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250m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7BF4C206-7D8F-45F1-815D-9C73CD5C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250m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21EE77E7-903F-4DDB-A86F-FA6B7DEE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47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250m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6EE8230D-6519-4FFA-AA6F-2404023F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8988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250m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69023D4A-0983-40A4-883F-6BDFA2D7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7444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250m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7611E2DA-CFD9-4535-B4AD-2A5BB74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666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250m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147000AC-3242-47E0-922F-CE48B699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3262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250m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FF0F3340-78F9-416D-8697-87446399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250m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00991840-3678-43F3-BC19-AC83E96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250m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F520333E-D68D-4428-BBEE-3724D95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250m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C6A5E38A-F62B-4B43-AC74-CBE8BB1D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250m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02881C55-F994-44F3-82EF-17F78A72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250m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2C992EDF-5AD9-4858-989A-816A4418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250m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EAFE9999-7474-4A00-A233-232A407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250m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64EF4895-17FA-4B74-AEB3-D432FBD4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250m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0959DF2C-97D0-4DC6-96E1-BBD67EA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250m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15D35A7B-7945-49FA-9319-AF270ED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250m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A55AC32C-80CE-4686-B910-3B43217C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250m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6AE270F0-1F4A-4DFD-9C67-C5971220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250m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A056179B-569D-46F7-BA99-9F3E53A4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250m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1BB35324-1851-47AF-9630-1E5544ED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250m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2F3F3A05-2BE9-4CD5-84B6-2B95C6E9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250m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8AE8C6AA-E86E-41FE-BD07-DE2EBF7E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250m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61B22828-4B92-459F-8A7A-F27D237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250m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F1FC75EC-E0E4-4650-A168-29330CB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250m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92A87D89-8BBD-4627-832C-1D416250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250m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8C02755C-BAC5-42F1-9C30-CBCF3A8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250m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D9B35CD6-90A0-44F0-84C6-E139F47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250m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1CF83E8A-1EF3-46E3-8A98-B4A93B73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250m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0E4D788F-F280-40E2-9145-84849DA5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250m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E2CECE38-0921-4E1F-9B91-9A730B33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250m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F8FEFB8C-D386-4227-9CF7-0B508B7E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250m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7F1B49AF-DD7B-4A8D-825C-2150C52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250m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B672BF81-602C-468B-8B82-35E8340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250m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86E245F9-CE61-49A5-9D34-D341DFE5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250m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5639BB67-AB76-4BDA-884E-870EDF6F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250m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AF56407-DBF5-4B92-8B6E-729D661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915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250m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093CCB97-6B32-4838-AF77-C38F2F8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932252"/>
            <a:ext cx="307020" cy="222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250m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7070726-64F3-4FF8-B1B3-6948965C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54670"/>
            <a:ext cx="307020" cy="2371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250m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CC97A1A-C291-4FC4-88E6-66CE0698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91840"/>
            <a:ext cx="307020" cy="1113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250m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199C6F9B-EDD3-44B7-9902-095D1A6A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03188"/>
            <a:ext cx="307020" cy="441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250m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DF2C4712-55FB-43CB-8F0A-82A8DD5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250m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2C267EE0-AF78-4A12-B65C-0CFB914C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90685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250m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D0C5954E-C975-41E8-ADDA-70A698D5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292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250m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B81161EE-B9D5-402B-9014-D1097D0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6644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250m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7A512FAA-42AE-48DE-B513-870224A5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777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250m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AD4F371E-16F1-4DE8-96F4-07C254F0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2192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250m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A9FECBC4-8ECB-4914-8150-10D0CFF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021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250m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3172A84E-6DF6-49C1-9DE0-83AD3487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42771"/>
            <a:ext cx="307020" cy="213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250m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2F3F94D-54E6-4E42-9043-9255031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56461"/>
            <a:ext cx="307020" cy="287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250m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F9C1B81C-2820-4135-9C8F-11C1A39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43680"/>
            <a:ext cx="307020" cy="149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250m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4FA76EDD-F054-485D-92F0-04B60290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92699"/>
            <a:ext cx="307020" cy="485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250m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A0621675-71E5-44BC-91A7-F7FA1A0B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250m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AF8C5360-6162-4B0F-8960-76B4038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1737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250m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742EA0BE-A4EC-441C-87DE-A194150A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3106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250m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C0CC13B9-81DF-449E-BC52-F339283C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182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250m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7C110715-80AE-4A1D-9C3C-53FD9B3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6729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250m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93D27D1E-8245-4B88-A549-ACD3E7E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1584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250m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79EB3BFB-6235-40F2-A6DE-532C433D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250m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680E5A84-7EDC-432A-B89B-C517C0A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250m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5861ABBF-4853-4970-BC17-9127457C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250m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418D454F-DDEF-4780-8D5C-29468AB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250m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61C30C6F-2C87-4799-89E8-E04653A7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250m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9B6D02EC-5EEC-4467-AC89-CEADB72B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250m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248543C5-813D-4647-BEB0-BFC6254C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250m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D64DE594-FB7F-4943-9469-1857DFD1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250m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5F637D0B-2390-4181-A973-899DC9B4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250m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2F164F61-9071-4452-AB87-0ACB7398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250m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67F819B4-EEEA-4CDC-BD60-A7668E78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250m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334F6D59-63A3-4335-98F4-550C9396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250m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2859990A-9AF2-47F0-9BE5-AFB77387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250m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58968963-1780-472D-923E-1B53AF2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250m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25C94CCC-C1EC-43A0-AE69-E1C13F3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250m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9B5C0332-4763-4797-9003-DC476777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250m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3B63C5DF-CFB0-4DBB-B30E-AA47F2D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250m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0B69C067-761F-4E6F-A251-677F3945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250m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54828C9D-CD11-462B-B1C6-15280CE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250m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CF85C400-EBED-483D-8531-034D981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250m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3E6A95E3-7AF3-4E34-912F-01066FD6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250m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A6C174E6-6BEB-4728-9055-F6D8EAD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250m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EE4924FA-A19B-4D4E-ACB4-CBF3070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250m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9BCD6558-9D29-47F0-A32A-26D03BA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250m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24FA2D7F-5634-46AF-865D-6D548F1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250m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35782F67-674A-4CF4-8A14-2465170A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250m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1ED9A9E3-87BB-46A5-AB21-E22D6131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250m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BCC8166E-4BFC-46D9-9201-084FB889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250m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AB2CB6AF-80B5-46E8-9802-C914200D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250m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ADF3DB9A-2C72-4ABE-8580-9C39E910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250m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7D7E9E9-FC27-4B01-A9AF-01F9E384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28239"/>
            <a:ext cx="307020" cy="28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250m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A1BB416-B8FB-472C-AD82-D814D106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28239"/>
            <a:ext cx="307020" cy="50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250m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BE69297-1160-4D89-A45D-98D0E9E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78808"/>
            <a:ext cx="307020" cy="824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250m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5F9F4D4E-FA57-43DD-A126-22F6F7DE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737297"/>
            <a:ext cx="307020" cy="23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250m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1794A40A-64CD-44BE-B269-9A69248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250m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C8113EE1-1EEB-44B6-B992-DDA515C1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315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250m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674C179E-5DE7-410C-A381-CA41402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0283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250m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0171B95D-0802-4B66-9EBD-B01D2C4F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534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250m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FA031642-6B0B-4B0E-BBE5-85A45199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58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250m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58BE4F8A-1B62-40DD-8832-8A013E37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1189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250m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751776FF-9B1B-40E1-80F0-E8776B5B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57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250m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AC5EE3F5-0D36-4508-9B7E-D1FCE419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91435"/>
            <a:ext cx="307020" cy="71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250m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8C943946-12BA-43AF-B97D-DE75646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72371"/>
            <a:ext cx="307020" cy="19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250m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5E92BF1C-4ECD-4D70-B63D-AB1506DD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72371"/>
            <a:ext cx="307020" cy="824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250m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FFB31230-E3A5-47C5-8B45-3F2C9A80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54817"/>
            <a:ext cx="307020" cy="55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250m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9318C864-5A99-4ED2-B395-F3087722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250m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A3E2E08C-2141-488A-9F7B-09D37971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7323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250m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84B902B4-F78C-477B-AA0D-5EB5ABB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660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250m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19C0DA44-E783-40D9-BE83-787C6EFD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4697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250m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18005F7D-F33D-41CF-84D8-789B4DE9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294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250m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D26DD712-7DE7-402A-A620-AAEE3E40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846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250m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EFEA3287-1A8D-45F0-934E-671079FA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250m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EA989A13-5603-4EFA-A071-35A4682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250m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F78D1CC6-D7A9-4B17-8CFD-ADC89EAF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250m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A89ABC79-B723-4095-93E4-172AB404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250m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EB1F7B18-68FE-48F7-9351-56079A3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7325516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300m_to_satellite/r_at_1/title">
            <a:extLst xmlns:a="http://schemas.openxmlformats.org/drawingml/2006/main">
              <a:ext uri="{FF2B5EF4-FFF2-40B4-BE49-F238E27FC236}">
                <a16:creationId xmlns:a16="http://schemas.microsoft.com/office/drawing/2014/main" id="{DBF140BC-18E1-4157-A93E-6CD4EA4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300 m → satellite</a:t>
            </a:r>
          </a:p>
        </p:txBody>
      </p:sp>
      <p:sp>
        <p:nvSpPr>
          <p:cNvPr id="2" name="sues200_uav_300m_to_satellite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493BEC5C-18EE-4A98-B2FC-A1AA412B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uav_300m_to_satellite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1DED2F6D-FCE4-4F7E-A588-936853A8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300m_to_satellite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F161B8E1-ECB3-45FE-9F7E-4F2E0D6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300m_to_satellite/r_at_1/legend-full">
            <a:extLst xmlns:a="http://schemas.openxmlformats.org/drawingml/2006/main">
              <a:ext uri="{FF2B5EF4-FFF2-40B4-BE49-F238E27FC236}">
                <a16:creationId xmlns:a16="http://schemas.microsoft.com/office/drawing/2014/main" id="{56826188-EDB8-473C-8CCD-DBCE4948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300m_to_satellite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6B4E8FCB-7264-4824-BDC6-F30A4F22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300m_to_satellite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111BB7E6-3D9B-4BA4-8985-EE0C9A00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49.6750; Full 38.7750</a:t>
            </a:r>
          </a:p>
        </p:txBody>
      </p:sp>
      <p:sp>
        <p:nvSpPr>
          <p:cNvPr id="8" name="sues200_uav_300m_to_satellite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C1D99DC4-A4CE-48F9-94CE-AC3CDF12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300m_to_satellite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24D43BF9-93D3-4DF1-992A-B9FFB0EE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300m_to_satellite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D1CDE234-DF39-40FA-BB4B-A75B96CD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300m_to_satellite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1E7A0940-017A-4834-97CE-0D672037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300m_to_satellite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4ABC7844-CCC0-41D2-9734-B27F193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300m_to_satellite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FE7F4F04-6083-4836-97DC-CF47B4C4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300m_to_satellite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DFAF7465-34B3-4B15-BC14-13BFEF4F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300m_to_satellite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9C0C25A4-154B-468D-BE3B-3A02486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300m_to_satellite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8272EEAC-8C0B-45EF-B408-5AA0F7B4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300m_to_satellite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286F08C6-0B78-43FC-B69A-21C65713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300m_to_satellite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1B88959C-0970-4421-8622-6AF2D3D7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300m_to_satellite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1EDB9092-0E3E-45BB-9E6F-769B4AEF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300m_to_satellite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0C3A9E73-218F-49D6-BFE1-E528F931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300m_to_satellite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078C0949-79D2-40EF-99DB-655992DB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300m_to_satellite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075FB1B9-7E08-40D2-826F-00738C8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300m_to_satellite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C4DDAE14-ED4A-447B-BB02-59CC9BE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300m_to_satellite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FA130B37-F18B-484E-A793-8077BFE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300m_to_satellite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D4F14E2F-54DF-4930-A8B5-082F3B7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300m_to_satellite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0BF5AFD8-9B16-493D-9114-D1FD0E1C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300m_to_satellite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B3B85A0F-8185-4158-BB34-3F77FA47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300m_to_satellite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33E70321-9300-4089-BC34-E49BB74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300m_to_satellite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402E63F1-39E4-4A81-9643-30C2B7A5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300m_to_satellite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304D140D-A764-4FAA-AAE2-CE330498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300m_to_satellite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72112BFB-E582-498F-9F33-1F1159D5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300m_to_satellite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49B956A2-FE16-42C4-BA57-1C5F2BD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300m_to_satellite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505424A8-920B-475E-B978-25195F31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300m_to_satellite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DA0C58A7-711A-449C-B7FD-198F05CE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300m_to_satellite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56964F56-D20B-491B-B484-4455CE1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300m_to_satellite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1C0FB588-A02E-48F1-B8E2-3F30382C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300m_to_satellite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864A87CC-95F8-4860-A2C5-775933FB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300m_to_satellite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FBB9527-0D13-4C26-ABD9-FF790082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30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300m_to_satellite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D81D982-CF9D-40DC-81C3-2E3AA6C2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5171"/>
            <a:ext cx="307020" cy="325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300m_to_satellite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E865E3AD-CBF2-4976-8DF8-78A423D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07714"/>
            <a:ext cx="307020" cy="1987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300m_to_satellite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8299501-9C77-4B74-A2EA-6F285CC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06481"/>
            <a:ext cx="307020" cy="317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300m_to_satellite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1FFABBF-9CF3-4DDA-BC8A-0F2A600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223906"/>
            <a:ext cx="307020" cy="26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300m_to_satellite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B60CC2C9-33DA-4128-B4B1-475B1D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300m_to_satellite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7FDECA7F-3362-43DC-A2A6-38D1026B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977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300m_to_satellite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0D1824CB-64CF-47BA-81E0-5A6EDE1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823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300m_to_satellite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CEC5FE90-B84B-4C81-AA7B-5A377E4D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810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300m_to_satellite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6A5C2A6A-81EA-451A-A4F8-3853675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985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300m_to_satellite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C9416615-A0F6-4384-AFEC-CABA9C7B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593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300m_to_satellite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39B2D2FE-9267-431C-92C8-B0742B6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628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300m_to_satellite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6636759B-EB75-43FE-A909-1FC8A1B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35025"/>
            <a:ext cx="307020" cy="33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300m_to_satellite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F442BB05-575C-4797-8F3B-3691D35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68379"/>
            <a:ext cx="307020" cy="1757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300m_to_satellite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5725C9AF-8099-433F-8778-153E61F7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944126"/>
            <a:ext cx="307020" cy="2238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300m_to_satellite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7245F051-6D96-486E-A8EC-87D13EBA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67980"/>
            <a:ext cx="307020" cy="2681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300m_to_satellite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020385D0-C2BD-4A4D-BF73-884DFD6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300m_to_satellite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9EE66FD3-AF29-4E25-B9D2-5E5E0EB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70962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300m_to_satellite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F2DB095A-0C8B-43E3-A549-3F541C6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4297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300m_to_satellite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494D16BA-4356-4FAD-980D-7E41A447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91872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300m_to_satellite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DF9F8AA9-AB48-4875-A7B5-4A81F795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425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300m_to_satellite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2D703C29-95FF-49AF-8869-1FEBDA4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1069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300m_to_satellite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42512C5A-6A7A-4BD4-9651-A358867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300m_to_satellite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F6B56DBC-67E2-4274-9469-45DCFA8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300m_to_satellite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D74617FB-7254-4776-AB02-798B5B4F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300m_to_satellite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00B3742E-C4D4-44C3-B7FB-328C4827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300m_to_satellite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98F498C4-5EDE-4492-B796-B2D1B590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300m_to_satellite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C9D76DFA-8E86-4A29-9436-BB7806B8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300m_to_satellite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9D765DEA-1201-4296-9889-E0A6FCE1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300m_to_satellite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3E8F21B4-8B7D-486A-8A13-A41835E6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300m_to_satellite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68B7FC06-DBE7-49B6-A67B-9E84902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300m_to_satellite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2740039D-ED97-483E-800E-BEB01AE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300m_to_satellite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789E5649-5E69-49FE-96F6-437FAB81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300m_to_satellite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BA9AC108-8F72-4F89-A945-DF87F166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300m_to_satellite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3722EAC9-31D1-48E2-84F2-5B5066AC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300m_to_satellite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4DBC9F09-8603-4F8F-A200-EEAA3890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300m_to_satellite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4543266C-03F6-490B-B25E-8D5DA6A1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300m_to_satellite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26604FD3-A5FB-4B2E-BD73-D86A1340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300m_to_satellite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A67E1CE7-093A-4EE3-B1D6-04E5991E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300m_to_satellite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2092E96E-6C70-4BAF-A58C-25AC194C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300m_to_satellite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18B915B8-E708-4686-9010-04D2AE10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300m_to_satellite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E986348C-0729-4010-9EA4-470DEB2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300m_to_satellite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792D5E41-CBA5-4652-BF86-F3CBFD15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300m_to_satellite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9564F880-A1AF-4DF6-ADCA-29C08EBA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300m_to_satellite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5010BC97-03C1-4406-B546-1F035EF0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300m_to_satellite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8DC21C5C-CE85-4A1B-844B-FC105576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300m_to_satellite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736B2066-0833-4C58-B84B-D3AD1AE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300m_to_satellite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8DF36DF7-ABC7-49E0-A624-E00F7C89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300m_to_satellite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0EA70AE1-8EED-4846-B4EC-EEBA56DC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300m_to_satellite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A079863B-C19A-4D42-A9DA-20CAF1ED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300m_to_satellite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51723FA0-8F42-45B4-8466-E9FA2CB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300m_to_satellite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BDFC6AA7-C008-4F57-AE4D-A16CCA2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57647"/>
            <a:ext cx="307020" cy="145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300m_to_satellite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6C4C82C-57E8-4B30-A196-97C1057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57647"/>
            <a:ext cx="307020" cy="30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300m_to_satellite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8D1BBF05-884A-4DE0-98CB-6F6C0EC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60651"/>
            <a:ext cx="307020" cy="2498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300m_to_satellite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D74F0D8-7789-486B-B816-26D9A9F9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910486"/>
            <a:ext cx="307020" cy="2873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300m_to_satellite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51495A01-A3EF-4F3A-B44A-21A99FD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97871"/>
            <a:ext cx="307020" cy="1987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300m_to_satellite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BB174757-3502-4C6C-9F6E-8D329105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300m_to_satellite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0BEBDDAF-8EA1-42E6-AE4A-9EE026C0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224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300m_to_satellite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E25344FC-03D7-4D5F-996A-695568C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352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300m_to_satellite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D8AB154C-8EF0-4F1B-8E7D-7B1D39F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8508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300m_to_satellite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DC0350B1-6FB6-41CC-AEBF-4FD2CA5C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17247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300m_to_satellite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A059C884-C52D-49CF-ABDA-84507B0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712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300m_to_satellite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D1FD9599-ED32-4760-BCFB-FDBA4EA0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7677"/>
            <a:ext cx="307020" cy="44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300m_to_satellite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CA82B800-5CDA-4C24-AA8F-A005F29C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7677"/>
            <a:ext cx="307020" cy="404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300m_to_satellite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18ED5940-EC6D-43D2-9E6F-68A31D66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08086"/>
            <a:ext cx="307020" cy="1930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300m_to_satellite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47B5E1F8-AB15-4754-9036-3856C814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901152"/>
            <a:ext cx="307020" cy="2296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300m_to_satellite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BB693429-FE8E-4298-9323-1277BC83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30778"/>
            <a:ext cx="307020" cy="1892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300m_to_satellite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3D6B063B-59E4-4679-9188-BD34D2A8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300m_to_satellite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0092CCF0-1BE5-49EE-98BE-CF75198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4227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300m_to_satellite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A952DEE8-042B-4FE2-AF76-66A09C18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8268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300m_to_satellite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D9B2C3E6-BA12-4B37-A8BC-C4468FCA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757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300m_to_satellite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C8A0DB4C-A2F8-48F7-95E5-BF497DA8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1053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300m_to_satellite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9C678552-ECD9-42C7-B46A-7EA16CBF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9459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300m_to_satellite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6F06DAC1-A237-4197-B954-A466EB2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300m_to_satellite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E69A9CCA-A996-4707-AF0A-5DE8878C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300m_to_satellite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E1618EA9-56CF-4C5F-A059-72467AD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300m_to_satellite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32A4597D-38F3-467C-A05F-12959EDE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300m_to_satellite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0CE8469C-35B7-4D3D-8C3B-2F9A1A7F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300m_to_satellite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69411D23-FFB6-4E4B-9BFF-DC279C0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300m_to_satellite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55A73B61-696D-44AA-949F-308127E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300m_to_satellite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95FBE2B9-1DD1-4549-8ADA-B5E81494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300m_to_satellite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3CB5649B-2AE6-44EE-9021-D2845F31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300m_to_satellite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27D99651-72C0-4F97-8DEE-9993530B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300m_to_satellite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4CBBE6F4-D1A0-4E00-87A0-DE7FAC9E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300m_to_satellite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8E1E3B98-F5E7-4210-A0E7-F6534A47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300m_to_satellite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A3A9DE56-E916-4E71-8CF7-9DF0AB1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300m_to_satellite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7D44A2E8-9B2E-468E-9BFF-FC238802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300m_to_satellite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A2E380E5-7B67-41F3-9CEB-BA7B10C9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300m_to_satellite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34BDB90C-4B33-443A-B45B-585A463B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300m_to_satellite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32A03407-C470-47CB-A1E9-EE69A149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300m_to_satellite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D11229CF-D888-4AFD-B8AD-2BE1DB0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300m_to_satellite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442696CE-1773-4918-B334-4EE1694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300m_to_satellite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09A25413-75BE-4DE9-B419-87CBAF7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300m_to_satellite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12500320-4ED2-4734-83AE-31CC24A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300m_to_satellite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ECD2878C-75B9-4D41-9D1C-7AE55BFD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300m_to_satellite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D02F1045-712E-4784-A531-ADF3673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300m_to_satellite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94117D94-F766-47B1-8588-51D0C797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300m_to_satellite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6317FA08-B2B5-4C65-814F-8418B76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300m_to_satellite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E5517A8C-EC25-4EAE-BE08-5A8E9C1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300m_to_satellite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2C19665D-AB24-4556-BEF1-86D3FB5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300m_to_satellite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E34C6EBC-7885-48BC-88CE-464685DA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300m_to_satellite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944B733B-6611-4B6E-B4CE-73158462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300m_to_satellite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036C662D-D6B7-4AE3-9BCE-A8CBB03E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35618"/>
            <a:ext cx="307020" cy="365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300m_to_satellite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F7E7808-8C91-411B-AA36-E3D1804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11085"/>
            <a:ext cx="307020" cy="245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300m_to_satellite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08B8F6A-EA41-479E-88EE-04DF2AD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05577"/>
            <a:ext cx="307020" cy="5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300m_to_satellite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8E18A304-B67C-41D2-A7F7-99342DA7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05577"/>
            <a:ext cx="307020" cy="109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300m_to_satellite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8654965-C67D-426B-A1A9-5E2E3894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14724"/>
            <a:ext cx="307020" cy="4966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300m_to_satellite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780874EA-AA43-433F-8A9D-C5DDAF93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300m_to_satellite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54997D21-1EEF-483F-9EEB-C7424CC7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102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300m_to_satellite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12FB2EBA-4271-4800-9B5F-77E3629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8568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300m_to_satellite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E4B15CC8-D224-463E-8ED1-08702BE7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8017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300m_to_satellite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980FE418-9B8D-4EE7-9429-88831562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893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300m_to_satellite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A8039487-E1BD-4EFD-A711-CFA1360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859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300m_to_satellite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316365EB-AC83-4E8A-BBA9-59BC2B77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50359"/>
            <a:ext cx="307020" cy="218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300m_to_satellite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2DFB3388-8DC5-4713-969C-777F0A4A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50359"/>
            <a:ext cx="307020" cy="16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300m_to_satellite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585FFD11-FF66-4104-AA20-CA28328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66394"/>
            <a:ext cx="307020" cy="423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300m_to_satellite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0C9843F5-C446-44EE-BFB5-94DFC00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708727"/>
            <a:ext cx="307020" cy="910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300m_to_satellite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F0EEBB6E-CEFF-4DA1-9FF8-1AFCED59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99808"/>
            <a:ext cx="307020" cy="4893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300m_to_satellite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7EB3471D-A06E-4117-BB9D-E3C4DAE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300m_to_satellite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6856771A-4806-4BE5-8E00-9FC39E5D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2495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300m_to_satellite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11ECAD99-5E82-40FD-A7C8-B9E6D745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4099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300m_to_satellite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EF9303CE-7CA9-498B-9521-C0B06F9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833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300m_to_satellite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195EE9C8-9B3E-4E79-8E4A-C29DC6E7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744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300m_to_satellite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0A0F696C-B96D-4E63-8FB3-34352493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26380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300m_to_satellite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D26B8DF8-49D5-42A6-BD0F-4EAC99D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300m_to_satellite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F54C5CEB-BABF-4A55-BA4A-6AAFDBC9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300m_to_satellite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A939058F-1BEA-429A-AA98-643D20E3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300m_to_satellite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1D22113C-9B9C-4F50-9D9D-AA59BE3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300m_to_satellite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5A2211B5-3ACA-4007-BE2F-7B95BAEA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300m_to_satellite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0DBE38BC-C909-4D86-8BCB-1A806C44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300m_to_satellite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2153D1E2-F0F3-4844-9B71-51D8BFF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300m_to_satellite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49C2936F-D30D-4D2B-91E4-0F4F9D6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300m_to_satellite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67632087-80CF-4FFA-9AA8-33929E9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300m_to_satellite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E937F780-0C2B-48FA-9B0E-960E1CA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300m_to_satellite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E769470D-216A-49A9-A064-43804663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300m_to_satellite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20AB2D9B-A864-4B8E-8279-D7B5380F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300m_to_satellite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FF1B083E-B1BF-41EE-B54D-E299B68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300m_to_satellite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2BBB67D1-1AA0-4DCD-B7D9-7120241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300m_to_satellite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0AB0A0BB-B9D4-4059-B260-658EDE60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300m_to_satellite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C611D839-D699-42DC-A104-5808375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300m_to_satellite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645D660D-D75F-4F2E-B493-D384CB61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300m_to_satellite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B8A1403E-C007-42F3-BC63-B3010660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300m_to_satellite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32369D55-61EB-4890-91EF-BE572FF8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300m_to_satellite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DEFE4933-8C5C-43BD-B45E-262CA97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300m_to_satellite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3A8B417E-C242-44A1-B38D-8FD143B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300m_to_satellite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CA972683-A23E-4131-99D6-5DB6FC2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300m_to_satellite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3D4B09C5-923C-4323-86D4-80982BC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300m_to_satellite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C9C4EDC8-826A-4A96-BB1D-79537D23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300m_to_satellite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9D3D05CB-6D9C-40B4-926F-E5CAF7C0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300m_to_satellite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77039B84-0166-45D2-945B-2F713899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300m_to_satellite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BBE75047-7A77-432F-8F1C-7A86557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300m_to_satellite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EAB99E20-3541-4AC7-BE0D-156C670A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300m_to_satellite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44EC7CE3-F51A-4D16-B474-60D089CD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300m_to_satellite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10B30714-B7E5-4B88-9C4D-7313AC75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50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300m_to_satellite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E3FB1F6-1422-4887-99A3-6033555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5700"/>
            <a:ext cx="307020" cy="395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300m_to_satellite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1A3D95B-710C-4929-9840-7E55E14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05253"/>
            <a:ext cx="307020" cy="115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300m_to_satellite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7F487DD-92BB-44F1-928F-4C57D96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20408"/>
            <a:ext cx="307020" cy="2042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300m_to_satellite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9C94B08B-8BED-41C3-AFFC-83950ECC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024681"/>
            <a:ext cx="307020" cy="3079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300m_to_satellite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1F99CFA6-6382-4BF2-A212-1590E27E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300m_to_satellite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A3C2E631-C420-437A-9376-79D33844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403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300m_to_satellite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00A242D9-9B39-4E7C-B33E-971075F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985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300m_to_satellite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40477CEB-110F-4C8E-AEF0-742BE8B7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9500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300m_to_satellite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2CE4A16A-81CB-4CFC-AD7C-624138D9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992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300m_to_satellite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455C2A08-67F6-410A-A61B-087E80AE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3071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300m_to_satellite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B1DE501B-58F7-45C0-97BA-01DDB43E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56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300m_to_satellite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DABC95FD-1E55-4C17-88CF-78CD65C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6323"/>
            <a:ext cx="307020" cy="30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300m_to_satellite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C435E14A-B582-40C7-B05D-0B83BC1F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7111"/>
            <a:ext cx="307020" cy="109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300m_to_satellite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8B99FB3D-660C-4411-ABF4-31B92927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806793"/>
            <a:ext cx="307020" cy="1802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300m_to_satellite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23551CAC-0A28-46D2-BC1F-E600AA25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87030"/>
            <a:ext cx="307020" cy="3200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300m_to_satellite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6E587E94-DA06-40BF-99B7-B594640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300m_to_satellite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CFF88D96-315D-44B5-892E-0430C1C1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40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300m_to_satellite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6E9A520A-E82A-4AAE-9966-106EE7BA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7171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300m_to_satellite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5D77E0E9-EEF2-47AC-98D8-B00BD21E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8139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300m_to_satellite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6DC1F49A-9FCD-43B7-A71E-EC0D77B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6163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300m_to_satellite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C18D7369-F627-421F-A885-6CE2B2F8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8169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300m_to_satellite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5F4F2C42-7C88-4DE9-AF99-E4C4CB33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300m_to_satellite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AB163BBB-5466-41AA-88F7-21B37DF9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300m_to_satellite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0DD03343-0459-4F07-B16F-0D1BD666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300m_to_satellite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BE15968A-978B-4210-AAB2-0245C810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300m_to_satellite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1442A3D4-DA5A-4B85-9DD1-BD2412F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300m_to_satellite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A7299E02-FAB3-4AAE-B834-E581469D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300m_to_satellite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76CC50AB-2D11-4510-AC7E-4910894A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300m_to_satellite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4325CBCE-38AF-4239-A341-2B01F405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300m_to_satellite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18BEFE12-F137-4122-BAF6-BE0FBCF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300m_to_satellite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D59F070C-CCE1-4F66-9FFC-E5E83BE4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300m_to_satellite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CA2047CF-2987-4C6C-87D5-C2B0336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300m_to_satellite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A01E60F9-AF2F-493E-BFD6-2AD94DD4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300m_to_satellite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5ACB17FB-AA87-470E-B306-D1D13039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300m_to_satellite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32C9B60D-35CE-41A5-B24C-8843F03B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300m_to_satellite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60EC7E69-7649-40D6-BDD2-543B312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300m_to_satellite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D299405A-69D6-4D1E-81C9-4D67AF5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300m_to_satellite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3602083C-3A68-46E2-B0FF-89EDFDFA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300m_to_satellite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5D6F1698-AD14-4C98-B544-DDA9B62F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300m_to_satellite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2343B5C4-6825-4610-B25A-45409A4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300m_to_satellite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FE3FC1FA-AD00-44F1-A3A6-9794BE6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300m_to_satellite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B464BA91-11E1-4951-AC28-89242496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300m_to_satellite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CFB47F26-207B-4816-99C3-60B598F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300m_to_satellite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04D51EA0-4ABA-40BE-BEAD-E1E5552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300m_to_satellite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E7873F9D-6A25-4789-9AF7-B2103DA0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300m_to_satellite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C6EF5153-E7A1-40B8-872C-26BC3CC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300m_to_satellite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4B2FB6CC-DB2E-4C90-A31B-7E21AD73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300m_to_satellite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1B108838-57E0-4B43-8362-A3F1D12E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300m_to_satellite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95E624F0-C1CD-4AC1-AF25-08C999D9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300m_to_satellite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EFB2D69D-FAEC-4B7E-8F9A-87D646C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300m_to_satellite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75C9D0D0-2698-4E7A-BAA4-9FB5E077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33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300m_to_satellite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759BF9EF-4433-4E72-8E30-E0005192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73979"/>
            <a:ext cx="307020" cy="3134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300m_to_satellite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733B6D4F-668C-42DE-9CBC-3122079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87399"/>
            <a:ext cx="307020" cy="3319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300m_to_satellite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76F444C1-43F0-4F1C-ABEC-1263394F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519344"/>
            <a:ext cx="307020" cy="550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300m_to_satellite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C0CC315-35F5-409C-8981-7DBDDE4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74418"/>
            <a:ext cx="307020" cy="3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300m_to_satellite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3373A145-1B7D-4F7B-B93E-7ADAC795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300m_to_satellite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AB5E7FB5-AA2C-4B2C-9B28-5C740EF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485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300m_to_satellite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D70ABC20-6BBC-4FC6-BCA4-B0134AA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619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300m_to_satellite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78B812C1-AD61-4AF2-8648-B5FD357A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9394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300m_to_satellite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86E7DB19-1F31-43AE-ADF4-838634D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490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300m_to_satellite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A7608CFB-729D-4B27-9A31-8A2D64A0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7905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300m_to_satellite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EAAD998E-732D-4B92-9BAA-5DB4EB71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328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300m_to_satellite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23FC0A4-40B4-4BFA-B6B9-76E6DBD1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73500"/>
            <a:ext cx="307020" cy="1975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300m_to_satellite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80277FE5-1263-40B3-A067-69792C3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71056"/>
            <a:ext cx="307020" cy="227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300m_to_satellite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C13DADF-C166-4D8D-82BF-76D674B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298116"/>
            <a:ext cx="307020" cy="1828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300m_to_satellite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B40E32F-A0DE-46A7-A1D7-BAC14C69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80919"/>
            <a:ext cx="307020" cy="100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300m_to_satellite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C8F27F4B-64E7-4C7C-B2E0-D5DB7EE7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300m_to_satellite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131F185A-5BE5-480D-9C4F-5543211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481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300m_to_satellite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91DDCFE9-63DC-4EBF-8806-7BDB351A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4565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300m_to_satellite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FABD36B4-5627-43D3-9BBC-59942D4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727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300m_to_satellite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476F51EE-57BF-4F1A-A34E-7FFFA07B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5551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300m_to_satellite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C9BCBE5E-9E5B-472D-AEA1-F186E0D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562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300m_to_satellite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3B42EB29-E8AF-469E-A8D8-19673AD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300m_to_satellite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5946B519-E0ED-4A9C-B800-E48FC390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300m_to_satellite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2F583DF1-9A52-4D9E-9DE2-5EEBE2D9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300m_to_satellite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4E6A7CF9-AFD0-469D-8ED0-A7A7CF8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300m_to_satellite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844BF27D-FA34-443D-81B8-7AF31596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300m_to_satellite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D1D27978-C89C-449E-9BEE-E781E4A1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300m_to_satellite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8C4A0608-C508-4883-B351-7671510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300m_to_satellite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51577A1F-767D-427A-8A2E-9DDB1AF5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300m_to_satellite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8ACF1F22-191C-48E2-9C65-3D50EBAC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300m_to_satellite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9B02D1A3-9460-433F-BB8F-387485CE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300m_to_satellite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6B39F347-99CA-4424-A4F8-1C39751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300m_to_satellite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866788B7-67E2-408F-8618-F89F6EB5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300m_to_satellite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E601A58B-6472-423F-9DC3-AF57F734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300m_to_satellite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479BB422-B93C-4F53-99FF-1C00D8E6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300m_to_satellite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3A9C7A6A-8669-4FBF-B5C9-B94924B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300m_to_satellite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B4C1D467-FA03-4C04-9CF1-5CABCFF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300m_to_satellite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411952CC-8CA4-46F0-ABB0-A272D949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300m_to_satellite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070E039F-4718-49E9-B6B3-416186CA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300m_to_satellite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270C0AA8-BB13-43D3-BA82-DA6FAB41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300m_to_satellite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F045F88A-2BA3-42AE-B8DC-B0BAFE1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300m_to_satellite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36999EC9-7E94-484B-A5D3-11E6ADCA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300m_to_satellite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AEF99AB5-EB06-4A72-8320-1EDD3ECD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300m_to_satellite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AA25AA74-88E0-4E76-AC39-4A10E4F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300m_to_satellite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625C295A-F0A9-41C8-B6D3-428294AC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300m_to_satellite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3D8F857E-CE87-43EA-819C-54E5D53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300m_to_satellite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6CDEE7CB-A737-4B21-8A26-7B8EFE31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300m_to_satellite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2C81861E-1F6A-4C80-8C84-F4569822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300m_to_satellite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77587899-F55E-4A4C-BB34-F5CC47B1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300m_to_satellite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957405F5-9041-4517-ACAC-7F2C74D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300m_to_satellite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EC3C9A8B-41D8-44AC-9D45-C0149A66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95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300m_to_satellite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FFA7BC3-24D9-4795-9D35-5D7A52E4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7663"/>
            <a:ext cx="307020" cy="125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300m_to_satellite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AFC85C58-AD77-4276-8517-E5D06A2F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33157"/>
            <a:ext cx="307020" cy="45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300m_to_satellite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89FB292-3E83-43E4-A532-60655A99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33157"/>
            <a:ext cx="307020" cy="85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300m_to_satellite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D6FFD7A-4870-46BD-A503-DB6E31D2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41668"/>
            <a:ext cx="307020" cy="175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300m_to_satellite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0B258D83-1BC6-49A4-95C2-70F4D4A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300m_to_satellite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D2FEA412-D807-49F2-A34D-7A51196A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477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300m_to_satellite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F69DFC9D-B54E-4AA1-A965-5E3BB4EE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226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300m_to_satellite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70254B9C-E6BE-485A-91A4-64EF2C0F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0775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300m_to_satellite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D5BA45D3-EB3C-45EE-A31E-F5FB91B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162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300m_to_satellite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433F8A07-7B7A-49DA-82F2-EDF23E86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337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300m_to_satellite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307FB6C9-3DA4-4777-A4F7-C0B149F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12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300m_to_satellite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1FEF825-5415-471C-8A2B-B15A7720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1949"/>
            <a:ext cx="307020" cy="44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300m_to_satellite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AEECE442-AD5B-46B0-8A56-B3243E9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6439"/>
            <a:ext cx="307020" cy="237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300m_to_satellite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CCE7667C-9AE3-4BFD-9612-400E829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70172"/>
            <a:ext cx="307020" cy="8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300m_to_satellite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F6710D3C-6CC8-4CA8-A514-14F9DC73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663116"/>
            <a:ext cx="307020" cy="16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300m_to_satellite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B335A89A-DE65-4921-8A99-135D627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300m_to_satellite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E921094D-BF54-4447-B746-75C3EFFD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654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300m_to_satellite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DE3C0815-8029-4FDA-9FED-8D9AD3E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103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300m_to_satellite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AEADCAE9-349A-426F-B235-D841996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447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300m_to_satellite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4563D9DD-132A-4042-A43A-1FC08C5F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5375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300m_to_satellite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03F037C1-A436-4AA9-A059-F6C0BE42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377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300m_to_satellite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8DF98C38-E894-4B1D-9F98-799293B6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300m_to_satellite/r_at_1/caveat-1">
            <a:extLst xmlns:a="http://schemas.openxmlformats.org/drawingml/2006/main">
              <a:ext uri="{FF2B5EF4-FFF2-40B4-BE49-F238E27FC236}">
                <a16:creationId xmlns:a16="http://schemas.microsoft.com/office/drawing/2014/main" id="{7CE48C3C-24EE-4C80-BF79-C2FB7C3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300m_to_satellite/r_at_1/caveat-2">
            <a:extLst xmlns:a="http://schemas.openxmlformats.org/drawingml/2006/main">
              <a:ext uri="{FF2B5EF4-FFF2-40B4-BE49-F238E27FC236}">
                <a16:creationId xmlns:a16="http://schemas.microsoft.com/office/drawing/2014/main" id="{8CA5E9F8-603D-49EC-85F3-5F8E868A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300m_to_satellite/r_at_1/caveat-3">
            <a:extLst xmlns:a="http://schemas.openxmlformats.org/drawingml/2006/main">
              <a:ext uri="{FF2B5EF4-FFF2-40B4-BE49-F238E27FC236}">
                <a16:creationId xmlns:a16="http://schemas.microsoft.com/office/drawing/2014/main" id="{A99006AA-116C-4F88-870C-911AC11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300m_to_satellite/r_at_1/caveat-4">
            <a:extLst xmlns:a="http://schemas.openxmlformats.org/drawingml/2006/main">
              <a:ext uri="{FF2B5EF4-FFF2-40B4-BE49-F238E27FC236}">
                <a16:creationId xmlns:a16="http://schemas.microsoft.com/office/drawing/2014/main" id="{FFF5600C-A74E-4825-888E-8040D7E1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5349613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uav_300m_to_satellite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2B7C00AC-2C14-40FB-8E54-476EFDD4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1101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UAV 300 m → satellite</a:t>
            </a:r>
          </a:p>
        </p:txBody>
      </p:sp>
      <p:sp>
        <p:nvSpPr>
          <p:cNvPr id="2" name="sues200_uav_300m_to_satellite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ECE0C525-7C1A-4EFB-8DF5-221A421D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uav_300m_to_satellite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A0DD05AD-885C-475B-81FE-5069994D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uav_300m_to_satellite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34AE8B38-758C-44E9-A890-90304EAA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uav_300m_to_satellite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FBD08CAC-12D0-49B4-BF80-56F8A01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uav_300m_to_satellite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FDE2801B-4B98-4E98-818A-54AD6CE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uav_300m_to_satellite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6D11DD48-A075-4882-88FA-0C1836EF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57.6093; Full 47.1076</a:t>
            </a:r>
          </a:p>
        </p:txBody>
      </p:sp>
      <p:sp>
        <p:nvSpPr>
          <p:cNvPr id="8" name="sues200_uav_300m_to_satellite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F5CBB249-7BAC-4DA7-8562-6AFF9AB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uav_300m_to_satellite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FCE21BAD-8473-4B18-84D7-96328343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uav_300m_to_satellite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F8419CA8-6CC5-4598-A038-7806274D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uav_300m_to_satellite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CF56BC09-9465-4C7D-B9C6-AD02A7D7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uav_300m_to_satellite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6243789B-AE25-41F1-AA29-88BB2FE2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uav_300m_to_satellite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A156C12F-BF70-459B-935C-DBD3D831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uav_300m_to_satellite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51F6E04D-DD79-4838-96C2-A6DDA13A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uav_300m_to_satellite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249E3AC5-61FE-4557-9F3C-48A6554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uav_300m_to_satellite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9A4FBD17-9A4F-4CF6-BA79-A4AD7304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uav_300m_to_satellite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A71157F2-032B-49F9-881D-4427BDC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uav_300m_to_satellite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E5D78F3E-4BF4-4A8D-9850-230F8D4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uav_300m_to_satellite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1A6F852C-8517-44CA-85FE-D89EFFFB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uav_300m_to_satellite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6B192155-91F9-473F-B926-73064CCF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uav_300m_to_satellite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08F5B9C2-4340-47DC-9A17-4628C32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uav_300m_to_satellite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ED946E76-8E89-437B-891C-2A8EE7E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uav_300m_to_satellite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FE1A4539-49C9-42F2-9050-8990EC40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uav_300m_to_satellite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84D44667-7B3B-47F6-8C23-7C9C769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uav_300m_to_satellite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89E8457D-D290-4315-97EB-8FA89F38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uav_300m_to_satellite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9C3B8C74-0388-4D79-BF5D-026CD6E9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uav_300m_to_satellite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5C064E52-8964-4734-BEC9-B89A9195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uav_300m_to_satellite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AE6DBBD6-5345-4CA2-A646-573EF15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uav_300m_to_satellite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5561D9D5-6BFA-4B9F-889C-B2D60577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uav_300m_to_satellite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7385D67E-4D6A-4671-9568-D5793EBF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uav_300m_to_satellite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6D49690A-A2E5-4FCC-824E-1DB3B4D4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uav_300m_to_satellite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7BD93977-F567-411C-8944-A352C972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uav_300m_to_satellite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827C3AE5-BAB8-484F-AFEB-DE66C84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uav_300m_to_satellite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C4BEFF32-F784-4484-A4DA-9DB17DE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uav_300m_to_satellite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E53BCD17-DAEB-4A0E-85B5-6260D9C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uav_300m_to_satellite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905B5ADD-C227-4621-8C48-7A51073B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uav_300m_to_satellite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589AFCC1-D931-4E11-BEAD-3BCF34C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uav_300m_to_satellite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11D5DC8-6115-4596-8685-AC67311E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uav_300m_to_satellite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EFA75D1-D16B-4B38-9FA2-A0C0ECA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4170"/>
            <a:ext cx="307020" cy="28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uav_300m_to_satellite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FEC3153-20DC-4C48-A136-97FDE71C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03028"/>
            <a:ext cx="307020" cy="1685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uav_300m_to_satellite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099BF63-B780-482F-A3C4-FF31E71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71577"/>
            <a:ext cx="307020" cy="2764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uav_300m_to_satellite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C12044C1-7ABC-4CC9-B4B5-B699F3E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148068"/>
            <a:ext cx="307020" cy="2607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uav_300m_to_satellite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FD52B069-533B-434B-BC2A-7CD89AA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uav_300m_to_satellite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51F94389-58A8-40E7-83DE-18C6D1AA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877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uav_300m_to_satellite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B3C29978-77B5-4DF1-8EB3-56143FD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67762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uav_300m_to_satellite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31D83B46-C1CF-4BE8-95C0-7DB67DF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4617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uav_300m_to_satellite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3927FB2A-2F53-412D-8C46-901703F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12266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uav_300m_to_satellite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8651EE6D-F4BF-417A-8324-4EF1B01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8343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uav_300m_to_satellite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7F088BF8-F8E7-4F97-9C18-EF5FA95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404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uav_300m_to_satellite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ABEC366C-D73A-4D31-9B29-5D6CE81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12573"/>
            <a:ext cx="307020" cy="27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uav_300m_to_satellite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7CBE7F48-7BEA-42A7-A957-D541F5EB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740365"/>
            <a:ext cx="307020" cy="1528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uav_300m_to_satellite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EE690B87-E03D-4837-9C04-E1AC167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1893176"/>
            <a:ext cx="307020" cy="1988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uav_300m_to_satellite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139D7DF5-51D9-465B-B591-271425D3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092022"/>
            <a:ext cx="307020" cy="2422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uav_300m_to_satellite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729B76B1-E62D-4295-BFF3-8B520278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uav_300m_to_satellite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BD6276D8-9264-4807-A663-4FE12E05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8717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uav_300m_to_satellite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39964AD7-7275-4550-A742-809B8390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71496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uav_300m_to_satellite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72234420-8C37-4D56-9408-8BBB9EA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186777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uav_300m_to_satellite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B579FBDE-0976-470F-AF15-EF6C8074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06662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uav_300m_to_satellite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A2D91899-3C19-44CB-9C6C-37064AF3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3089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uav_300m_to_satellite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A3D32F55-C463-44FB-9A51-A5201E37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uav_300m_to_satellite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E91BD32C-3FCB-4AC6-B088-A194E5D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uav_300m_to_satellite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A7DA4514-CC66-41D0-BC5C-AC26DD31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uav_300m_to_satellite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309C8B7C-36CB-4AF2-AE6D-9F7F17B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uav_300m_to_satellite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A6E2C48B-DE02-419D-8A00-84941ED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uav_300m_to_satellite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60ECF28E-10C7-4470-AB08-3EDA3778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uav_300m_to_satellite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465DC2E7-DC74-4376-BC73-7986045A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uav_300m_to_satellite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60BE0976-C9A2-4D0A-8779-D28A7A06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uav_300m_to_satellite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F25149FF-914C-40F5-B6C8-DD7821A2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uav_300m_to_satellite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4059E907-C7FF-4560-B09C-49EA7369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uav_300m_to_satellite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AC0DBBB0-E292-4E86-98DD-0AFBD96A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uav_300m_to_satellite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DF03399D-8575-4FCA-A493-C4D74A63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uav_300m_to_satellite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C5384C78-4BC4-4EC0-938F-A2CA4032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uav_300m_to_satellite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317B7005-3442-4BF9-B947-E55A6D8B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uav_300m_to_satellite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C7AF6241-F6E7-44A1-8FFE-95A11CC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uav_300m_to_satellite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0D2E454C-5FE8-4AE9-ABD6-F9D2F23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uav_300m_to_satellite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96D02013-B366-4193-80CB-24445A9B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uav_300m_to_satellite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AC37978F-FAFC-4916-AD92-7FBFF5A9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uav_300m_to_satellite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AE388D81-E46C-4766-B1CD-9297B30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uav_300m_to_satellite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3D5D17E5-4144-4B8A-893D-0EA86E7C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uav_300m_to_satellite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F77A90F1-2B74-4F69-B85E-6C751AA6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uav_300m_to_satellite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1A8227AA-9324-4E75-B337-14445A58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uav_300m_to_satellite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18597631-393B-49AD-AFBF-CABBF39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uav_300m_to_satellite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E3304189-CEE6-40E9-8718-37502FD8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uav_300m_to_satellite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F66E8A7C-7AA0-4C3F-83EC-68247D8A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uav_300m_to_satellite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85654288-08AC-4649-A29D-936D7023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uav_300m_to_satellite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8497C532-76C9-433F-AFD1-93DD7E54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uav_300m_to_satellite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5700B7B1-77AE-4D7E-BF18-4A29A426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uav_300m_to_satellite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5B608B4B-2C1B-4C32-99E5-5ACD101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uav_300m_to_satellite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9E204AA-3A45-4AD1-94D8-DDF5AEFA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1356"/>
            <a:ext cx="307020" cy="108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uav_300m_to_satellite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1B244E56-C48D-4B0A-A471-5FDB730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1356"/>
            <a:ext cx="307020" cy="57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uav_300m_to_satellite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BD17D4E-DC5B-4A22-B103-4E5EAB8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67134"/>
            <a:ext cx="307020" cy="198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uav_300m_to_satellite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C95723AE-F2BF-4E86-98EA-5AB428CA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65927"/>
            <a:ext cx="307020" cy="2479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uav_300m_to_satellite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BB6FBFF-8C0F-46CE-BCC3-BCD5041F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113918"/>
            <a:ext cx="307020" cy="2011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uav_300m_to_satellite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9AD9E5E0-4D6E-40A3-9ECB-B88BC9C3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uav_300m_to_satellite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1126252F-D1A2-4A5A-A80D-9B7E4197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59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uav_300m_to_satellite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84FB124F-E878-45C2-A4D9-7987087F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417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uav_300m_to_satellite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F35CD3F1-407C-4969-A604-063F4CC5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4052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uav_300m_to_satellite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160B5B19-EB0C-46EC-BAC8-0055EB0F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885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uav_300m_to_satellite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C2B25D6F-D1D6-4E9A-AACE-B4AA67BF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896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uav_300m_to_satellite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E4F39D72-4D21-4344-98EC-4C7289E2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27300" y="1663079"/>
            <a:ext cx="307020" cy="9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uav_300m_to_satellite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1C7AEC70-F8FB-4118-9D5B-E194E26C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63079"/>
            <a:ext cx="307020" cy="2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uav_300m_to_satellite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DB82CF06-261E-4779-A4EF-BA6AED15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683904"/>
            <a:ext cx="307020" cy="168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uav_300m_to_satellite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3AD724E3-97BD-4F5E-97A0-67A88615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1852680"/>
            <a:ext cx="307020" cy="2007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uav_300m_to_satellite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CE82A468-446D-49CE-BBBE-64D5CAD5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053431"/>
            <a:ext cx="307020" cy="1780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uav_300m_to_satellite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FC54BF1B-E966-49BD-A18A-2F545EF0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uav_300m_to_satellite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48607ED5-DAE0-4D30-AC37-3CCB73B8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3767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uav_300m_to_satellite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E9036FAA-D8A9-4109-A36A-0D02BE26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65850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uav_300m_to_satellite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64A94B9B-956F-4C26-8B99-E86F4812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182728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uav_300m_to_satellite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E5BBB114-FFF8-41A8-98F6-5A249EF2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02803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uav_300m_to_satellite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7D2D5710-42CB-4DA3-9A6D-9A6CBF54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2060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uav_300m_to_satellite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E77098EA-8B8E-44B6-A721-2F47178E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uav_300m_to_satellite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32692AFE-5591-4BEC-B9E1-1040085E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uav_300m_to_satellite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A5F53960-C08A-4E44-B77E-42069BF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uav_300m_to_satellite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792B1296-1B4F-4ED7-9A9D-A59229DD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uav_300m_to_satellite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32A8AEF5-69D9-4C92-854E-3DC1B716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uav_300m_to_satellite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725617A5-2E53-48B3-8FA3-0CAC7541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uav_300m_to_satellite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638EBC92-78C8-4500-81FA-07C1B611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uav_300m_to_satellite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5B93A641-6920-4491-8B3C-9E3BDD2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uav_300m_to_satellite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C34AED4B-3F27-448A-BD80-BBD3C992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uav_300m_to_satellite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AFF0DB74-6989-4603-B2A7-B60F2DE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uav_300m_to_satellite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848A9B8D-4A1A-4078-88B8-4A4F3CC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uav_300m_to_satellite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07877CE1-9D14-424B-9B63-6494CBFF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uav_300m_to_satellite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FD1C8CB4-542F-46BA-855A-B5D18646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uav_300m_to_satellite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BC834CB3-06B0-47E0-AA42-57A80A30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uav_300m_to_satellite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324FBBFC-77B4-48A6-B148-D29B4C5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uav_300m_to_satellite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176BD75E-836C-4E2F-BCFD-B6906C5E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uav_300m_to_satellite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B80B20EB-5BC4-4A7A-95F2-7B02DE27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uav_300m_to_satellite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1C379845-EE3A-4609-93A9-191DCFA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uav_300m_to_satellite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95EAB0D2-FE7B-4DE3-8E56-FC3842E1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uav_300m_to_satellite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1B922EBA-930F-4867-8F31-2494CE0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uav_300m_to_satellite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0BD9E8B7-AB79-40B1-A10F-2105B6A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uav_300m_to_satellite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071498F2-6A36-47ED-8E39-325B32E3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uav_300m_to_satellite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F70B2DA6-5AA2-4F24-9025-F15D1196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uav_300m_to_satellite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AEFFA757-AB6D-4E49-864D-854671DE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uav_300m_to_satellite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C109F2A2-FFD4-4662-923D-EB9F8978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uav_300m_to_satellite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DF70A312-460D-44C5-804B-480BBF2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uav_300m_to_satellite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AA1C8735-00D4-4280-ACC0-2E973C2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uav_300m_to_satellite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9A7616A5-F1C2-4015-ACFB-39082B4C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uav_300m_to_satellite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28CF2DBD-A27F-4EE6-9B4D-E895C48B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uav_300m_to_satellite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FA4A2A96-1130-4E29-AD10-67E992FA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42443"/>
            <a:ext cx="307020" cy="297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uav_300m_to_satellite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F3CADA3F-312D-4A36-A740-1DBD39EF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1623543"/>
            <a:ext cx="307020" cy="18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uav_300m_to_satellite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034B518-F0DC-4B12-9FAA-4232DC2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1620767"/>
            <a:ext cx="307020" cy="2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uav_300m_to_satellite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1A7CD460-45AE-47AE-90BC-53AF9510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20767"/>
            <a:ext cx="307020" cy="86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uav_300m_to_satellite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7273DC0A-0EAE-46AC-B1DD-BD689D5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06788"/>
            <a:ext cx="307020" cy="452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uav_300m_to_satellite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0A32BE6B-16C6-4005-8944-3BD27E22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uav_300m_to_satellite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9C5B7239-646B-41D1-835B-CFE5B13A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170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uav_300m_to_satellite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B3BE08C5-DA51-4203-AA60-B6CF966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5981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uav_300m_to_satellite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DEB1A460-47E9-4C7E-93D4-F7042CF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5953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uav_300m_to_satellite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B30DBF22-8D64-44CA-A89C-330C3230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68138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uav_300m_to_satellite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E545C3B9-1295-4A78-B390-BB5E6A6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3382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uav_300m_to_satellite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902A2000-25F7-4C89-BB75-11ADE864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1654441"/>
            <a:ext cx="307020" cy="1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uav_300m_to_satellite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6B9687CF-FE8E-4005-A73D-B263570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54441"/>
            <a:ext cx="307020" cy="11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uav_300m_to_satellite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DD0A1087-AF69-4F33-8BA0-79914B87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665761"/>
            <a:ext cx="307020" cy="339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uav_300m_to_satellite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C0810365-21F4-4DE0-9CFF-C20C1071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699683"/>
            <a:ext cx="307020" cy="76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uav_300m_to_satellite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07BB5C7A-1058-4038-953A-9463730F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1776392"/>
            <a:ext cx="307020" cy="4089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uav_300m_to_satellite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64EE8D9F-9248-4AAF-B581-4E32CEEE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uav_300m_to_satellite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B2B255AD-C598-4193-8D84-4F9EF1A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2904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uav_300m_to_satellite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B9FB587F-C3E7-4E3F-9201-7EEDDA4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4036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uav_300m_to_satellite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81E7F165-47FE-4165-B82D-4F698BB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67428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uav_300m_to_satellite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36FE1A48-419D-46AA-8733-19820EE6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17509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uav_300m_to_satellite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37703A77-93AB-4952-9796-4633440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15993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uav_300m_to_satellite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4BC8B0EF-E362-495B-AA2E-A34ABE1D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uav_300m_to_satellite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54E27F70-2769-4F9C-A93D-BDBD950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uav_300m_to_satellite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1DEE8540-CC9C-4B5D-87DE-EF323F1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uav_300m_to_satellite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E08E5816-66C1-47F2-A65F-8893616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uav_300m_to_satellite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5582D419-CF59-4387-B3D8-54E514E3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uav_300m_to_satellite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CFF1973C-D9C8-44B2-9F0E-FFD548BE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uav_300m_to_satellite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8600E8A3-B18E-42B5-8A93-F969DEF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uav_300m_to_satellite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AB5EEBB5-332E-4A40-B086-72E37C15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uav_300m_to_satellite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E429B7BF-DF34-41FB-8C38-D695315C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uav_300m_to_satellite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B1E1DA7F-EF56-4448-A8A5-D034B032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uav_300m_to_satellite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45253965-6A48-41D5-99FB-FE826C2D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uav_300m_to_satellite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F0642DF9-5547-4D68-A94E-B441DDC0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uav_300m_to_satellite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68AF6D67-F300-4289-BC66-CD388E45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uav_300m_to_satellite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F83819FE-209E-4BB1-A4A7-BB2C25CC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uav_300m_to_satellite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082AB53A-0EC3-492E-BD40-59A0733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uav_300m_to_satellite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46E07A95-0DE5-47F8-9CB3-08509BF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uav_300m_to_satellite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5374DDFC-DB26-4892-B037-6BBE54F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uav_300m_to_satellite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C7CC832B-49B8-4DE2-992C-F0ABEF23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uav_300m_to_satellite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7EBB5844-05AA-45DF-95D1-6746F543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uav_300m_to_satellite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F35EEBC0-A363-4A3F-B828-B18006D0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uav_300m_to_satellite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EF65970C-41DF-447D-839E-BC55A87F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uav_300m_to_satellite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DE0551A6-B0F6-4799-8037-CF3F7123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uav_300m_to_satellite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62FCF211-B383-4B26-8D67-8F5F5D1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uav_300m_to_satellite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8A4D377B-EC44-49E9-A48D-9E064F5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uav_300m_to_satellite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0E099536-E23D-451A-A5C6-8E757091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uav_300m_to_satellite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0C29C211-6294-453B-BD5F-F393E43E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uav_300m_to_satellite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C543C516-8AE1-4617-A57A-C519C1C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uav_300m_to_satellite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71AF029C-18F2-458E-8256-BECF6D6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uav_300m_to_satellite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56CB5771-995C-4638-B7C1-12ECDE7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uav_300m_to_satellite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D075D8A-9808-4884-A0FF-F1EB73AF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206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uav_300m_to_satellite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D43BDBA-7984-4407-9B82-17883A22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1290"/>
            <a:ext cx="307020" cy="34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uav_300m_to_satellite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8535AE4-3501-4485-837B-DAE28EB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5362"/>
            <a:ext cx="307020" cy="916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uav_300m_to_satellite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979895CA-F325-410F-8C5A-FFB4DE02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86964"/>
            <a:ext cx="307020" cy="168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uav_300m_to_satellite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0670BB64-6053-4022-B415-7204C1C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55549"/>
            <a:ext cx="307020" cy="2976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uav_300m_to_satellite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2FAA1634-0EEE-4198-9534-83FBBE9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uav_300m_to_satellite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E913A1F0-28AE-44C0-97D3-446BD0D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58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uav_300m_to_satellite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D275C2FE-B023-4471-988D-C556CD71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6996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uav_300m_to_satellite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9E5F4942-0EB2-41AA-9BC1-556BE513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6156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uav_300m_to_satellite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DF2B76EC-EB55-49D1-94D2-AFBBD6F2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301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uav_300m_to_satellite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D7234A3D-C5D9-4429-9A62-0AC4EADF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2277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uav_300m_to_satellite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2CE21F49-D81D-4A17-978E-2CE2388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97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uav_300m_to_satellite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DABA354D-261E-49D9-AC05-FBAB799F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60443"/>
            <a:ext cx="307020" cy="29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uav_300m_to_satellite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D9D1F860-741D-4AEF-97D9-DBBD994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90218"/>
            <a:ext cx="307020" cy="877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uav_300m_to_satellite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916C5650-D7A1-4991-9E22-A973075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77920"/>
            <a:ext cx="307020" cy="148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uav_300m_to_satellite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F70BAF1C-F1F5-4B47-945D-02550247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26264"/>
            <a:ext cx="307020" cy="2758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uav_300m_to_satellite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7FC65D29-B8D8-4E59-A4F3-FDF80CBF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uav_300m_to_satellite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5DE90824-4182-4EE0-972E-801D0C7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3504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uav_300m_to_satellite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FC3CC21F-25B2-4583-B847-E6A65C9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648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uav_300m_to_satellite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AF493DAC-9B63-43C0-938C-8FDE03A2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525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uav_300m_to_satellite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135DEF39-99DE-41AF-BF14-F0B6C28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9008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uav_300m_to_satellite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AA1297F3-2C1B-41A7-885C-0BE2CBE3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7676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uav_300m_to_satellite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D860999F-4120-4E79-AFD7-5E26CD2F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uav_300m_to_satellite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94F4C85D-013F-4E53-92DB-59D049A5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uav_300m_to_satellite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BA5C97D7-FF33-43CA-BBEB-2942173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uav_300m_to_satellite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6858F278-8DE2-46BB-8961-C3B59D69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uav_300m_to_satellite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33294EE1-AA2F-492B-82A4-09F7F26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uav_300m_to_satellite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1F32B4BA-EC5D-4018-A18A-19D9E53B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uav_300m_to_satellite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EDBABC98-B3E1-4A89-882B-B4BA00E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uav_300m_to_satellite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1528D7A2-9CEE-4726-BDA5-D1DA5D73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uav_300m_to_satellite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087C9531-4430-4E43-8F0A-DD5A6E7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uav_300m_to_satellite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55FB8440-E197-445F-BFA7-69B64ED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uav_300m_to_satellite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0231E4A4-90C2-4D0D-883B-AE214F2D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uav_300m_to_satellite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0FCFDCB1-67D9-49B0-9B8C-B5E7E207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uav_300m_to_satellite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31287A1C-A3FB-4095-BED9-B70D81E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uav_300m_to_satellite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2928C826-6DC8-4B33-A9DF-402A1DF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uav_300m_to_satellite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34B2FF18-66DD-46FA-8788-F2EB18E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uav_300m_to_satellite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A1D85E08-EC14-4A88-AE32-5050DD7D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uav_300m_to_satellite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540DA601-F53C-4216-9FF1-14BE21F6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uav_300m_to_satellite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EE425632-6B91-4E40-A625-486BBC7E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uav_300m_to_satellite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E2DECDF4-5B0A-4676-AD1B-AE562F7A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uav_300m_to_satellite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244FE726-B5AF-47A0-A5C0-75B2F44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uav_300m_to_satellite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5143EBCB-2CAC-49D8-ACF0-BA454B2A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uav_300m_to_satellite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7A5FCB5A-5334-465F-A600-526603D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uav_300m_to_satellite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8402FF10-60EF-4879-946E-93C2F533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uav_300m_to_satellite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7B523780-A5C8-4F97-BBE7-14C72205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uav_300m_to_satellite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A40A69B9-80BC-4671-86D6-350104B9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uav_300m_to_satellite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9A76AD2D-69B3-4C43-9460-27584F46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uav_300m_to_satellite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F736BF3F-38A9-4F9F-9BB5-70E190B9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uav_300m_to_satellite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D2687CBB-8191-44D8-A990-6AE4B63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uav_300m_to_satellite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121D7CB2-7E03-49F1-9832-69229E37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uav_300m_to_satellite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7ACB5A6-B316-4379-9EFC-6F4549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0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uav_300m_to_satellite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8A78E02C-755E-4A5D-9DE1-62087DB3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42266"/>
            <a:ext cx="307020" cy="270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uav_300m_to_satellite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A6CEEE8-9427-45FC-925C-5AED81CA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12835"/>
            <a:ext cx="307020" cy="3328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uav_300m_to_satellite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B77BA415-E192-422A-9152-6336F06C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45710"/>
            <a:ext cx="307020" cy="829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uav_300m_to_satellite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C7F21A8E-0F4A-49C7-BA84-90039AA1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28694"/>
            <a:ext cx="307020" cy="471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uav_300m_to_satellite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BBCBE558-1FA0-4C39-B501-780CE944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uav_300m_to_satellite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92D5FDE8-0D23-4E51-8C09-0CF2D007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1686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uav_300m_to_satellite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F36A80A5-BA3B-43C5-82B8-28C6FA19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8743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uav_300m_to_satellite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B03E5190-5CE4-4BEC-948F-FD8CB630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42031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uav_300m_to_satellite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19E823DA-2606-462E-A9EB-991A27C8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0329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uav_300m_to_satellite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775C77D5-385A-4FA8-A446-DB8E855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504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uav_300m_to_satellite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F11C3987-BCF0-4237-990D-6D87272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986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uav_300m_to_satellite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7CEF1FBD-5FE9-42F5-9C34-82DB75D7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39311"/>
            <a:ext cx="307020" cy="1782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uav_300m_to_satellite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F182B6C7-FCA6-424F-83A6-086A5136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17537"/>
            <a:ext cx="307020" cy="2292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uav_300m_to_satellite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E15EF42F-ED90-4482-809B-DD766B5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246739"/>
            <a:ext cx="307020" cy="176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uav_300m_to_satellite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C7D4A481-106F-431F-A14D-1EBBFBAE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23588"/>
            <a:ext cx="307020" cy="104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uav_300m_to_satellite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F58C55AE-D264-43F6-B608-CC4E832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uav_300m_to_satellite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11966147-C40D-41D7-A56D-E8EEC18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1391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uav_300m_to_satellite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2BD7A3AB-310F-4869-9950-E478710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99213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uav_300m_to_satellite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AB83103-2B43-44FC-9D9F-82A2ECCA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22133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uav_300m_to_satellite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E44C3019-F0D4-48B9-9C58-5571C77A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39818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uav_300m_to_satellite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7D1DFA1D-34C1-457E-A36E-7CE997A2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030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uav_300m_to_satellite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E986A222-1417-48A4-B20C-5D8AD150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uav_300m_to_satellite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903DB63E-8565-4DE5-AFA8-11B72F96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uav_300m_to_satellite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FF7D6AED-68C5-4735-8007-9F938DB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uav_300m_to_satellite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E97961C9-54CD-48BB-AFD5-3238EDA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uav_300m_to_satellite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4DB144C7-D95C-4EF8-9B74-D27B5E84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uav_300m_to_satellite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14677AFF-4BC4-428C-B246-43B04EE9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uav_300m_to_satellite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B07C4B7F-C63E-4113-9A24-42CB64B6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uav_300m_to_satellite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B9A1F68F-F05C-4E02-B3CE-5D7DAC5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uav_300m_to_satellite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12F65884-0557-4639-9B54-049E9661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uav_300m_to_satellite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B0EC4819-480C-4673-9B1E-F92F24C4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uav_300m_to_satellite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5161CDD9-E726-4C40-B860-1CE8A393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uav_300m_to_satellite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3E205B7F-EAB1-47C1-9177-F9795C30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uav_300m_to_satellite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2C3A6B40-E028-4AC8-95C6-5FBE646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uav_300m_to_satellite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15E2CB6F-422C-4258-A201-E5CC9615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uav_300m_to_satellite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01EF59DC-26C8-49EC-A9BE-05375877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uav_300m_to_satellite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2168A556-9721-40EA-89C6-0B90F3FA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uav_300m_to_satellite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3A5E4A42-77A7-4626-8C4D-E748F186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uav_300m_to_satellite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1FFA6765-E6B9-4B53-B2F3-72A4CF15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uav_300m_to_satellite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FDE2E328-C9A9-403A-86BF-A558E98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uav_300m_to_satellite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6975A9B9-8596-4A08-B470-96882AA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uav_300m_to_satellite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4BFBE53C-7D59-476A-8E60-C0F3B91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uav_300m_to_satellite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5A8050F4-8A2B-4DA3-8AE0-646D1274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uav_300m_to_satellite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90C88D42-FC2A-4B09-8A8A-116B150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uav_300m_to_satellite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5B526317-2F35-4DEF-ADCE-161DBCF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uav_300m_to_satellite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E2423392-BD2C-4525-8839-DDF9226C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uav_300m_to_satellite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16092642-C206-46BD-98C7-D58019A1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uav_300m_to_satellite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0B94AD48-E2DD-4D78-8CF5-9D26D9E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uav_300m_to_satellite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6D1D9A2A-FCFB-4525-80C4-418D936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uav_300m_to_satellite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13B688FF-3877-4523-B279-69CDA788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uav_300m_to_satellite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C8BAB36-55E2-472D-9C57-A91981FD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72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uav_300m_to_satellite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FB347EA1-A001-497C-B69C-CF25F1F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38863"/>
            <a:ext cx="307020" cy="9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uav_300m_to_satellite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8BB2638-800D-4FF2-A9D1-159CDE81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36671"/>
            <a:ext cx="307020" cy="21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uav_300m_to_satellite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993B1DB1-2C81-4526-9534-C0381FE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36671"/>
            <a:ext cx="307020" cy="87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uav_300m_to_satellite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3C13768-B18D-4889-90BE-30CE47B6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645412"/>
            <a:ext cx="307020" cy="16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uav_300m_to_satellite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31076C5F-00AE-401D-9C57-BF144DF4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uav_300m_to_satellite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24F561FC-3E25-407F-847C-010A028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225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uav_300m_to_satellite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E0C67621-95E4-4DBA-AC0F-743DD2CB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346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uav_300m_to_satellite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9C4AA954-3325-4FE3-99E3-3FB102C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1127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uav_300m_to_satellite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7806F495-7868-42A2-A8AA-DEED03D7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2001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uav_300m_to_satellite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5F740340-FAB8-4BC3-A2BF-D390AFBA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3673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uav_300m_to_satellite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6C99D2FA-99D6-41CD-8FB4-B543EBDB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3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uav_300m_to_satellite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C35EFAB4-141E-4798-ACDF-98E6585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644069"/>
            <a:ext cx="307020" cy="2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uav_300m_to_satellite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2AD6D538-B69A-4922-991A-E522F29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46221"/>
            <a:ext cx="307020" cy="17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uav_300m_to_satellite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9341052A-5693-48FC-B7D7-91E682B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3927"/>
            <a:ext cx="307020" cy="48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uav_300m_to_satellite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95F6D0D8-E644-48D1-B492-C855A77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654764"/>
            <a:ext cx="307020" cy="14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uav_300m_to_satellite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D11A6B48-0791-45F5-9D78-9938C0BD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uav_300m_to_satellite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7216143E-E733-44C0-8141-C90A6A1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186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uav_300m_to_satellite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164E2159-206F-45F1-BA96-9805AEC0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08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uav_300m_to_satellite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FEA2A131-EAC9-4E20-8A95-00A07A62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852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uav_300m_to_satellite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1743DB0D-F162-4307-A452-C6FA0E06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64339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uav_300m_to_satellite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AA65A222-05E6-49E9-BF5B-8172305B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629364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uav_300m_to_satellite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F5168760-1B44-4177-9688-D80A8F0B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uav_300m_to_satellite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23CD87A0-E9DC-4BB7-AEB4-E663145C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uav_300m_to_satellite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884655EA-5480-4DBF-8353-28F4F274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uav_300m_to_satellite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1A14169F-2874-4F42-BF06-92797982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uav_300m_to_satellite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900319ED-1552-45BB-B7D1-3939658A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0382334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300m/r_at_1/title">
            <a:extLst xmlns:a="http://schemas.openxmlformats.org/drawingml/2006/main">
              <a:ext uri="{FF2B5EF4-FFF2-40B4-BE49-F238E27FC236}">
                <a16:creationId xmlns:a16="http://schemas.microsoft.com/office/drawing/2014/main" id="{12A23417-3B70-4FD6-B67B-35EA9F0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300 m</a:t>
            </a:r>
          </a:p>
        </p:txBody>
      </p:sp>
      <p:sp>
        <p:nvSpPr>
          <p:cNvPr id="2" name="sues200_satellite_to_uav_300m/r_at_1/metric-title">
            <a:extLst xmlns:a="http://schemas.openxmlformats.org/drawingml/2006/main">
              <a:ext uri="{FF2B5EF4-FFF2-40B4-BE49-F238E27FC236}">
                <a16:creationId xmlns:a16="http://schemas.microsoft.com/office/drawing/2014/main" id="{7EB84CA4-FA2D-412B-9067-0FBDE1E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102358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R@1 retention under image corruption</a:t>
            </a:r>
          </a:p>
        </p:txBody>
      </p:sp>
      <p:sp>
        <p:nvSpPr>
          <p:cNvPr id="3" name="sues200_satellite_to_uav_300m/r_at_1/legend-visual">
            <a:extLst xmlns:a="http://schemas.openxmlformats.org/drawingml/2006/main">
              <a:ext uri="{FF2B5EF4-FFF2-40B4-BE49-F238E27FC236}">
                <a16:creationId xmlns:a16="http://schemas.microsoft.com/office/drawing/2014/main" id="{C7C84849-B402-4A54-BE87-D15E270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300m/r_at_1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FE73DBDD-6ABA-48F5-9E18-DEBB6291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300m/r_at_1/legend-full">
            <a:extLst xmlns:a="http://schemas.openxmlformats.org/drawingml/2006/main">
              <a:ext uri="{FF2B5EF4-FFF2-40B4-BE49-F238E27FC236}">
                <a16:creationId xmlns:a16="http://schemas.microsoft.com/office/drawing/2014/main" id="{359D4C05-3580-4D2B-8F72-995C1D76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300m/r_at_1/legend-full-label">
            <a:extLst xmlns:a="http://schemas.openxmlformats.org/drawingml/2006/main">
              <a:ext uri="{FF2B5EF4-FFF2-40B4-BE49-F238E27FC236}">
                <a16:creationId xmlns:a16="http://schemas.microsoft.com/office/drawing/2014/main" id="{97DF5246-43A9-40E8-AFF9-8E2F8B59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300m/r_at_1/clean-baselines">
            <a:extLst xmlns:a="http://schemas.openxmlformats.org/drawingml/2006/main">
              <a:ext uri="{FF2B5EF4-FFF2-40B4-BE49-F238E27FC236}">
                <a16:creationId xmlns:a16="http://schemas.microsoft.com/office/drawing/2014/main" id="{AC69BA48-680A-4355-8B53-F751883B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06292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R@1 (%): Visual 70.0000; Full 60.0000</a:t>
            </a:r>
          </a:p>
        </p:txBody>
      </p:sp>
      <p:sp>
        <p:nvSpPr>
          <p:cNvPr id="8" name="sues200_satellite_to_uav_300m/r_at_1/y-axis-label">
            <a:extLst xmlns:a="http://schemas.openxmlformats.org/drawingml/2006/main">
              <a:ext uri="{FF2B5EF4-FFF2-40B4-BE49-F238E27FC236}">
                <a16:creationId xmlns:a16="http://schemas.microsoft.com/office/drawing/2014/main" id="{B056D2E2-D297-42DE-85D5-5E4DF8F5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300m/r_at_1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D8BE257F-1F30-455B-86A4-E94CD50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300m/r_at_1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6B786DED-45FA-402B-9DE4-94C190DC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300m/r_at_1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E97F4C89-2CA3-4E67-A5A1-A6B2CA2B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300m/r_at_1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75F62662-EF00-4110-95D5-43AAB769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300m/r_at_1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78F4985C-2295-4E36-B574-CC2792A8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300m/r_at_1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C4D4EE83-8718-4602-B341-1AA156FD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300m/r_at_1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5A69E0C9-BEDB-446E-AB82-29C63180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300m/r_at_1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1D73BCD4-06F7-4CD6-83B7-DDB000F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300m/r_at_1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3357FE1B-C295-4E0D-A45F-929E95DF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300m/r_at_1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B15E1A02-1EBE-4CCE-AE7D-57040D5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300m/r_at_1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A802AAC8-BF22-4B98-AB5B-F2502FCE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300m/r_at_1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17D810A2-E3F5-4E6F-9F11-2A9E1D9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300m/r_at_1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B4DB8219-A2D9-4BB6-84F7-A14159F3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300m/r_at_1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662D6C8D-E71F-4858-AC8A-2204651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300m/r_at_1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35D02852-C82D-48FE-83A0-2F6E479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300m/r_at_1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AE4A9D84-8238-4AED-89F6-E7E47DB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300m/r_at_1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A1620A8F-5C90-4F46-BBBF-F4DC36A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300m/r_at_1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9AE7210D-E8F8-4995-8F42-67F0E82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300m/r_at_1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8D35C730-642E-4B84-A479-49FAA53A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300m/r_at_1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85739CD5-C0E1-4DDE-8711-83AC65D7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300m/r_at_1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87DBA3CD-778A-45F9-BB94-D2AE84D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300m/r_at_1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2BC0BF98-B2A6-48B3-A9DE-DDC94A31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300m/r_at_1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1DA42557-8380-4AF0-8BE6-75F8275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300m/r_at_1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F5B4092B-6897-4A16-9BE1-87B071A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300m/r_at_1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BE2FF17B-7128-4AD0-AE41-988C5FD9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300m/r_at_1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A22866A6-4A22-47D7-9A1D-E7F3903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300m/r_at_1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F793CD36-DD2B-4FD1-B0F1-C7DF4A9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300m/r_at_1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CDE6EB8A-7316-4CD6-9EB9-766CB6C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300m/r_at_1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040681E5-1E4C-44F5-BDC1-0209EA8F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300m/r_at_1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90796853-7104-454C-AA37-82A05F6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17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300m/r_at_1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49428C9-7B21-4B00-9262-B6CD45E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89932"/>
            <a:ext cx="307020" cy="195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300m/r_at_1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3EE3A05-7360-4A76-A4BB-E6349425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85345"/>
            <a:ext cx="307020" cy="355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300m/r_at_1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46BE78E-D3CF-4EF2-9510-099145F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40643"/>
            <a:ext cx="307020" cy="3197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300m/r_at_1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8B8699F6-92A7-4786-B5B3-8BC9D93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560411"/>
            <a:ext cx="307020" cy="8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300m/r_at_1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3CDADB5A-1150-4CC6-835F-5E9A39EA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300m/r_at_1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BBB8910F-266B-4F48-B2A2-7D714C8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45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300m/r_at_1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6255E9DC-3F5E-4F60-9C29-E4F390D6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599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300m/r_at_1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36021F28-25A8-405D-B62C-8A85B96E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1524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300m/r_at_1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0B960DBC-B3B1-445E-9187-48094329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53501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300m/r_at_1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CDED6D59-5433-4960-B661-3889904C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62383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300m/r_at_1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39A6F8CD-62F0-43D6-AAC1-FB1A8E0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300m/r_at_1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345B6A34-61F4-44FF-9299-9A5D7C6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72167"/>
            <a:ext cx="307020" cy="2487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300m/r_at_1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D7285EA6-86AB-4ADA-B8CA-C7E3CABF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920875"/>
            <a:ext cx="307020" cy="290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300m/r_at_1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7DFABAC7-640C-4C3A-BE32-BC045BF0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11035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300m/r_at_1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B66BCDCC-C024-4CAD-B89C-7D0CBDCB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356115"/>
            <a:ext cx="307020" cy="829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300m/r_at_1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2F11E6C3-7EDC-46C4-9693-F274C24D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300m/r_at_1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6966F442-D4C0-49B3-8618-E3FD6B61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300m/r_at_1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7963FC74-797E-4468-B60F-FD0A382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9547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300m/r_at_1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FBDF2736-CCFA-46D3-91D4-F762D93F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1856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300m/r_at_1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B0FAD66B-E809-4858-B1E4-D6542E44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3307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300m/r_at_1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2AFF1026-9DE3-4D59-A2E7-811B4E87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136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300m/r_at_1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BEC08703-7F4B-4B55-B9CF-C4F9CCA7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300m/r_at_1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087C062E-1E43-48DD-A711-F0544567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300m/r_at_1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D6108FFD-8D82-4539-94E2-8980470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300m/r_at_1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D046D409-0CD4-49AC-B728-C7F1FC6A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300m/r_at_1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D9E00C82-BA45-4E55-8006-F2C8645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300m/r_at_1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063807E7-3018-407A-A3A0-B73F1246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300m/r_at_1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421B5E19-8092-4544-9D16-74815B5F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300m/r_at_1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12157B9B-A341-4AE4-B0A0-F226BDE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300m/r_at_1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C9BACF13-CED6-4BAC-85A5-2E5C5DFA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300m/r_at_1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8D2D2761-2A4B-4349-BAE5-57B52C8A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300m/r_at_1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06C67E5B-7604-4A53-9DF1-464B23D4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300m/r_at_1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371F93BB-C689-467D-915A-27040BF6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300m/r_at_1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BDA7FAF1-73F1-4554-901F-5F7ECF6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300m/r_at_1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2825AE85-D6D1-465F-BDB3-BB8A1BE7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300m/r_at_1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15DF88B0-4741-4FAE-A944-C1EBF02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300m/r_at_1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B706E805-4955-4DFE-95CE-16F0BEC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300m/r_at_1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1CEF85C6-E1D0-4C7C-8006-E61F96D1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300m/r_at_1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E35E826A-F42A-409E-9B0D-86613A0D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300m/r_at_1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A1E50CEF-A287-4DC1-8D7B-FF5CF5C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300m/r_at_1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8D8F7E33-CBF2-4AEC-8909-8B110EF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300m/r_at_1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9A03E484-95CC-448D-B30F-07548ED4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300m/r_at_1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900E1CB6-1406-42CA-8D34-BB7395F4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300m/r_at_1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A43DDA90-EFB9-47D9-9EC8-1EB4966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300m/r_at_1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2EFE4E34-7560-49CB-A046-2AC0782B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300m/r_at_1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3CF58D9E-B48B-4520-933B-EFD8BF65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300m/r_at_1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5A2CEEE1-323F-4A53-ACF2-E5F7C78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300m/r_at_1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C98E5267-8741-4110-AF53-11D4D698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300m/r_at_1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1CF7B050-EDBB-47DE-A147-E1416BF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300m/r_at_1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C6FD115B-E1F6-4825-9BCF-5C2671CE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300m/r_at_1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6FEEFC4F-4B43-4301-B594-5FE9A3D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300m/r_at_1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3344B453-17FB-4CE6-9657-3FCD385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72167"/>
            <a:ext cx="307020" cy="8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300m/r_at_1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36C3232-9839-4056-8A4B-FCCAF9A9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60991"/>
            <a:ext cx="307020" cy="3552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300m/r_at_1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AE537295-474D-42BA-8376-6BE75F3E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16289"/>
            <a:ext cx="307020" cy="3020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300m/r_at_1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1FFCB36-4743-495A-97E4-717607E2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418292"/>
            <a:ext cx="307020" cy="1065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300m/r_at_1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8C3E6EE3-C5B8-4E4D-B695-0B7529A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300m/r_at_1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4C6E6037-8659-4A12-8134-BC5FB8FC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300m/r_at_1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DCABE587-E793-48DA-B063-FD64139F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355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300m/r_at_1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BFF6EAD7-8EC3-48BF-887E-043DAAD8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9088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300m/r_at_1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F0A13C78-F1B0-4415-A348-AA4960FA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928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300m/r_at_1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FB71BFFB-B94D-4E67-8336-1F0439A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49948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300m/r_at_1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86538FB7-1433-4F8B-95DA-09CF529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20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300m/r_at_1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4405B36F-628A-4524-A0B0-3C45D91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2892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300m/r_at_1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D3F39838-854F-4174-8A97-83E5E959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55069"/>
            <a:ext cx="307020" cy="3108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300m/r_at_1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3CD312A8-BC3B-4F05-9EEF-7F25B34A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065955"/>
            <a:ext cx="307020" cy="227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300m/r_at_1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B8A6C76A-C667-42A8-AAB8-949503E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93938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300m/r_at_1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C1142A46-9F28-4EDC-B7B7-2A622D23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300m/r_at_1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09F37548-FD73-4BCA-87FA-5F9F1C4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74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300m/r_at_1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10F64788-5EA5-42E1-B078-DA03B832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296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300m/r_at_1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6ECC945B-BCBD-439F-A486-E83DBA01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4055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300m/r_at_1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F7D0FC19-9B37-4DDB-9434-055337B5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6853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300m/r_at_1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6D68D4CD-3AD6-4FCE-AAD5-D6B53747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307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300m/r_at_1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185E3981-8A9F-4006-8A16-1A3CA8AD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300m/r_at_1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50728E55-5388-4506-9C4A-A38A0271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300m/r_at_1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B903D258-D0F6-452E-8FBB-EBDE301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300m/r_at_1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A6BC1D7A-2053-481C-8810-80C24BD0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300m/r_at_1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E09B871A-27A9-43B9-AF5F-4BA49051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300m/r_at_1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3E5E3703-0907-4268-828B-0B2BB46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300m/r_at_1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15811C55-606D-4FA1-B641-75D30D9C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300m/r_at_1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A52052C0-7A80-4FE8-A30D-EBCCBB2A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300m/r_at_1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AE6C877F-92C1-4CD7-A275-B07C96CB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300m/r_at_1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D9AA8F9C-BBF4-4210-B19C-A4224656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300m/r_at_1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20AC95B9-5E87-424E-8891-B7D7D483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300m/r_at_1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CB217C37-9EB8-4863-A8E8-564B71E2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300m/r_at_1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42BF977E-DDAE-42C9-A1A4-79EC7962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300m/r_at_1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A5241BAA-B5EC-435E-ADBF-70A09BC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300m/r_at_1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59DCCFCE-38B5-43E8-A587-66CE38E9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300m/r_at_1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34F8D195-F513-4CF0-A75F-5003141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300m/r_at_1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CE65FDAF-24C3-4907-9CC8-77060798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300m/r_at_1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34722169-E3A3-4FD7-8579-35DDA58A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300m/r_at_1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979681A1-9700-4BE6-A8FF-32AC4CF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300m/r_at_1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F71AECB8-E84E-4199-B12E-D7516D42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300m/r_at_1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DC69E7E3-F8C9-4A93-A332-1ECCA5EA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300m/r_at_1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BE23D90C-29B5-4965-9A29-7156058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300m/r_at_1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CDA552F0-24E8-43DC-8EB0-3A2E3FA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300m/r_at_1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68CC0349-4611-41C4-9B62-B53D517F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300m/r_at_1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F4211F15-B119-4C4F-A0E2-F18BFCF6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300m/r_at_1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BE8E5CF8-23D9-4FDF-8D67-7ECDB160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300m/r_at_1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97AD74DB-7614-4EA0-B332-ED4A6EE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300m/r_at_1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0F47564D-D76F-4281-A3C5-267F784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300m/r_at_1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3235400A-7B44-4E22-BFD7-AE6EB2E3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300m/r_at_1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434A24A-CAE6-4165-96BD-1D9B413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300m/r_at_1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BBDF9061-E73C-4D93-A343-987979BB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672167"/>
            <a:ext cx="307020" cy="35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300m/r_at_1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CE90DCE5-4CEA-412E-BC4F-5156ECF8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07696"/>
            <a:ext cx="307020" cy="284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300m/r_at_1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BD214083-64D3-449F-A73D-AB52EAB9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91935"/>
            <a:ext cx="307020" cy="213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300m/r_at_1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05A0F86-7A67-467F-B30F-DDD2E2F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205113"/>
            <a:ext cx="307020" cy="2842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300m/r_at_1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EE16DEAA-EF5B-4910-B0FE-39AA23F4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300m/r_at_1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5B95A784-CB85-473C-87CA-9B9DD026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300m/r_at_1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0FE80891-44F6-4D50-A173-7B9811C5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68229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300m/r_at_1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06241951-0A32-4A3B-8ABA-973C2361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6653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300m/r_at_1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EFBE5E02-59FD-4518-B981-FCF5833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7971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300m/r_at_1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0B780FC6-3732-4E52-B3E9-C454C79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6395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300m/r_at_1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79156942-44E7-499A-892D-87EA9E1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300m/r_at_1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5A28D9E3-EA10-40F6-97E2-F5891753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13618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300m/r_at_1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23A1DB6A-812A-4B27-8E97-6BCB23A5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58698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300m/r_at_1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175CDA92-A5E1-4201-BD2D-CE14514D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003778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300m/r_at_1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B6EE97E2-AD62-45DD-BDA7-ED1E6748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45229"/>
            <a:ext cx="307020" cy="290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300m/r_at_1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8DC622FE-FCD5-4EED-849B-6244B1F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300m/r_at_1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C727432A-C3D8-4775-94B4-E892A669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882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300m/r_at_1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51306B4C-8719-4C8B-9A71-917542E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3329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300m/r_at_1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787D70B5-EAD3-493B-A330-09FAB883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7837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300m/r_at_1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B08F61B6-B51A-4D09-B4A7-B004F8E1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1982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300m/r_at_1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E35AB481-A38B-49DA-9AA6-A885D6FD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0998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300m/r_at_1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CD2B18D2-AF4F-495B-B2A1-C9E3FDBD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300m/r_at_1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8734B2A6-644F-44B0-9309-65262DFF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300m/r_at_1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FE92ECCA-70A3-412B-A729-F23D0E2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300m/r_at_1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82FB8A81-4599-4335-AB58-6891ECE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300m/r_at_1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5134EBAD-9D1F-4F88-8981-62686048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300m/r_at_1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3E4EF725-99C5-44B9-A007-0ECE3C6A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300m/r_at_1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9776AEF3-1EB1-419A-9B17-0FD984F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300m/r_at_1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6FBD41A2-DDA0-4243-8E7C-2299484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300m/r_at_1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9C548BC1-CA49-4C08-94FF-0E0F9A7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300m/r_at_1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1E2512E5-59D4-4201-8996-94474B56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300m/r_at_1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816DFB75-670F-45AE-88A9-49A501D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300m/r_at_1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39D43D1A-23FB-4DED-BDEA-B6F27FBB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300m/r_at_1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6DFD8838-A230-41D3-A0E7-67FB7818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300m/r_at_1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D9E5F124-C038-4A2C-B9D6-1D67899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300m/r_at_1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1454C5A8-9D7D-4DA4-9BB9-0F0B979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300m/r_at_1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D6A04940-7555-410E-9B5D-A322E92A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300m/r_at_1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C115C41A-4F38-4321-90CE-38FC12F3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300m/r_at_1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9D81F04A-DD0A-4CD1-8651-D3098AA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300m/r_at_1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14788AB3-0559-40E4-829C-B32698E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300m/r_at_1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75EBF9AC-4946-492C-9CD2-88554164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300m/r_at_1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31CD0607-F9E5-4EDE-BFB3-115C2F9D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300m/r_at_1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CEA0516C-563B-40A8-8D30-0942E086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300m/r_at_1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9E10409E-0F90-43AF-9148-D0230135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300m/r_at_1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4FB67A3C-5D6E-4463-ACB8-E85AC00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300m/r_at_1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6F84A271-257C-43BB-B24F-72B36FF9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300m/r_at_1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7FB55E68-CC0E-4192-A1AC-11E3D39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300m/r_at_1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D3628FF4-0803-47F8-AD72-9D8F19D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300m/r_at_1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B0DE5589-250C-45CB-86A8-481560E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300m/r_at_1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439588D8-B668-453B-A590-CE24304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300m/r_at_1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55D3263-10E7-4A04-B0F4-DE350430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551842"/>
            <a:ext cx="307020" cy="8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300m/r_at_1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A08907D2-D758-4712-B470-9A017E9E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551842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300m/r_at_1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340DE486-9701-4D68-85B2-4238305F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551842"/>
            <a:ext cx="307020" cy="8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300m/r_at_1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0D98C00-AEA4-42FC-AD36-E4B2FF38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640667"/>
            <a:ext cx="307020" cy="88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300m/r_at_1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590A69D-722F-460E-BB14-C4472EC1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729491"/>
            <a:ext cx="307020" cy="4618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300m/r_at_1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119251AC-BBC5-4352-83B5-3CAD9337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300m/r_at_1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7950D7DE-BC5F-4B35-B81B-345BD29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5264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300m/r_at_1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988BEF8F-9E89-4A36-97C9-A3D4F28D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52644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300m/r_at_1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DEBD4DF3-D6AE-4BB2-B71D-F0B9BBC5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300m/r_at_1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865CD894-8011-45FB-AD03-C5B8033C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7040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300m/r_at_1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ABD45119-39E6-4A70-AF0F-D14871A7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6597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300m/r_at_1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27F524F2-EFFF-49FC-A78B-8F15B88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516312"/>
            <a:ext cx="307020" cy="124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300m/r_at_1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E87C32EE-8E8B-4045-80D3-0A2490F3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516312"/>
            <a:ext cx="307020" cy="16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300m/r_at_1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71893937-A80D-4EF0-83B2-A9C37153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82118"/>
            <a:ext cx="307020" cy="829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300m/r_at_1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EB6A77DD-39D8-47E0-AC44-9D3E589F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65021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300m/r_at_1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45AB4806-28B8-4564-87A8-83FC403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10101"/>
            <a:ext cx="307020" cy="2694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300m/r_at_1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65AA122C-4B62-45C9-8E1D-DB68E231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300m/r_at_1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DDF7CA38-BD52-4C32-B3B4-0A5A533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49091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300m/r_at_1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F130A95B-2431-4D2C-8B17-F8FCEE2A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5671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300m/r_at_1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4F457B74-BD79-45B8-B9BB-2EF9728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396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300m/r_at_1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5AC488AC-CE28-405F-B74E-57B6DCF4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8470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300m/r_at_1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F87A423D-265E-4D9B-8627-44BC5EB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5413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300m/r_at_1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2A5E953E-CB2B-4EC9-BC13-39302958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300m/r_at_1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1489CBE3-C477-488A-AC54-B4EA6FB5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300m/r_at_1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4FE63170-1820-4386-9AAD-0AAEE703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300m/r_at_1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35624C18-6139-4F13-A43D-72CD6E3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300m/r_at_1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BB9ADD80-2831-47D2-BE32-125F1228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300m/r_at_1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4E0AD6A7-2110-4B95-9F6A-D98A9D9F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300m/r_at_1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DAE97A9C-CBC6-4B62-9F8E-A9DA4AF6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300m/r_at_1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EEDB01D8-7DE1-40DC-98CE-0639E6A5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300m/r_at_1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6F084909-EC9D-4FD1-BFFC-BD94ECFD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300m/r_at_1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5A4C01C2-2BBD-4C68-84BF-62F4F12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300m/r_at_1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C107907D-9C9B-4266-A4A9-75B82CE2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300m/r_at_1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92550E2D-5936-44A9-95E6-6E519D27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300m/r_at_1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20EF09A9-A336-42B6-BB46-3434FEB3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300m/r_at_1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6EF6247A-F81C-4801-A776-A5421190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300m/r_at_1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9D1CACA9-531A-4C59-A945-4D48395D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300m/r_at_1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1E06C990-1C2A-4D36-9E3A-7CEC9E66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300m/r_at_1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FFED380D-FD21-4597-98DD-56C5EB57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300m/r_at_1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19CAD468-0CCC-4210-B8D6-A59F965D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300m/r_at_1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A5501071-8779-4C5C-9B32-F5DFCBDF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300m/r_at_1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25CBF143-6B78-423A-AD3C-B3CBF2F2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300m/r_at_1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8E4DAC1B-9CAB-4DC5-B5D2-A00501F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300m/r_at_1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C05B5356-C632-4375-BB56-47FBD25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300m/r_at_1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A8636F93-9547-47C3-A64C-5D0C9579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300m/r_at_1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AA437BE8-1009-48D3-A729-A3BA8AF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300m/r_at_1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A1B5EB15-15EB-4FD1-852F-BCB599C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300m/r_at_1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E9F77218-FAB7-479E-9167-4125AD2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300m/r_at_1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4892B628-FFC0-4CE6-8BD7-329F8C12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300m/r_at_1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4080D21D-0D44-4A63-91F2-39B7A048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300m/r_at_1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4D8D8835-44EB-4F35-A78E-DB82D90E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300m/r_at_1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252AECC-9696-4649-989E-22CFEF7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131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300m/r_at_1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A0F93E5-D406-49CC-85CD-3C671C8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53845"/>
            <a:ext cx="307020" cy="195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300m/r_at_1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0979101D-EB88-4C31-9694-59E3E741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49259"/>
            <a:ext cx="307020" cy="3375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300m/r_at_1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33F85EB-A846-4003-ADD3-9987616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86792"/>
            <a:ext cx="307020" cy="1421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300m/r_at_1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62B7985A-46DD-4B51-8714-9C9AAE6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28911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300m/r_at_1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7651CBF8-A771-4FF3-9633-7AD41DD8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300m/r_at_1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C2C6A7EA-9229-4785-A6F5-4FEF271D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284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300m/r_at_1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2CA26767-E4F1-4433-BABC-DEFADE12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2385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300m/r_at_1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CF70602C-58A4-44A1-80DE-EC83C47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613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300m/r_at_1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300D833D-647C-4A1A-935E-ED99E94E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0351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300m/r_at_1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47BFA41A-80D6-4D43-B520-04E9AC1A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568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300m/r_at_1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218BD3B4-C82B-4CC0-9C88-E58DB23B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145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300m/r_at_1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F71EA23D-6E16-4C5A-B033-21CDCA6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785747"/>
            <a:ext cx="307020" cy="2279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300m/r_at_1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48B1C3F5-D7D7-406D-ACBD-E30A4B4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13729"/>
            <a:ext cx="307020" cy="393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300m/r_at_1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14D6A3D2-53BF-4453-A581-A177B2A9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407517"/>
            <a:ext cx="307020" cy="1658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300m/r_at_1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801D97D0-0A4B-4A97-9928-81753B3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573323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300m/r_at_1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0EEDD5B0-4D37-405F-91C8-3E7E7CDC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300m/r_at_1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BEFA1E9E-CDC6-4386-B9D0-6D32F9AD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7603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300m/r_at_1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5E31A960-82DB-4882-B96D-5B87D526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398832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300m/r_at_1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141DF3C-43AF-440B-99D9-61D0E6BB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821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300m/r_at_1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CB2EEDF3-A185-4C46-9B5C-A46561AC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547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300m/r_at_1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B052C257-9F4B-4F41-AB9F-0248B08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4792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300m/r_at_1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0C561E61-6F8D-46A8-8F4F-1254FBE9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300m/r_at_1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A795C869-3004-4F26-9086-EE0A75B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300m/r_at_1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0854EC7E-5F66-4D7D-943E-721DFBC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300m/r_at_1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D4926431-9269-4CF8-9636-8A573C1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300m/r_at_1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EC3CF65C-1868-4821-A0E6-4534344C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300m/r_at_1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4D7C19E9-C9A7-4551-BC19-E4056FF9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300m/r_at_1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8D3AE75D-063B-4A69-A4FE-796FF23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300m/r_at_1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BCC7A39B-7B52-4F18-AE39-DE6CA789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300m/r_at_1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3CC50540-E414-4E14-B5A1-F63643AE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300m/r_at_1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DA6D7199-5BF9-41E4-A345-4B924E8F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300m/r_at_1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6EF37506-8E0B-4F00-8B5B-9D144AA8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300m/r_at_1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D4545C57-3AFC-44ED-AC19-302D9667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300m/r_at_1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922F79D3-F91D-4FF8-B3F2-83F18647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300m/r_at_1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E83D96B0-A150-403F-A0DB-5FB697F2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300m/r_at_1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8C2BD2E4-DB64-4111-ACCA-AB8997C1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300m/r_at_1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4BC9B900-10DF-4E0C-AFE2-8754A1C4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300m/r_at_1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CC5C966B-7EA6-4957-BF1C-8058619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300m/r_at_1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EF56657A-F05A-4556-B700-AEA5EDE6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300m/r_at_1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802551DC-78BF-467C-8A22-A1D7A85A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300m/r_at_1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20D75337-3F20-4495-9210-8A995EA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300m/r_at_1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2E277BC5-7F9E-43DB-BD6E-D2DF337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300m/r_at_1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B5C18637-626B-4000-94C1-426CD8D6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300m/r_at_1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8CA6640D-D28D-4919-B85E-AFEBCC7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300m/r_at_1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9BDFAEFF-3267-4E48-9D55-89F5CB6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300m/r_at_1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D1A8FCBE-9287-4333-8A13-CE2C734B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300m/r_at_1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04169445-BE9D-44C4-AEE5-C9D6A4E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300m/r_at_1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6816D47B-A142-4639-8A58-928CB43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300m/r_at_1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A41032A4-D24D-4351-932D-437869E3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300m/r_at_1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8027D404-5A43-4180-9505-61439E88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300m/r_at_1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4A262E19-BE96-4229-A7D4-29E753AE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587372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300m/r_at_1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4D36043F-FD38-4BF6-B987-3BF4FA8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587372"/>
            <a:ext cx="307020" cy="53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300m/r_at_1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EC5A59E-85E9-4B8E-8CC9-34799E2A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569607"/>
            <a:ext cx="307020" cy="710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300m/r_at_1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46CD3888-A472-48B4-A85D-330B2FE4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569607"/>
            <a:ext cx="307020" cy="159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300m/r_at_1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2C2A620D-520D-4F83-B890-A933B6FE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29491"/>
            <a:ext cx="307020" cy="177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300m/r_at_1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34379518-53C3-4763-8DBB-D08908F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300m/r_at_1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64D11BFA-A0BB-4817-983E-31ED484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56197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300m/r_at_1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5799D28D-83EA-44C3-9DF2-1B78351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300m/r_at_1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456F706B-A96B-4790-A30F-2D70EBAB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54420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300m/r_at_1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6A3400FF-DB11-44A9-88A4-009FDEB6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0409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300m/r_at_1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42437D62-B9AA-48A2-9B39-F0698FF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2185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300m/r_at_1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F0BABCE7-5DB6-4237-BD6F-918D599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3900" y="3599215"/>
            <a:ext cx="307020" cy="414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300m/r_at_1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B481AE76-F4E3-4CCA-868F-254D9A5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3599215"/>
            <a:ext cx="307020" cy="621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300m/r_at_1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B7A6976C-274F-453A-9C17-3ADA988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61392"/>
            <a:ext cx="307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300m/r_at_1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92056FF0-0716-403A-9102-2CF60F4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61392"/>
            <a:ext cx="307020" cy="103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300m/r_at_1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7A6C80F5-0734-48FC-8C20-99C79E41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3765021"/>
            <a:ext cx="307020" cy="20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300m/r_at_1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A0BC9E0B-8532-46E2-80B6-43964E2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300m/r_at_1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6838F54F-0D99-4AA3-AB37-18D02185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57381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300m/r_at_1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6EE0E26A-9650-435D-B804-24C34165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359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300m/r_at_1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DE215748-B524-43D8-9515-03C5637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3599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300m/r_at_1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CF10384C-E488-4799-AE52-7234BC0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962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300m/r_at_1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49EAAD20-5DA6-4576-971E-C901F63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6034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300m/r_at_1/x-axis-label">
            <a:extLst xmlns:a="http://schemas.openxmlformats.org/drawingml/2006/main">
              <a:ext uri="{FF2B5EF4-FFF2-40B4-BE49-F238E27FC236}">
                <a16:creationId xmlns:a16="http://schemas.microsoft.com/office/drawing/2014/main" id="{A4066A04-D4B4-4B2B-824C-3BB30BDF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300m/r_at_1/caveat-1">
            <a:extLst xmlns:a="http://schemas.openxmlformats.org/drawingml/2006/main">
              <a:ext uri="{FF2B5EF4-FFF2-40B4-BE49-F238E27FC236}">
                <a16:creationId xmlns:a16="http://schemas.microsoft.com/office/drawing/2014/main" id="{F505F962-98F9-4CD9-A618-DA5FE070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300m/r_at_1/caveat-2">
            <a:extLst xmlns:a="http://schemas.openxmlformats.org/drawingml/2006/main">
              <a:ext uri="{FF2B5EF4-FFF2-40B4-BE49-F238E27FC236}">
                <a16:creationId xmlns:a16="http://schemas.microsoft.com/office/drawing/2014/main" id="{D631CF62-A8CA-4C43-990D-CF1628C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300m/r_at_1/caveat-3">
            <a:extLst xmlns:a="http://schemas.openxmlformats.org/drawingml/2006/main">
              <a:ext uri="{FF2B5EF4-FFF2-40B4-BE49-F238E27FC236}">
                <a16:creationId xmlns:a16="http://schemas.microsoft.com/office/drawing/2014/main" id="{211585E0-3E0E-4F3B-9965-AF55ADEA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300m/r_at_1/caveat-4">
            <a:extLst xmlns:a="http://schemas.openxmlformats.org/drawingml/2006/main">
              <a:ext uri="{FF2B5EF4-FFF2-40B4-BE49-F238E27FC236}">
                <a16:creationId xmlns:a16="http://schemas.microsoft.com/office/drawing/2014/main" id="{EA4871C6-6C1E-4541-AA1C-F3F2E6C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1344444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ues200_satellite_to_uav_300m/official_trapezoid_mAP/title">
            <a:extLst xmlns:a="http://schemas.openxmlformats.org/drawingml/2006/main">
              <a:ext uri="{FF2B5EF4-FFF2-40B4-BE49-F238E27FC236}">
                <a16:creationId xmlns:a16="http://schemas.microsoft.com/office/drawing/2014/main" id="{E1F6FA98-C2E2-4851-AD10-EAE9D063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060"/>
            <a:ext cx="2025015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SUES-200: Satellite → UAV 300 m</a:t>
            </a:r>
          </a:p>
        </p:txBody>
      </p:sp>
      <p:sp>
        <p:nvSpPr>
          <p:cNvPr id="2" name="sues200_satellite_to_uav_300m/official_trapezoid_mAP/metric-title">
            <a:extLst xmlns:a="http://schemas.openxmlformats.org/drawingml/2006/main">
              <a:ext uri="{FF2B5EF4-FFF2-40B4-BE49-F238E27FC236}">
                <a16:creationId xmlns:a16="http://schemas.microsoft.com/office/drawing/2014/main" id="{C52EFD99-6CCA-4B7B-BB54-B3CFEA4F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3944"/>
            <a:ext cx="252231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Official mAP retention under image corruption</a:t>
            </a:r>
          </a:p>
        </p:txBody>
      </p:sp>
      <p:sp>
        <p:nvSpPr>
          <p:cNvPr id="3" name="sues200_satellite_to_uav_300m/official_trapezoid_mAP/legend-visual">
            <a:extLst xmlns:a="http://schemas.openxmlformats.org/drawingml/2006/main">
              <a:ext uri="{FF2B5EF4-FFF2-40B4-BE49-F238E27FC236}">
                <a16:creationId xmlns:a16="http://schemas.microsoft.com/office/drawing/2014/main" id="{CA105A50-C76E-4BCC-A935-AC64E5F4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0" y="57150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" name="sues200_satellite_to_uav_300m/official_trapezoid_mAP/legend-visual-label">
            <a:extLst xmlns:a="http://schemas.openxmlformats.org/drawingml/2006/main">
              <a:ext uri="{FF2B5EF4-FFF2-40B4-BE49-F238E27FC236}">
                <a16:creationId xmlns:a16="http://schemas.microsoft.com/office/drawing/2014/main" id="{F45BF89D-9138-4D12-8001-FFA7C400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" y="541528"/>
            <a:ext cx="28413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5" name="sues200_satellite_to_uav_300m/official_trapezoid_mAP/legend-full">
            <a:extLst xmlns:a="http://schemas.openxmlformats.org/drawingml/2006/main">
              <a:ext uri="{FF2B5EF4-FFF2-40B4-BE49-F238E27FC236}">
                <a16:creationId xmlns:a16="http://schemas.microsoft.com/office/drawing/2014/main" id="{4D89438E-FE8C-4FEE-8679-2CB6A7D5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715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" name="sues200_satellite_to_uav_300m/official_trapezoid_mAP/legend-full-label">
            <a:extLst xmlns:a="http://schemas.openxmlformats.org/drawingml/2006/main">
              <a:ext uri="{FF2B5EF4-FFF2-40B4-BE49-F238E27FC236}">
                <a16:creationId xmlns:a16="http://schemas.microsoft.com/office/drawing/2014/main" id="{94A963F1-4928-46D4-AC5F-2A1AB59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528"/>
            <a:ext cx="17306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</a:t>
            </a:r>
          </a:p>
        </p:txBody>
      </p:sp>
      <p:sp>
        <p:nvSpPr>
          <p:cNvPr id="7" name="sues200_satellite_to_uav_300m/official_trapezoid_mAP/clean-baselines">
            <a:extLst xmlns:a="http://schemas.openxmlformats.org/drawingml/2006/main">
              <a:ext uri="{FF2B5EF4-FFF2-40B4-BE49-F238E27FC236}">
                <a16:creationId xmlns:a16="http://schemas.microsoft.com/office/drawing/2014/main" id="{024AD4A2-09AD-4840-B2CC-A6733EE0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70128"/>
            <a:ext cx="238487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Clean Official mAP (%): Visual 54.8446; Full 45.2476</a:t>
            </a:r>
          </a:p>
        </p:txBody>
      </p:sp>
      <p:sp>
        <p:nvSpPr>
          <p:cNvPr id="8" name="sues200_satellite_to_uav_300m/official_trapezoid_mAP/y-axis-label">
            <a:extLst xmlns:a="http://schemas.openxmlformats.org/drawingml/2006/main">
              <a:ext uri="{FF2B5EF4-FFF2-40B4-BE49-F238E27FC236}">
                <a16:creationId xmlns:a16="http://schemas.microsoft.com/office/drawing/2014/main" id="{962D1653-38C3-460F-BAC6-486F12A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998728"/>
            <a:ext cx="285692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Retained performance (% of each variant’s own clean baseline)</a:t>
            </a:r>
          </a:p>
        </p:txBody>
      </p:sp>
      <p:sp>
        <p:nvSpPr>
          <p:cNvPr id="9" name="sues200_satellite_to_uav_300m/official_trapezoid_mAP/panel-gaussian_noise-title">
            <a:extLst xmlns:a="http://schemas.openxmlformats.org/drawingml/2006/main">
              <a:ext uri="{FF2B5EF4-FFF2-40B4-BE49-F238E27FC236}">
                <a16:creationId xmlns:a16="http://schemas.microsoft.com/office/drawing/2014/main" id="{DA08B9FC-2F84-4CE8-A6E5-2D125880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6886"/>
            <a:ext cx="96897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Gaussian noise</a:t>
            </a:r>
          </a:p>
        </p:txBody>
      </p:sp>
      <p:sp>
        <p:nvSpPr>
          <p:cNvPr id="10" name="sues200_satellite_to_uav_300m/official_trapezoid_mAP/panel-gaussian_noise-grid-0">
            <a:extLst xmlns:a="http://schemas.openxmlformats.org/drawingml/2006/main">
              <a:ext uri="{FF2B5EF4-FFF2-40B4-BE49-F238E27FC236}">
                <a16:creationId xmlns:a16="http://schemas.microsoft.com/office/drawing/2014/main" id="{6182FAE6-E4A8-4C72-8273-3726B315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" name="sues200_satellite_to_uav_300m/official_trapezoid_mAP/panel-gaussian_noise-ytick-0">
            <a:extLst xmlns:a="http://schemas.openxmlformats.org/drawingml/2006/main">
              <a:ext uri="{FF2B5EF4-FFF2-40B4-BE49-F238E27FC236}">
                <a16:creationId xmlns:a16="http://schemas.microsoft.com/office/drawing/2014/main" id="{7F61E4E5-A3FA-4C8C-BE42-08629C30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sues200_satellite_to_uav_300m/official_trapezoid_mAP/panel-gaussian_noise-grid-20">
            <a:extLst xmlns:a="http://schemas.openxmlformats.org/drawingml/2006/main">
              <a:ext uri="{FF2B5EF4-FFF2-40B4-BE49-F238E27FC236}">
                <a16:creationId xmlns:a16="http://schemas.microsoft.com/office/drawing/2014/main" id="{4FC6442B-E992-404B-88B8-A9D243F6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3" name="sues200_satellite_to_uav_300m/official_trapezoid_mAP/panel-gaussian_noise-ytick-20">
            <a:extLst xmlns:a="http://schemas.openxmlformats.org/drawingml/2006/main">
              <a:ext uri="{FF2B5EF4-FFF2-40B4-BE49-F238E27FC236}">
                <a16:creationId xmlns:a16="http://schemas.microsoft.com/office/drawing/2014/main" id="{1469F1B2-948D-4AF3-A973-1CE9A3C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4" name="sues200_satellite_to_uav_300m/official_trapezoid_mAP/panel-gaussian_noise-grid-40">
            <a:extLst xmlns:a="http://schemas.openxmlformats.org/drawingml/2006/main">
              <a:ext uri="{FF2B5EF4-FFF2-40B4-BE49-F238E27FC236}">
                <a16:creationId xmlns:a16="http://schemas.microsoft.com/office/drawing/2014/main" id="{D8AB7A2F-934D-4C11-9EB8-95A522D3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5" name="sues200_satellite_to_uav_300m/official_trapezoid_mAP/panel-gaussian_noise-ytick-40">
            <a:extLst xmlns:a="http://schemas.openxmlformats.org/drawingml/2006/main">
              <a:ext uri="{FF2B5EF4-FFF2-40B4-BE49-F238E27FC236}">
                <a16:creationId xmlns:a16="http://schemas.microsoft.com/office/drawing/2014/main" id="{EBC33D5F-0173-44E2-B623-550C731B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" name="sues200_satellite_to_uav_300m/official_trapezoid_mAP/panel-gaussian_noise-grid-60">
            <a:extLst xmlns:a="http://schemas.openxmlformats.org/drawingml/2006/main">
              <a:ext uri="{FF2B5EF4-FFF2-40B4-BE49-F238E27FC236}">
                <a16:creationId xmlns:a16="http://schemas.microsoft.com/office/drawing/2014/main" id="{404CFEFE-3E4F-431A-8B48-13F5730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" name="sues200_satellite_to_uav_300m/official_trapezoid_mAP/panel-gaussian_noise-ytick-60">
            <a:extLst xmlns:a="http://schemas.openxmlformats.org/drawingml/2006/main">
              <a:ext uri="{FF2B5EF4-FFF2-40B4-BE49-F238E27FC236}">
                <a16:creationId xmlns:a16="http://schemas.microsoft.com/office/drawing/2014/main" id="{3CE545C6-E3E5-4196-8E45-CD23701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8" name="sues200_satellite_to_uav_300m/official_trapezoid_mAP/panel-gaussian_noise-grid-80">
            <a:extLst xmlns:a="http://schemas.openxmlformats.org/drawingml/2006/main">
              <a:ext uri="{FF2B5EF4-FFF2-40B4-BE49-F238E27FC236}">
                <a16:creationId xmlns:a16="http://schemas.microsoft.com/office/drawing/2014/main" id="{28972B9E-1ADB-4F86-B7CC-646301D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9" name="sues200_satellite_to_uav_300m/official_trapezoid_mAP/panel-gaussian_noise-ytick-80">
            <a:extLst xmlns:a="http://schemas.openxmlformats.org/drawingml/2006/main">
              <a:ext uri="{FF2B5EF4-FFF2-40B4-BE49-F238E27FC236}">
                <a16:creationId xmlns:a16="http://schemas.microsoft.com/office/drawing/2014/main" id="{8571A804-F397-406A-AD3A-241011E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0" name="sues200_satellite_to_uav_300m/official_trapezoid_mAP/panel-gaussian_noise-grid-100">
            <a:extLst xmlns:a="http://schemas.openxmlformats.org/drawingml/2006/main">
              <a:ext uri="{FF2B5EF4-FFF2-40B4-BE49-F238E27FC236}">
                <a16:creationId xmlns:a16="http://schemas.microsoft.com/office/drawing/2014/main" id="{BB9A4212-39FC-4CEE-B755-0EA477A5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1" name="sues200_satellite_to_uav_300m/official_trapezoid_mAP/panel-gaussian_noise-ytick-100">
            <a:extLst xmlns:a="http://schemas.openxmlformats.org/drawingml/2006/main">
              <a:ext uri="{FF2B5EF4-FFF2-40B4-BE49-F238E27FC236}">
                <a16:creationId xmlns:a16="http://schemas.microsoft.com/office/drawing/2014/main" id="{7C67C21C-0A2D-4DDA-98D0-38A8D509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sues200_satellite_to_uav_300m/official_trapezoid_mAP/panel-gaussian_noise-grid-120">
            <a:extLst xmlns:a="http://schemas.openxmlformats.org/drawingml/2006/main">
              <a:ext uri="{FF2B5EF4-FFF2-40B4-BE49-F238E27FC236}">
                <a16:creationId xmlns:a16="http://schemas.microsoft.com/office/drawing/2014/main" id="{1DD7DF16-D1A2-432F-A448-1A3F586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3" name="sues200_satellite_to_uav_300m/official_trapezoid_mAP/panel-gaussian_noise-ytick-120">
            <a:extLst xmlns:a="http://schemas.openxmlformats.org/drawingml/2006/main">
              <a:ext uri="{FF2B5EF4-FFF2-40B4-BE49-F238E27FC236}">
                <a16:creationId xmlns:a16="http://schemas.microsoft.com/office/drawing/2014/main" id="{96CB4F35-28F8-4ADA-A70B-A748B902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4" name="sues200_satellite_to_uav_300m/official_trapezoid_mAP/panel-gaussian_noise-axis-y">
            <a:extLst xmlns:a="http://schemas.openxmlformats.org/drawingml/2006/main">
              <a:ext uri="{FF2B5EF4-FFF2-40B4-BE49-F238E27FC236}">
                <a16:creationId xmlns:a16="http://schemas.microsoft.com/office/drawing/2014/main" id="{516DDD5F-BBF3-454D-BA10-41CC941E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5" name="sues200_satellite_to_uav_300m/official_trapezoid_mAP/panel-gaussian_noise-axis-x">
            <a:extLst xmlns:a="http://schemas.openxmlformats.org/drawingml/2006/main">
              <a:ext uri="{FF2B5EF4-FFF2-40B4-BE49-F238E27FC236}">
                <a16:creationId xmlns:a16="http://schemas.microsoft.com/office/drawing/2014/main" id="{2227193F-358B-42EB-8447-2589E7D5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6" name="sues200_satellite_to_uav_300m/official_trapezoid_mAP/panel-gaussian_noise-tick-0">
            <a:extLst xmlns:a="http://schemas.openxmlformats.org/drawingml/2006/main">
              <a:ext uri="{FF2B5EF4-FFF2-40B4-BE49-F238E27FC236}">
                <a16:creationId xmlns:a16="http://schemas.microsoft.com/office/drawing/2014/main" id="{EDEA636D-52CA-4CC3-886C-1FBC9E5D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7" name="sues200_satellite_to_uav_300m/official_trapezoid_mAP/panel-gaussian_noise-xlabel-0">
            <a:extLst xmlns:a="http://schemas.openxmlformats.org/drawingml/2006/main">
              <a:ext uri="{FF2B5EF4-FFF2-40B4-BE49-F238E27FC236}">
                <a16:creationId xmlns:a16="http://schemas.microsoft.com/office/drawing/2014/main" id="{1BC49DBF-2640-4BFE-B657-0CB46946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sues200_satellite_to_uav_300m/official_trapezoid_mAP/panel-gaussian_noise-tick-1">
            <a:extLst xmlns:a="http://schemas.openxmlformats.org/drawingml/2006/main">
              <a:ext uri="{FF2B5EF4-FFF2-40B4-BE49-F238E27FC236}">
                <a16:creationId xmlns:a16="http://schemas.microsoft.com/office/drawing/2014/main" id="{AEFB6D25-99AE-4DDB-BC4F-B042E4E6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" name="sues200_satellite_to_uav_300m/official_trapezoid_mAP/panel-gaussian_noise-xlabel-1">
            <a:extLst xmlns:a="http://schemas.openxmlformats.org/drawingml/2006/main">
              <a:ext uri="{FF2B5EF4-FFF2-40B4-BE49-F238E27FC236}">
                <a16:creationId xmlns:a16="http://schemas.microsoft.com/office/drawing/2014/main" id="{A2AD8887-CC6B-4BD1-8D04-5226B90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sues200_satellite_to_uav_300m/official_trapezoid_mAP/panel-gaussian_noise-tick-2">
            <a:extLst xmlns:a="http://schemas.openxmlformats.org/drawingml/2006/main">
              <a:ext uri="{FF2B5EF4-FFF2-40B4-BE49-F238E27FC236}">
                <a16:creationId xmlns:a16="http://schemas.microsoft.com/office/drawing/2014/main" id="{320F1D47-4A30-4E94-86C3-E7AB0E30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1" name="sues200_satellite_to_uav_300m/official_trapezoid_mAP/panel-gaussian_noise-xlabel-2">
            <a:extLst xmlns:a="http://schemas.openxmlformats.org/drawingml/2006/main">
              <a:ext uri="{FF2B5EF4-FFF2-40B4-BE49-F238E27FC236}">
                <a16:creationId xmlns:a16="http://schemas.microsoft.com/office/drawing/2014/main" id="{D89A1193-70BB-46DF-8F40-3E6F91C4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sues200_satellite_to_uav_300m/official_trapezoid_mAP/panel-gaussian_noise-tick-3">
            <a:extLst xmlns:a="http://schemas.openxmlformats.org/drawingml/2006/main">
              <a:ext uri="{FF2B5EF4-FFF2-40B4-BE49-F238E27FC236}">
                <a16:creationId xmlns:a16="http://schemas.microsoft.com/office/drawing/2014/main" id="{3DDD261F-6AEA-43C6-8A46-A715F57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3" name="sues200_satellite_to_uav_300m/official_trapezoid_mAP/panel-gaussian_noise-xlabel-3">
            <a:extLst xmlns:a="http://schemas.openxmlformats.org/drawingml/2006/main">
              <a:ext uri="{FF2B5EF4-FFF2-40B4-BE49-F238E27FC236}">
                <a16:creationId xmlns:a16="http://schemas.microsoft.com/office/drawing/2014/main" id="{B8155B5C-8C85-4955-AED7-79115CD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sues200_satellite_to_uav_300m/official_trapezoid_mAP/panel-gaussian_noise-tick-4">
            <a:extLst xmlns:a="http://schemas.openxmlformats.org/drawingml/2006/main">
              <a:ext uri="{FF2B5EF4-FFF2-40B4-BE49-F238E27FC236}">
                <a16:creationId xmlns:a16="http://schemas.microsoft.com/office/drawing/2014/main" id="{8247FF4F-EF83-4B7E-860F-22584B9F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5" name="sues200_satellite_to_uav_300m/official_trapezoid_mAP/panel-gaussian_noise-xlabel-4">
            <a:extLst xmlns:a="http://schemas.openxmlformats.org/drawingml/2006/main">
              <a:ext uri="{FF2B5EF4-FFF2-40B4-BE49-F238E27FC236}">
                <a16:creationId xmlns:a16="http://schemas.microsoft.com/office/drawing/2014/main" id="{28641A49-1A1F-48A0-8EB2-CCE73EEB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sues200_satellite_to_uav_300m/official_trapezoid_mAP/panel-gaussian_noise-tick-5">
            <a:extLst xmlns:a="http://schemas.openxmlformats.org/drawingml/2006/main">
              <a:ext uri="{FF2B5EF4-FFF2-40B4-BE49-F238E27FC236}">
                <a16:creationId xmlns:a16="http://schemas.microsoft.com/office/drawing/2014/main" id="{DC72E39E-BF9E-4903-A8E6-3F0677A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37" name="sues200_satellite_to_uav_300m/official_trapezoid_mAP/panel-gaussian_noise-xlabel-5">
            <a:extLst xmlns:a="http://schemas.openxmlformats.org/drawingml/2006/main">
              <a:ext uri="{FF2B5EF4-FFF2-40B4-BE49-F238E27FC236}">
                <a16:creationId xmlns:a16="http://schemas.microsoft.com/office/drawing/2014/main" id="{11A4E168-B78D-402B-8368-DDB13141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sues200_satellite_to_uav_300m/official_trapezoid_mAP/gaussian_noise-visual-segment-0-1">
            <a:extLst xmlns:a="http://schemas.openxmlformats.org/drawingml/2006/main">
              <a:ext uri="{FF2B5EF4-FFF2-40B4-BE49-F238E27FC236}">
                <a16:creationId xmlns:a16="http://schemas.microsoft.com/office/drawing/2014/main" id="{3DC52757-92D0-4058-8F5A-07FD873B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22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39" name="sues200_satellite_to_uav_300m/official_trapezoid_mAP/gaussian_noise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3F32D05-AFEB-4B26-806D-189EFB60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695071"/>
            <a:ext cx="307020" cy="1742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0" name="sues200_satellite_to_uav_300m/official_trapezoid_mAP/gaussian_noise-visual-segment-2-3">
            <a:extLst xmlns:a="http://schemas.openxmlformats.org/drawingml/2006/main">
              <a:ext uri="{FF2B5EF4-FFF2-40B4-BE49-F238E27FC236}">
                <a16:creationId xmlns:a16="http://schemas.microsoft.com/office/drawing/2014/main" id="{46F64DF6-325E-404E-89DF-8B378B4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69306"/>
            <a:ext cx="307020" cy="3811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1" name="sues200_satellite_to_uav_300m/official_trapezoid_mAP/gaussian_noise-visual-segment-3-4">
            <a:extLst xmlns:a="http://schemas.openxmlformats.org/drawingml/2006/main">
              <a:ext uri="{FF2B5EF4-FFF2-40B4-BE49-F238E27FC236}">
                <a16:creationId xmlns:a16="http://schemas.microsoft.com/office/drawing/2014/main" id="{6345213B-31FB-4B8C-BA7C-B3EAC2E9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250450"/>
            <a:ext cx="307020" cy="2475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2" name="sues200_satellite_to_uav_300m/official_trapezoid_mAP/gaussian_noise-visual-segment-4-5">
            <a:extLst xmlns:a="http://schemas.openxmlformats.org/drawingml/2006/main">
              <a:ext uri="{FF2B5EF4-FFF2-40B4-BE49-F238E27FC236}">
                <a16:creationId xmlns:a16="http://schemas.microsoft.com/office/drawing/2014/main" id="{3E7A9C67-BD92-43C7-AC8A-35339B9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498049"/>
            <a:ext cx="307020" cy="868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43" name="sues200_satellite_to_uav_300m/official_trapezoid_mAP/gaussian_noise-visual-severity-0">
            <a:extLst xmlns:a="http://schemas.openxmlformats.org/drawingml/2006/main">
              <a:ext uri="{FF2B5EF4-FFF2-40B4-BE49-F238E27FC236}">
                <a16:creationId xmlns:a16="http://schemas.microsoft.com/office/drawing/2014/main" id="{6824A838-D2BF-4F4D-8DEE-5BF44CA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4" name="sues200_satellite_to_uav_300m/official_trapezoid_mAP/gaussian_noise-visual-severity-1">
            <a:extLst xmlns:a="http://schemas.openxmlformats.org/drawingml/2006/main">
              <a:ext uri="{FF2B5EF4-FFF2-40B4-BE49-F238E27FC236}">
                <a16:creationId xmlns:a16="http://schemas.microsoft.com/office/drawing/2014/main" id="{177362C6-018F-42E2-89F1-738A7473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6967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5" name="sues200_satellite_to_uav_300m/official_trapezoid_mAP/gaussian_noise-visual-severity-2">
            <a:extLst xmlns:a="http://schemas.openxmlformats.org/drawingml/2006/main">
              <a:ext uri="{FF2B5EF4-FFF2-40B4-BE49-F238E27FC236}">
                <a16:creationId xmlns:a16="http://schemas.microsoft.com/office/drawing/2014/main" id="{DAA34D3C-761A-463D-95E4-CF563BE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439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6" name="sues200_satellite_to_uav_300m/official_trapezoid_mAP/gaussian_noise-visual-severity-3">
            <a:extLst xmlns:a="http://schemas.openxmlformats.org/drawingml/2006/main">
              <a:ext uri="{FF2B5EF4-FFF2-40B4-BE49-F238E27FC236}">
                <a16:creationId xmlns:a16="http://schemas.microsoft.com/office/drawing/2014/main" id="{C956A8BC-FAC3-4B89-A9CA-CEF5A8BB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22505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7" name="sues200_satellite_to_uav_300m/official_trapezoid_mAP/gaussian_noise-visual-severity-4">
            <a:extLst xmlns:a="http://schemas.openxmlformats.org/drawingml/2006/main">
              <a:ext uri="{FF2B5EF4-FFF2-40B4-BE49-F238E27FC236}">
                <a16:creationId xmlns:a16="http://schemas.microsoft.com/office/drawing/2014/main" id="{C3EDFA2A-73A5-4E8F-963E-0BD5EBE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47264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8" name="sues200_satellite_to_uav_300m/official_trapezoid_mAP/gaussian_noise-visual-severity-5">
            <a:extLst xmlns:a="http://schemas.openxmlformats.org/drawingml/2006/main">
              <a:ext uri="{FF2B5EF4-FFF2-40B4-BE49-F238E27FC236}">
                <a16:creationId xmlns:a16="http://schemas.microsoft.com/office/drawing/2014/main" id="{36CCCF9F-8B77-4B57-97CC-C1C6A6F8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55953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49" name="sues200_satellite_to_uav_300m/official_trapezoid_mAP/gaussian_noise-full-segment-0-1">
            <a:extLst xmlns:a="http://schemas.openxmlformats.org/drawingml/2006/main">
              <a:ext uri="{FF2B5EF4-FFF2-40B4-BE49-F238E27FC236}">
                <a16:creationId xmlns:a16="http://schemas.microsoft.com/office/drawing/2014/main" id="{79DA8D77-B16C-4D8E-B1C2-6935452F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1672167"/>
            <a:ext cx="307020" cy="478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0" name="sues200_satellite_to_uav_300m/official_trapezoid_mAP/gaussian_noise-full-segment-1-2">
            <a:extLst xmlns:a="http://schemas.openxmlformats.org/drawingml/2006/main">
              <a:ext uri="{FF2B5EF4-FFF2-40B4-BE49-F238E27FC236}">
                <a16:creationId xmlns:a16="http://schemas.microsoft.com/office/drawing/2014/main" id="{09DDD7BE-24BB-48AF-8449-0A9CEBB3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1719990"/>
            <a:ext cx="307020" cy="1528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1" name="sues200_satellite_to_uav_300m/official_trapezoid_mAP/gaussian_noise-full-segment-2-3">
            <a:extLst xmlns:a="http://schemas.openxmlformats.org/drawingml/2006/main">
              <a:ext uri="{FF2B5EF4-FFF2-40B4-BE49-F238E27FC236}">
                <a16:creationId xmlns:a16="http://schemas.microsoft.com/office/drawing/2014/main" id="{80D3F275-EC86-4F3C-BF7F-0DD02704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1872820"/>
            <a:ext cx="307020" cy="264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2" name="sues200_satellite_to_uav_300m/official_trapezoid_mAP/gaussian_noise-full-segment-3-4">
            <a:extLst xmlns:a="http://schemas.openxmlformats.org/drawingml/2006/main">
              <a:ext uri="{FF2B5EF4-FFF2-40B4-BE49-F238E27FC236}">
                <a16:creationId xmlns:a16="http://schemas.microsoft.com/office/drawing/2014/main" id="{46FC3C23-E97F-43AA-8832-23B73526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2137660"/>
            <a:ext cx="307020" cy="1576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3" name="sues200_satellite_to_uav_300m/official_trapezoid_mAP/gaussian_noise-full-segment-4-5">
            <a:extLst xmlns:a="http://schemas.openxmlformats.org/drawingml/2006/main">
              <a:ext uri="{FF2B5EF4-FFF2-40B4-BE49-F238E27FC236}">
                <a16:creationId xmlns:a16="http://schemas.microsoft.com/office/drawing/2014/main" id="{D009C093-057D-4734-9C04-28EC1601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2295272"/>
            <a:ext cx="307020" cy="1474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54" name="sues200_satellite_to_uav_300m/official_trapezoid_mAP/gaussian_noise-full-severity-0">
            <a:extLst xmlns:a="http://schemas.openxmlformats.org/drawingml/2006/main">
              <a:ext uri="{FF2B5EF4-FFF2-40B4-BE49-F238E27FC236}">
                <a16:creationId xmlns:a16="http://schemas.microsoft.com/office/drawing/2014/main" id="{27E84FC3-D654-4E73-9B89-4CA7986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5" name="sues200_satellite_to_uav_300m/official_trapezoid_mAP/gaussian_noise-full-severity-1">
            <a:extLst xmlns:a="http://schemas.openxmlformats.org/drawingml/2006/main">
              <a:ext uri="{FF2B5EF4-FFF2-40B4-BE49-F238E27FC236}">
                <a16:creationId xmlns:a16="http://schemas.microsoft.com/office/drawing/2014/main" id="{99A0362A-962C-4EB6-A98A-FE4B3DDB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169459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6" name="sues200_satellite_to_uav_300m/official_trapezoid_mAP/gaussian_noise-full-severity-2">
            <a:extLst xmlns:a="http://schemas.openxmlformats.org/drawingml/2006/main">
              <a:ext uri="{FF2B5EF4-FFF2-40B4-BE49-F238E27FC236}">
                <a16:creationId xmlns:a16="http://schemas.microsoft.com/office/drawing/2014/main" id="{C08AE021-6339-4F76-A734-D8BA6308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184742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7" name="sues200_satellite_to_uav_300m/official_trapezoid_mAP/gaussian_noise-full-severity-3">
            <a:extLst xmlns:a="http://schemas.openxmlformats.org/drawingml/2006/main">
              <a:ext uri="{FF2B5EF4-FFF2-40B4-BE49-F238E27FC236}">
                <a16:creationId xmlns:a16="http://schemas.microsoft.com/office/drawing/2014/main" id="{B2BD6B5B-6E6C-4E73-A89F-FAB0DF2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21122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8" name="sues200_satellite_to_uav_300m/official_trapezoid_mAP/gaussian_noise-full-severity-4">
            <a:extLst xmlns:a="http://schemas.openxmlformats.org/drawingml/2006/main">
              <a:ext uri="{FF2B5EF4-FFF2-40B4-BE49-F238E27FC236}">
                <a16:creationId xmlns:a16="http://schemas.microsoft.com/office/drawing/2014/main" id="{95F9F0F6-D25E-40A3-BE9C-635F1F38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226987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9" name="sues200_satellite_to_uav_300m/official_trapezoid_mAP/gaussian_noise-full-severity-5">
            <a:extLst xmlns:a="http://schemas.openxmlformats.org/drawingml/2006/main">
              <a:ext uri="{FF2B5EF4-FFF2-40B4-BE49-F238E27FC236}">
                <a16:creationId xmlns:a16="http://schemas.microsoft.com/office/drawing/2014/main" id="{D335DD9F-DFE1-48F7-8AD5-8BB0B89D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241728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60" name="sues200_satellite_to_uav_300m/official_trapezoid_mAP/panel-gaussian_blur-title">
            <a:extLst xmlns:a="http://schemas.openxmlformats.org/drawingml/2006/main">
              <a:ext uri="{FF2B5EF4-FFF2-40B4-BE49-F238E27FC236}">
                <a16:creationId xmlns:a16="http://schemas.microsoft.com/office/drawing/2014/main" id="{72573F9C-C8D0-4A02-ABCC-886F8F4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1246886"/>
            <a:ext cx="89677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Gaussian blur</a:t>
            </a:r>
          </a:p>
        </p:txBody>
      </p:sp>
      <p:sp>
        <p:nvSpPr>
          <p:cNvPr id="61" name="sues200_satellite_to_uav_300m/official_trapezoid_mAP/panel-gaussian_blur-grid-0">
            <a:extLst xmlns:a="http://schemas.openxmlformats.org/drawingml/2006/main">
              <a:ext uri="{FF2B5EF4-FFF2-40B4-BE49-F238E27FC236}">
                <a16:creationId xmlns:a16="http://schemas.microsoft.com/office/drawing/2014/main" id="{9965E501-FDBD-48C2-85C8-6936785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2" name="sues200_satellite_to_uav_300m/official_trapezoid_mAP/panel-gaussian_blur-ytick-0">
            <a:extLst xmlns:a="http://schemas.openxmlformats.org/drawingml/2006/main">
              <a:ext uri="{FF2B5EF4-FFF2-40B4-BE49-F238E27FC236}">
                <a16:creationId xmlns:a16="http://schemas.microsoft.com/office/drawing/2014/main" id="{AB3DD157-4556-473D-ABFF-A5D90D31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3" name="sues200_satellite_to_uav_300m/official_trapezoid_mAP/panel-gaussian_blur-grid-20">
            <a:extLst xmlns:a="http://schemas.openxmlformats.org/drawingml/2006/main">
              <a:ext uri="{FF2B5EF4-FFF2-40B4-BE49-F238E27FC236}">
                <a16:creationId xmlns:a16="http://schemas.microsoft.com/office/drawing/2014/main" id="{9F714164-CF92-407E-A024-CD322E8C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4" name="sues200_satellite_to_uav_300m/official_trapezoid_mAP/panel-gaussian_blur-ytick-20">
            <a:extLst xmlns:a="http://schemas.openxmlformats.org/drawingml/2006/main">
              <a:ext uri="{FF2B5EF4-FFF2-40B4-BE49-F238E27FC236}">
                <a16:creationId xmlns:a16="http://schemas.microsoft.com/office/drawing/2014/main" id="{EA66C801-F3BE-4454-8609-81BE7C9A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5" name="sues200_satellite_to_uav_300m/official_trapezoid_mAP/panel-gaussian_blur-grid-40">
            <a:extLst xmlns:a="http://schemas.openxmlformats.org/drawingml/2006/main">
              <a:ext uri="{FF2B5EF4-FFF2-40B4-BE49-F238E27FC236}">
                <a16:creationId xmlns:a16="http://schemas.microsoft.com/office/drawing/2014/main" id="{01573807-1DFE-4A44-9C14-C77C232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6" name="sues200_satellite_to_uav_300m/official_trapezoid_mAP/panel-gaussian_blur-ytick-40">
            <a:extLst xmlns:a="http://schemas.openxmlformats.org/drawingml/2006/main">
              <a:ext uri="{FF2B5EF4-FFF2-40B4-BE49-F238E27FC236}">
                <a16:creationId xmlns:a16="http://schemas.microsoft.com/office/drawing/2014/main" id="{93A0CC47-6CF4-4ED3-A4DB-CDBE94BD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67" name="sues200_satellite_to_uav_300m/official_trapezoid_mAP/panel-gaussian_blur-grid-60">
            <a:extLst xmlns:a="http://schemas.openxmlformats.org/drawingml/2006/main">
              <a:ext uri="{FF2B5EF4-FFF2-40B4-BE49-F238E27FC236}">
                <a16:creationId xmlns:a16="http://schemas.microsoft.com/office/drawing/2014/main" id="{AACB72B2-F822-47D2-BC93-902ADEAF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68" name="sues200_satellite_to_uav_300m/official_trapezoid_mAP/panel-gaussian_blur-ytick-60">
            <a:extLst xmlns:a="http://schemas.openxmlformats.org/drawingml/2006/main">
              <a:ext uri="{FF2B5EF4-FFF2-40B4-BE49-F238E27FC236}">
                <a16:creationId xmlns:a16="http://schemas.microsoft.com/office/drawing/2014/main" id="{4665757B-3E8F-45D5-A912-6CF44814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69" name="sues200_satellite_to_uav_300m/official_trapezoid_mAP/panel-gaussian_blur-grid-80">
            <a:extLst xmlns:a="http://schemas.openxmlformats.org/drawingml/2006/main">
              <a:ext uri="{FF2B5EF4-FFF2-40B4-BE49-F238E27FC236}">
                <a16:creationId xmlns:a16="http://schemas.microsoft.com/office/drawing/2014/main" id="{C45B0E31-3ABE-449F-BCB7-194F4AC3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0" name="sues200_satellite_to_uav_300m/official_trapezoid_mAP/panel-gaussian_blur-ytick-80">
            <a:extLst xmlns:a="http://schemas.openxmlformats.org/drawingml/2006/main">
              <a:ext uri="{FF2B5EF4-FFF2-40B4-BE49-F238E27FC236}">
                <a16:creationId xmlns:a16="http://schemas.microsoft.com/office/drawing/2014/main" id="{85BF86F9-77B7-4F48-A3D5-C9C0EF82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1" name="sues200_satellite_to_uav_300m/official_trapezoid_mAP/panel-gaussian_blur-grid-100">
            <a:extLst xmlns:a="http://schemas.openxmlformats.org/drawingml/2006/main">
              <a:ext uri="{FF2B5EF4-FFF2-40B4-BE49-F238E27FC236}">
                <a16:creationId xmlns:a16="http://schemas.microsoft.com/office/drawing/2014/main" id="{4BA83D09-9896-4DEB-A381-863313AB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72" name="sues200_satellite_to_uav_300m/official_trapezoid_mAP/panel-gaussian_blur-ytick-100">
            <a:extLst xmlns:a="http://schemas.openxmlformats.org/drawingml/2006/main">
              <a:ext uri="{FF2B5EF4-FFF2-40B4-BE49-F238E27FC236}">
                <a16:creationId xmlns:a16="http://schemas.microsoft.com/office/drawing/2014/main" id="{CE435A40-54C5-4278-AA67-717AC33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3" name="sues200_satellite_to_uav_300m/official_trapezoid_mAP/panel-gaussian_blur-grid-120">
            <a:extLst xmlns:a="http://schemas.openxmlformats.org/drawingml/2006/main">
              <a:ext uri="{FF2B5EF4-FFF2-40B4-BE49-F238E27FC236}">
                <a16:creationId xmlns:a16="http://schemas.microsoft.com/office/drawing/2014/main" id="{B88C0CD6-7DE7-4604-94A7-6A3E4E08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74" name="sues200_satellite_to_uav_300m/official_trapezoid_mAP/panel-gaussian_blur-ytick-120">
            <a:extLst xmlns:a="http://schemas.openxmlformats.org/drawingml/2006/main">
              <a:ext uri="{FF2B5EF4-FFF2-40B4-BE49-F238E27FC236}">
                <a16:creationId xmlns:a16="http://schemas.microsoft.com/office/drawing/2014/main" id="{03E8EB41-D556-42AC-80BA-F8F5F020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5" name="sues200_satellite_to_uav_300m/official_trapezoid_mAP/panel-gaussian_blur-axis-y">
            <a:extLst xmlns:a="http://schemas.openxmlformats.org/drawingml/2006/main">
              <a:ext uri="{FF2B5EF4-FFF2-40B4-BE49-F238E27FC236}">
                <a16:creationId xmlns:a16="http://schemas.microsoft.com/office/drawing/2014/main" id="{3C1CAE66-0FDF-4B3F-86F8-4D66CCC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6" name="sues200_satellite_to_uav_300m/official_trapezoid_mAP/panel-gaussian_blur-axis-x">
            <a:extLst xmlns:a="http://schemas.openxmlformats.org/drawingml/2006/main">
              <a:ext uri="{FF2B5EF4-FFF2-40B4-BE49-F238E27FC236}">
                <a16:creationId xmlns:a16="http://schemas.microsoft.com/office/drawing/2014/main" id="{3DDCFBCC-8C6C-491A-AA6A-220C489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7" name="sues200_satellite_to_uav_300m/official_trapezoid_mAP/panel-gaussian_blur-tick-0">
            <a:extLst xmlns:a="http://schemas.openxmlformats.org/drawingml/2006/main">
              <a:ext uri="{FF2B5EF4-FFF2-40B4-BE49-F238E27FC236}">
                <a16:creationId xmlns:a16="http://schemas.microsoft.com/office/drawing/2014/main" id="{4BA1D5EA-2BCA-45A0-A80B-BAA0796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78" name="sues200_satellite_to_uav_300m/official_trapezoid_mAP/panel-gaussian_blur-xlabel-0">
            <a:extLst xmlns:a="http://schemas.openxmlformats.org/drawingml/2006/main">
              <a:ext uri="{FF2B5EF4-FFF2-40B4-BE49-F238E27FC236}">
                <a16:creationId xmlns:a16="http://schemas.microsoft.com/office/drawing/2014/main" id="{E3630514-6D91-4839-A51E-90550894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sues200_satellite_to_uav_300m/official_trapezoid_mAP/panel-gaussian_blur-tick-1">
            <a:extLst xmlns:a="http://schemas.openxmlformats.org/drawingml/2006/main">
              <a:ext uri="{FF2B5EF4-FFF2-40B4-BE49-F238E27FC236}">
                <a16:creationId xmlns:a16="http://schemas.microsoft.com/office/drawing/2014/main" id="{BC3F0DF9-2B50-48EC-AE9C-5B34C30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0" name="sues200_satellite_to_uav_300m/official_trapezoid_mAP/panel-gaussian_blur-xlabel-1">
            <a:extLst xmlns:a="http://schemas.openxmlformats.org/drawingml/2006/main">
              <a:ext uri="{FF2B5EF4-FFF2-40B4-BE49-F238E27FC236}">
                <a16:creationId xmlns:a16="http://schemas.microsoft.com/office/drawing/2014/main" id="{595E3C69-77E0-4584-A546-782B060A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sues200_satellite_to_uav_300m/official_trapezoid_mAP/panel-gaussian_blur-tick-2">
            <a:extLst xmlns:a="http://schemas.openxmlformats.org/drawingml/2006/main">
              <a:ext uri="{FF2B5EF4-FFF2-40B4-BE49-F238E27FC236}">
                <a16:creationId xmlns:a16="http://schemas.microsoft.com/office/drawing/2014/main" id="{71EC277A-D233-451A-B199-9AA248BF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2" name="sues200_satellite_to_uav_300m/official_trapezoid_mAP/panel-gaussian_blur-xlabel-2">
            <a:extLst xmlns:a="http://schemas.openxmlformats.org/drawingml/2006/main">
              <a:ext uri="{FF2B5EF4-FFF2-40B4-BE49-F238E27FC236}">
                <a16:creationId xmlns:a16="http://schemas.microsoft.com/office/drawing/2014/main" id="{C6EA5D34-BCB2-41E7-B215-F99DEFAA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3" name="sues200_satellite_to_uav_300m/official_trapezoid_mAP/panel-gaussian_blur-tick-3">
            <a:extLst xmlns:a="http://schemas.openxmlformats.org/drawingml/2006/main">
              <a:ext uri="{FF2B5EF4-FFF2-40B4-BE49-F238E27FC236}">
                <a16:creationId xmlns:a16="http://schemas.microsoft.com/office/drawing/2014/main" id="{9AB9EA37-843F-4FC6-94FD-3790DDC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4" name="sues200_satellite_to_uav_300m/official_trapezoid_mAP/panel-gaussian_blur-xlabel-3">
            <a:extLst xmlns:a="http://schemas.openxmlformats.org/drawingml/2006/main">
              <a:ext uri="{FF2B5EF4-FFF2-40B4-BE49-F238E27FC236}">
                <a16:creationId xmlns:a16="http://schemas.microsoft.com/office/drawing/2014/main" id="{30EF452B-8DC4-49DA-A966-CA740CD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5" name="sues200_satellite_to_uav_300m/official_trapezoid_mAP/panel-gaussian_blur-tick-4">
            <a:extLst xmlns:a="http://schemas.openxmlformats.org/drawingml/2006/main">
              <a:ext uri="{FF2B5EF4-FFF2-40B4-BE49-F238E27FC236}">
                <a16:creationId xmlns:a16="http://schemas.microsoft.com/office/drawing/2014/main" id="{CAEECAC4-9409-47BE-85B4-679F4FDE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6" name="sues200_satellite_to_uav_300m/official_trapezoid_mAP/panel-gaussian_blur-xlabel-4">
            <a:extLst xmlns:a="http://schemas.openxmlformats.org/drawingml/2006/main">
              <a:ext uri="{FF2B5EF4-FFF2-40B4-BE49-F238E27FC236}">
                <a16:creationId xmlns:a16="http://schemas.microsoft.com/office/drawing/2014/main" id="{DC7BD9C2-3610-4E73-9BC0-8DDD837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7" name="sues200_satellite_to_uav_300m/official_trapezoid_mAP/panel-gaussian_blur-tick-5">
            <a:extLst xmlns:a="http://schemas.openxmlformats.org/drawingml/2006/main">
              <a:ext uri="{FF2B5EF4-FFF2-40B4-BE49-F238E27FC236}">
                <a16:creationId xmlns:a16="http://schemas.microsoft.com/office/drawing/2014/main" id="{53CD3BF2-B12C-4954-A6DC-3BC897E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88" name="sues200_satellite_to_uav_300m/official_trapezoid_mAP/panel-gaussian_blur-xlabel-5">
            <a:extLst xmlns:a="http://schemas.openxmlformats.org/drawingml/2006/main">
              <a:ext uri="{FF2B5EF4-FFF2-40B4-BE49-F238E27FC236}">
                <a16:creationId xmlns:a16="http://schemas.microsoft.com/office/drawing/2014/main" id="{5F7BC837-32C3-4A14-A89C-4A0E2A78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9" name="sues200_satellite_to_uav_300m/official_trapezoid_mAP/gaussian_blur-visual-segment-0-1">
            <a:extLst xmlns:a="http://schemas.openxmlformats.org/drawingml/2006/main">
              <a:ext uri="{FF2B5EF4-FFF2-40B4-BE49-F238E27FC236}">
                <a16:creationId xmlns:a16="http://schemas.microsoft.com/office/drawing/2014/main" id="{C2EF1BA8-6B70-4D3C-B3AE-C62C26A8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103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0" name="sues200_satellite_to_uav_300m/official_trapezoid_mAP/gaussian_blur-visual-segment-1-2">
            <a:extLst xmlns:a="http://schemas.openxmlformats.org/drawingml/2006/main">
              <a:ext uri="{FF2B5EF4-FFF2-40B4-BE49-F238E27FC236}">
                <a16:creationId xmlns:a16="http://schemas.microsoft.com/office/drawing/2014/main" id="{D480F0E3-DA74-41EB-AF8A-F6AC4E2C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82561"/>
            <a:ext cx="307020" cy="78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1" name="sues200_satellite_to_uav_300m/official_trapezoid_mAP/gaussian_blur-visual-segment-2-3">
            <a:extLst xmlns:a="http://schemas.openxmlformats.org/drawingml/2006/main">
              <a:ext uri="{FF2B5EF4-FFF2-40B4-BE49-F238E27FC236}">
                <a16:creationId xmlns:a16="http://schemas.microsoft.com/office/drawing/2014/main" id="{60A799F8-B645-4FE5-8942-E4C08D6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761241"/>
            <a:ext cx="307020" cy="357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2" name="sues200_satellite_to_uav_300m/official_trapezoid_mAP/gaussian_blur-visual-segment-3-4">
            <a:extLst xmlns:a="http://schemas.openxmlformats.org/drawingml/2006/main">
              <a:ext uri="{FF2B5EF4-FFF2-40B4-BE49-F238E27FC236}">
                <a16:creationId xmlns:a16="http://schemas.microsoft.com/office/drawing/2014/main" id="{576BD208-2A95-4F42-8D75-0491DD8E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118320"/>
            <a:ext cx="307020" cy="2509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3" name="sues200_satellite_to_uav_300m/official_trapezoid_mAP/gaussian_blur-visual-segment-4-5">
            <a:extLst xmlns:a="http://schemas.openxmlformats.org/drawingml/2006/main">
              <a:ext uri="{FF2B5EF4-FFF2-40B4-BE49-F238E27FC236}">
                <a16:creationId xmlns:a16="http://schemas.microsoft.com/office/drawing/2014/main" id="{BEE260EB-75AE-45A0-A5B7-11E75D13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369255"/>
            <a:ext cx="307020" cy="990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94" name="sues200_satellite_to_uav_300m/official_trapezoid_mAP/gaussian_blur-visual-severity-0">
            <a:extLst xmlns:a="http://schemas.openxmlformats.org/drawingml/2006/main">
              <a:ext uri="{FF2B5EF4-FFF2-40B4-BE49-F238E27FC236}">
                <a16:creationId xmlns:a16="http://schemas.microsoft.com/office/drawing/2014/main" id="{0B8C443E-6F5C-4763-9716-F8A1B4E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5" name="sues200_satellite_to_uav_300m/official_trapezoid_mAP/gaussian_blur-visual-severity-1">
            <a:extLst xmlns:a="http://schemas.openxmlformats.org/drawingml/2006/main">
              <a:ext uri="{FF2B5EF4-FFF2-40B4-BE49-F238E27FC236}">
                <a16:creationId xmlns:a16="http://schemas.microsoft.com/office/drawing/2014/main" id="{A86DB8D5-D8DD-4311-94AE-5DE6CEBD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5716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6" name="sues200_satellite_to_uav_300m/official_trapezoid_mAP/gaussian_blur-visual-severity-2">
            <a:extLst xmlns:a="http://schemas.openxmlformats.org/drawingml/2006/main">
              <a:ext uri="{FF2B5EF4-FFF2-40B4-BE49-F238E27FC236}">
                <a16:creationId xmlns:a16="http://schemas.microsoft.com/office/drawing/2014/main" id="{31775C29-C353-4E9D-B7B2-F69AD16A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3584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7" name="sues200_satellite_to_uav_300m/official_trapezoid_mAP/gaussian_blur-visual-severity-3">
            <a:extLst xmlns:a="http://schemas.openxmlformats.org/drawingml/2006/main">
              <a:ext uri="{FF2B5EF4-FFF2-40B4-BE49-F238E27FC236}">
                <a16:creationId xmlns:a16="http://schemas.microsoft.com/office/drawing/2014/main" id="{4454106F-55B9-46E0-AD28-A899ED99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9292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8" name="sues200_satellite_to_uav_300m/official_trapezoid_mAP/gaussian_blur-visual-severity-4">
            <a:extLst xmlns:a="http://schemas.openxmlformats.org/drawingml/2006/main">
              <a:ext uri="{FF2B5EF4-FFF2-40B4-BE49-F238E27FC236}">
                <a16:creationId xmlns:a16="http://schemas.microsoft.com/office/drawing/2014/main" id="{3F786470-EBBE-49A3-B8A5-D11D30EF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34385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99" name="sues200_satellite_to_uav_300m/official_trapezoid_mAP/gaussian_blur-visual-severity-5">
            <a:extLst xmlns:a="http://schemas.openxmlformats.org/drawingml/2006/main">
              <a:ext uri="{FF2B5EF4-FFF2-40B4-BE49-F238E27FC236}">
                <a16:creationId xmlns:a16="http://schemas.microsoft.com/office/drawing/2014/main" id="{55381104-3E9C-4D29-B59C-A4D813BD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4428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00" name="sues200_satellite_to_uav_300m/official_trapezoid_mAP/gaussian_blur-full-segment-0-1">
            <a:extLst xmlns:a="http://schemas.openxmlformats.org/drawingml/2006/main">
              <a:ext uri="{FF2B5EF4-FFF2-40B4-BE49-F238E27FC236}">
                <a16:creationId xmlns:a16="http://schemas.microsoft.com/office/drawing/2014/main" id="{3AB50FFD-0F7A-4547-97E0-FED5ABE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1672167"/>
            <a:ext cx="307020" cy="182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1" name="sues200_satellite_to_uav_300m/official_trapezoid_mAP/gaussian_blur-full-segment-1-2">
            <a:extLst xmlns:a="http://schemas.openxmlformats.org/drawingml/2006/main">
              <a:ext uri="{FF2B5EF4-FFF2-40B4-BE49-F238E27FC236}">
                <a16:creationId xmlns:a16="http://schemas.microsoft.com/office/drawing/2014/main" id="{15E1AB42-9A5A-47B8-8C75-B35AF38F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1690385"/>
            <a:ext cx="307020" cy="127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2" name="sues200_satellite_to_uav_300m/official_trapezoid_mAP/gaussian_blur-full-segment-2-3">
            <a:extLst xmlns:a="http://schemas.openxmlformats.org/drawingml/2006/main">
              <a:ext uri="{FF2B5EF4-FFF2-40B4-BE49-F238E27FC236}">
                <a16:creationId xmlns:a16="http://schemas.microsoft.com/office/drawing/2014/main" id="{802847A6-2D19-4614-8AAE-DC404EFE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1817869"/>
            <a:ext cx="307020" cy="2425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3" name="sues200_satellite_to_uav_300m/official_trapezoid_mAP/gaussian_blur-full-segment-3-4">
            <a:extLst xmlns:a="http://schemas.openxmlformats.org/drawingml/2006/main">
              <a:ext uri="{FF2B5EF4-FFF2-40B4-BE49-F238E27FC236}">
                <a16:creationId xmlns:a16="http://schemas.microsoft.com/office/drawing/2014/main" id="{2DA7AE92-ECB1-456B-8D3A-7DFBF521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2060422"/>
            <a:ext cx="307020" cy="177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4" name="sues200_satellite_to_uav_300m/official_trapezoid_mAP/gaussian_blur-full-segment-4-5">
            <a:extLst xmlns:a="http://schemas.openxmlformats.org/drawingml/2006/main">
              <a:ext uri="{FF2B5EF4-FFF2-40B4-BE49-F238E27FC236}">
                <a16:creationId xmlns:a16="http://schemas.microsoft.com/office/drawing/2014/main" id="{C83A1BFE-E49A-4FD3-BCFD-B74B73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2238417"/>
            <a:ext cx="307020" cy="93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05" name="sues200_satellite_to_uav_300m/official_trapezoid_mAP/gaussian_blur-full-severity-0">
            <a:extLst xmlns:a="http://schemas.openxmlformats.org/drawingml/2006/main">
              <a:ext uri="{FF2B5EF4-FFF2-40B4-BE49-F238E27FC236}">
                <a16:creationId xmlns:a16="http://schemas.microsoft.com/office/drawing/2014/main" id="{CE9ACAED-ED66-44E6-BAC4-C5831C7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sues200_satellite_to_uav_300m/official_trapezoid_mAP/gaussian_blur-full-severity-1">
            <a:extLst xmlns:a="http://schemas.openxmlformats.org/drawingml/2006/main">
              <a:ext uri="{FF2B5EF4-FFF2-40B4-BE49-F238E27FC236}">
                <a16:creationId xmlns:a16="http://schemas.microsoft.com/office/drawing/2014/main" id="{71313501-A0FE-40BC-83CA-543D9D97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166498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sues200_satellite_to_uav_300m/official_trapezoid_mAP/gaussian_blur-full-severity-2">
            <a:extLst xmlns:a="http://schemas.openxmlformats.org/drawingml/2006/main">
              <a:ext uri="{FF2B5EF4-FFF2-40B4-BE49-F238E27FC236}">
                <a16:creationId xmlns:a16="http://schemas.microsoft.com/office/drawing/2014/main" id="{5392CF5F-1F61-40EA-BB3D-DDCE7ECF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17924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sues200_satellite_to_uav_300m/official_trapezoid_mAP/gaussian_blur-full-severity-3">
            <a:extLst xmlns:a="http://schemas.openxmlformats.org/drawingml/2006/main">
              <a:ext uri="{FF2B5EF4-FFF2-40B4-BE49-F238E27FC236}">
                <a16:creationId xmlns:a16="http://schemas.microsoft.com/office/drawing/2014/main" id="{4A762107-BCF4-445B-A4A1-51783A09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203502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sues200_satellite_to_uav_300m/official_trapezoid_mAP/gaussian_blur-full-severity-4">
            <a:extLst xmlns:a="http://schemas.openxmlformats.org/drawingml/2006/main">
              <a:ext uri="{FF2B5EF4-FFF2-40B4-BE49-F238E27FC236}">
                <a16:creationId xmlns:a16="http://schemas.microsoft.com/office/drawing/2014/main" id="{FD370CB7-A5FD-4604-8C20-6D679F55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221301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sues200_satellite_to_uav_300m/official_trapezoid_mAP/gaussian_blur-full-severity-5">
            <a:extLst xmlns:a="http://schemas.openxmlformats.org/drawingml/2006/main">
              <a:ext uri="{FF2B5EF4-FFF2-40B4-BE49-F238E27FC236}">
                <a16:creationId xmlns:a16="http://schemas.microsoft.com/office/drawing/2014/main" id="{BD231326-84EF-4119-8B74-32CC6BA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230646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sues200_satellite_to_uav_300m/official_trapezoid_mAP/panel-brightness-title">
            <a:extLst xmlns:a="http://schemas.openxmlformats.org/drawingml/2006/main">
              <a:ext uri="{FF2B5EF4-FFF2-40B4-BE49-F238E27FC236}">
                <a16:creationId xmlns:a16="http://schemas.microsoft.com/office/drawing/2014/main" id="{27C6A379-61BD-49D2-A200-9F059BDE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1246886"/>
            <a:ext cx="734949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Brightness</a:t>
            </a:r>
          </a:p>
        </p:txBody>
      </p:sp>
      <p:sp>
        <p:nvSpPr>
          <p:cNvPr id="112" name="sues200_satellite_to_uav_300m/official_trapezoid_mAP/panel-brightness-grid-0">
            <a:extLst xmlns:a="http://schemas.openxmlformats.org/drawingml/2006/main">
              <a:ext uri="{FF2B5EF4-FFF2-40B4-BE49-F238E27FC236}">
                <a16:creationId xmlns:a16="http://schemas.microsoft.com/office/drawing/2014/main" id="{A09E113D-5755-4CCA-A560-A62CE412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3" name="sues200_satellite_to_uav_300m/official_trapezoid_mAP/panel-brightness-ytick-0">
            <a:extLst xmlns:a="http://schemas.openxmlformats.org/drawingml/2006/main">
              <a:ext uri="{FF2B5EF4-FFF2-40B4-BE49-F238E27FC236}">
                <a16:creationId xmlns:a16="http://schemas.microsoft.com/office/drawing/2014/main" id="{548995D5-7463-4642-A06A-9BAE163D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26090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4" name="sues200_satellite_to_uav_300m/official_trapezoid_mAP/panel-brightness-grid-20">
            <a:extLst xmlns:a="http://schemas.openxmlformats.org/drawingml/2006/main">
              <a:ext uri="{FF2B5EF4-FFF2-40B4-BE49-F238E27FC236}">
                <a16:creationId xmlns:a16="http://schemas.microsoft.com/office/drawing/2014/main" id="{F4046EEB-1D19-4C23-A7AF-26FF88E4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4680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5" name="sues200_satellite_to_uav_300m/official_trapezoid_mAP/panel-brightness-ytick-20">
            <a:extLst xmlns:a="http://schemas.openxmlformats.org/drawingml/2006/main">
              <a:ext uri="{FF2B5EF4-FFF2-40B4-BE49-F238E27FC236}">
                <a16:creationId xmlns:a16="http://schemas.microsoft.com/office/drawing/2014/main" id="{9A34AFC1-03F3-4382-BA11-B4007A44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4101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6" name="sues200_satellite_to_uav_300m/official_trapezoid_mAP/panel-brightness-grid-40">
            <a:extLst xmlns:a="http://schemas.openxmlformats.org/drawingml/2006/main">
              <a:ext uri="{FF2B5EF4-FFF2-40B4-BE49-F238E27FC236}">
                <a16:creationId xmlns:a16="http://schemas.microsoft.com/office/drawing/2014/main" id="{64CF24DF-7884-4828-87EE-3A932E8F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2690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7" name="sues200_satellite_to_uav_300m/official_trapezoid_mAP/panel-brightness-ytick-40">
            <a:extLst xmlns:a="http://schemas.openxmlformats.org/drawingml/2006/main">
              <a:ext uri="{FF2B5EF4-FFF2-40B4-BE49-F238E27FC236}">
                <a16:creationId xmlns:a16="http://schemas.microsoft.com/office/drawing/2014/main" id="{4C3024F5-9C8F-4813-8C67-3D9D18EC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2111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8" name="sues200_satellite_to_uav_300m/official_trapezoid_mAP/panel-brightness-grid-60">
            <a:extLst xmlns:a="http://schemas.openxmlformats.org/drawingml/2006/main">
              <a:ext uri="{FF2B5EF4-FFF2-40B4-BE49-F238E27FC236}">
                <a16:creationId xmlns:a16="http://schemas.microsoft.com/office/drawing/2014/main" id="{019E35C9-E245-4435-942E-F5F52318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0701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19" name="sues200_satellite_to_uav_300m/official_trapezoid_mAP/panel-brightness-ytick-60">
            <a:extLst xmlns:a="http://schemas.openxmlformats.org/drawingml/2006/main">
              <a:ext uri="{FF2B5EF4-FFF2-40B4-BE49-F238E27FC236}">
                <a16:creationId xmlns:a16="http://schemas.microsoft.com/office/drawing/2014/main" id="{7EB46CB1-0C2E-4E0B-A310-64EFAFCF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20121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20" name="sues200_satellite_to_uav_300m/official_trapezoid_mAP/panel-brightness-grid-80">
            <a:extLst xmlns:a="http://schemas.openxmlformats.org/drawingml/2006/main">
              <a:ext uri="{FF2B5EF4-FFF2-40B4-BE49-F238E27FC236}">
                <a16:creationId xmlns:a16="http://schemas.microsoft.com/office/drawing/2014/main" id="{96244080-5DD0-40C2-8350-88147FA5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8711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1" name="sues200_satellite_to_uav_300m/official_trapezoid_mAP/panel-brightness-ytick-80">
            <a:extLst xmlns:a="http://schemas.openxmlformats.org/drawingml/2006/main">
              <a:ext uri="{FF2B5EF4-FFF2-40B4-BE49-F238E27FC236}">
                <a16:creationId xmlns:a16="http://schemas.microsoft.com/office/drawing/2014/main" id="{04D0D41C-01B2-4454-AE8E-EEFC57A8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18132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22" name="sues200_satellite_to_uav_300m/official_trapezoid_mAP/panel-brightness-grid-100">
            <a:extLst xmlns:a="http://schemas.openxmlformats.org/drawingml/2006/main">
              <a:ext uri="{FF2B5EF4-FFF2-40B4-BE49-F238E27FC236}">
                <a16:creationId xmlns:a16="http://schemas.microsoft.com/office/drawing/2014/main" id="{645428E0-52BE-452D-BFA3-6A994F10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23" name="sues200_satellite_to_uav_300m/official_trapezoid_mAP/panel-brightness-ytick-100">
            <a:extLst xmlns:a="http://schemas.openxmlformats.org/drawingml/2006/main">
              <a:ext uri="{FF2B5EF4-FFF2-40B4-BE49-F238E27FC236}">
                <a16:creationId xmlns:a16="http://schemas.microsoft.com/office/drawing/2014/main" id="{60D9D56D-BD18-447F-95EF-1046ED88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6142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24" name="sues200_satellite_to_uav_300m/official_trapezoid_mAP/panel-brightness-grid-120">
            <a:extLst xmlns:a="http://schemas.openxmlformats.org/drawingml/2006/main">
              <a:ext uri="{FF2B5EF4-FFF2-40B4-BE49-F238E27FC236}">
                <a16:creationId xmlns:a16="http://schemas.microsoft.com/office/drawing/2014/main" id="{3B49D6DC-3CDE-470B-8020-3149A936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25" name="sues200_satellite_to_uav_300m/official_trapezoid_mAP/panel-brightness-ytick-120">
            <a:extLst xmlns:a="http://schemas.openxmlformats.org/drawingml/2006/main">
              <a:ext uri="{FF2B5EF4-FFF2-40B4-BE49-F238E27FC236}">
                <a16:creationId xmlns:a16="http://schemas.microsoft.com/office/drawing/2014/main" id="{8872624C-6977-487F-AE01-B5F52541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14152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26" name="sues200_satellite_to_uav_300m/official_trapezoid_mAP/panel-brightness-axis-y">
            <a:extLst xmlns:a="http://schemas.openxmlformats.org/drawingml/2006/main">
              <a:ext uri="{FF2B5EF4-FFF2-40B4-BE49-F238E27FC236}">
                <a16:creationId xmlns:a16="http://schemas.microsoft.com/office/drawing/2014/main" id="{ED54097B-72D3-42B5-9B1C-B707DBB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4732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7" name="sues200_satellite_to_uav_300m/official_trapezoid_mAP/panel-brightness-axis-x">
            <a:extLst xmlns:a="http://schemas.openxmlformats.org/drawingml/2006/main">
              <a:ext uri="{FF2B5EF4-FFF2-40B4-BE49-F238E27FC236}">
                <a16:creationId xmlns:a16="http://schemas.microsoft.com/office/drawing/2014/main" id="{8D6E8FB0-9B60-4B86-A512-A88F3CE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8" name="sues200_satellite_to_uav_300m/official_trapezoid_mAP/panel-brightness-tick-0">
            <a:extLst xmlns:a="http://schemas.openxmlformats.org/drawingml/2006/main">
              <a:ext uri="{FF2B5EF4-FFF2-40B4-BE49-F238E27FC236}">
                <a16:creationId xmlns:a16="http://schemas.microsoft.com/office/drawing/2014/main" id="{99F8C8C1-65A9-4DCB-9089-19CFB01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29" name="sues200_satellite_to_uav_300m/official_trapezoid_mAP/panel-brightness-xlabel-0">
            <a:extLst xmlns:a="http://schemas.openxmlformats.org/drawingml/2006/main">
              <a:ext uri="{FF2B5EF4-FFF2-40B4-BE49-F238E27FC236}">
                <a16:creationId xmlns:a16="http://schemas.microsoft.com/office/drawing/2014/main" id="{C4A9CF53-4358-431F-9E01-BE65446A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0" name="sues200_satellite_to_uav_300m/official_trapezoid_mAP/panel-brightness-tick-1">
            <a:extLst xmlns:a="http://schemas.openxmlformats.org/drawingml/2006/main">
              <a:ext uri="{FF2B5EF4-FFF2-40B4-BE49-F238E27FC236}">
                <a16:creationId xmlns:a16="http://schemas.microsoft.com/office/drawing/2014/main" id="{0ACBEBE8-E64F-437F-BAF8-5CF59BE8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1" name="sues200_satellite_to_uav_300m/official_trapezoid_mAP/panel-brightness-xlabel-1">
            <a:extLst xmlns:a="http://schemas.openxmlformats.org/drawingml/2006/main">
              <a:ext uri="{FF2B5EF4-FFF2-40B4-BE49-F238E27FC236}">
                <a16:creationId xmlns:a16="http://schemas.microsoft.com/office/drawing/2014/main" id="{9ABAC6CC-D335-4060-9510-E50F38C1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2" name="sues200_satellite_to_uav_300m/official_trapezoid_mAP/panel-brightness-tick-2">
            <a:extLst xmlns:a="http://schemas.openxmlformats.org/drawingml/2006/main">
              <a:ext uri="{FF2B5EF4-FFF2-40B4-BE49-F238E27FC236}">
                <a16:creationId xmlns:a16="http://schemas.microsoft.com/office/drawing/2014/main" id="{9F494D1E-B3E2-47A3-AF52-03612218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3" name="sues200_satellite_to_uav_300m/official_trapezoid_mAP/panel-brightness-xlabel-2">
            <a:extLst xmlns:a="http://schemas.openxmlformats.org/drawingml/2006/main">
              <a:ext uri="{FF2B5EF4-FFF2-40B4-BE49-F238E27FC236}">
                <a16:creationId xmlns:a16="http://schemas.microsoft.com/office/drawing/2014/main" id="{10BEA2C2-B873-41E4-9234-DBFC62EF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4" name="sues200_satellite_to_uav_300m/official_trapezoid_mAP/panel-brightness-tick-3">
            <a:extLst xmlns:a="http://schemas.openxmlformats.org/drawingml/2006/main">
              <a:ext uri="{FF2B5EF4-FFF2-40B4-BE49-F238E27FC236}">
                <a16:creationId xmlns:a16="http://schemas.microsoft.com/office/drawing/2014/main" id="{89803B13-E13F-4C68-B333-CCA5E59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5" name="sues200_satellite_to_uav_300m/official_trapezoid_mAP/panel-brightness-xlabel-3">
            <a:extLst xmlns:a="http://schemas.openxmlformats.org/drawingml/2006/main">
              <a:ext uri="{FF2B5EF4-FFF2-40B4-BE49-F238E27FC236}">
                <a16:creationId xmlns:a16="http://schemas.microsoft.com/office/drawing/2014/main" id="{8F4E2CA7-E6A1-4DE5-AB66-A4098BAA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6" name="sues200_satellite_to_uav_300m/official_trapezoid_mAP/panel-brightness-tick-4">
            <a:extLst xmlns:a="http://schemas.openxmlformats.org/drawingml/2006/main">
              <a:ext uri="{FF2B5EF4-FFF2-40B4-BE49-F238E27FC236}">
                <a16:creationId xmlns:a16="http://schemas.microsoft.com/office/drawing/2014/main" id="{3CF52062-D910-47F7-9551-C0AD66E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7" name="sues200_satellite_to_uav_300m/official_trapezoid_mAP/panel-brightness-xlabel-4">
            <a:extLst xmlns:a="http://schemas.openxmlformats.org/drawingml/2006/main">
              <a:ext uri="{FF2B5EF4-FFF2-40B4-BE49-F238E27FC236}">
                <a16:creationId xmlns:a16="http://schemas.microsoft.com/office/drawing/2014/main" id="{4FDE0ED0-27B1-4F86-92F3-99E086FA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sues200_satellite_to_uav_300m/official_trapezoid_mAP/panel-brightness-tick-5">
            <a:extLst xmlns:a="http://schemas.openxmlformats.org/drawingml/2006/main">
              <a:ext uri="{FF2B5EF4-FFF2-40B4-BE49-F238E27FC236}">
                <a16:creationId xmlns:a16="http://schemas.microsoft.com/office/drawing/2014/main" id="{307EA721-8464-444E-83E7-7B4F1E3D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26670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39" name="sues200_satellite_to_uav_300m/official_trapezoid_mAP/panel-brightness-xlabel-5">
            <a:extLst xmlns:a="http://schemas.openxmlformats.org/drawingml/2006/main">
              <a:ext uri="{FF2B5EF4-FFF2-40B4-BE49-F238E27FC236}">
                <a16:creationId xmlns:a16="http://schemas.microsoft.com/office/drawing/2014/main" id="{5AC56E2D-468B-40E5-A9C4-7241B012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27386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0" name="sues200_satellite_to_uav_300m/official_trapezoid_mAP/brightness-visual-segment-0-1">
            <a:extLst xmlns:a="http://schemas.openxmlformats.org/drawingml/2006/main">
              <a:ext uri="{FF2B5EF4-FFF2-40B4-BE49-F238E27FC236}">
                <a16:creationId xmlns:a16="http://schemas.microsoft.com/office/drawing/2014/main" id="{8A8D96C8-52A3-4232-B4E8-0B1B3892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314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1" name="sues200_satellite_to_uav_300m/official_trapezoid_mAP/brightness-visual-segment-1-2">
            <a:extLst xmlns:a="http://schemas.openxmlformats.org/drawingml/2006/main">
              <a:ext uri="{FF2B5EF4-FFF2-40B4-BE49-F238E27FC236}">
                <a16:creationId xmlns:a16="http://schemas.microsoft.com/office/drawing/2014/main" id="{9B937D3B-B62C-4C7D-8EF2-F661413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03645"/>
            <a:ext cx="307020" cy="763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2" name="sues200_satellite_to_uav_300m/official_trapezoid_mAP/brightness-visual-segment-2-3">
            <a:extLst xmlns:a="http://schemas.openxmlformats.org/drawingml/2006/main">
              <a:ext uri="{FF2B5EF4-FFF2-40B4-BE49-F238E27FC236}">
                <a16:creationId xmlns:a16="http://schemas.microsoft.com/office/drawing/2014/main" id="{214E7041-E961-44DF-81D6-7E625477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779973"/>
            <a:ext cx="307020" cy="163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3" name="sues200_satellite_to_uav_300m/official_trapezoid_mAP/brightness-visual-segment-3-4">
            <a:extLst xmlns:a="http://schemas.openxmlformats.org/drawingml/2006/main">
              <a:ext uri="{FF2B5EF4-FFF2-40B4-BE49-F238E27FC236}">
                <a16:creationId xmlns:a16="http://schemas.microsoft.com/office/drawing/2014/main" id="{D4886012-2E5A-4227-B817-07010B02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43932"/>
            <a:ext cx="307020" cy="2310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4" name="sues200_satellite_to_uav_300m/official_trapezoid_mAP/brightness-visual-segment-4-5">
            <a:extLst xmlns:a="http://schemas.openxmlformats.org/drawingml/2006/main">
              <a:ext uri="{FF2B5EF4-FFF2-40B4-BE49-F238E27FC236}">
                <a16:creationId xmlns:a16="http://schemas.microsoft.com/office/drawing/2014/main" id="{E7469C81-2032-46B8-9168-3EA4E9B3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174990"/>
            <a:ext cx="307020" cy="3111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45" name="sues200_satellite_to_uav_300m/official_trapezoid_mAP/brightness-visual-severity-0">
            <a:extLst xmlns:a="http://schemas.openxmlformats.org/drawingml/2006/main">
              <a:ext uri="{FF2B5EF4-FFF2-40B4-BE49-F238E27FC236}">
                <a16:creationId xmlns:a16="http://schemas.microsoft.com/office/drawing/2014/main" id="{A00E097F-B897-4EEC-B63E-B7D3AE1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6" name="sues200_satellite_to_uav_300m/official_trapezoid_mAP/brightness-visual-severity-1">
            <a:extLst xmlns:a="http://schemas.openxmlformats.org/drawingml/2006/main">
              <a:ext uri="{FF2B5EF4-FFF2-40B4-BE49-F238E27FC236}">
                <a16:creationId xmlns:a16="http://schemas.microsoft.com/office/drawing/2014/main" id="{7AED66F4-30C3-4F59-9539-A131EB9D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67824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7" name="sues200_satellite_to_uav_300m/official_trapezoid_mAP/brightness-visual-severity-2">
            <a:extLst xmlns:a="http://schemas.openxmlformats.org/drawingml/2006/main">
              <a:ext uri="{FF2B5EF4-FFF2-40B4-BE49-F238E27FC236}">
                <a16:creationId xmlns:a16="http://schemas.microsoft.com/office/drawing/2014/main" id="{3F6845B9-B0D1-4B51-A6C6-7BE2AD6A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75457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8" name="sues200_satellite_to_uav_300m/official_trapezoid_mAP/brightness-visual-severity-3">
            <a:extLst xmlns:a="http://schemas.openxmlformats.org/drawingml/2006/main">
              <a:ext uri="{FF2B5EF4-FFF2-40B4-BE49-F238E27FC236}">
                <a16:creationId xmlns:a16="http://schemas.microsoft.com/office/drawing/2014/main" id="{30C96106-042B-4303-A204-0BADF9F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185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49" name="sues200_satellite_to_uav_300m/official_trapezoid_mAP/brightness-visual-severity-4">
            <a:extLst xmlns:a="http://schemas.openxmlformats.org/drawingml/2006/main">
              <a:ext uri="{FF2B5EF4-FFF2-40B4-BE49-F238E27FC236}">
                <a16:creationId xmlns:a16="http://schemas.microsoft.com/office/drawing/2014/main" id="{70AF1AC0-D5A2-4E62-8373-84F24B7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149590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0" name="sues200_satellite_to_uav_300m/official_trapezoid_mAP/brightness-visual-severity-5">
            <a:extLst xmlns:a="http://schemas.openxmlformats.org/drawingml/2006/main">
              <a:ext uri="{FF2B5EF4-FFF2-40B4-BE49-F238E27FC236}">
                <a16:creationId xmlns:a16="http://schemas.microsoft.com/office/drawing/2014/main" id="{61AF1886-05F3-46BC-A578-5B3710BC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460718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51" name="sues200_satellite_to_uav_300m/official_trapezoid_mAP/brightness-full-segment-0-1">
            <a:extLst xmlns:a="http://schemas.openxmlformats.org/drawingml/2006/main">
              <a:ext uri="{FF2B5EF4-FFF2-40B4-BE49-F238E27FC236}">
                <a16:creationId xmlns:a16="http://schemas.microsoft.com/office/drawing/2014/main" id="{B2E08FE4-E923-4788-84DA-16C31B2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1672167"/>
            <a:ext cx="307020" cy="937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2" name="sues200_satellite_to_uav_300m/official_trapezoid_mAP/brightness-full-segment-1-2">
            <a:extLst xmlns:a="http://schemas.openxmlformats.org/drawingml/2006/main">
              <a:ext uri="{FF2B5EF4-FFF2-40B4-BE49-F238E27FC236}">
                <a16:creationId xmlns:a16="http://schemas.microsoft.com/office/drawing/2014/main" id="{DA3743D8-560F-407F-9D12-15C77D87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1765945"/>
            <a:ext cx="307020" cy="908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3" name="sues200_satellite_to_uav_300m/official_trapezoid_mAP/brightness-full-segment-2-3">
            <a:extLst xmlns:a="http://schemas.openxmlformats.org/drawingml/2006/main">
              <a:ext uri="{FF2B5EF4-FFF2-40B4-BE49-F238E27FC236}">
                <a16:creationId xmlns:a16="http://schemas.microsoft.com/office/drawing/2014/main" id="{1B3E3AC7-3134-41E8-A9A1-C5DE3EE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1856816"/>
            <a:ext cx="307020" cy="728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4" name="sues200_satellite_to_uav_300m/official_trapezoid_mAP/brightness-full-segment-3-4">
            <a:extLst xmlns:a="http://schemas.openxmlformats.org/drawingml/2006/main">
              <a:ext uri="{FF2B5EF4-FFF2-40B4-BE49-F238E27FC236}">
                <a16:creationId xmlns:a16="http://schemas.microsoft.com/office/drawing/2014/main" id="{2F6BF0E7-DB4A-4D7A-8CD9-6FF45F2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1929711"/>
            <a:ext cx="307020" cy="1401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5" name="sues200_satellite_to_uav_300m/official_trapezoid_mAP/brightness-full-segment-4-5">
            <a:extLst xmlns:a="http://schemas.openxmlformats.org/drawingml/2006/main">
              <a:ext uri="{FF2B5EF4-FFF2-40B4-BE49-F238E27FC236}">
                <a16:creationId xmlns:a16="http://schemas.microsoft.com/office/drawing/2014/main" id="{F5555E58-B9E2-4462-B804-10207AEF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2069889"/>
            <a:ext cx="307020" cy="2775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156" name="sues200_satellite_to_uav_300m/official_trapezoid_mAP/brightness-full-severity-0">
            <a:extLst xmlns:a="http://schemas.openxmlformats.org/drawingml/2006/main">
              <a:ext uri="{FF2B5EF4-FFF2-40B4-BE49-F238E27FC236}">
                <a16:creationId xmlns:a16="http://schemas.microsoft.com/office/drawing/2014/main" id="{7533E1F7-0644-4C03-9C81-1A9C30C6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16467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7" name="sues200_satellite_to_uav_300m/official_trapezoid_mAP/brightness-full-severity-1">
            <a:extLst xmlns:a="http://schemas.openxmlformats.org/drawingml/2006/main">
              <a:ext uri="{FF2B5EF4-FFF2-40B4-BE49-F238E27FC236}">
                <a16:creationId xmlns:a16="http://schemas.microsoft.com/office/drawing/2014/main" id="{B4EC39AB-531D-4FA9-AB27-21B5D209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1740545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8" name="sues200_satellite_to_uav_300m/official_trapezoid_mAP/brightness-full-severity-2">
            <a:extLst xmlns:a="http://schemas.openxmlformats.org/drawingml/2006/main">
              <a:ext uri="{FF2B5EF4-FFF2-40B4-BE49-F238E27FC236}">
                <a16:creationId xmlns:a16="http://schemas.microsoft.com/office/drawing/2014/main" id="{425646C9-F226-4584-85F9-1920EB9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18314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9" name="sues200_satellite_to_uav_300m/official_trapezoid_mAP/brightness-full-severity-3">
            <a:extLst xmlns:a="http://schemas.openxmlformats.org/drawingml/2006/main">
              <a:ext uri="{FF2B5EF4-FFF2-40B4-BE49-F238E27FC236}">
                <a16:creationId xmlns:a16="http://schemas.microsoft.com/office/drawing/2014/main" id="{77A46246-A94A-46E0-94F7-408B7D5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190431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0" name="sues200_satellite_to_uav_300m/official_trapezoid_mAP/brightness-full-severity-4">
            <a:extLst xmlns:a="http://schemas.openxmlformats.org/drawingml/2006/main">
              <a:ext uri="{FF2B5EF4-FFF2-40B4-BE49-F238E27FC236}">
                <a16:creationId xmlns:a16="http://schemas.microsoft.com/office/drawing/2014/main" id="{44726708-DE65-48C1-AC29-D2A747A0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2044489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1" name="sues200_satellite_to_uav_300m/official_trapezoid_mAP/brightness-full-severity-5">
            <a:extLst xmlns:a="http://schemas.openxmlformats.org/drawingml/2006/main">
              <a:ext uri="{FF2B5EF4-FFF2-40B4-BE49-F238E27FC236}">
                <a16:creationId xmlns:a16="http://schemas.microsoft.com/office/drawing/2014/main" id="{EB8BF4BD-6A41-4C50-8010-C117E4BF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2322008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62" name="sues200_satellite_to_uav_300m/official_trapezoid_mAP/panel-contrast-title">
            <a:extLst xmlns:a="http://schemas.openxmlformats.org/drawingml/2006/main">
              <a:ext uri="{FF2B5EF4-FFF2-40B4-BE49-F238E27FC236}">
                <a16:creationId xmlns:a16="http://schemas.microsoft.com/office/drawing/2014/main" id="{13831E3C-743C-49FA-A002-4577413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15386"/>
            <a:ext cx="6209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(d) Contrast</a:t>
            </a:r>
          </a:p>
        </p:txBody>
      </p:sp>
      <p:sp>
        <p:nvSpPr>
          <p:cNvPr id="163" name="sues200_satellite_to_uav_300m/official_trapezoid_mAP/panel-contrast-grid-0">
            <a:extLst xmlns:a="http://schemas.openxmlformats.org/drawingml/2006/main">
              <a:ext uri="{FF2B5EF4-FFF2-40B4-BE49-F238E27FC236}">
                <a16:creationId xmlns:a16="http://schemas.microsoft.com/office/drawing/2014/main" id="{315A1817-ADAB-416F-9F15-7A82746D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4" name="sues200_satellite_to_uav_300m/official_trapezoid_mAP/panel-contrast-ytick-0">
            <a:extLst xmlns:a="http://schemas.openxmlformats.org/drawingml/2006/main">
              <a:ext uri="{FF2B5EF4-FFF2-40B4-BE49-F238E27FC236}">
                <a16:creationId xmlns:a16="http://schemas.microsoft.com/office/drawing/2014/main" id="{AEE8DA5D-1C6A-49EF-B2AB-8670E24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5" name="sues200_satellite_to_uav_300m/official_trapezoid_mAP/panel-contrast-grid-20">
            <a:extLst xmlns:a="http://schemas.openxmlformats.org/drawingml/2006/main">
              <a:ext uri="{FF2B5EF4-FFF2-40B4-BE49-F238E27FC236}">
                <a16:creationId xmlns:a16="http://schemas.microsoft.com/office/drawing/2014/main" id="{49DF2DB7-122F-4AE4-8BF2-17EEE535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6" name="sues200_satellite_to_uav_300m/official_trapezoid_mAP/panel-contrast-ytick-20">
            <a:extLst xmlns:a="http://schemas.openxmlformats.org/drawingml/2006/main">
              <a:ext uri="{FF2B5EF4-FFF2-40B4-BE49-F238E27FC236}">
                <a16:creationId xmlns:a16="http://schemas.microsoft.com/office/drawing/2014/main" id="{5204DD07-168B-43A1-80CF-EA6F6748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67" name="sues200_satellite_to_uav_300m/official_trapezoid_mAP/panel-contrast-grid-40">
            <a:extLst xmlns:a="http://schemas.openxmlformats.org/drawingml/2006/main">
              <a:ext uri="{FF2B5EF4-FFF2-40B4-BE49-F238E27FC236}">
                <a16:creationId xmlns:a16="http://schemas.microsoft.com/office/drawing/2014/main" id="{563034AB-4290-4046-9888-EC2C58C4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68" name="sues200_satellite_to_uav_300m/official_trapezoid_mAP/panel-contrast-ytick-40">
            <a:extLst xmlns:a="http://schemas.openxmlformats.org/drawingml/2006/main">
              <a:ext uri="{FF2B5EF4-FFF2-40B4-BE49-F238E27FC236}">
                <a16:creationId xmlns:a16="http://schemas.microsoft.com/office/drawing/2014/main" id="{07CCCD7E-99F3-4171-A7C4-9F5791C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69" name="sues200_satellite_to_uav_300m/official_trapezoid_mAP/panel-contrast-grid-60">
            <a:extLst xmlns:a="http://schemas.openxmlformats.org/drawingml/2006/main">
              <a:ext uri="{FF2B5EF4-FFF2-40B4-BE49-F238E27FC236}">
                <a16:creationId xmlns:a16="http://schemas.microsoft.com/office/drawing/2014/main" id="{EFC3F165-2F35-434B-8FED-D3F19748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0" name="sues200_satellite_to_uav_300m/official_trapezoid_mAP/panel-contrast-ytick-60">
            <a:extLst xmlns:a="http://schemas.openxmlformats.org/drawingml/2006/main">
              <a:ext uri="{FF2B5EF4-FFF2-40B4-BE49-F238E27FC236}">
                <a16:creationId xmlns:a16="http://schemas.microsoft.com/office/drawing/2014/main" id="{5BE8EA6B-EFF5-4265-ACC3-CFE25875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71" name="sues200_satellite_to_uav_300m/official_trapezoid_mAP/panel-contrast-grid-80">
            <a:extLst xmlns:a="http://schemas.openxmlformats.org/drawingml/2006/main">
              <a:ext uri="{FF2B5EF4-FFF2-40B4-BE49-F238E27FC236}">
                <a16:creationId xmlns:a16="http://schemas.microsoft.com/office/drawing/2014/main" id="{35CFF5E3-3313-4FDD-8841-A6201578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2" name="sues200_satellite_to_uav_300m/official_trapezoid_mAP/panel-contrast-ytick-80">
            <a:extLst xmlns:a="http://schemas.openxmlformats.org/drawingml/2006/main">
              <a:ext uri="{FF2B5EF4-FFF2-40B4-BE49-F238E27FC236}">
                <a16:creationId xmlns:a16="http://schemas.microsoft.com/office/drawing/2014/main" id="{9A9519D8-D21E-4362-BD5B-11788AFE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73" name="sues200_satellite_to_uav_300m/official_trapezoid_mAP/panel-contrast-grid-100">
            <a:extLst xmlns:a="http://schemas.openxmlformats.org/drawingml/2006/main">
              <a:ext uri="{FF2B5EF4-FFF2-40B4-BE49-F238E27FC236}">
                <a16:creationId xmlns:a16="http://schemas.microsoft.com/office/drawing/2014/main" id="{019F82F6-75AB-4665-B47E-455D2E6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174" name="sues200_satellite_to_uav_300m/official_trapezoid_mAP/panel-contrast-ytick-100">
            <a:extLst xmlns:a="http://schemas.openxmlformats.org/drawingml/2006/main">
              <a:ext uri="{FF2B5EF4-FFF2-40B4-BE49-F238E27FC236}">
                <a16:creationId xmlns:a16="http://schemas.microsoft.com/office/drawing/2014/main" id="{6167AFB7-F548-43DE-A9B0-1D630B0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5" name="sues200_satellite_to_uav_300m/official_trapezoid_mAP/panel-contrast-grid-120">
            <a:extLst xmlns:a="http://schemas.openxmlformats.org/drawingml/2006/main">
              <a:ext uri="{FF2B5EF4-FFF2-40B4-BE49-F238E27FC236}">
                <a16:creationId xmlns:a16="http://schemas.microsoft.com/office/drawing/2014/main" id="{264A2794-A405-45F3-9849-69D70C37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176" name="sues200_satellite_to_uav_300m/official_trapezoid_mAP/panel-contrast-ytick-120">
            <a:extLst xmlns:a="http://schemas.openxmlformats.org/drawingml/2006/main">
              <a:ext uri="{FF2B5EF4-FFF2-40B4-BE49-F238E27FC236}">
                <a16:creationId xmlns:a16="http://schemas.microsoft.com/office/drawing/2014/main" id="{2A4B4727-94A7-4900-AFF0-D3D2698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77" name="sues200_satellite_to_uav_300m/official_trapezoid_mAP/panel-contrast-axis-y">
            <a:extLst xmlns:a="http://schemas.openxmlformats.org/drawingml/2006/main">
              <a:ext uri="{FF2B5EF4-FFF2-40B4-BE49-F238E27FC236}">
                <a16:creationId xmlns:a16="http://schemas.microsoft.com/office/drawing/2014/main" id="{DD7D971B-8EAC-467E-B274-ACDB3E8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8" name="sues200_satellite_to_uav_300m/official_trapezoid_mAP/panel-contrast-axis-x">
            <a:extLst xmlns:a="http://schemas.openxmlformats.org/drawingml/2006/main">
              <a:ext uri="{FF2B5EF4-FFF2-40B4-BE49-F238E27FC236}">
                <a16:creationId xmlns:a16="http://schemas.microsoft.com/office/drawing/2014/main" id="{7774BB65-CEDC-4277-9041-1FD963D9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79" name="sues200_satellite_to_uav_300m/official_trapezoid_mAP/panel-contrast-tick-0">
            <a:extLst xmlns:a="http://schemas.openxmlformats.org/drawingml/2006/main">
              <a:ext uri="{FF2B5EF4-FFF2-40B4-BE49-F238E27FC236}">
                <a16:creationId xmlns:a16="http://schemas.microsoft.com/office/drawing/2014/main" id="{6BA83808-8019-4617-A435-D72C5CF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0" name="sues200_satellite_to_uav_300m/official_trapezoid_mAP/panel-contrast-xlabel-0">
            <a:extLst xmlns:a="http://schemas.openxmlformats.org/drawingml/2006/main">
              <a:ext uri="{FF2B5EF4-FFF2-40B4-BE49-F238E27FC236}">
                <a16:creationId xmlns:a16="http://schemas.microsoft.com/office/drawing/2014/main" id="{376314D5-6AAA-468E-9272-C1AB5861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1" name="sues200_satellite_to_uav_300m/official_trapezoid_mAP/panel-contrast-tick-1">
            <a:extLst xmlns:a="http://schemas.openxmlformats.org/drawingml/2006/main">
              <a:ext uri="{FF2B5EF4-FFF2-40B4-BE49-F238E27FC236}">
                <a16:creationId xmlns:a16="http://schemas.microsoft.com/office/drawing/2014/main" id="{E5F9DB84-427B-43DC-8823-E139EB5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2" name="sues200_satellite_to_uav_300m/official_trapezoid_mAP/panel-contrast-xlabel-1">
            <a:extLst xmlns:a="http://schemas.openxmlformats.org/drawingml/2006/main">
              <a:ext uri="{FF2B5EF4-FFF2-40B4-BE49-F238E27FC236}">
                <a16:creationId xmlns:a16="http://schemas.microsoft.com/office/drawing/2014/main" id="{DAA3B36C-8B5E-48DC-A2B8-75F66230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3" name="sues200_satellite_to_uav_300m/official_trapezoid_mAP/panel-contrast-tick-2">
            <a:extLst xmlns:a="http://schemas.openxmlformats.org/drawingml/2006/main">
              <a:ext uri="{FF2B5EF4-FFF2-40B4-BE49-F238E27FC236}">
                <a16:creationId xmlns:a16="http://schemas.microsoft.com/office/drawing/2014/main" id="{A16E42C5-D487-4959-84CF-71244FBD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4" name="sues200_satellite_to_uav_300m/official_trapezoid_mAP/panel-contrast-xlabel-2">
            <a:extLst xmlns:a="http://schemas.openxmlformats.org/drawingml/2006/main">
              <a:ext uri="{FF2B5EF4-FFF2-40B4-BE49-F238E27FC236}">
                <a16:creationId xmlns:a16="http://schemas.microsoft.com/office/drawing/2014/main" id="{77057D5A-008E-4321-A0FE-FCF034D4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5" name="sues200_satellite_to_uav_300m/official_trapezoid_mAP/panel-contrast-tick-3">
            <a:extLst xmlns:a="http://schemas.openxmlformats.org/drawingml/2006/main">
              <a:ext uri="{FF2B5EF4-FFF2-40B4-BE49-F238E27FC236}">
                <a16:creationId xmlns:a16="http://schemas.microsoft.com/office/drawing/2014/main" id="{3FC4FB84-2987-4B2C-939B-2EA7B8B2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6" name="sues200_satellite_to_uav_300m/official_trapezoid_mAP/panel-contrast-xlabel-3">
            <a:extLst xmlns:a="http://schemas.openxmlformats.org/drawingml/2006/main">
              <a:ext uri="{FF2B5EF4-FFF2-40B4-BE49-F238E27FC236}">
                <a16:creationId xmlns:a16="http://schemas.microsoft.com/office/drawing/2014/main" id="{0B2D1390-407E-42CF-9670-0ED17582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7" name="sues200_satellite_to_uav_300m/official_trapezoid_mAP/panel-contrast-tick-4">
            <a:extLst xmlns:a="http://schemas.openxmlformats.org/drawingml/2006/main">
              <a:ext uri="{FF2B5EF4-FFF2-40B4-BE49-F238E27FC236}">
                <a16:creationId xmlns:a16="http://schemas.microsoft.com/office/drawing/2014/main" id="{3DEE8795-3509-46FC-970A-214B8563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88" name="sues200_satellite_to_uav_300m/official_trapezoid_mAP/panel-contrast-xlabel-4">
            <a:extLst xmlns:a="http://schemas.openxmlformats.org/drawingml/2006/main">
              <a:ext uri="{FF2B5EF4-FFF2-40B4-BE49-F238E27FC236}">
                <a16:creationId xmlns:a16="http://schemas.microsoft.com/office/drawing/2014/main" id="{64602EB2-C1EB-4047-B415-7BD903A5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9" name="sues200_satellite_to_uav_300m/official_trapezoid_mAP/panel-contrast-tick-5">
            <a:extLst xmlns:a="http://schemas.openxmlformats.org/drawingml/2006/main">
              <a:ext uri="{FF2B5EF4-FFF2-40B4-BE49-F238E27FC236}">
                <a16:creationId xmlns:a16="http://schemas.microsoft.com/office/drawing/2014/main" id="{491C0889-0332-4D11-BDBA-46BFE9C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558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190" name="sues200_satellite_to_uav_300m/official_trapezoid_mAP/panel-contrast-xlabel-5">
            <a:extLst xmlns:a="http://schemas.openxmlformats.org/drawingml/2006/main">
              <a:ext uri="{FF2B5EF4-FFF2-40B4-BE49-F238E27FC236}">
                <a16:creationId xmlns:a16="http://schemas.microsoft.com/office/drawing/2014/main" id="{9A9EE191-969E-4DBD-A1A2-43B9DCBA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1" name="sues200_satellite_to_uav_300m/official_trapezoid_mAP/contrast-visual-segment-0-1">
            <a:extLst xmlns:a="http://schemas.openxmlformats.org/drawingml/2006/main">
              <a:ext uri="{FF2B5EF4-FFF2-40B4-BE49-F238E27FC236}">
                <a16:creationId xmlns:a16="http://schemas.microsoft.com/office/drawing/2014/main" id="{D5BDBDB0-37F5-4DE5-B24B-EAB723C0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0700" y="3620914"/>
            <a:ext cx="307020" cy="197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2" name="sues200_satellite_to_uav_300m/official_trapezoid_mAP/contrast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5C4AA06-C401-4EED-A7DD-5E86A929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20914"/>
            <a:ext cx="307020" cy="64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3" name="sues200_satellite_to_uav_300m/official_trapezoid_mAP/contrast-visual-segment-2-3">
            <a:extLst xmlns:a="http://schemas.openxmlformats.org/drawingml/2006/main">
              <a:ext uri="{FF2B5EF4-FFF2-40B4-BE49-F238E27FC236}">
                <a16:creationId xmlns:a16="http://schemas.microsoft.com/office/drawing/2014/main" id="{FB96ACE7-C829-44A5-8434-0737C215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627325"/>
            <a:ext cx="307020" cy="76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4" name="sues200_satellite_to_uav_300m/official_trapezoid_mAP/contrast-visual-segment-3-4">
            <a:extLst xmlns:a="http://schemas.openxmlformats.org/drawingml/2006/main">
              <a:ext uri="{FF2B5EF4-FFF2-40B4-BE49-F238E27FC236}">
                <a16:creationId xmlns:a16="http://schemas.microsoft.com/office/drawing/2014/main" id="{8799F2B3-F093-4042-88BB-1500E1E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04305"/>
            <a:ext cx="307020" cy="1615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5" name="sues200_satellite_to_uav_300m/official_trapezoid_mAP/contrast-visual-segment-4-5">
            <a:extLst xmlns:a="http://schemas.openxmlformats.org/drawingml/2006/main">
              <a:ext uri="{FF2B5EF4-FFF2-40B4-BE49-F238E27FC236}">
                <a16:creationId xmlns:a16="http://schemas.microsoft.com/office/drawing/2014/main" id="{4FF840D6-9B5F-44BA-AE26-8AD8009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865814"/>
            <a:ext cx="307020" cy="3471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196" name="sues200_satellite_to_uav_300m/official_trapezoid_mAP/contrast-visual-severity-0">
            <a:extLst xmlns:a="http://schemas.openxmlformats.org/drawingml/2006/main">
              <a:ext uri="{FF2B5EF4-FFF2-40B4-BE49-F238E27FC236}">
                <a16:creationId xmlns:a16="http://schemas.microsoft.com/office/drawing/2014/main" id="{D6CB417D-30B7-4A2D-A920-A1B13024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7" name="sues200_satellite_to_uav_300m/official_trapezoid_mAP/contrast-visual-severity-1">
            <a:extLst xmlns:a="http://schemas.openxmlformats.org/drawingml/2006/main">
              <a:ext uri="{FF2B5EF4-FFF2-40B4-BE49-F238E27FC236}">
                <a16:creationId xmlns:a16="http://schemas.microsoft.com/office/drawing/2014/main" id="{43D8FD51-5B9F-4644-BF3C-59BADED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5955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8" name="sues200_satellite_to_uav_300m/official_trapezoid_mAP/contrast-visual-severity-2">
            <a:extLst xmlns:a="http://schemas.openxmlformats.org/drawingml/2006/main">
              <a:ext uri="{FF2B5EF4-FFF2-40B4-BE49-F238E27FC236}">
                <a16:creationId xmlns:a16="http://schemas.microsoft.com/office/drawing/2014/main" id="{1DFACB17-4848-454A-BF89-F5A8CE2D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0192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199" name="sues200_satellite_to_uav_300m/official_trapezoid_mAP/contrast-visual-severity-3">
            <a:extLst xmlns:a="http://schemas.openxmlformats.org/drawingml/2006/main">
              <a:ext uri="{FF2B5EF4-FFF2-40B4-BE49-F238E27FC236}">
                <a16:creationId xmlns:a16="http://schemas.microsoft.com/office/drawing/2014/main" id="{E94079A2-15D0-4AE1-B4CB-CE21074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678905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0" name="sues200_satellite_to_uav_300m/official_trapezoid_mAP/contrast-visual-severity-4">
            <a:extLst xmlns:a="http://schemas.openxmlformats.org/drawingml/2006/main">
              <a:ext uri="{FF2B5EF4-FFF2-40B4-BE49-F238E27FC236}">
                <a16:creationId xmlns:a16="http://schemas.microsoft.com/office/drawing/2014/main" id="{A237DD45-EA17-41F1-AAE9-04923282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40414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1" name="sues200_satellite_to_uav_300m/official_trapezoid_mAP/contrast-visual-severity-5">
            <a:extLst xmlns:a="http://schemas.openxmlformats.org/drawingml/2006/main">
              <a:ext uri="{FF2B5EF4-FFF2-40B4-BE49-F238E27FC236}">
                <a16:creationId xmlns:a16="http://schemas.microsoft.com/office/drawing/2014/main" id="{91A0DBC9-FB73-4DC9-B5AF-14B9A427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87611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02" name="sues200_satellite_to_uav_300m/official_trapezoid_mAP/contrast-full-segment-0-1">
            <a:extLst xmlns:a="http://schemas.openxmlformats.org/drawingml/2006/main">
              <a:ext uri="{FF2B5EF4-FFF2-40B4-BE49-F238E27FC236}">
                <a16:creationId xmlns:a16="http://schemas.microsoft.com/office/drawing/2014/main" id="{D6F2545A-DBA0-4493-82BE-5DA45C0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0700" y="3640667"/>
            <a:ext cx="307020" cy="143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3" name="sues200_satellite_to_uav_300m/official_trapezoid_mAP/contrast-full-segment-1-2">
            <a:extLst xmlns:a="http://schemas.openxmlformats.org/drawingml/2006/main">
              <a:ext uri="{FF2B5EF4-FFF2-40B4-BE49-F238E27FC236}">
                <a16:creationId xmlns:a16="http://schemas.microsoft.com/office/drawing/2014/main" id="{5AFA25AD-B491-49A4-8282-015E4DF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7720" y="3655026"/>
            <a:ext cx="307020" cy="598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4" name="sues200_satellite_to_uav_300m/official_trapezoid_mAP/contrast-full-segment-2-3">
            <a:extLst xmlns:a="http://schemas.openxmlformats.org/drawingml/2006/main">
              <a:ext uri="{FF2B5EF4-FFF2-40B4-BE49-F238E27FC236}">
                <a16:creationId xmlns:a16="http://schemas.microsoft.com/office/drawing/2014/main" id="{198B4C67-8A8A-4C99-90EC-C1FD7314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4740" y="3714881"/>
            <a:ext cx="307020" cy="792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5" name="sues200_satellite_to_uav_300m/official_trapezoid_mAP/contrast-full-segment-3-4">
            <a:extLst xmlns:a="http://schemas.openxmlformats.org/drawingml/2006/main">
              <a:ext uri="{FF2B5EF4-FFF2-40B4-BE49-F238E27FC236}">
                <a16:creationId xmlns:a16="http://schemas.microsoft.com/office/drawing/2014/main" id="{19A8C6AC-A510-410B-BABB-55729651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1760" y="3794166"/>
            <a:ext cx="307020" cy="1098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6" name="sues200_satellite_to_uav_300m/official_trapezoid_mAP/contrast-full-segment-4-5">
            <a:extLst xmlns:a="http://schemas.openxmlformats.org/drawingml/2006/main">
              <a:ext uri="{FF2B5EF4-FFF2-40B4-BE49-F238E27FC236}">
                <a16:creationId xmlns:a16="http://schemas.microsoft.com/office/drawing/2014/main" id="{95C8835C-53DD-40DD-9A6D-D2663F39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48780" y="3903996"/>
            <a:ext cx="307020" cy="252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07" name="sues200_satellite_to_uav_300m/official_trapezoid_mAP/contrast-full-severity-0">
            <a:extLst xmlns:a="http://schemas.openxmlformats.org/drawingml/2006/main">
              <a:ext uri="{FF2B5EF4-FFF2-40B4-BE49-F238E27FC236}">
                <a16:creationId xmlns:a16="http://schemas.microsoft.com/office/drawing/2014/main" id="{CF639A3F-DDED-46C0-A11C-E30504DD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sues200_satellite_to_uav_300m/official_trapezoid_mAP/contrast-full-severity-1">
            <a:extLst xmlns:a="http://schemas.openxmlformats.org/drawingml/2006/main">
              <a:ext uri="{FF2B5EF4-FFF2-40B4-BE49-F238E27FC236}">
                <a16:creationId xmlns:a16="http://schemas.microsoft.com/office/drawing/2014/main" id="{EA23202B-B5A7-4D2A-8FDF-C189AD21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20" y="362962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sues200_satellite_to_uav_300m/official_trapezoid_mAP/contrast-full-severity-2">
            <a:extLst xmlns:a="http://schemas.openxmlformats.org/drawingml/2006/main">
              <a:ext uri="{FF2B5EF4-FFF2-40B4-BE49-F238E27FC236}">
                <a16:creationId xmlns:a16="http://schemas.microsoft.com/office/drawing/2014/main" id="{47F7E921-1D94-4649-96A4-DA690E6A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340" y="368948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sues200_satellite_to_uav_300m/official_trapezoid_mAP/contrast-full-severity-3">
            <a:extLst xmlns:a="http://schemas.openxmlformats.org/drawingml/2006/main">
              <a:ext uri="{FF2B5EF4-FFF2-40B4-BE49-F238E27FC236}">
                <a16:creationId xmlns:a16="http://schemas.microsoft.com/office/drawing/2014/main" id="{ABC24A27-C6CF-47EF-B57C-1738644A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0" y="376876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sues200_satellite_to_uav_300m/official_trapezoid_mAP/contrast-full-severity-4">
            <a:extLst xmlns:a="http://schemas.openxmlformats.org/drawingml/2006/main">
              <a:ext uri="{FF2B5EF4-FFF2-40B4-BE49-F238E27FC236}">
                <a16:creationId xmlns:a16="http://schemas.microsoft.com/office/drawing/2014/main" id="{5F3B2A05-2E74-49C4-9756-A712FC8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380" y="387859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sues200_satellite_to_uav_300m/official_trapezoid_mAP/contrast-full-severity-5">
            <a:extLst xmlns:a="http://schemas.openxmlformats.org/drawingml/2006/main">
              <a:ext uri="{FF2B5EF4-FFF2-40B4-BE49-F238E27FC236}">
                <a16:creationId xmlns:a16="http://schemas.microsoft.com/office/drawing/2014/main" id="{5EE96D48-2523-427A-ADF1-7A1A257D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400" y="413072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sues200_satellite_to_uav_300m/official_trapezoid_mAP/panel-center_occlusion-title">
            <a:extLst xmlns:a="http://schemas.openxmlformats.org/drawingml/2006/main">
              <a:ext uri="{FF2B5EF4-FFF2-40B4-BE49-F238E27FC236}">
                <a16:creationId xmlns:a16="http://schemas.microsoft.com/office/drawing/2014/main" id="{0933616A-17F6-4D81-8323-79A5F5C6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100" y="3215386"/>
            <a:ext cx="1046798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(e) Center occlusion</a:t>
            </a:r>
          </a:p>
        </p:txBody>
      </p:sp>
      <p:sp>
        <p:nvSpPr>
          <p:cNvPr id="214" name="sues200_satellite_to_uav_300m/official_trapezoid_mAP/panel-center_occlusion-grid-0">
            <a:extLst xmlns:a="http://schemas.openxmlformats.org/drawingml/2006/main">
              <a:ext uri="{FF2B5EF4-FFF2-40B4-BE49-F238E27FC236}">
                <a16:creationId xmlns:a16="http://schemas.microsoft.com/office/drawing/2014/main" id="{A772D688-3B88-4461-9058-4B00DE28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5" name="sues200_satellite_to_uav_300m/official_trapezoid_mAP/panel-center_occlusion-ytick-0">
            <a:extLst xmlns:a="http://schemas.openxmlformats.org/drawingml/2006/main">
              <a:ext uri="{FF2B5EF4-FFF2-40B4-BE49-F238E27FC236}">
                <a16:creationId xmlns:a16="http://schemas.microsoft.com/office/drawing/2014/main" id="{11A098FB-BD7C-42A0-9F34-9D8269F0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4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6" name="sues200_satellite_to_uav_300m/official_trapezoid_mAP/panel-center_occlusion-grid-20">
            <a:extLst xmlns:a="http://schemas.openxmlformats.org/drawingml/2006/main">
              <a:ext uri="{FF2B5EF4-FFF2-40B4-BE49-F238E27FC236}">
                <a16:creationId xmlns:a16="http://schemas.microsoft.com/office/drawing/2014/main" id="{721D7D59-8902-4FC6-BDCB-D19B2F1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7" name="sues200_satellite_to_uav_300m/official_trapezoid_mAP/panel-center_occlusion-ytick-20">
            <a:extLst xmlns:a="http://schemas.openxmlformats.org/drawingml/2006/main">
              <a:ext uri="{FF2B5EF4-FFF2-40B4-BE49-F238E27FC236}">
                <a16:creationId xmlns:a16="http://schemas.microsoft.com/office/drawing/2014/main" id="{C382654A-A7D1-473C-80C4-62E2F06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8" name="sues200_satellite_to_uav_300m/official_trapezoid_mAP/panel-center_occlusion-grid-40">
            <a:extLst xmlns:a="http://schemas.openxmlformats.org/drawingml/2006/main">
              <a:ext uri="{FF2B5EF4-FFF2-40B4-BE49-F238E27FC236}">
                <a16:creationId xmlns:a16="http://schemas.microsoft.com/office/drawing/2014/main" id="{C581E75D-C602-4AE6-98FC-A586AF1E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19" name="sues200_satellite_to_uav_300m/official_trapezoid_mAP/panel-center_occlusion-ytick-40">
            <a:extLst xmlns:a="http://schemas.openxmlformats.org/drawingml/2006/main">
              <a:ext uri="{FF2B5EF4-FFF2-40B4-BE49-F238E27FC236}">
                <a16:creationId xmlns:a16="http://schemas.microsoft.com/office/drawing/2014/main" id="{DDBFB4BD-682A-4FDE-97D0-624D83C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0" name="sues200_satellite_to_uav_300m/official_trapezoid_mAP/panel-center_occlusion-grid-60">
            <a:extLst xmlns:a="http://schemas.openxmlformats.org/drawingml/2006/main">
              <a:ext uri="{FF2B5EF4-FFF2-40B4-BE49-F238E27FC236}">
                <a16:creationId xmlns:a16="http://schemas.microsoft.com/office/drawing/2014/main" id="{1BF2748D-8BFC-4C8F-ACF7-8D3C8B8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1" name="sues200_satellite_to_uav_300m/official_trapezoid_mAP/panel-center_occlusion-ytick-60">
            <a:extLst xmlns:a="http://schemas.openxmlformats.org/drawingml/2006/main">
              <a:ext uri="{FF2B5EF4-FFF2-40B4-BE49-F238E27FC236}">
                <a16:creationId xmlns:a16="http://schemas.microsoft.com/office/drawing/2014/main" id="{808903CE-8773-43B3-9779-D759DB92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22" name="sues200_satellite_to_uav_300m/official_trapezoid_mAP/panel-center_occlusion-grid-80">
            <a:extLst xmlns:a="http://schemas.openxmlformats.org/drawingml/2006/main">
              <a:ext uri="{FF2B5EF4-FFF2-40B4-BE49-F238E27FC236}">
                <a16:creationId xmlns:a16="http://schemas.microsoft.com/office/drawing/2014/main" id="{F7163BD4-CB42-49B2-93EE-38011708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3" name="sues200_satellite_to_uav_300m/official_trapezoid_mAP/panel-center_occlusion-ytick-80">
            <a:extLst xmlns:a="http://schemas.openxmlformats.org/drawingml/2006/main">
              <a:ext uri="{FF2B5EF4-FFF2-40B4-BE49-F238E27FC236}">
                <a16:creationId xmlns:a16="http://schemas.microsoft.com/office/drawing/2014/main" id="{E49FAF55-FE03-46A4-82A6-3E97168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1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24" name="sues200_satellite_to_uav_300m/official_trapezoid_mAP/panel-center_occlusion-grid-100">
            <a:extLst xmlns:a="http://schemas.openxmlformats.org/drawingml/2006/main">
              <a:ext uri="{FF2B5EF4-FFF2-40B4-BE49-F238E27FC236}">
                <a16:creationId xmlns:a16="http://schemas.microsoft.com/office/drawing/2014/main" id="{31E34EC5-64B0-4B26-8E9C-ED8FED55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25" name="sues200_satellite_to_uav_300m/official_trapezoid_mAP/panel-center_occlusion-ytick-100">
            <a:extLst xmlns:a="http://schemas.openxmlformats.org/drawingml/2006/main">
              <a:ext uri="{FF2B5EF4-FFF2-40B4-BE49-F238E27FC236}">
                <a16:creationId xmlns:a16="http://schemas.microsoft.com/office/drawing/2014/main" id="{51C39A2B-B162-4E56-BE6E-8E04776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6" name="sues200_satellite_to_uav_300m/official_trapezoid_mAP/panel-center_occlusion-grid-120">
            <a:extLst xmlns:a="http://schemas.openxmlformats.org/drawingml/2006/main">
              <a:ext uri="{FF2B5EF4-FFF2-40B4-BE49-F238E27FC236}">
                <a16:creationId xmlns:a16="http://schemas.microsoft.com/office/drawing/2014/main" id="{DCA54866-E1C6-45C4-BFEB-7E754926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27" name="sues200_satellite_to_uav_300m/official_trapezoid_mAP/panel-center_occlusion-ytick-120">
            <a:extLst xmlns:a="http://schemas.openxmlformats.org/drawingml/2006/main">
              <a:ext uri="{FF2B5EF4-FFF2-40B4-BE49-F238E27FC236}">
                <a16:creationId xmlns:a16="http://schemas.microsoft.com/office/drawing/2014/main" id="{78C2792C-8085-4DED-8BBF-3F90937E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6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28" name="sues200_satellite_to_uav_300m/official_trapezoid_mAP/panel-center_occlusion-axis-y">
            <a:extLst xmlns:a="http://schemas.openxmlformats.org/drawingml/2006/main">
              <a:ext uri="{FF2B5EF4-FFF2-40B4-BE49-F238E27FC236}">
                <a16:creationId xmlns:a16="http://schemas.microsoft.com/office/drawing/2014/main" id="{8D9950A6-FC15-487C-BB58-2CB0AE1D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29" name="sues200_satellite_to_uav_300m/official_trapezoid_mAP/panel-center_occlusion-axis-x">
            <a:extLst xmlns:a="http://schemas.openxmlformats.org/drawingml/2006/main">
              <a:ext uri="{FF2B5EF4-FFF2-40B4-BE49-F238E27FC236}">
                <a16:creationId xmlns:a16="http://schemas.microsoft.com/office/drawing/2014/main" id="{F3D2955F-B06F-4A8B-A8B6-6E8E548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0" name="sues200_satellite_to_uav_300m/official_trapezoid_mAP/panel-center_occlusion-tick-0">
            <a:extLst xmlns:a="http://schemas.openxmlformats.org/drawingml/2006/main">
              <a:ext uri="{FF2B5EF4-FFF2-40B4-BE49-F238E27FC236}">
                <a16:creationId xmlns:a16="http://schemas.microsoft.com/office/drawing/2014/main" id="{69B337B4-F2FF-461B-A464-D2978B88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1" name="sues200_satellite_to_uav_300m/official_trapezoid_mAP/panel-center_occlusion-xlabel-0">
            <a:extLst xmlns:a="http://schemas.openxmlformats.org/drawingml/2006/main">
              <a:ext uri="{FF2B5EF4-FFF2-40B4-BE49-F238E27FC236}">
                <a16:creationId xmlns:a16="http://schemas.microsoft.com/office/drawing/2014/main" id="{428F2413-06CF-4779-88D7-B2C561B4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2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2" name="sues200_satellite_to_uav_300m/official_trapezoid_mAP/panel-center_occlusion-tick-1">
            <a:extLst xmlns:a="http://schemas.openxmlformats.org/drawingml/2006/main">
              <a:ext uri="{FF2B5EF4-FFF2-40B4-BE49-F238E27FC236}">
                <a16:creationId xmlns:a16="http://schemas.microsoft.com/office/drawing/2014/main" id="{4E7DCDEE-A377-45DD-82C7-89B858A9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3" name="sues200_satellite_to_uav_300m/official_trapezoid_mAP/panel-center_occlusion-xlabel-1">
            <a:extLst xmlns:a="http://schemas.openxmlformats.org/drawingml/2006/main">
              <a:ext uri="{FF2B5EF4-FFF2-40B4-BE49-F238E27FC236}">
                <a16:creationId xmlns:a16="http://schemas.microsoft.com/office/drawing/2014/main" id="{855F294A-33BA-4FC7-911C-C0F57961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4" name="sues200_satellite_to_uav_300m/official_trapezoid_mAP/panel-center_occlusion-tick-2">
            <a:extLst xmlns:a="http://schemas.openxmlformats.org/drawingml/2006/main">
              <a:ext uri="{FF2B5EF4-FFF2-40B4-BE49-F238E27FC236}">
                <a16:creationId xmlns:a16="http://schemas.microsoft.com/office/drawing/2014/main" id="{EB60EEDD-06BC-48CF-B015-AC485C7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5" name="sues200_satellite_to_uav_300m/official_trapezoid_mAP/panel-center_occlusion-xlabel-2">
            <a:extLst xmlns:a="http://schemas.openxmlformats.org/drawingml/2006/main">
              <a:ext uri="{FF2B5EF4-FFF2-40B4-BE49-F238E27FC236}">
                <a16:creationId xmlns:a16="http://schemas.microsoft.com/office/drawing/2014/main" id="{CBE9F0AB-0E68-4222-89A5-8E3DC3A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3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6" name="sues200_satellite_to_uav_300m/official_trapezoid_mAP/panel-center_occlusion-tick-3">
            <a:extLst xmlns:a="http://schemas.openxmlformats.org/drawingml/2006/main">
              <a:ext uri="{FF2B5EF4-FFF2-40B4-BE49-F238E27FC236}">
                <a16:creationId xmlns:a16="http://schemas.microsoft.com/office/drawing/2014/main" id="{D6322BE6-3736-4F2F-9F95-8430599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7" name="sues200_satellite_to_uav_300m/official_trapezoid_mAP/panel-center_occlusion-xlabel-3">
            <a:extLst xmlns:a="http://schemas.openxmlformats.org/drawingml/2006/main">
              <a:ext uri="{FF2B5EF4-FFF2-40B4-BE49-F238E27FC236}">
                <a16:creationId xmlns:a16="http://schemas.microsoft.com/office/drawing/2014/main" id="{718BDB6F-4A08-48C3-9DD0-6CFC0117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8" name="sues200_satellite_to_uav_300m/official_trapezoid_mAP/panel-center_occlusion-tick-4">
            <a:extLst xmlns:a="http://schemas.openxmlformats.org/drawingml/2006/main">
              <a:ext uri="{FF2B5EF4-FFF2-40B4-BE49-F238E27FC236}">
                <a16:creationId xmlns:a16="http://schemas.microsoft.com/office/drawing/2014/main" id="{D54CA2AF-0D9C-4854-A68A-63424DE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39" name="sues200_satellite_to_uav_300m/official_trapezoid_mAP/panel-center_occlusion-xlabel-4">
            <a:extLst xmlns:a="http://schemas.openxmlformats.org/drawingml/2006/main">
              <a:ext uri="{FF2B5EF4-FFF2-40B4-BE49-F238E27FC236}">
                <a16:creationId xmlns:a16="http://schemas.microsoft.com/office/drawing/2014/main" id="{D7B00520-C0AB-43AD-9437-E530D98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0" name="sues200_satellite_to_uav_300m/official_trapezoid_mAP/panel-center_occlusion-tick-5">
            <a:extLst xmlns:a="http://schemas.openxmlformats.org/drawingml/2006/main">
              <a:ext uri="{FF2B5EF4-FFF2-40B4-BE49-F238E27FC236}">
                <a16:creationId xmlns:a16="http://schemas.microsoft.com/office/drawing/2014/main" id="{18BB4E16-93B7-49E2-948A-7E98A775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624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41" name="sues200_satellite_to_uav_300m/official_trapezoid_mAP/panel-center_occlusion-xlabel-5">
            <a:extLst xmlns:a="http://schemas.openxmlformats.org/drawingml/2006/main">
              <a:ext uri="{FF2B5EF4-FFF2-40B4-BE49-F238E27FC236}">
                <a16:creationId xmlns:a16="http://schemas.microsoft.com/office/drawing/2014/main" id="{A2A9EBBC-467F-4F22-A7F9-911544F4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2" name="sues200_satellite_to_uav_300m/official_trapezoid_mAP/center_occlus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598F546F-26A5-494F-840A-3CCBD9A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836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3" name="sues200_satellite_to_uav_300m/official_trapezoid_mAP/center_occlus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289F1D87-9ADB-4EFD-A779-D3368C5E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924313"/>
            <a:ext cx="307020" cy="21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4" name="sues200_satellite_to_uav_300m/official_trapezoid_mAP/center_occlus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EB80DA73-103B-4C59-AA6B-848E7C7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134387"/>
            <a:ext cx="307020" cy="2440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5" name="sues200_satellite_to_uav_300m/official_trapezoid_mAP/center_occlus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FADF0B80-C60E-4360-B9F5-F3B92DD4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78417"/>
            <a:ext cx="307020" cy="118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6" name="sues200_satellite_to_uav_300m/official_trapezoid_mAP/center_occlus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D0AF4DE0-1405-482A-A3CF-00F533B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97099"/>
            <a:ext cx="307020" cy="481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47" name="sues200_satellite_to_uav_300m/official_trapezoid_mAP/center_occlus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B55AAD7A-E21F-4F3C-B1A6-2F27C72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8" name="sues200_satellite_to_uav_300m/official_trapezoid_mAP/center_occlus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E12F8D5F-47A4-47EE-B6C0-E686899C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98913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49" name="sues200_satellite_to_uav_300m/official_trapezoid_mAP/center_occlus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DD20A35E-0008-41C3-95EB-7FC4B638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10898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0" name="sues200_satellite_to_uav_300m/official_trapezoid_mAP/center_occlus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89F1D7EF-CBCF-491D-9820-74FF205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5301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1" name="sues200_satellite_to_uav_300m/official_trapezoid_mAP/center_occlus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BC44C587-8F04-428F-92DF-75A2F433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7169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2" name="sues200_satellite_to_uav_300m/official_trapezoid_mAP/center_occlus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5DC0F4A8-2009-4248-B24F-DB65B8F9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1989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3" name="sues200_satellite_to_uav_300m/official_trapezoid_mAP/center_occlus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F63498D4-91D6-4D3D-8C09-B83249E8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27300" y="3640667"/>
            <a:ext cx="307020" cy="222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4" name="sues200_satellite_to_uav_300m/official_trapezoid_mAP/center_occlus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DE6137B2-87D3-42FA-9B5D-81E7578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34320" y="3863663"/>
            <a:ext cx="307020" cy="2180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5" name="sues200_satellite_to_uav_300m/official_trapezoid_mAP/center_occlus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71E5C237-03B0-46EF-B47A-BB7EB651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1340" y="4081697"/>
            <a:ext cx="307020" cy="2598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6" name="sues200_satellite_to_uav_300m/official_trapezoid_mAP/center_occlus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F31ABCA8-8667-46E5-9457-53E8AAD8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548360" y="4341573"/>
            <a:ext cx="307020" cy="1440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7" name="sues200_satellite_to_uav_300m/official_trapezoid_mAP/center_occlus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6F9DE7B1-A415-41D8-9AFD-E63279F4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55380" y="4485631"/>
            <a:ext cx="307020" cy="49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258" name="sues200_satellite_to_uav_300m/official_trapezoid_mAP/center_occlusion-full-severity-0">
            <a:extLst xmlns:a="http://schemas.openxmlformats.org/drawingml/2006/main">
              <a:ext uri="{FF2B5EF4-FFF2-40B4-BE49-F238E27FC236}">
                <a16:creationId xmlns:a16="http://schemas.microsoft.com/office/drawing/2014/main" id="{C956FEAE-105C-40FA-BA52-1FF891B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9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9" name="sues200_satellite_to_uav_300m/official_trapezoid_mAP/center_occlusion-full-severity-1">
            <a:extLst xmlns:a="http://schemas.openxmlformats.org/drawingml/2006/main">
              <a:ext uri="{FF2B5EF4-FFF2-40B4-BE49-F238E27FC236}">
                <a16:creationId xmlns:a16="http://schemas.microsoft.com/office/drawing/2014/main" id="{30738676-99B8-44D1-BD54-893018D9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20" y="383826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0" name="sues200_satellite_to_uav_300m/official_trapezoid_mAP/center_occlusion-full-severity-2">
            <a:extLst xmlns:a="http://schemas.openxmlformats.org/drawingml/2006/main">
              <a:ext uri="{FF2B5EF4-FFF2-40B4-BE49-F238E27FC236}">
                <a16:creationId xmlns:a16="http://schemas.microsoft.com/office/drawing/2014/main" id="{1B2F5C19-7004-426C-93DE-4E26636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940" y="40562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1" name="sues200_satellite_to_uav_300m/official_trapezoid_mAP/center_occlusion-full-severity-3">
            <a:extLst xmlns:a="http://schemas.openxmlformats.org/drawingml/2006/main">
              <a:ext uri="{FF2B5EF4-FFF2-40B4-BE49-F238E27FC236}">
                <a16:creationId xmlns:a16="http://schemas.microsoft.com/office/drawing/2014/main" id="{957CCD3F-CD68-4123-9E56-5FAC16F4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960" y="4316173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2" name="sues200_satellite_to_uav_300m/official_trapezoid_mAP/center_occlusion-full-severity-4">
            <a:extLst xmlns:a="http://schemas.openxmlformats.org/drawingml/2006/main">
              <a:ext uri="{FF2B5EF4-FFF2-40B4-BE49-F238E27FC236}">
                <a16:creationId xmlns:a16="http://schemas.microsoft.com/office/drawing/2014/main" id="{A83173E2-33A1-4A0B-9594-1822ABA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980" y="446023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3" name="sues200_satellite_to_uav_300m/official_trapezoid_mAP/center_occlusion-full-severity-5">
            <a:extLst xmlns:a="http://schemas.openxmlformats.org/drawingml/2006/main">
              <a:ext uri="{FF2B5EF4-FFF2-40B4-BE49-F238E27FC236}">
                <a16:creationId xmlns:a16="http://schemas.microsoft.com/office/drawing/2014/main" id="{C8E54BF1-CE0C-45B5-BE1A-FB494B51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00" y="451009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64" name="sues200_satellite_to_uav_300m/official_trapezoid_mAP/panel-rotation-title">
            <a:extLst xmlns:a="http://schemas.openxmlformats.org/drawingml/2006/main">
              <a:ext uri="{FF2B5EF4-FFF2-40B4-BE49-F238E27FC236}">
                <a16:creationId xmlns:a16="http://schemas.microsoft.com/office/drawing/2014/main" id="{00BFA843-35F3-4D2C-AA86-5783F86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3700" y="3215386"/>
            <a:ext cx="584835" cy="134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(f) Rotation</a:t>
            </a:r>
          </a:p>
        </p:txBody>
      </p:sp>
      <p:sp>
        <p:nvSpPr>
          <p:cNvPr id="265" name="sues200_satellite_to_uav_300m/official_trapezoid_mAP/panel-rotation-grid-0">
            <a:extLst xmlns:a="http://schemas.openxmlformats.org/drawingml/2006/main">
              <a:ext uri="{FF2B5EF4-FFF2-40B4-BE49-F238E27FC236}">
                <a16:creationId xmlns:a16="http://schemas.microsoft.com/office/drawing/2014/main" id="{9FA996F0-1C05-41DD-B6B8-3D5AA24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6" name="sues200_satellite_to_uav_300m/official_trapezoid_mAP/panel-rotation-ytick-0">
            <a:extLst xmlns:a="http://schemas.openxmlformats.org/drawingml/2006/main">
              <a:ext uri="{FF2B5EF4-FFF2-40B4-BE49-F238E27FC236}">
                <a16:creationId xmlns:a16="http://schemas.microsoft.com/office/drawing/2014/main" id="{D4A7E0C8-B6D2-448A-973C-72C8FD3C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092" y="457758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7" name="sues200_satellite_to_uav_300m/official_trapezoid_mAP/panel-rotation-grid-20">
            <a:extLst xmlns:a="http://schemas.openxmlformats.org/drawingml/2006/main">
              <a:ext uri="{FF2B5EF4-FFF2-40B4-BE49-F238E27FC236}">
                <a16:creationId xmlns:a16="http://schemas.microsoft.com/office/drawing/2014/main" id="{FEF7D26A-F1BE-4C7B-978C-8FF91601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4365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68" name="sues200_satellite_to_uav_300m/official_trapezoid_mAP/panel-rotation-ytick-20">
            <a:extLst xmlns:a="http://schemas.openxmlformats.org/drawingml/2006/main">
              <a:ext uri="{FF2B5EF4-FFF2-40B4-BE49-F238E27FC236}">
                <a16:creationId xmlns:a16="http://schemas.microsoft.com/office/drawing/2014/main" id="{6ED6B273-C796-468B-9BB2-EE1BBC8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3786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9" name="sues200_satellite_to_uav_300m/official_trapezoid_mAP/panel-rotation-grid-40">
            <a:extLst xmlns:a="http://schemas.openxmlformats.org/drawingml/2006/main">
              <a:ext uri="{FF2B5EF4-FFF2-40B4-BE49-F238E27FC236}">
                <a16:creationId xmlns:a16="http://schemas.microsoft.com/office/drawing/2014/main" id="{9D967652-4AC5-4A6E-A1AC-8B082CE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2375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0" name="sues200_satellite_to_uav_300m/official_trapezoid_mAP/panel-rotation-ytick-40">
            <a:extLst xmlns:a="http://schemas.openxmlformats.org/drawingml/2006/main">
              <a:ext uri="{FF2B5EF4-FFF2-40B4-BE49-F238E27FC236}">
                <a16:creationId xmlns:a16="http://schemas.microsoft.com/office/drawing/2014/main" id="{EE1CCDEC-5921-4C81-B28F-86D3EBD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4179655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1" name="sues200_satellite_to_uav_300m/official_trapezoid_mAP/panel-rotation-grid-60">
            <a:extLst xmlns:a="http://schemas.openxmlformats.org/drawingml/2006/main">
              <a:ext uri="{FF2B5EF4-FFF2-40B4-BE49-F238E27FC236}">
                <a16:creationId xmlns:a16="http://schemas.microsoft.com/office/drawing/2014/main" id="{2C51DE7C-AFB8-4835-893A-4CFABC5A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0386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2" name="sues200_satellite_to_uav_300m/official_trapezoid_mAP/panel-rotation-ytick-60">
            <a:extLst xmlns:a="http://schemas.openxmlformats.org/drawingml/2006/main">
              <a:ext uri="{FF2B5EF4-FFF2-40B4-BE49-F238E27FC236}">
                <a16:creationId xmlns:a16="http://schemas.microsoft.com/office/drawing/2014/main" id="{BC89ABEE-6E3F-4D06-B3EF-DCB621E1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980688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3" name="sues200_satellite_to_uav_300m/official_trapezoid_mAP/panel-rotation-grid-80">
            <a:extLst xmlns:a="http://schemas.openxmlformats.org/drawingml/2006/main">
              <a:ext uri="{FF2B5EF4-FFF2-40B4-BE49-F238E27FC236}">
                <a16:creationId xmlns:a16="http://schemas.microsoft.com/office/drawing/2014/main" id="{D9FA5645-2B2F-4467-A552-DEDB0C89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839633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4" name="sues200_satellite_to_uav_300m/official_trapezoid_mAP/panel-rotation-ytick-80">
            <a:extLst xmlns:a="http://schemas.openxmlformats.org/drawingml/2006/main">
              <a:ext uri="{FF2B5EF4-FFF2-40B4-BE49-F238E27FC236}">
                <a16:creationId xmlns:a16="http://schemas.microsoft.com/office/drawing/2014/main" id="{10FAC9EA-8994-485E-B09C-65C2B626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704" y="3781721"/>
            <a:ext cx="12239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75" name="sues200_satellite_to_uav_300m/official_trapezoid_mAP/panel-rotation-grid-100">
            <a:extLst xmlns:a="http://schemas.openxmlformats.org/drawingml/2006/main">
              <a:ext uri="{FF2B5EF4-FFF2-40B4-BE49-F238E27FC236}">
                <a16:creationId xmlns:a16="http://schemas.microsoft.com/office/drawing/2014/main" id="{95C1D79C-E519-4571-B4AA-48BED450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9EABB3"/>
            </a:solidFill>
          </a:ln>
        </p:spPr>
      </p:sp>
      <p:sp>
        <p:nvSpPr>
          <p:cNvPr id="276" name="sues200_satellite_to_uav_300m/official_trapezoid_mAP/panel-rotation-ytick-100">
            <a:extLst xmlns:a="http://schemas.openxmlformats.org/drawingml/2006/main">
              <a:ext uri="{FF2B5EF4-FFF2-40B4-BE49-F238E27FC236}">
                <a16:creationId xmlns:a16="http://schemas.microsoft.com/office/drawing/2014/main" id="{A6E01489-5EDC-40AA-894A-3144C3D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582755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7" name="sues200_satellite_to_uav_300m/official_trapezoid_mAP/panel-rotation-grid-120">
            <a:extLst xmlns:a="http://schemas.openxmlformats.org/drawingml/2006/main">
              <a:ext uri="{FF2B5EF4-FFF2-40B4-BE49-F238E27FC236}">
                <a16:creationId xmlns:a16="http://schemas.microsoft.com/office/drawing/2014/main" id="{470A2176-ADEC-42F0-B044-E31D16E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">
            <a:solidFill>
              <a:srgbClr val="DEE4E8"/>
            </a:solidFill>
          </a:ln>
        </p:spPr>
      </p:sp>
      <p:sp>
        <p:nvSpPr>
          <p:cNvPr id="278" name="sues200_satellite_to_uav_300m/official_trapezoid_mAP/panel-rotation-ytick-120">
            <a:extLst xmlns:a="http://schemas.openxmlformats.org/drawingml/2006/main">
              <a:ext uri="{FF2B5EF4-FFF2-40B4-BE49-F238E27FC236}">
                <a16:creationId xmlns:a16="http://schemas.microsoft.com/office/drawing/2014/main" id="{C1066A9D-8BC6-4094-AA85-C42D1E0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20" y="3383788"/>
            <a:ext cx="178880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79" name="sues200_satellite_to_uav_300m/official_trapezoid_mAP/panel-rotation-axis-y">
            <a:extLst xmlns:a="http://schemas.openxmlformats.org/drawingml/2006/main">
              <a:ext uri="{FF2B5EF4-FFF2-40B4-BE49-F238E27FC236}">
                <a16:creationId xmlns:a16="http://schemas.microsoft.com/office/drawing/2014/main" id="{A5DCE7FF-C08C-4BBF-939E-A89E40DC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441700"/>
            <a:ext cx="0" cy="119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0" name="sues200_satellite_to_uav_300m/official_trapezoid_mAP/panel-rotation-axis-x">
            <a:extLst xmlns:a="http://schemas.openxmlformats.org/drawingml/2006/main">
              <a:ext uri="{FF2B5EF4-FFF2-40B4-BE49-F238E27FC236}">
                <a16:creationId xmlns:a16="http://schemas.microsoft.com/office/drawing/2014/main" id="{C1A37743-5067-4775-BAB1-14F4ABAF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153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1" name="sues200_satellite_to_uav_300m/official_trapezoid_mAP/panel-rotation-tick-0">
            <a:extLst xmlns:a="http://schemas.openxmlformats.org/drawingml/2006/main">
              <a:ext uri="{FF2B5EF4-FFF2-40B4-BE49-F238E27FC236}">
                <a16:creationId xmlns:a16="http://schemas.microsoft.com/office/drawing/2014/main" id="{B5F2A191-EEC1-457C-922D-F8C4788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2" name="sues200_satellite_to_uav_300m/official_trapezoid_mAP/panel-rotation-xlabel-0">
            <a:extLst xmlns:a="http://schemas.openxmlformats.org/drawingml/2006/main">
              <a:ext uri="{FF2B5EF4-FFF2-40B4-BE49-F238E27FC236}">
                <a16:creationId xmlns:a16="http://schemas.microsoft.com/office/drawing/2014/main" id="{A27D9D20-DA38-413C-8C89-E6E19D1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8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3" name="sues200_satellite_to_uav_300m/official_trapezoid_mAP/panel-rotation-tick-1">
            <a:extLst xmlns:a="http://schemas.openxmlformats.org/drawingml/2006/main">
              <a:ext uri="{FF2B5EF4-FFF2-40B4-BE49-F238E27FC236}">
                <a16:creationId xmlns:a16="http://schemas.microsoft.com/office/drawing/2014/main" id="{E95A61DF-4445-4A38-B4F6-3F88B483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04092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4" name="sues200_satellite_to_uav_300m/official_trapezoid_mAP/panel-rotation-xlabel-1">
            <a:extLst xmlns:a="http://schemas.openxmlformats.org/drawingml/2006/main">
              <a:ext uri="{FF2B5EF4-FFF2-40B4-BE49-F238E27FC236}">
                <a16:creationId xmlns:a16="http://schemas.microsoft.com/office/drawing/2014/main" id="{550535FF-C508-4737-A217-783D285D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1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5" name="sues200_satellite_to_uav_300m/official_trapezoid_mAP/panel-rotation-tick-2">
            <a:extLst xmlns:a="http://schemas.openxmlformats.org/drawingml/2006/main">
              <a:ext uri="{FF2B5EF4-FFF2-40B4-BE49-F238E27FC236}">
                <a16:creationId xmlns:a16="http://schemas.microsoft.com/office/drawing/2014/main" id="{1DA49673-3D9A-4BCB-A636-F5B5772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6" name="sues200_satellite_to_uav_300m/official_trapezoid_mAP/panel-rotation-xlabel-2">
            <a:extLst xmlns:a="http://schemas.openxmlformats.org/drawingml/2006/main">
              <a:ext uri="{FF2B5EF4-FFF2-40B4-BE49-F238E27FC236}">
                <a16:creationId xmlns:a16="http://schemas.microsoft.com/office/drawing/2014/main" id="{B0E64626-4FB7-4B67-8D11-E6407D3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3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7" name="sues200_satellite_to_uav_300m/official_trapezoid_mAP/panel-rotation-tick-3">
            <a:extLst xmlns:a="http://schemas.openxmlformats.org/drawingml/2006/main">
              <a:ext uri="{FF2B5EF4-FFF2-40B4-BE49-F238E27FC236}">
                <a16:creationId xmlns:a16="http://schemas.microsoft.com/office/drawing/2014/main" id="{F9F4F823-5E08-4A54-AC27-E69863F5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88" name="sues200_satellite_to_uav_300m/official_trapezoid_mAP/panel-rotation-xlabel-3">
            <a:extLst xmlns:a="http://schemas.openxmlformats.org/drawingml/2006/main">
              <a:ext uri="{FF2B5EF4-FFF2-40B4-BE49-F238E27FC236}">
                <a16:creationId xmlns:a16="http://schemas.microsoft.com/office/drawing/2014/main" id="{5886A4A2-02C9-416B-84F3-1A29C57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95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9" name="sues200_satellite_to_uav_300m/official_trapezoid_mAP/panel-rotation-tick-4">
            <a:extLst xmlns:a="http://schemas.openxmlformats.org/drawingml/2006/main">
              <a:ext uri="{FF2B5EF4-FFF2-40B4-BE49-F238E27FC236}">
                <a16:creationId xmlns:a16="http://schemas.microsoft.com/office/drawing/2014/main" id="{DEAC7F3D-E047-4842-B507-D5490B38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6198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0" name="sues200_satellite_to_uav_300m/official_trapezoid_mAP/panel-rotation-xlabel-4">
            <a:extLst xmlns:a="http://schemas.openxmlformats.org/drawingml/2006/main">
              <a:ext uri="{FF2B5EF4-FFF2-40B4-BE49-F238E27FC236}">
                <a16:creationId xmlns:a16="http://schemas.microsoft.com/office/drawing/2014/main" id="{9A8B231C-9271-4B7A-857E-228ACD8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1" name="sues200_satellite_to_uav_300m/official_trapezoid_mAP/panel-rotation-tick-5">
            <a:extLst xmlns:a="http://schemas.openxmlformats.org/drawingml/2006/main">
              <a:ext uri="{FF2B5EF4-FFF2-40B4-BE49-F238E27FC236}">
                <a16:creationId xmlns:a16="http://schemas.microsoft.com/office/drawing/2014/main" id="{835FEA38-A45F-4532-9C81-E2B4DE1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269000" y="46355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255">
            <a:solidFill>
              <a:srgbClr val="333333"/>
            </a:solidFill>
          </a:ln>
        </p:spPr>
      </p:sp>
      <p:sp>
        <p:nvSpPr>
          <p:cNvPr id="292" name="sues200_satellite_to_uav_300m/official_trapezoid_mAP/panel-rotation-xlabel-5">
            <a:extLst xmlns:a="http://schemas.openxmlformats.org/drawingml/2006/main">
              <a:ext uri="{FF2B5EF4-FFF2-40B4-BE49-F238E27FC236}">
                <a16:creationId xmlns:a16="http://schemas.microsoft.com/office/drawing/2014/main" id="{8508D043-7B09-4D38-9754-D66B2B93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996" y="4707128"/>
            <a:ext cx="6600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3" name="sues200_satellite_to_uav_300m/official_trapezoid_mAP/rotation-visual-segment-0-1">
            <a:extLst xmlns:a="http://schemas.openxmlformats.org/drawingml/2006/main">
              <a:ext uri="{FF2B5EF4-FFF2-40B4-BE49-F238E27FC236}">
                <a16:creationId xmlns:a16="http://schemas.microsoft.com/office/drawing/2014/main" id="{B23A9A1D-0833-4048-98B0-74838BBF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228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4" name="sues200_satellite_to_uav_300m/official_trapezoid_mAP/rotation-visual-segment-1-2">
            <a:extLst xmlns:a="http://schemas.openxmlformats.org/drawingml/2006/main">
              <a:ext uri="{FF2B5EF4-FFF2-40B4-BE49-F238E27FC236}">
                <a16:creationId xmlns:a16="http://schemas.microsoft.com/office/drawing/2014/main" id="{E0984634-1828-47F8-9EFD-B257CE0E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650106"/>
            <a:ext cx="307020" cy="13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5" name="sues200_satellite_to_uav_300m/official_trapezoid_mAP/rotation-visual-segment-2-3">
            <a:extLst xmlns:a="http://schemas.openxmlformats.org/drawingml/2006/main">
              <a:ext uri="{FF2B5EF4-FFF2-40B4-BE49-F238E27FC236}">
                <a16:creationId xmlns:a16="http://schemas.microsoft.com/office/drawing/2014/main" id="{B9DC5AEC-3EDE-4B40-9B2D-2A8A6CF1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347940" y="3650106"/>
            <a:ext cx="307020" cy="52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6" name="sues200_satellite_to_uav_300m/official_trapezoid_mAP/rotation-visual-segment-3-4">
            <a:extLst xmlns:a="http://schemas.openxmlformats.org/drawingml/2006/main">
              <a:ext uri="{FF2B5EF4-FFF2-40B4-BE49-F238E27FC236}">
                <a16:creationId xmlns:a16="http://schemas.microsoft.com/office/drawing/2014/main" id="{31C8328F-35FB-46AA-8EA5-063A42F4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55326"/>
            <a:ext cx="307020" cy="1012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7" name="sues200_satellite_to_uav_300m/official_trapezoid_mAP/rotation-visual-segment-4-5">
            <a:extLst xmlns:a="http://schemas.openxmlformats.org/drawingml/2006/main">
              <a:ext uri="{FF2B5EF4-FFF2-40B4-BE49-F238E27FC236}">
                <a16:creationId xmlns:a16="http://schemas.microsoft.com/office/drawing/2014/main" id="{A680518B-ED7D-4CE0-8196-326E2288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745732"/>
            <a:ext cx="307020" cy="108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</a:ln>
        </p:spPr>
      </p:sp>
      <p:sp>
        <p:nvSpPr>
          <p:cNvPr id="298" name="sues200_satellite_to_uav_300m/official_trapezoid_mAP/rotation-visual-severity-0">
            <a:extLst xmlns:a="http://schemas.openxmlformats.org/drawingml/2006/main">
              <a:ext uri="{FF2B5EF4-FFF2-40B4-BE49-F238E27FC236}">
                <a16:creationId xmlns:a16="http://schemas.microsoft.com/office/drawing/2014/main" id="{5AE25941-C9B5-4CEB-8E2C-8B865E48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9" name="sues200_satellite_to_uav_300m/official_trapezoid_mAP/rotation-visual-severity-1">
            <a:extLst xmlns:a="http://schemas.openxmlformats.org/drawingml/2006/main">
              <a:ext uri="{FF2B5EF4-FFF2-40B4-BE49-F238E27FC236}">
                <a16:creationId xmlns:a16="http://schemas.microsoft.com/office/drawing/2014/main" id="{08A1EEDC-BED5-47E2-8F55-1D00317D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38109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0" name="sues200_satellite_to_uav_300m/official_trapezoid_mAP/rotation-visual-severity-2">
            <a:extLst xmlns:a="http://schemas.openxmlformats.org/drawingml/2006/main">
              <a:ext uri="{FF2B5EF4-FFF2-40B4-BE49-F238E27FC236}">
                <a16:creationId xmlns:a16="http://schemas.microsoft.com/office/drawing/2014/main" id="{138DB811-9B71-4CF7-BC7D-70997A0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2470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1" name="sues200_satellite_to_uav_300m/official_trapezoid_mAP/rotation-visual-severity-3">
            <a:extLst xmlns:a="http://schemas.openxmlformats.org/drawingml/2006/main">
              <a:ext uri="{FF2B5EF4-FFF2-40B4-BE49-F238E27FC236}">
                <a16:creationId xmlns:a16="http://schemas.microsoft.com/office/drawing/2014/main" id="{FEC0AD3A-5F98-42F6-A773-E2CB3F8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29926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2" name="sues200_satellite_to_uav_300m/official_trapezoid_mAP/rotation-visual-severity-4">
            <a:extLst xmlns:a="http://schemas.openxmlformats.org/drawingml/2006/main">
              <a:ext uri="{FF2B5EF4-FFF2-40B4-BE49-F238E27FC236}">
                <a16:creationId xmlns:a16="http://schemas.microsoft.com/office/drawing/2014/main" id="{E00ABEC4-76AD-4F7F-BE56-F4BDD70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31187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3" name="sues200_satellite_to_uav_300m/official_trapezoid_mAP/rotation-visual-severity-5">
            <a:extLst xmlns:a="http://schemas.openxmlformats.org/drawingml/2006/main">
              <a:ext uri="{FF2B5EF4-FFF2-40B4-BE49-F238E27FC236}">
                <a16:creationId xmlns:a16="http://schemas.microsoft.com/office/drawing/2014/main" id="{1AEBC705-A51D-4D7C-A94A-25C7092A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20332"/>
            <a:ext cx="50800" cy="5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04" name="sues200_satellite_to_uav_300m/official_trapezoid_mAP/rotation-full-segment-0-1">
            <a:extLst xmlns:a="http://schemas.openxmlformats.org/drawingml/2006/main">
              <a:ext uri="{FF2B5EF4-FFF2-40B4-BE49-F238E27FC236}">
                <a16:creationId xmlns:a16="http://schemas.microsoft.com/office/drawing/2014/main" id="{5CBDCC2D-8AF3-428D-A372-BB9737C8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33900" y="3640667"/>
            <a:ext cx="307020" cy="632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5" name="sues200_satellite_to_uav_300m/official_trapezoid_mAP/rotation-full-segment-1-2">
            <a:extLst xmlns:a="http://schemas.openxmlformats.org/drawingml/2006/main">
              <a:ext uri="{FF2B5EF4-FFF2-40B4-BE49-F238E27FC236}">
                <a16:creationId xmlns:a16="http://schemas.microsoft.com/office/drawing/2014/main" id="{71268F36-8649-4723-8CE8-A789465C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40920" y="3703360"/>
            <a:ext cx="307020" cy="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6" name="sues200_satellite_to_uav_300m/official_trapezoid_mAP/rotation-full-segment-2-3">
            <a:extLst xmlns:a="http://schemas.openxmlformats.org/drawingml/2006/main">
              <a:ext uri="{FF2B5EF4-FFF2-40B4-BE49-F238E27FC236}">
                <a16:creationId xmlns:a16="http://schemas.microsoft.com/office/drawing/2014/main" id="{9FD29FA8-ED4E-4425-A947-273526F9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47940" y="3698200"/>
            <a:ext cx="307020" cy="5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7" name="sues200_satellite_to_uav_300m/official_trapezoid_mAP/rotation-full-segment-3-4">
            <a:extLst xmlns:a="http://schemas.openxmlformats.org/drawingml/2006/main">
              <a:ext uri="{FF2B5EF4-FFF2-40B4-BE49-F238E27FC236}">
                <a16:creationId xmlns:a16="http://schemas.microsoft.com/office/drawing/2014/main" id="{FC5497E2-1163-46E4-871D-C0E58E5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654960" y="3698200"/>
            <a:ext cx="307020" cy="76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8" name="sues200_satellite_to_uav_300m/official_trapezoid_mAP/rotation-full-segment-4-5">
            <a:extLst xmlns:a="http://schemas.openxmlformats.org/drawingml/2006/main">
              <a:ext uri="{FF2B5EF4-FFF2-40B4-BE49-F238E27FC236}">
                <a16:creationId xmlns:a16="http://schemas.microsoft.com/office/drawing/2014/main" id="{EAA0CF76-1DFE-4B99-B7DB-58D1696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61980" y="3772761"/>
            <a:ext cx="307020" cy="1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</a:ln>
        </p:spPr>
      </p:sp>
      <p:sp>
        <p:nvSpPr>
          <p:cNvPr id="309" name="sues200_satellite_to_uav_300m/official_trapezoid_mAP/rotation-full-severity-0">
            <a:extLst xmlns:a="http://schemas.openxmlformats.org/drawingml/2006/main">
              <a:ext uri="{FF2B5EF4-FFF2-40B4-BE49-F238E27FC236}">
                <a16:creationId xmlns:a16="http://schemas.microsoft.com/office/drawing/2014/main" id="{AABC7CB0-FD49-49A6-A961-2D037A7F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500" y="3615267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sues200_satellite_to_uav_300m/official_trapezoid_mAP/rotation-full-severity-1">
            <a:extLst xmlns:a="http://schemas.openxmlformats.org/drawingml/2006/main">
              <a:ext uri="{FF2B5EF4-FFF2-40B4-BE49-F238E27FC236}">
                <a16:creationId xmlns:a16="http://schemas.microsoft.com/office/drawing/2014/main" id="{FAFD78CE-E24B-49E0-8E8E-27D8B61C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520" y="3678512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sues200_satellite_to_uav_300m/official_trapezoid_mAP/rotation-full-severity-2">
            <a:extLst xmlns:a="http://schemas.openxmlformats.org/drawingml/2006/main">
              <a:ext uri="{FF2B5EF4-FFF2-40B4-BE49-F238E27FC236}">
                <a16:creationId xmlns:a16="http://schemas.microsoft.com/office/drawing/2014/main" id="{0A263FB7-3D13-4A5C-83E7-CB365E6A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540" y="367796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sues200_satellite_to_uav_300m/official_trapezoid_mAP/rotation-full-severity-3">
            <a:extLst xmlns:a="http://schemas.openxmlformats.org/drawingml/2006/main">
              <a:ext uri="{FF2B5EF4-FFF2-40B4-BE49-F238E27FC236}">
                <a16:creationId xmlns:a16="http://schemas.microsoft.com/office/drawing/2014/main" id="{595CC928-EA52-422D-92A4-37635917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560" y="3672800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sues200_satellite_to_uav_300m/official_trapezoid_mAP/rotation-full-severity-4">
            <a:extLst xmlns:a="http://schemas.openxmlformats.org/drawingml/2006/main">
              <a:ext uri="{FF2B5EF4-FFF2-40B4-BE49-F238E27FC236}">
                <a16:creationId xmlns:a16="http://schemas.microsoft.com/office/drawing/2014/main" id="{96C156F8-4947-4DF5-BE5B-B3985F54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580" y="3749016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sues200_satellite_to_uav_300m/official_trapezoid_mAP/rotation-full-severity-5">
            <a:extLst xmlns:a="http://schemas.openxmlformats.org/drawingml/2006/main">
              <a:ext uri="{FF2B5EF4-FFF2-40B4-BE49-F238E27FC236}">
                <a16:creationId xmlns:a16="http://schemas.microsoft.com/office/drawing/2014/main" id="{BBCBB302-6CBA-4A69-82EF-A3FA7EEF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00" y="3747361"/>
            <a:ext cx="50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sues200_satellite_to_uav_300m/official_trapezoid_mAP/x-axis-label">
            <a:extLst xmlns:a="http://schemas.openxmlformats.org/drawingml/2006/main">
              <a:ext uri="{FF2B5EF4-FFF2-40B4-BE49-F238E27FC236}">
                <a16:creationId xmlns:a16="http://schemas.microsoft.com/office/drawing/2014/main" id="{77298CDF-729F-4021-85D8-EB21FA47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439" y="4897628"/>
            <a:ext cx="2277523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Severity (0 = clean; 1–5 = frozen corruption levels)</a:t>
            </a:r>
          </a:p>
        </p:txBody>
      </p:sp>
      <p:sp>
        <p:nvSpPr>
          <p:cNvPr id="316" name="sues200_satellite_to_uav_300m/official_trapezoid_mAP/caveat-1">
            <a:extLst xmlns:a="http://schemas.openxmlformats.org/drawingml/2006/main">
              <a:ext uri="{FF2B5EF4-FFF2-40B4-BE49-F238E27FC236}">
                <a16:creationId xmlns:a16="http://schemas.microsoft.com/office/drawing/2014/main" id="{97CB345A-36FF-4350-BE77-65281E4D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126228"/>
            <a:ext cx="346986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Seed 1 only. Full official queries and clean full gallery; tasks remain separate.</a:t>
            </a:r>
          </a:p>
        </p:txBody>
      </p:sp>
      <p:sp>
        <p:nvSpPr>
          <p:cNvPr id="317" name="sues200_satellite_to_uav_300m/official_trapezoid_mAP/caveat-2">
            <a:extLst xmlns:a="http://schemas.openxmlformats.org/drawingml/2006/main">
              <a:ext uri="{FF2B5EF4-FFF2-40B4-BE49-F238E27FC236}">
                <a16:creationId xmlns:a16="http://schemas.microsoft.com/office/drawing/2014/main" id="{02A0F88B-5FA1-484A-A718-26E04C8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91328"/>
            <a:ext cx="3048667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Higher retention does not imply higher absolute corrupted accuracy.</a:t>
            </a:r>
          </a:p>
        </p:txBody>
      </p:sp>
      <p:sp>
        <p:nvSpPr>
          <p:cNvPr id="318" name="sues200_satellite_to_uav_300m/official_trapezoid_mAP/caveat-3">
            <a:extLst xmlns:a="http://schemas.openxmlformats.org/drawingml/2006/main">
              <a:ext uri="{FF2B5EF4-FFF2-40B4-BE49-F238E27FC236}">
                <a16:creationId xmlns:a16="http://schemas.microsoft.com/office/drawing/2014/main" id="{2BFE82EC-F83A-4852-9A23-A6314D84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56428"/>
            <a:ext cx="354339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uses cached CLIP for clean queries and online CLIP for corrupted queries.</a:t>
            </a:r>
          </a:p>
        </p:txBody>
      </p:sp>
      <p:sp>
        <p:nvSpPr>
          <p:cNvPr id="319" name="sues200_satellite_to_uav_300m/official_trapezoid_mAP/caveat-4">
            <a:extLst xmlns:a="http://schemas.openxmlformats.org/drawingml/2006/main">
              <a:ext uri="{FF2B5EF4-FFF2-40B4-BE49-F238E27FC236}">
                <a16:creationId xmlns:a16="http://schemas.microsoft.com/office/drawing/2014/main" id="{BF1BF4FD-61E3-4057-8B15-C3496B2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621528"/>
            <a:ext cx="332508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Full curves include evidence-path differences as well as image corruption.</a:t>
            </a:r>
          </a:p>
        </p:txBody>
      </p:sp>
    </p:spTree>
    <p:extLst>
      <p:ext uri="{BB962C8B-B14F-4D97-AF65-F5344CB8AC3E}">
        <p14:creationId xmlns:p14="http://schemas.microsoft.com/office/powerpoint/2010/main" val="849978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2026-09-29T15:57:14.5290000Z</dcterms:created>
  <dcterms:modified xsi:type="dcterms:W3CDTF">2026-09-29T15:57:14.5290000Z</dcterms:modified>
</coreProperties>
</file>