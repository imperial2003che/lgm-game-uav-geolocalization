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68bb70eede4ca6" /><Relationship Type="http://schemas.openxmlformats.org/officeDocument/2006/relationships/extended-properties" Target="/docProps/app.xml" Id="R162350f1e2834b2d" /><Relationship Type="http://schemas.openxmlformats.org/officeDocument/2006/relationships/officeDocument" Target="/ppt/presentation.xml" Id="Rea4085c714ca4f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d49c677f2c4552"/>
  </p:sldMasterIdLst>
  <p:notesMasterIdLst>
    <p:notesMasterId xmlns:r="http://schemas.openxmlformats.org/officeDocument/2006/relationships" r:id="R3fadce30c7db4a06"/>
  </p:notesMasterIdLst>
  <p:sldIdLst>
    <p:sldId xmlns:r="http://schemas.openxmlformats.org/officeDocument/2006/relationships" id="256" r:id="R1a6c671c891c4fb9"/>
    <p:sldId xmlns:r="http://schemas.openxmlformats.org/officeDocument/2006/relationships" id="257" r:id="Red8e2b23d4904632"/>
    <p:sldId xmlns:r="http://schemas.openxmlformats.org/officeDocument/2006/relationships" id="258" r:id="R71cf9c7c9ccf4dc8"/>
    <p:sldId xmlns:r="http://schemas.openxmlformats.org/officeDocument/2006/relationships" id="259" r:id="Re28b1d8692294d9e"/>
    <p:sldId xmlns:r="http://schemas.openxmlformats.org/officeDocument/2006/relationships" id="260" r:id="R128594b482f2454b"/>
    <p:sldId xmlns:r="http://schemas.openxmlformats.org/officeDocument/2006/relationships" id="261" r:id="R51923eca41aa4965"/>
    <p:sldId xmlns:r="http://schemas.openxmlformats.org/officeDocument/2006/relationships" id="262" r:id="R7c256f6a19e74b5d"/>
    <p:sldId xmlns:r="http://schemas.openxmlformats.org/officeDocument/2006/relationships" id="263" r:id="R38a076b50dd04086"/>
    <p:sldId xmlns:r="http://schemas.openxmlformats.org/officeDocument/2006/relationships" id="264" r:id="Re82ee74e0f3e4581"/>
    <p:sldId xmlns:r="http://schemas.openxmlformats.org/officeDocument/2006/relationships" id="265" r:id="R55067ab079fa4d37"/>
    <p:sldId xmlns:r="http://schemas.openxmlformats.org/officeDocument/2006/relationships" id="266" r:id="R63804e95e057475f"/>
  </p:sldIdLst>
  <p:sldSz cx="6548400" cy="7708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b00a718014f56" /><Relationship Type="http://schemas.openxmlformats.org/officeDocument/2006/relationships/slideMaster" Target="/ppt/slideMasters/slideMaster1.xml" Id="Raed49c677f2c4552" /><Relationship Type="http://schemas.openxmlformats.org/officeDocument/2006/relationships/notesMaster" Target="/ppt/notesMasters/notesMaster1.xml" Id="R3fadce30c7db4a06" /><Relationship Type="http://schemas.openxmlformats.org/officeDocument/2006/relationships/presProps" Target="/ppt/presProps.xml" Id="R4b165370bae243c2" /><Relationship Type="http://schemas.openxmlformats.org/officeDocument/2006/relationships/tableStyles" Target="/ppt/tableStyles.xml" Id="R23827d80cb044407" /><Relationship Type="http://schemas.openxmlformats.org/officeDocument/2006/relationships/slide" Target="/ppt/slides/slide1.xml" Id="R1a6c671c891c4fb9" /><Relationship Type="http://schemas.openxmlformats.org/officeDocument/2006/relationships/slide" Target="/ppt/slides/slide2.xml" Id="Red8e2b23d4904632" /><Relationship Type="http://schemas.openxmlformats.org/officeDocument/2006/relationships/slide" Target="/ppt/slides/slide3.xml" Id="R71cf9c7c9ccf4dc8" /><Relationship Type="http://schemas.openxmlformats.org/officeDocument/2006/relationships/slide" Target="/ppt/slides/slide4.xml" Id="Re28b1d8692294d9e" /><Relationship Type="http://schemas.openxmlformats.org/officeDocument/2006/relationships/slide" Target="/ppt/slides/slide5.xml" Id="R128594b482f2454b" /><Relationship Type="http://schemas.openxmlformats.org/officeDocument/2006/relationships/slide" Target="/ppt/slides/slide6.xml" Id="R51923eca41aa4965" /><Relationship Type="http://schemas.openxmlformats.org/officeDocument/2006/relationships/slide" Target="/ppt/slides/slide7.xml" Id="R7c256f6a19e74b5d" /><Relationship Type="http://schemas.openxmlformats.org/officeDocument/2006/relationships/slide" Target="/ppt/slides/slide8.xml" Id="R38a076b50dd04086" /><Relationship Type="http://schemas.openxmlformats.org/officeDocument/2006/relationships/slide" Target="/ppt/slides/slide9.xml" Id="Re82ee74e0f3e4581" /><Relationship Type="http://schemas.openxmlformats.org/officeDocument/2006/relationships/slide" Target="/ppt/slides/slide10.xml" Id="R55067ab079fa4d37" /><Relationship Type="http://schemas.openxmlformats.org/officeDocument/2006/relationships/slide" Target="/ppt/slides/slide11.xml" Id="R63804e95e05747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75f3d18e3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bfd38b2a5b4a4e" /><Relationship Type="http://schemas.openxmlformats.org/officeDocument/2006/relationships/notesMaster" Target="/ppt/notesMasters/notesMaster1.xml" Id="R37dc0ac5ab0f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e1b076a54a4326" /><Relationship Type="http://schemas.openxmlformats.org/officeDocument/2006/relationships/notesMaster" Target="/ppt/notesMasters/notesMaster1.xml" Id="R437c8c3deee9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bb36643f3484a" /><Relationship Type="http://schemas.openxmlformats.org/officeDocument/2006/relationships/notesMaster" Target="/ppt/notesMasters/notesMaster1.xml" Id="Re1751dd77bff49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bd3ef6b8704b87" /><Relationship Type="http://schemas.openxmlformats.org/officeDocument/2006/relationships/notesMaster" Target="/ppt/notesMasters/notesMaster1.xml" Id="Rdcafdb2eb36349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dfe895294343fa" /><Relationship Type="http://schemas.openxmlformats.org/officeDocument/2006/relationships/notesMaster" Target="/ppt/notesMasters/notesMaster1.xml" Id="R16891eb0c8dc40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c5f46a7eee430b" /><Relationship Type="http://schemas.openxmlformats.org/officeDocument/2006/relationships/notesMaster" Target="/ppt/notesMasters/notesMaster1.xml" Id="Rbd350a8b1f3947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05abbab414e40" /><Relationship Type="http://schemas.openxmlformats.org/officeDocument/2006/relationships/notesMaster" Target="/ppt/notesMasters/notesMaster1.xml" Id="R0d1f36ec8a304f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169f7933a44ca5" /><Relationship Type="http://schemas.openxmlformats.org/officeDocument/2006/relationships/notesMaster" Target="/ppt/notesMasters/notesMaster1.xml" Id="Rbaab78aab6d94a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f375af580f431c" /><Relationship Type="http://schemas.openxmlformats.org/officeDocument/2006/relationships/notesMaster" Target="/ppt/notesMasters/notesMaster1.xml" Id="R1fce5659458948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63c3aae9744401" /><Relationship Type="http://schemas.openxmlformats.org/officeDocument/2006/relationships/notesMaster" Target="/ppt/notesMasters/notesMaster1.xml" Id="Rb7a0100300ce49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a7c3e2a54241ed" /><Relationship Type="http://schemas.openxmlformats.org/officeDocument/2006/relationships/notesMaster" Target="/ppt/notesMasters/notesMaster1.xml" Id="R4b29f85a2ff343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Drone → satellite.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university1652,university1652_drone_to_satellite,1,visual_margin_quartile,q1_low,1,9464,true,100,3a4ea88f5495c7621d083fadcafea0acdebcc285a1e042cb0e9cab5b56ff6d6f,0.014584720134735107,0.035724759101867676,0.07279708981513977,0.18755283178360102,18.755283178360102,0.2062552831783601,20.625528317836007,0.01870245139475909,0.2649428214577174,26.49428214577174,0.2728151393041466,27.281513930414658,0.00787231784642916,0.3423328111318338,34.23328111318338,0.339374995429933,33.9374995429933,-0.0029578157019007688,42090c4ffdafedbfffd8ed2439e1e59756f0876e2c7ae612a87031a574b28cc8</a:t>
            </a:r>
          </a:p>
          <a:p xmlns:a="http://schemas.openxmlformats.org/drawingml/2006/main">
            <a:r>
              <a:t>university1652,university1652_drone_to_satellite,1,visual_margin_quartile,q2_mid_low,2,9464,true,100,e05bdc31f344618f24d409e84c711a9c7cb36af363122ded2cb1a28afd3ab170,0.014584720134735107,0.035724759101867676,0.07279708981513977,0.2404902789518174,24.04902789518174,0.2221048182586644,22.21048182586644,-0.018385460693153,0.31200780368402353,31.200780368402352,0.28801300177737726,28.801300177737726,-0.023994801906646268,0.3835253284162296,38.35253284162296,0.35392118529609007,35.39211852960901,-0.029604143120139537,42090c4ffdafedbfffd8ed2439e1e59756f0876e2c7ae612a87031a574b28cc8</a:t>
            </a:r>
          </a:p>
          <a:p xmlns:a="http://schemas.openxmlformats.org/drawingml/2006/main">
            <a:r>
              <a:t>university1652,university1652_drone_to_satellite,1,visual_margin_quartile,q3_mid_high,3,9463,true,100,3e768ffe3fff64529b4f11b4562e80de26c0b5d2dd09e3d8b17106e2f5e44feb,0.014584720134735107,0.035724759101867676,0.07279708981513977,0.38349360667864313,38.34936066786431,0.282996935432738,28.2996935432738,-0.1004966712459051,0.43969935158731877,43.96993515873188,0.35121964908363645,35.121964908363644,-0.0884797025036823,0.4959050964959944,49.59050964959944,0.4194423627345349,41.94423627345349,-0.0764627337614595,42090c4ffdafedbfffd8ed2439e1e59756f0876e2c7ae612a87031a574b28cc8</a:t>
            </a:r>
          </a:p>
          <a:p xmlns:a="http://schemas.openxmlformats.org/drawingml/2006/main">
            <a:r>
              <a:t>university1652,university1652_drone_to_satellite,1,visual_margin_quartile,q4_high,4,9464,true,100,eeea27b08af9cbedd3da0c666b1633c156cd924ecf71c0ce2030a0ae7b56ef50,0.014584720134735107,0.035724759101867676,0.07279708981513977,0.7306635672020287,73.06635672020288,0.5648774302620456,56.48774302620456,-0.1657861369399831,0.7529639678091052,75.29639678091053,0.6136294128723717,61.36294128723717,-0.13933455493673352,0.7752643684161816,77.52643684161816,0.6623813954826977,66.23813954826977,-0.11288297293348395,42090c4ffdafedbfffd8ed2439e1e59756f0876e2c7ae612a87031a574b28cc8</a:t>
            </a:r>
          </a:p>
          <a:p xmlns:a="http://schemas.openxmlformats.org/drawingml/2006/main">
            <a:r>
              <a:t>university1652,university1652_drone_to_satellite,2,visual_margin_quartile,q1_low,1,9464,true,100,a79abba2fbd2360a254a0847478900916930c7add8e0d55976bdc17a204303a5,0.014318257570266724,0.03436708450317383,0.06988197565078735,0.1721259509721048,17.21259509721048,0.20583262890955198,20.583262890955197,0.033706677937447166,0.2509133489704688,25.09133489704688,0.2708629560991921,27.08629560991921,0.019949607128723304,0.3297007469688328,32.97007469688328,0.3358932832888322,33.58932832888322,0.006192536319999437,42090c4ffdafedbfffd8ed2439e1e59756f0876e2c7ae612a87031a574b28cc8</a:t>
            </a:r>
          </a:p>
          <a:p xmlns:a="http://schemas.openxmlformats.org/drawingml/2006/main">
            <a:r>
              <a:t>university1652,university1652_drone_to_satellite,2,visual_margin_quartile,q2_mid_low,2,9464,true,100,c5adac03b6da40f98857ae0c7cd03b51f16aed4d91a73c6c87033c748137ee89,0.014318257570266724,0.03436708450317383,0.06988197565078735,0.23076923076923078,23.076923076923077,0.2253803888419273,22.53803888419273,-0.005388841927303466,0.3011078948663022,30.110789486630217,0.29030068941162657,29.030068941162657,-0.010807205454675613,0.3714465589633736,37.14465589633736,0.35522098998132584,35.522098998132584,-0.016225568982047762,42090c4ffdafedbfffd8ed2439e1e59756f0876e2c7ae612a87031a574b28cc8</a:t>
            </a:r>
          </a:p>
          <a:p xmlns:a="http://schemas.openxmlformats.org/drawingml/2006/main">
            <a:r>
              <a:t>university1652,university1652_drone_to_satellite,2,visual_margin_quartile,q3_mid_high,3,9463,true,100,b301cb3e0b82cb42c31fd8025ac5672ed8da2fc6cbf2092acc238996c5b4fca5,0.014318257570266724,0.03436708450317383,0.06988197565078735,0.3603508401141287,36.03508401141287,0.29567790341329386,29.567790341329385,-0.06467293670083483,0.4201054384770985,42.010543847709855,0.3587504220016426,35.87504220016426,-0.06135501647545594,0.47986003684006834,47.98600368400683,0.42182294058999126,42.182294058999126,-0.05803709625007704,42090c4ffdafedbfffd8ed2439e1e59756f0876e2c7ae612a87031a574b28cc8</a:t>
            </a:r>
          </a:p>
          <a:p xmlns:a="http://schemas.openxmlformats.org/drawingml/2006/main">
            <a:r>
              <a:t>university1652,university1652_drone_to_satellite,2,visual_margin_quartile,q4_high,4,9464,true,100,f88fd08b44794a1885f11c6755ceaa702b1de05b77315f40b6a2dbc2ef46742c,0.014318257570266724,0.03436708450317383,0.06988197565078735,0.7048816568047337,70.48816568047337,0.5753381234150465,57.53381234150466,-0.12954353338968724,0.7301302584877064,73.01302584877064,0.6222546466570614,62.22546466570614,-0.1078756118306449,0.755378860170679,75.5378860170679,0.6691711698990764,66.91711698990764,-0.08620769027160256,42090c4ffdafedbfffd8ed2439e1e59756f0876e2c7ae612a87031a574b28cc8</a:t>
            </a:r>
          </a:p>
          <a:p xmlns:a="http://schemas.openxmlformats.org/drawingml/2006/main">
            <a:r>
              <a:t>university1652,university1652_drone_to_satellite,3,visual_margin_quartile,q1_low,1,9464,true,100,0688c338088a5665d0051cdcc761157206426aa18d991346a99951e0371b2b8a,0.014148920774459839,0.034373581409454346,0.06983980536460876,0.1926246830092984,19.26246830092984,0.20160608622147083,20.160608622147084,0.008981403212172443,0.27029294494530715,27.029294494530713,0.268541276321984,26.8541276321984,-0.0017516686233231525,0.34796120688131593,34.796120688131595,0.3354764664224972,33.54764664224972,-0.012484740458818748,42090c4ffdafedbfffd8ed2439e1e59756f0876e2c7ae612a87031a574b28cc8</a:t>
            </a:r>
          </a:p>
          <a:p xmlns:a="http://schemas.openxmlformats.org/drawingml/2006/main">
            <a:r>
              <a:t>university1652,university1652_drone_to_satellite,3,visual_margin_quartile,q2_mid_low,2,9464,true,100,1a007b0acc2e55e30b41de82ea951ecb3557b6286bb98abf90e11be9f285dc73,0.014148920774459839,0.034373581409454346,0.06983980536460876,0.2529585798816568,25.295857988165682,0.22622569737954354,22.622569737954354,-0.02673288250211327,0.32475182916127926,32.47518291612793,0.29277759994600017,29.277759994600018,-0.031974229215279114,0.39654507844090175,39.654507844090176,0.3593295025124568,35.932950251245686,-0.037215575928444954,42090c4ffdafedbfffd8ed2439e1e59756f0876e2c7ae612a87031a574b28cc8</a:t>
            </a:r>
          </a:p>
          <a:p xmlns:a="http://schemas.openxmlformats.org/drawingml/2006/main">
            <a:r>
              <a:t>university1652,university1652_drone_to_satellite,3,visual_margin_quartile,q3_mid_high,3,9463,true,100,322131462a65a902614a3f255d26f944998d4cc4e636c1a193eb6e275027b943,0.014148920774459839,0.034373581409454346,0.06983980536460876,0.36626862517172143,36.62686251717214,0.2857444784951918,28.57444784951918,-0.08052414667652964,0.4262310607519799,42.623106075197995,0.35333126514534374,35.33312651453437,-0.07289979560663622,0.4861934963322384,48.61934963322384,0.42091805179549563,42.09180517954956,-0.06527544453674279,42090c4ffdafedbfffd8ed2439e1e59756f0876e2c7ae612a87031a574b28cc8</a:t>
            </a:r>
          </a:p>
          <a:p xmlns:a="http://schemas.openxmlformats.org/drawingml/2006/main">
            <a:r>
              <a:t>university1652,university1652_drone_to_satellite,3,visual_margin_quartile,q4_high,4,9464,true,100,6c46ccbc73384ca2be311ba290d826562e6012be6d0274e267ee3025068e7a80,0.014148920774459839,0.034373581409454346,0.06983980536460876,0.7214708368554522,72.14708368554523,0.5840025359256128,58.40025359256128,-0.1374683009298394,0.7451615914048896,74.51615914048895,0.6312720129606845,63.12720129606845,-0.11388957844420511,0.7688523459543268,76.88523459543268,0.678541489995756,67.8541489995756,-0.09031085595857082,42090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Satellite → drone.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university1652,university1652_satellite_to_drone,1,visual_margin_quartile,q1_low,1,176,true,100,44ee108f715464ae00a749d730bc7bf061b32540beb495acff0c692a53ac3c3b,0.004691720008850098,0.011066198348999023,0.021436572074890137,0.5113636363636364,51.13636363636363,0.4034090909090909,40.340909090909086,-0.10795454545454546,0.348047559871206,34.8047559871206,0.2785246403456602,27.852464034566022,-0.0695229195255458,0.5882980821846683,58.82980821846683,0.4893034915406712,48.93034915406712,-0.09899459064399707,42090c4ffdafedbfffd8ed2439e1e59756f0876e2c7ae612a87031a574b28cc8</a:t>
            </a:r>
          </a:p>
          <a:p xmlns:a="http://schemas.openxmlformats.org/drawingml/2006/main">
            <a:r>
              <a:t>university1652,university1652_satellite_to_drone,1,visual_margin_quartile,q2_mid_low,2,175,true,100,2e8b745dbc7b848892a4798d6457d6ebc60caf0bac26f953f1fb1142c4c0054f,0.004691720008850098,0.011066198348999023,0.021436572074890137,0.6114285714285714,61.142857142857146,0.5371428571428571,53.714285714285715,-0.07428571428571429,0.402590692313388,40.2590692313388,0.32726634996943177,32.726634996943176,-0.07532434234395623,0.6661884349188767,66.61884349188767,0.608090191242019,60.8090191242019,-0.05809824367685776,42090c4ffdafedbfffd8ed2439e1e59756f0876e2c7ae612a87031a574b28cc8</a:t>
            </a:r>
          </a:p>
          <a:p xmlns:a="http://schemas.openxmlformats.org/drawingml/2006/main">
            <a:r>
              <a:t>university1652,university1652_satellite_to_drone,1,visual_margin_quartile,q3_mid_high,3,175,true,100,ca2768ef2057386a62101a4fbb8e42c755d7f2060e2d392d2ffd051f87f34082,0.004691720008850098,0.011066198348999023,0.021436572074890137,0.5314285714285715,53.142857142857146,0.4742857142857143,47.42857142857143,-0.05714285714285714,0.35641119000568455,35.64111900056845,0.2933457061196012,29.33457061196012,-0.06306548388608332,0.599438911939755,59.943891193975496,0.5352361073543683,53.52361073543683,-0.0642028045853866,42090c4ffdafedbfffd8ed2439e1e59756f0876e2c7ae612a87031a574b28cc8</a:t>
            </a:r>
          </a:p>
          <a:p xmlns:a="http://schemas.openxmlformats.org/drawingml/2006/main">
            <a:r>
              <a:t>university1652,university1652_satellite_to_drone,1,visual_margin_quartile,q4_high,4,175,true,100,e65d8be4a8bd65a2dc48398da39ce015b13227ef00fc3cd3ec9dcbb38825f516,0.004691720008850098,0.011066198348999023,0.021436572074890137,0.6057142857142858,60.57142857142858,0.4228571428571429,42.285714285714285,-0.18285714285714286,0.3585203776471982,35.85203776471982,0.27055544727980824,27.055544727980823,-0.08796493036738996,0.6582785347921059,65.82785347921059,0.5200871191476679,52.00871191476679,-0.1381914156444379,42090c4ffdafedbfffd8ed2439e1e59756f0876e2c7ae612a87031a574b28cc8</a:t>
            </a:r>
          </a:p>
          <a:p xmlns:a="http://schemas.openxmlformats.org/drawingml/2006/main">
            <a:r>
              <a:t>university1652,university1652_satellite_to_drone,2,visual_margin_quartile,q1_low,1,176,true,100,f042913f93c170d5e3db4e0a366154ca8b31307cacdf7208d22614d17ad8cea2,0.00468975305557251,0.011646032333374023,0.020840167999267578,0.5056818181818182,50.56818181818182,0.4375,43.75,-0.06818181818181818,0.3552841765231278,35.52841765231278,0.29792311713456665,29.792311713456666,-0.057361059388561196,0.5747301729326698,57.473017293266984,0.5185445982914726,51.85445982914726,-0.05618557464119724,42090c4ffdafedbfffd8ed2439e1e59756f0876e2c7ae612a87031a574b28cc8</a:t>
            </a:r>
          </a:p>
          <a:p xmlns:a="http://schemas.openxmlformats.org/drawingml/2006/main">
            <a:r>
              <a:t>university1652,university1652_satellite_to_drone,2,visual_margin_quartile,q2_mid_low,2,175,true,100,682458fdd55e43bf3c04ce7c084df1d649184abd56fb754f8401dba79e6dcf43,0.00468975305557251,0.011646032333374023,0.020840167999267578,0.4742857142857143,47.42857142857143,0.44,44,-0.03428571428571429,0.3485330350457558,34.85330350457558,0.28594413544583536,28.594413544583535,-0.06258889959992042,0.545435585227928,54.5435585227928,0.510114785403878,51.0114785403878,-0.03532079982404996,42090c4ffdafedbfffd8ed2439e1e59756f0876e2c7ae612a87031a574b28cc8</a:t>
            </a:r>
          </a:p>
          <a:p xmlns:a="http://schemas.openxmlformats.org/drawingml/2006/main">
            <a:r>
              <a:t>university1652,university1652_satellite_to_drone,2,visual_margin_quartile,q3_mid_high,3,175,true,100,cfb6126500fe477d1a3179c9cc59387a745f4f1a770b10b304cb7963f6cd3102,0.00468975305557251,0.011646032333374023,0.020840167999267578,0.5542857142857143,55.42857142857143,0.4685714285714286,46.85714285714286,-0.08571428571428572,0.3659512619857144,36.59512619857144,0.3176035126647912,31.76035126647912,-0.04834774932092322,0.6320954957213586,63.209549572135856,0.5604727294816569,56.04727294816569,-0.07162276623970164,42090c4ffdafedbfffd8ed2439e1e59756f0876e2c7ae612a87031a574b28cc8</a:t>
            </a:r>
          </a:p>
          <a:p xmlns:a="http://schemas.openxmlformats.org/drawingml/2006/main">
            <a:r>
              <a:t>university1652,university1652_satellite_to_drone,2,visual_margin_quartile,q4_high,4,175,true,100,82480cef41280f8537187f4a6bb07343ac32da6b93af2a34330124eb119ed310,0.00468975305557251,0.011646032333374023,0.020840167999267578,0.48,48,0.37714285714285717,37.714285714285715,-0.10285714285714286,0.29507908829288293,29.507908829288294,0.257250128290616,25.7250128290616,-0.03782896000226694,0.5548931669980603,55.48931669980603,0.4644481849864158,46.44481849864158,-0.0904449820116445,42090c4ffdafedbfffd8ed2439e1e59756f0876e2c7ae612a87031a574b28cc8</a:t>
            </a:r>
          </a:p>
          <a:p xmlns:a="http://schemas.openxmlformats.org/drawingml/2006/main">
            <a:r>
              <a:t>university1652,university1652_satellite_to_drone,3,visual_margin_quartile,q1_low,1,176,true,100,7315ebf4f07ca8ffcb67f86f4f84dc6c975f46ea11d66b40caf2d687aa08d425,0.004459679126739502,0.010474443435668945,0.020107567310333252,0.5284090909090909,52.84090909090909,0.4431818181818182,44.31818181818182,-0.08522727272727272,0.3619188981531558,36.191889815315584,0.29272755805339495,29.272755805339497,-0.06919134009976088,0.6172935444060799,61.729354440607985,0.5299515651144744,52.99515651144744,-0.08734197929160556,42090c4ffdafedbfffd8ed2439e1e59756f0876e2c7ae612a87031a574b28cc8</a:t>
            </a:r>
          </a:p>
          <a:p xmlns:a="http://schemas.openxmlformats.org/drawingml/2006/main">
            <a:r>
              <a:t>university1652,university1652_satellite_to_drone,3,visual_margin_quartile,q2_mid_low,2,175,true,100,7eb03d4dab3ab0e1233aed9b1c88a9b32ee1a8fe380ab8b0342e89449c0db304,0.004459679126739502,0.010474443435668945,0.020107567310333252,0.6,60,0.4857142857142857,48.57142857142857,-0.11428571428571428,0.4067085357166694,40.67085357166694,0.32688121640389517,32.68812164038952,-0.07982731931277418,0.6695274724821294,66.95274724821294,0.5717237157713888,57.17237157713888,-0.09780375671074061,42090c4ffdafedbfffd8ed2439e1e59756f0876e2c7ae612a87031a574b28cc8</a:t>
            </a:r>
          </a:p>
          <a:p xmlns:a="http://schemas.openxmlformats.org/drawingml/2006/main">
            <a:r>
              <a:t>university1652,university1652_satellite_to_drone,3,visual_margin_quartile,q3_mid_high,3,175,true,100,e12483b9a58c465ca39d49d47959722f10120ab6058313c8a764244470b7fedd,0.004459679126739502,0.010474443435668945,0.020107567310333252,0.5371428571428571,53.714285714285715,0.4057142857142857,40.57142857142857,-0.13142857142857142,0.34241666942635285,34.241666942635284,0.28209939878566986,28.209939878566985,-0.060317270640682964,0.6117464686407974,61.17464686407974,0.49851249853514934,49.851249853514936,-0.11323397010564804,42090c4ffdafedbfffd8ed2439e1e59756f0876e2c7ae612a87031a574b28cc8</a:t>
            </a:r>
          </a:p>
          <a:p xmlns:a="http://schemas.openxmlformats.org/drawingml/2006/main">
            <a:r>
              <a:t>university1652,university1652_satellite_to_drone,3,visual_margin_quartile,q4_high,4,175,true,100,ba57e5cd559ec796f8ed6f91c19db43621cd44be8911242672b5656f7958857b,0.004459679126739502,0.010474443435668945,0.020107567310333252,0.5771428571428572,57.714285714285715,0.4057142857142857,40.57142857142857,-0.17142857142857143,0.3329396075795272,33.29396075795272,0.24630181686985972,24.63018168698597,-0.08663779070966744,0.6235416680299801,62.35416680299801,0.48997108101794895,48.99710810179489,-0.13357058701203123,42090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Street → satellite.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university1652,university1652_street_to_satellite,1,visual_margin_quartile,q1_low,1,645,true,100,2bd2773cdc68a72ce7ae953dbb9d6ccbb22b9d48355a00d7b499f51d69e02e6e,0.010443121194839478,0.02447962760925293,0.04676806926727295,0.007751937984496124,0.7751937984496124,0.010852713178294573,1.0852713178294573,0.0031007751937984496,0.020543450606416536,2.0543450606416536,0.02294535553759657,2.294535553759657,0.002401904931180035,0.03333496322833695,3.3334963228336947,0.035037997896898564,3.5037997896898565,0.0017030346685616199,42090c4ffdafedbfffd8ed2439e1e59756f0876e2c7ae612a87031a574b28cc8</a:t>
            </a:r>
          </a:p>
          <a:p xmlns:a="http://schemas.openxmlformats.org/drawingml/2006/main">
            <a:r>
              <a:t>university1652,university1652_street_to_satellite,1,visual_margin_quartile,q2_mid_low,2,645,true,100,d96bdc6f41b1bf582605fab176040b8d393993bd95db8d141bacb5918d7b6317,0.010443121194839478,0.02447962760925293,0.04676806926727295,0.004651162790697674,0.46511627906976744,0.0031007751937984496,0.31007751937984496,-0.0015503875968992248,0.014004905357534542,1.400490535753454,0.01625137202398375,1.625137202398375,0.002246466666449208,0.02335864792437141,2.3358647924371407,0.029401968854169052,2.9401968854169054,0.00604332092979764,42090c4ffdafedbfffd8ed2439e1e59756f0876e2c7ae612a87031a574b28cc8</a:t>
            </a:r>
          </a:p>
          <a:p xmlns:a="http://schemas.openxmlformats.org/drawingml/2006/main">
            <a:r>
              <a:t>university1652,university1652_street_to_satellite,1,visual_margin_quartile,q3_mid_high,3,644,true,100,90d817f6763978c769544a0676d51153d34429fb94f8e27924ebc489311217b8,0.010443121194839478,0.02447962760925293,0.04676806926727295,0.004658385093167702,0.4658385093167702,0.010869565217391304,1.0869565217391304,0.006211180124223602,0.01696951270193116,1.6969512701931162,0.024384682507363368,2.438468250736337,0.007415169805432207,0.02928064031069462,2.928064031069462,0.03789979979733543,3.789979979733543,0.008619159486640812,42090c4ffdafedbfffd8ed2439e1e59756f0876e2c7ae612a87031a574b28cc8</a:t>
            </a:r>
          </a:p>
          <a:p xmlns:a="http://schemas.openxmlformats.org/drawingml/2006/main">
            <a:r>
              <a:t>university1652,university1652_street_to_satellite,1,visual_margin_quartile,q4_high,4,645,true,100,6f5826fe7d16cecb868c774f24ea9346ce5dd29a86f177e32026791c6e1773ba,0.010443121194839478,0.02447962760925293,0.04676806926727295,0.004651162790697674,0.46511627906976744,0.012403100775193798,1.2403100775193798,0.007751937984496124,0.01683170645048322,1.683170645048322,0.023819805096380067,2.3819805096380064,0.0069880986458968454,0.029012250110268766,2.9012250110268765,0.035236509417566335,3.5236509417566335,0.006224259307297568,42090c4ffdafedbfffd8ed2439e1e59756f0876e2c7ae612a87031a574b28cc8</a:t>
            </a:r>
          </a:p>
          <a:p xmlns:a="http://schemas.openxmlformats.org/drawingml/2006/main">
            <a:r>
              <a:t>university1652,university1652_street_to_satellite,2,visual_margin_quartile,q1_low,1,645,true,100,08d4bd28c315e5ce693c82551520c92179dd5a8973b7b268c2f5e85551ce7d40,0.00998610258102417,0.0234965980052948,0.046366363763809204,0.006201550387596899,0.6201550387596899,0.0031007751937984496,0.31007751937984496,-0.0031007751937984496,0.014418377139237385,1.4418377139237386,0.016063880368204456,1.6063880368204455,0.0016455032289670708,0.02263520389087787,2.263520389087787,0.02902698554261046,2.902698554261046,0.0063917816517325915,42090c4ffdafedbfffd8ed2439e1e59756f0876e2c7ae612a87031a574b28cc8</a:t>
            </a:r>
          </a:p>
          <a:p xmlns:a="http://schemas.openxmlformats.org/drawingml/2006/main">
            <a:r>
              <a:t>university1652,university1652_street_to_satellite,2,visual_margin_quartile,q2_mid_low,2,645,true,100,7c3b9ce5f1be5c1235834f52a2cf213e737db589a03ec2ef8c1871738f5f0625,0.00998610258102417,0.0234965980052948,0.046366363763809204,0.007751937984496124,0.7751937984496124,0.010852713178294573,1.0852713178294573,0.0031007751937984496,0.020388199560445294,2.0388199560445295,0.02596409537535262,2.596409537535262,0.005575895814907326,0.03302446113639446,3.3024461136394465,0.04107547757241067,4.107547757241067,0.008051016436016202,42090c4ffdafedbfffd8ed2439e1e59756f0876e2c7ae612a87031a574b28cc8</a:t>
            </a:r>
          </a:p>
          <a:p xmlns:a="http://schemas.openxmlformats.org/drawingml/2006/main">
            <a:r>
              <a:t>university1652,university1652_street_to_satellite,2,visual_margin_quartile,q3_mid_high,3,644,true,100,7735cee19a6dd690e6421cba62b3b6208aa3b35c0405d4c76c7d439e552efcc9,0.00998610258102417,0.0234965980052948,0.046366363763809204,0.010869565217391304,1.0869565217391304,0.013975155279503106,1.3975155279503106,0.003105590062111801,0.021462226105580594,2.1462226105580595,0.02833981126577952,2.8339811265779518,0.006877585160198928,0.032054886993769884,3.205488699376988,0.042704467252055935,4.270446725205593,0.010649580258286055,42090c4ffdafedbfffd8ed2439e1e59756f0876e2c7ae612a87031a574b28cc8</a:t>
            </a:r>
          </a:p>
          <a:p xmlns:a="http://schemas.openxmlformats.org/drawingml/2006/main">
            <a:r>
              <a:t>university1652,university1652_street_to_satellite,2,visual_margin_quartile,q4_high,4,645,true,100,78a2d9ef1b6e9854eb1c8efaa9f351fa9a6d099556285f3ed0201d9caaae06d5,0.00998610258102417,0.0234965980052948,0.046366363763809204,0.007751937984496124,0.7751937984496124,0.010852713178294573,1.0852713178294573,0.0031007751937984496,0.019193445431436737,1.9193445431436738,0.02528982144553041,2.528982144553041,0.006096376014093674,0.03063495287837735,3.063495287837735,0.03972692971276625,3.972692971276625,0.009091976834388898,42090c4ffdafedbfffd8ed2439e1e59756f0876e2c7ae612a87031a574b28cc8</a:t>
            </a:r>
          </a:p>
          <a:p xmlns:a="http://schemas.openxmlformats.org/drawingml/2006/main">
            <a:r>
              <a:t>university1652,university1652_street_to_satellite,3,visual_margin_quartile,q1_low,1,645,true,100,42e333c617d215e4ab808de8cff6f46c9a5b6d289c89ab96c00bac115cd42ff7,0.009528517723083496,0.023985624313354492,0.046001434326171875,0.007751937984496124,0.7751937984496124,0.009302325581395349,0.9302325581395349,0.0015503875968992248,0.017958267025068374,1.7958267025068375,0.02165213671283681,2.165213671283681,0.0036938696877684358,0.02816459606564062,2.816459606564062,0.03400194784427827,3.400194784427827,0.005837351778637647,42090c4ffdafedbfffd8ed2439e1e59756f0876e2c7ae612a87031a574b28cc8</a:t>
            </a:r>
          </a:p>
          <a:p xmlns:a="http://schemas.openxmlformats.org/drawingml/2006/main">
            <a:r>
              <a:t>university1652,university1652_street_to_satellite,3,visual_margin_quartile,q2_mid_low,2,645,true,100,0551d841d054790f2f671ff0d5631e797ede596dd4f05758a2c7fbdd8c1e1f81,0.009528517723083496,0.023985624313354492,0.046001434326171875,0.006201550387596899,0.6201550387596899,0.009302325581395349,0.9302325581395349,0.0031007751937984496,0.018092701947334575,1.8092701947334575,0.020000310651885792,2.0000310651885793,0.001907608704551217,0.029983853507072254,2.9983853507072253,0.03069829572237624,3.069829572237624,0.0007144422153039843,42090c4ffdafedbfffd8ed2439e1e59756f0876e2c7ae612a87031a574b28cc8</a:t>
            </a:r>
          </a:p>
          <a:p xmlns:a="http://schemas.openxmlformats.org/drawingml/2006/main">
            <a:r>
              <a:t>university1652,university1652_street_to_satellite,3,visual_margin_quartile,q3_mid_high,3,644,true,100,a4edfcdf0e8f8467a9e683b4b9445cc8fea8247541d0f3c6231a033fa4f2595f,0.009528517723083496,0.023985624313354492,0.046001434326171875,0.015527950310559006,1.5527950310559007,0.010869565217391304,1.0869565217391304,-0.004658385093167702,0.02610044024303709,2.610044024303709,0.024207455097131507,2.4207455097131505,-0.0018929851459055815,0.03667293017551517,3.667293017551517,0.03754534497687171,3.754534497687171,0.0008724148013565388,42090c4ffdafedbfffd8ed2439e1e59756f0876e2c7ae612a87031a574b28cc8</a:t>
            </a:r>
          </a:p>
          <a:p xmlns:a="http://schemas.openxmlformats.org/drawingml/2006/main">
            <a:r>
              <a:t>university1652,university1652_street_to_satellite,3,visual_margin_quartile,q4_high,4,645,true,100,e8507f499040f46c7a648f6581ca49a8d20555c9eb4d1f67a6c9b9a2842f9298,0.009528517723083496,0.023985624313354492,0.046001434326171875,0.010852713178294573,1.0852713178294573,0.010852713178294573,1.0852713178294573,0,0.0228265238546788,2.28265238546788,0.023096097831599875,2.3096097831599876,0.0002695739769210765,0.03480033453106303,3.480033453106303,0.03533948248490518,3.5339482484905176,0.000539147953842153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150 m → satellite.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uav_150m_to_satellite,1,visual_margin_quartile,q1_low,1,1000,true,100,c9a6771bff75cd8873477c4e09fcd0d6e45b4cabb231a112b4fa65e4d6932919,0.02015678584575653,0.04857376217842102,0.09308597445487976,0.214,21.4,0.202,20.200000000000003,-0.012,0.3172064703213982,31.72064703213982,0.2921940118330531,29.21940118330531,-0.025012458488345147,0.42041294064279644,42.04129406427965,0.3823880236661062,38.23880236661062,-0.03802491697669029,42090c4ffdafedbfffd8ed2439e1e59756f0876e2c7ae612a87031a574b28cc8</a:t>
            </a:r>
          </a:p>
          <a:p xmlns:a="http://schemas.openxmlformats.org/drawingml/2006/main">
            <a:r>
              <a:t>sues200,sues200_uav_150m_to_satellite,1,visual_margin_quartile,q2_mid_low,2,1000,true,100,17545346307dde3d167919ed68b1aed11b4300e64be15d75d05e627191ad90fc,0.02015678584575653,0.04857376217842102,0.09308597445487976,0.264,26.400000000000002,0.227,22.7,-0.037,0.3590748230416793,35.90748230416793,0.31117983756167816,31.117983756167817,-0.0478949854800012,0.45414964608335867,45.414964608335865,0.3953596751233563,39.53596751233563,-0.058789970960002394,42090c4ffdafedbfffd8ed2439e1e59756f0876e2c7ae612a87031a574b28cc8</a:t>
            </a:r>
          </a:p>
          <a:p xmlns:a="http://schemas.openxmlformats.org/drawingml/2006/main">
            <a:r>
              <a:t>sues200,sues200_uav_150m_to_satellite,1,visual_margin_quartile,q3_mid_high,3,1000,true,100,d00d5a4679c7037b3feb5b7cf1c471eeb488780566dee4ddccfbcf87c0fa5169,0.02015678584575653,0.04857376217842102,0.09308597445487976,0.373,37.3,0.306,30.599999999999998,-0.067,0.45212600853224283,45.21260085322428,0.39184140133531764,39.18414013353176,-0.06028460719692521,0.5312520170644857,53.125201706448564,0.4776828026706353,47.76828026706353,-0.053569214393850415,42090c4ffdafedbfffd8ed2439e1e59756f0876e2c7ae612a87031a574b28cc8</a:t>
            </a:r>
          </a:p>
          <a:p xmlns:a="http://schemas.openxmlformats.org/drawingml/2006/main">
            <a:r>
              <a:t>sues200,sues200_uav_150m_to_satellite,1,visual_margin_quartile,q4_high,4,1000,true,100,3a5822fcb4bd170c31e579358b1e5a95879fe99c0030ccd223101f2f0e62c167,0.02015678584575653,0.04857376217842102,0.09308597445487976,0.512,51.2,0.413,41.3,-0.099,0.5743037878856995,57.430378788569946,0.4911003691283986,49.11003691283986,-0.08320341875730082,0.6366075757713988,63.66075757713988,0.5692007382567972,56.920073825679715,-0.06740683751460165,42090c4ffdafedbfffd8ed2439e1e59756f0876e2c7ae612a87031a574b28cc8</a:t>
            </a:r>
          </a:p>
          <a:p xmlns:a="http://schemas.openxmlformats.org/drawingml/2006/main">
            <a:r>
              <a:t>sues200,sues200_uav_150m_to_satellite,2,visual_margin_quartile,q1_low,1,1000,true,100,f489a0fc06373e6e2b1a88bfdc9ecdf2aa97866359efb26f52d5285a5c1993e8,0.022369682788848877,0.05168992280960083,0.09931416809558868,0.205,20.5,0.185,18.5,-0.02,0.3164939000303857,31.64939000303857,0.28352395973773675,28.352395973773675,-0.03296994029264897,0.4279878000607714,42.798780006077145,0.38204791947547345,38.20479194754734,-0.045939880585297944,42090c4ffdafedbfffd8ed2439e1e59756f0876e2c7ae612a87031a574b28cc8</a:t>
            </a:r>
          </a:p>
          <a:p xmlns:a="http://schemas.openxmlformats.org/drawingml/2006/main">
            <a:r>
              <a:t>sues200,sues200_uav_150m_to_satellite,2,visual_margin_quartile,q2_mid_low,2,1000,true,100,9fd6f906d34bd6f11a0cba9c7fe36090d2fb99d6a188ba523e6da6856670aad8,0.022369682788848877,0.05168992280960083,0.09931416809558868,0.26,26,0.222,22.2,-0.038,0.35244440494617446,35.24444049461744,0.30825244828592985,30.825244828592986,-0.04419195666024461,0.44488880989234897,44.4888809892349,0.3945048965718597,39.45048965718597,-0.05038391332048923,42090c4ffdafedbfffd8ed2439e1e59756f0876e2c7ae612a87031a574b28cc8</a:t>
            </a:r>
          </a:p>
          <a:p xmlns:a="http://schemas.openxmlformats.org/drawingml/2006/main">
            <a:r>
              <a:t>sues200,sues200_uav_150m_to_satellite,2,visual_margin_quartile,q3_mid_high,3,1000,true,100,0609b27e5c84d3b54bf4f8a2215790490780d57c4b53444cb37e599fd07fbfd5,0.022369682788848877,0.05168992280960083,0.09931416809558868,0.372,37.2,0.271,27.1,-0.101,0.44933795707020907,44.933795707020906,0.36052700541308147,36.05270054130815,-0.08881095165712759,0.5266759141404181,52.667591414041816,0.450054010826163,45.005401082616295,-0.07662190331425518,42090c4ffdafedbfffd8ed2439e1e59756f0876e2c7ae612a87031a574b28cc8</a:t>
            </a:r>
          </a:p>
          <a:p xmlns:a="http://schemas.openxmlformats.org/drawingml/2006/main">
            <a:r>
              <a:t>sues200,sues200_uav_150m_to_satellite,2,visual_margin_quartile,q4_high,4,1000,true,100,593dc12c19de6b76e823fee45cf9451f4e6500173f487d49d86c05d536821065,0.022369682788848877,0.05168992280960083,0.09931416809558868,0.517,51.7,0.396,39.6,-0.121,0.5699868188896217,56.99868188896217,0.4576955655999482,45.76955655999482,-0.11229125328967347,0.6229736377792433,62.29736377792433,0.5193911311998963,51.939113119989635,-0.10358250657934695,42090c4ffdafedbfffd8ed2439e1e59756f0876e2c7ae612a87031a574b28cc8</a:t>
            </a:r>
          </a:p>
          <a:p xmlns:a="http://schemas.openxmlformats.org/drawingml/2006/main">
            <a:r>
              <a:t>sues200,sues200_uav_150m_to_satellite,3,visual_margin_quartile,q1_low,1,1000,true,100,c89c34ff9e2356ef7d14fc3d7adf9812d3c5f1cf3829d1dded48ba232baadbf8,0.020229801535606384,0.04885557293891907,0.09612426161766052,0.23,23,0.262,26.200000000000003,0.032,0.33450786671275273,33.450786671275274,0.34355379308294504,34.3553793082945,0.009045926370192319,0.4390157334255055,43.90157334255055,0.4251075861658901,42.51075861658901,-0.013908147259615361,42090c4ffdafedbfffd8ed2439e1e59756f0876e2c7ae612a87031a574b28cc8</a:t>
            </a:r>
          </a:p>
          <a:p xmlns:a="http://schemas.openxmlformats.org/drawingml/2006/main">
            <a:r>
              <a:t>sues200,sues200_uav_150m_to_satellite,3,visual_margin_quartile,q2_mid_low,2,1000,true,100,2301cf260efd8a3a73010ee067f8d2eb8a79fc06074993662290b02b3af90a3b,0.020229801535606384,0.04885557293891907,0.09612426161766052,0.263,26.3,0.269,26.900000000000002,0.006,0.3611792435175739,36.11792435175739,0.340966796993278,34.0966796993278,-0.020212446524295956,0.45935848703514787,45.935848703514786,0.41293359398655594,41.293359398655596,-0.04642489304859191,42090c4ffdafedbfffd8ed2439e1e59756f0876e2c7ae612a87031a574b28cc8</a:t>
            </a:r>
          </a:p>
          <a:p xmlns:a="http://schemas.openxmlformats.org/drawingml/2006/main">
            <a:r>
              <a:t>sues200,sues200_uav_150m_to_satellite,3,visual_margin_quartile,q3_mid_high,3,1000,true,100,a0014a7f2b788ff2fdb96644bce0b19c0b335411ca72ad4375a2e3d05f48f711,0.020229801535606384,0.04885557293891907,0.09612426161766052,0.429,42.9,0.299,29.9,-0.13,0.5032261818647384,50.322618186473846,0.37636813826998694,37.6368138269987,-0.1268580435947515,0.577452363729477,57.745236372947694,0.4537362765399739,45.37362765399739,-0.12371608718950301,42090c4ffdafedbfffd8ed2439e1e59756f0876e2c7ae612a87031a574b28cc8</a:t>
            </a:r>
          </a:p>
          <a:p xmlns:a="http://schemas.openxmlformats.org/drawingml/2006/main">
            <a:r>
              <a:t>sues200,sues200_uav_150m_to_satellite,3,visual_margin_quartile,q4_high,4,1000,true,100,917429b28f3f35bfd9c413ab34aaca94716162cc1ed8e063edfe9473d5e863ae,0.020229801535606384,0.04885557293891907,0.09612426161766052,0.628,62.8,0.36,36,-0.268,0.6781363610243425,67.81363610243424,0.4388696819562465,43.88696819562465,-0.23926667906809598,0.728272722048685,72.82727220486849,0.517739363912493,51.7739363912493,-0.21053335813619195,42090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150 m.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satellite_to_uav_150m,1,visual_margin_quartile,q1_low,1,20,false,100,252c5b1485a15173869e7e5e24575cf638c56c802809b0855a096751317d8f15,0.003331124782562256,0.006686091423034668,0.013404503464698792,0.45,45,0.45,45,0,0.3857507351785898,38.57507351785898,0.4225537722930312,42.25537722930312,0.0368030371144414,0.5595718307886273,55.95718307886273,0.5425600263988599,54.25600263988599,-0.01701180438976735,42090c4ffdafedbfffd8ed2439e1e59756f0876e2c7ae612a87031a574b28cc8</a:t>
            </a:r>
          </a:p>
          <a:p xmlns:a="http://schemas.openxmlformats.org/drawingml/2006/main">
            <a:r>
              <a:t>sues200,sues200_satellite_to_uav_150m,1,visual_margin_quartile,q2_mid_low,2,20,false,100,181fa72a9a4bda2b39b9fa17c8e116747bc3aab6b59fc5997fafeac1d8c6599b,0.003331124782562256,0.006686091423034668,0.013404503464698792,0.55,55.00000000000001,0.45,45,-0.1,0.4081604749429971,40.81604749429971,0.38960075806826355,38.96007580682635,-0.018559716874733567,0.6062252392992378,60.62252392992378,0.5102770892903209,51.02770892903209,-0.09594815000891685,42090c4ffdafedbfffd8ed2439e1e59756f0876e2c7ae612a87031a574b28cc8</a:t>
            </a:r>
          </a:p>
          <a:p xmlns:a="http://schemas.openxmlformats.org/drawingml/2006/main">
            <a:r>
              <a:t>sues200,sues200_satellite_to_uav_150m,1,visual_margin_quartile,q3_mid_high,3,20,false,100,fac69d2a63a5bbfb8dc4098da58664e1773bb983293beb54aaba6f1507eb98e3,0.003331124782562256,0.006686091423034668,0.013404503464698792,0.65,65,0.6,60,-0.05,0.4289808748289943,42.89808748289943,0.2858973341993988,28.58973341993988,-0.14308354062959552,0.7158436870202423,71.58436870202422,0.6301134027075023,63.011340270750225,-0.08573028431273996,42090c4ffdafedbfffd8ed2439e1e59756f0876e2c7ae612a87031a574b28cc8</a:t>
            </a:r>
          </a:p>
          <a:p xmlns:a="http://schemas.openxmlformats.org/drawingml/2006/main">
            <a:r>
              <a:t>sues200,sues200_satellite_to_uav_150m,1,visual_margin_quartile,q4_high,4,20,false,100,5dc349c593526094806e9b60d67cfe92424cbd52f119ff3aa0686c034892e7e0,0.003331124782562256,0.006686091423034668,0.013404503464698792,0.5,50,0.4,40,-0.1,0.3515374048613012,35.15374048613012,0.2732144363224506,27.321443632245064,-0.07832296853885054,0.533077466650866,53.3077466650866,0.4827967252465896,48.27967252465896,-0.05028074140427634,42090c4ffdafedbfffd8ed2439e1e59756f0876e2c7ae612a87031a574b28cc8</a:t>
            </a:r>
          </a:p>
          <a:p xmlns:a="http://schemas.openxmlformats.org/drawingml/2006/main">
            <a:r>
              <a:t>sues200,sues200_satellite_to_uav_150m,2,visual_margin_quartile,q1_low,1,20,false,100,15c7b3b90731efcf40ba634a30e8b13455d1344bbdb69afc1a2512e646be85d8,0.005551457405090332,0.010777145624160767,0.01979304850101471,0.6,60,0.55,55.00000000000001,-0.05,0.43753620935603976,43.753620935603976,0.3875162363983691,38.75162363983691,-0.05001997295767069,0.6659077384509147,66.59077384509146,0.6295387959573417,62.95387959573417,-0.03636894249357283,42090c4ffdafedbfffd8ed2439e1e59756f0876e2c7ae612a87031a574b28cc8</a:t>
            </a:r>
          </a:p>
          <a:p xmlns:a="http://schemas.openxmlformats.org/drawingml/2006/main">
            <a:r>
              <a:t>sues200,sues200_satellite_to_uav_150m,2,visual_margin_quartile,q2_mid_low,2,20,false,100,63a27aa57c6cb48927aeb5a7eb2a774691b4145ae43885a6cec9fc5a4f7b0501,0.005551457405090332,0.010777145624160767,0.01979304850101471,0.6,60,0.45,45,-0.15,0.3969541922211647,39.69541922211647,0.35367763908579947,35.367763908579946,-0.04327655313536525,0.630520093278028,63.05200932780281,0.5026920134667308,50.26920134667308,-0.12782807981129735,42090c4ffdafedbfffd8ed2439e1e59756f0876e2c7ae612a87031a574b28cc8</a:t>
            </a:r>
          </a:p>
          <a:p xmlns:a="http://schemas.openxmlformats.org/drawingml/2006/main">
            <a:r>
              <a:t>sues200,sues200_satellite_to_uav_150m,2,visual_margin_quartile,q3_mid_high,3,20,false,100,996435f277b4e30c7782bea3631d73684262cd1a260d5140042498d8fa584962,0.005551457405090332,0.010777145624160767,0.01979304850101471,0.55,55.00000000000001,0.5,50,-0.05,0.36119278259575366,36.11927825957537,0.3173544931225479,31.735449312254786,-0.0438382894732058,0.6414400731679052,64.14400731679052,0.5651634281268343,56.516342812683426,-0.07627664504107087,42090c4ffdafedbfffd8ed2439e1e59756f0876e2c7ae612a87031a574b28cc8</a:t>
            </a:r>
          </a:p>
          <a:p xmlns:a="http://schemas.openxmlformats.org/drawingml/2006/main">
            <a:r>
              <a:t>sues200,sues200_satellite_to_uav_150m,2,visual_margin_quartile,q4_high,4,20,false,100,7c19793bb47bfb0d69253d31ae58b17b1ea19035a3eb715deccd4a356f86d08a,0.005551457405090332,0.010777145624160767,0.01979304850101471,0.55,55.00000000000001,0.4,40,-0.15,0.30329943979158996,30.329943979158998,0.22107329359278083,22.107329359278083,-0.08222614619880915,0.6803395071066916,68.03395071066916,0.44304803013801575,44.304803013801575,-0.23729147696867586,42090c4ffdafedbfffd8ed2439e1e59756f0876e2c7ae612a87031a574b28cc8</a:t>
            </a:r>
          </a:p>
          <a:p xmlns:a="http://schemas.openxmlformats.org/drawingml/2006/main">
            <a:r>
              <a:t>sues200,sues200_satellite_to_uav_150m,3,visual_margin_quartile,q1_low,1,20,false,100,4ca71f112c218a8809d1edcbd91125c498a69d030d6dbfabe5181004044736ac,0.003321424126625061,0.007286727428436279,0.016131386160850525,0.6,60,0.5,50,-0.1,0.43730871146544814,43.730871146544814,0.31524025392718613,31.524025392718613,-0.12206845753826201,0.6633454972878099,66.33454972878098,0.5616270661645103,56.16270661645103,-0.10171843112329952,42090c4ffdafedbfffd8ed2439e1e59756f0876e2c7ae612a87031a574b28cc8</a:t>
            </a:r>
          </a:p>
          <a:p xmlns:a="http://schemas.openxmlformats.org/drawingml/2006/main">
            <a:r>
              <a:t>sues200,sues200_satellite_to_uav_150m,3,visual_margin_quartile,q2_mid_low,2,20,false,100,0bf9f79dd6f272b1a157cb266d4af72345ca518d98bcfd9d88f9ec49489c6ef2,0.003321424126625061,0.007286727428436279,0.016131386160850525,0.7,70,0.65,65,-0.05,0.49515993911772965,49.515993911772966,0.43951786402612925,43.951786402612925,-0.05564207509160042,0.7305803637485951,73.05803637485951,0.7027847811812535,70.27847811812535,-0.027795582567341624,42090c4ffdafedbfffd8ed2439e1e59756f0876e2c7ae612a87031a574b28cc8</a:t>
            </a:r>
          </a:p>
          <a:p xmlns:a="http://schemas.openxmlformats.org/drawingml/2006/main">
            <a:r>
              <a:t>sues200,sues200_satellite_to_uav_150m,3,visual_margin_quartile,q3_mid_high,3,20,false,100,08e702ae112c0cd93e70a9fead897a270c045847b35a3a4e53aa468c3d742890,0.003321424126625061,0.007286727428436279,0.016131386160850525,0.6,60,0.45,45,-0.15,0.40701959393918513,40.701959393918514,0.2883355364203453,28.83355364203453,-0.11868405751883984,0.6578633231110871,65.78633231110871,0.5301844701170921,53.01844701170921,-0.12767885299399495,42090c4ffdafedbfffd8ed2439e1e59756f0876e2c7ae612a87031a574b28cc8</a:t>
            </a:r>
          </a:p>
          <a:p xmlns:a="http://schemas.openxmlformats.org/drawingml/2006/main">
            <a:r>
              <a:t>sues200,sues200_satellite_to_uav_150m,3,visual_margin_quartile,q4_high,4,20,false,100,6a1e63edb1d8d7655559e091f624177d496543107f166007c1d3dae7797e847d,0.003321424126625061,0.007286727428436279,0.016131386160850525,0.55,55.00000000000001,0.35,35,-0.2,0.32983685955405234,32.983685955405235,0.28731965902261436,28.731965902261436,-0.042517200531437996,0.6149649869650602,61.496498696506016,0.3986641233321279,39.86641233321279,-0.2163008636329323,42090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200 m → satellite.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uav_200m_to_satellite,1,visual_margin_quartile,q1_low,1,1000,true,100,5f69ee34693992c241cd2d77b3070be1394f7cc81a860b7ed9c7e6a1281feec5,0.023459255695343018,0.05669012665748596,0.10314828157424927,0.27,27,0.249,24.9,-0.021,0.3842941756159998,38.42941756159998,0.34130543729057533,34.130543729057536,-0.04298873832542449,0.4985883512319997,49.85883512319997,0.4336108745811507,43.36108745811507,-0.06497747665084898,42090c4ffdafedbfffd8ed2439e1e59756f0876e2c7ae612a87031a574b28cc8</a:t>
            </a:r>
          </a:p>
          <a:p xmlns:a="http://schemas.openxmlformats.org/drawingml/2006/main">
            <a:r>
              <a:t>sues200,sues200_uav_200m_to_satellite,1,visual_margin_quartile,q2_mid_low,2,1000,true,100,e60062fd4708576c0f7563dec576f793582ab3268f29904f66f491910f4c3433,0.023459255695343018,0.05669012665748596,0.10314828157424927,0.325,32.5,0.283,28.299999999999997,-0.042,0.4271455835108645,42.71455835108645,0.3651338962703012,36.513389627030115,-0.062011687240563336,0.5292911670217291,52.929116702172905,0.4472677925406024,44.72677925406024,-0.08202337448112666,42090c4ffdafedbfffd8ed2439e1e59756f0876e2c7ae612a87031a574b28cc8</a:t>
            </a:r>
          </a:p>
          <a:p xmlns:a="http://schemas.openxmlformats.org/drawingml/2006/main">
            <a:r>
              <a:t>sues200,sues200_uav_200m_to_satellite,1,visual_margin_quartile,q3_mid_high,3,1000,true,100,bd63a6a0ac9c129e1ac3ff0fcddf4c9b8476b209b1002061b6eadc0ec5bf6fa5,0.023459255695343018,0.05669012665748596,0.10314828157424927,0.457,45.7,0.329,32.9,-0.128,0.5339490837706253,53.394908377062535,0.41290724427159875,41.29072442715987,-0.12104183949902654,0.6108981675412506,61.08981675412506,0.4968144885431975,49.68144885431975,-0.11408367899805308,42090c4ffdafedbfffd8ed2439e1e59756f0876e2c7ae612a87031a574b28cc8</a:t>
            </a:r>
          </a:p>
          <a:p xmlns:a="http://schemas.openxmlformats.org/drawingml/2006/main">
            <a:r>
              <a:t>sues200,sues200_uav_200m_to_satellite,1,visual_margin_quartile,q4_high,4,1000,true,100,39732730f2114e8d1e443de3e1354bb7d19eaf9da0906fe8b63a73a7e6ee1361,0.023459255695343018,0.05669012665748596,0.10314828157424927,0.606,60.6,0.465,46.5,-0.141,0.6621062781787478,66.21062781787478,0.5392540610730648,53.925406107306486,-0.12285221710568293,0.7182125563574955,71.82125563574955,0.6135081221461296,61.35081221461296,-0.10470443421136588,42090c4ffdafedbfffd8ed2439e1e59756f0876e2c7ae612a87031a574b28cc8</a:t>
            </a:r>
          </a:p>
          <a:p xmlns:a="http://schemas.openxmlformats.org/drawingml/2006/main">
            <a:r>
              <a:t>sues200,sues200_uav_200m_to_satellite,2,visual_margin_quartile,q1_low,1,1000,true,100,c177b7238d125633f2af1384ba3d2643d3e0bc5ed8af5ef92c38d9205fedbe8b,0.02397856116294861,0.05411827564239502,0.09880778193473816,0.246,24.6,0.272,27.200000000000003,0.026,0.358765413843561,35.876541384356095,0.3633972327769734,36.33972327769734,0.004631818933412433,0.4715308276871219,47.15308276871219,0.4547944655539468,45.47944655539468,-0.016736362133175135,42090c4ffdafedbfffd8ed2439e1e59756f0876e2c7ae612a87031a574b28cc8</a:t>
            </a:r>
          </a:p>
          <a:p xmlns:a="http://schemas.openxmlformats.org/drawingml/2006/main">
            <a:r>
              <a:t>sues200,sues200_uav_200m_to_satellite,2,visual_margin_quartile,q2_mid_low,2,1000,true,100,662441c635a1f4e68ffddac068c82d3f320d9db6c06fb9e53acb5e94f764888a,0.02397856116294861,0.05411827564239502,0.09880778193473816,0.362,36.199999999999996,0.272,27.200000000000003,-0.09,0.44607012312067673,44.607012312067674,0.36091572485817597,36.09157248581759,-0.08515439826250076,0.5301402462413535,53.014024624135345,0.4498314497163519,44.98314497163519,-0.08030879652500153,42090c4ffdafedbfffd8ed2439e1e59756f0876e2c7ae612a87031a574b28cc8</a:t>
            </a:r>
          </a:p>
          <a:p xmlns:a="http://schemas.openxmlformats.org/drawingml/2006/main">
            <a:r>
              <a:t>sues200,sues200_uav_200m_to_satellite,2,visual_margin_quartile,q3_mid_high,3,1000,true,100,6b00770fee9a2eda66ecd89cb09442a5464147c1c4858ea324a8eea7372de724,0.02397856116294861,0.05411827564239502,0.09880778193473816,0.482,48.199999999999996,0.321,32.1,-0.161,0.5501803279663436,55.018032796634365,0.4088645756938495,40.88645756938495,-0.14131575227249413,0.6183606559326872,61.83606559326872,0.49672915138769896,49.672915138769895,-0.12163150454498828,42090c4ffdafedbfffd8ed2439e1e59756f0876e2c7ae612a87031a574b28cc8</a:t>
            </a:r>
          </a:p>
          <a:p xmlns:a="http://schemas.openxmlformats.org/drawingml/2006/main">
            <a:r>
              <a:t>sues200,sues200_uav_200m_to_satellite,2,visual_margin_quartile,q4_high,4,1000,true,100,cbc985875cd31df21bf5436e5d5bb1ad29370823d9aa8041fa02ceb7bbfab6a8,0.02397856116294861,0.05411827564239502,0.09880778193473816,0.619,61.9,0.444,44.4,-0.175,0.6631837612804957,66.31837612804958,0.5047160700373352,50.471607003733524,-0.1584676912431605,0.7073675225609913,70.73675225609914,0.5654321400746704,56.543214007467036,-0.14193538248632104,42090c4ffdafedbfffd8ed2439e1e59756f0876e2c7ae612a87031a574b28cc8</a:t>
            </a:r>
          </a:p>
          <a:p xmlns:a="http://schemas.openxmlformats.org/drawingml/2006/main">
            <a:r>
              <a:t>sues200,sues200_uav_200m_to_satellite,3,visual_margin_quartile,q1_low,1,1000,true,100,62ee99cdb7331a94346625db5e056aefbf8df0b451faeb5dde5cf7742de0a373,0.021922290325164795,0.053303033113479614,0.10435010492801666,0.257,25.7,0.29,28.999999999999996,0.033,0.3698029938209802,36.98029938209802,0.3730569064845331,37.30569064845331,0.00325391266355291,0.4826059876419604,48.26059876419604,0.4561138129690662,45.61138129690662,-0.026492174672894178,42090c4ffdafedbfffd8ed2439e1e59756f0876e2c7ae612a87031a574b28cc8</a:t>
            </a:r>
          </a:p>
          <a:p xmlns:a="http://schemas.openxmlformats.org/drawingml/2006/main">
            <a:r>
              <a:t>sues200,sues200_uav_200m_to_satellite,3,visual_margin_quartile,q2_mid_low,2,1000,true,100,8b7b85a52a72a06c9207028564c23cac936092d8ae3a07ce412075b6c369161e,0.021922290325164795,0.053303033113479614,0.10435010492801666,0.373,37.3,0.328,32.800000000000004,-0.045,0.4631207568659447,46.312075686594476,0.4033526299460791,40.33526299460791,-0.059768126919865605,0.5532415137318895,55.32415137318895,0.47870525989215823,47.87052598921582,-0.07453625383973121,42090c4ffdafedbfffd8ed2439e1e59756f0876e2c7ae612a87031a574b28cc8</a:t>
            </a:r>
          </a:p>
          <a:p xmlns:a="http://schemas.openxmlformats.org/drawingml/2006/main">
            <a:r>
              <a:t>sues200,sues200_uav_200m_to_satellite,3,visual_margin_quartile,q3_mid_high,3,1000,true,100,c2e56c886524552751f47d35fab3da7032433a00f3636513d5d508eb01e21ec2,0.021922290325164795,0.053303033113479614,0.10435010492801666,0.486,48.6,0.352,35.199999999999996,-0.134,0.5553195354389027,55.53195354389027,0.42701573998294773,42.701573998294776,-0.12830379545595497,0.6246390708778053,62.463907087780534,0.5020314799658954,50.203147996589536,-0.12260759091190994,42090c4ffdafedbfffd8ed2439e1e59756f0876e2c7ae612a87031a574b28cc8</a:t>
            </a:r>
          </a:p>
          <a:p xmlns:a="http://schemas.openxmlformats.org/drawingml/2006/main">
            <a:r>
              <a:t>sues200,sues200_uav_200m_to_satellite,3,visual_margin_quartile,q4_high,4,1000,true,100,129461f9d68db7ca6fd12e0c7baf029abbf960c852c43e90d530227ad9317913,0.021922290325164795,0.053303033113479614,0.10435010492801666,0.674,67.4,0.43,43,-0.244,0.7149050471354276,71.49050471354276,0.4963368943165988,49.633689431659874,-0.21856815281882883,0.7558100942708552,75.58100942708552,0.5626737886331975,56.26737886331975,-0.19313630563765763,42090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200 m.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satellite_to_uav_200m,1,visual_margin_quartile,q1_low,1,20,false,100,dce1340d6a5e3b27d99bfebd1d922127071f1766ba31a0df5389987488ad2cda,0.004569828510284424,0.009800642728805542,0.018432557582855225,0.65,65,0.6,60,-0.05,0.566382122412324,56.6382122412324,0.45140769686549903,45.1407696865499,-0.11497442554682494,0.7259706445038319,72.59706445038319,0.6886344914324581,68.86344914324582,-0.0373361530713737,42090c4ffdafedbfffd8ed2439e1e59756f0876e2c7ae612a87031a574b28cc8</a:t>
            </a:r>
          </a:p>
          <a:p xmlns:a="http://schemas.openxmlformats.org/drawingml/2006/main">
            <a:r>
              <a:t>sues200,sues200_satellite_to_uav_200m,1,visual_margin_quartile,q2_mid_low,2,20,false,100,3b1adf3ff43fe473b41897c49d376ce597716949d08f25da41a823c58d8e2c88,0.004569828510284424,0.009800642728805542,0.018432557582855225,0.5,50,0.55,55.00000000000001,0.05,0.42941579297184945,42.941579297184944,0.3690033291466534,36.90033291466534,-0.06041246382519603,0.5442164619220421,54.42164619220421,0.5923769776942208,59.237697769422084,0.048160515772178766,42090c4ffdafedbfffd8ed2439e1e59756f0876e2c7ae612a87031a574b28cc8</a:t>
            </a:r>
          </a:p>
          <a:p xmlns:a="http://schemas.openxmlformats.org/drawingml/2006/main">
            <a:r>
              <a:t>sues200,sues200_satellite_to_uav_200m,1,visual_margin_quartile,q3_mid_high,3,20,false,100,f79a2a64f30a73c39dced7aa148e62d57037d32b0d2e22b2b4af0077ef566d87,0.004569828510284424,0.009800642728805542,0.018432557582855225,0.5,50,0.65,65,0.15,0.426967219542712,42.6967219542712,0.35750883067958056,35.75088306795806,-0.06945838886313141,0.5839637226657942,58.39637226657942,0.6821334309992381,68.2133430999238,0.09816970833344385,42090c4ffdafedbfffd8ed2439e1e59756f0876e2c7ae612a87031a574b28cc8</a:t>
            </a:r>
          </a:p>
          <a:p xmlns:a="http://schemas.openxmlformats.org/drawingml/2006/main">
            <a:r>
              <a:t>sues200,sues200_satellite_to_uav_200m,1,visual_margin_quartile,q4_high,4,20,false,100,23293f0cbbf18348739e84294621657e97b0963babe0c0321a2d4b28fc276cd2,0.004569828510284424,0.009800642728805542,0.018432557582855225,0.8,80,0.65,65,-0.15,0.5283058045431972,52.83058045431972,0.4319347718730569,43.19347718730569,-0.09637103267014027,0.8350694449618459,83.50694449618459,0.6865813536103815,68.65813536103815,-0.1484880913514644,42090c4ffdafedbfffd8ed2439e1e59756f0876e2c7ae612a87031a574b28cc8</a:t>
            </a:r>
          </a:p>
          <a:p xmlns:a="http://schemas.openxmlformats.org/drawingml/2006/main">
            <a:r>
              <a:t>sues200,sues200_satellite_to_uav_200m,2,visual_margin_quartile,q1_low,1,20,false,100,35a36e6fbeadba3902f6a14c68b16ad00c8bbda48203e919b620a9525a30b88e,0.005108475685119629,0.009130746126174927,0.016557961702346802,0.6,60,0.55,55.00000000000001,-0.05,0.5569419899955392,55.694198999553926,0.4283962265588343,42.83962265588343,-0.12854576343670487,0.6948095075320453,69.48095075320452,0.6023644714965485,60.23644714965485,-0.09244503603549674,42090c4ffdafedbfffd8ed2439e1e59756f0876e2c7ae612a87031a574b28cc8</a:t>
            </a:r>
          </a:p>
          <a:p xmlns:a="http://schemas.openxmlformats.org/drawingml/2006/main">
            <a:r>
              <a:t>sues200,sues200_satellite_to_uav_200m,2,visual_margin_quartile,q2_mid_low,2,20,false,100,12f01222b758ff2c2dd5283e3837b59030049136204996865f5d2d8074ddcbf6,0.005108475685119629,0.009130746126174927,0.016557961702346802,0.6,60,0.5,50,-0.1,0.4573738057166338,45.73738057166338,0.39618152608163654,39.618152608163655,-0.06119227963499725,0.6809974327683449,68.09974327683449,0.586207129561808,58.620712956180796,-0.09479030320653692,42090c4ffdafedbfffd8ed2439e1e59756f0876e2c7ae612a87031a574b28cc8</a:t>
            </a:r>
          </a:p>
          <a:p xmlns:a="http://schemas.openxmlformats.org/drawingml/2006/main">
            <a:r>
              <a:t>sues200,sues200_satellite_to_uav_200m,2,visual_margin_quartile,q3_mid_high,3,20,false,100,459df285baf54cb002109902125fe77643eb6809e64a468de0ba3e5edc3f52f9,0.005108475685119629,0.009130746126174927,0.016557961702346802,0.65,65,0.5,50,-0.15,0.4364342104643583,43.64342104643583,0.3267291931435466,32.67291931435466,-0.10970501732081175,0.7192984591238201,71.929845912382,0.5580378400627524,55.80378400627524,-0.1612606190610677,42090c4ffdafedbfffd8ed2439e1e59756f0876e2c7ae612a87031a574b28cc8</a:t>
            </a:r>
          </a:p>
          <a:p xmlns:a="http://schemas.openxmlformats.org/drawingml/2006/main">
            <a:r>
              <a:t>sues200,sues200_satellite_to_uav_200m,2,visual_margin_quartile,q4_high,4,20,false,100,67968a93abd50b4007169562bd65e7e7773c73312ad18296ae9770df1add43cd,0.005108475685119629,0.009130746126174927,0.016557961702346802,0.8,80,0.55,55.00000000000001,-0.25,0.45115642668679357,45.11564266867936,0.3913935238495469,39.13935238495469,-0.059762902837246654,0.8752032520249486,87.52032520249486,0.5989687005989254,59.896870059892535,-0.27623455142602327,42090c4ffdafedbfffd8ed2439e1e59756f0876e2c7ae612a87031a574b28cc8</a:t>
            </a:r>
          </a:p>
          <a:p xmlns:a="http://schemas.openxmlformats.org/drawingml/2006/main">
            <a:r>
              <a:t>sues200,sues200_satellite_to_uav_200m,3,visual_margin_quartile,q1_low,1,20,false,100,92e621658348b60c7f3f0896234d4e440b6c21851de9da513e29748746b9cd63,0.003575757145881653,0.00884336233139038,0.015559807419776917,0.7,70,0.55,55.00000000000001,-0.15,0.5728343112394214,57.283431123942144,0.4554767308756709,45.54767308756709,-0.11735758036375046,0.7939418568275869,79.39418568275869,0.5864490392967128,58.64490392967128,-0.20749281753087417,42090c4ffdafedbfffd8ed2439e1e59756f0876e2c7ae612a87031a574b28cc8</a:t>
            </a:r>
          </a:p>
          <a:p xmlns:a="http://schemas.openxmlformats.org/drawingml/2006/main">
            <a:r>
              <a:t>sues200,sues200_satellite_to_uav_200m,3,visual_margin_quartile,q2_mid_low,2,20,false,100,d36279e53d9d491eb61611657c6c97785184cf6c2dceafe23cc9ee9841d8f37c,0.003575757145881653,0.00884336233139038,0.015559807419776917,0.5,50,0.6,60,0.1,0.45842525102198123,45.842525102198124,0.4238716149702668,42.38716149702668,-0.03455363605171442,0.6202560503967106,62.02560503967106,0.652692986256443,65.2692986256443,0.03243693585973233,42090c4ffdafedbfffd8ed2439e1e59756f0876e2c7ae612a87031a574b28cc8</a:t>
            </a:r>
          </a:p>
          <a:p xmlns:a="http://schemas.openxmlformats.org/drawingml/2006/main">
            <a:r>
              <a:t>sues200,sues200_satellite_to_uav_200m,3,visual_margin_quartile,q3_mid_high,3,20,false,100,f35e16a785a43f4c043d820c5e32787847b061bac337d6be374319e85788f1e2,0.003575757145881653,0.00884336233139038,0.015559807419776917,0.7,70,0.55,55.00000000000001,-0.15,0.498700987175107,49.8700987175107,0.34899419751018285,34.899419751018286,-0.14970678966492415,0.7734649123623967,77.34649123623967,0.6009798006620258,60.09798006620258,-0.1724851117003709,42090c4ffdafedbfffd8ed2439e1e59756f0876e2c7ae612a87031a574b28cc8</a:t>
            </a:r>
          </a:p>
          <a:p xmlns:a="http://schemas.openxmlformats.org/drawingml/2006/main">
            <a:r>
              <a:t>sues200,sues200_satellite_to_uav_200m,3,visual_margin_quartile,q4_high,4,20,false,100,fd67b4e56f99bbee7b384cee52ffcfaacf8b544b76647c0a34028d78f655f425,0.003575757145881653,0.00884336233139038,0.015559807419776917,0.6,60,0.35,35,-0.25,0.46768988147377966,46.76898814737797,0.29475374389439823,29.475374389439825,-0.17293613757938148,0.7071153850527481,70.7115385052748,0.4421246650163084,44.21246650163084,-0.2649907200364396,42090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250 m → satellite.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uav_250m_to_satellite,1,visual_margin_quartile,q1_low,1,1000,true,100,22f46b3e6969b47cc6f9c43354b42b26fe75d4bd4751f69a2b73c0e0111d088c,0.024513021111488342,0.05792143940925598,0.1070137619972229,0.287,28.7,0.28,28.000000000000004,-0.007,0.40058348509762437,40.05834850976244,0.37515167929395105,37.515167929395105,-0.02543180580367334,0.5141669701952487,51.41669701952487,0.47030335858790207,47.03033585879021,-0.043863611607346684,42090c4ffdafedbfffd8ed2439e1e59756f0876e2c7ae612a87031a574b28cc8</a:t>
            </a:r>
          </a:p>
          <a:p xmlns:a="http://schemas.openxmlformats.org/drawingml/2006/main">
            <a:r>
              <a:t>sues200,sues200_uav_250m_to_satellite,1,visual_margin_quartile,q2_mid_low,2,1000,true,100,b9bcb4597e5c098770e81740ef5bbf56a6e681d0dac4a9bc87f1f843b200c6f6,0.024513021111488342,0.05792143940925598,0.1070137619972229,0.41,41,0.282,28.199999999999996,-0.128,0.4979663742822595,49.79663742822595,0.3702291288613342,37.02291288613342,-0.12773724542092532,0.5859327485645189,58.59327485645189,0.45845825772266835,45.845825772266835,-0.12747449084185064,42090c4ffdafedbfffd8ed2439e1e59756f0876e2c7ae612a87031a574b28cc8</a:t>
            </a:r>
          </a:p>
          <a:p xmlns:a="http://schemas.openxmlformats.org/drawingml/2006/main">
            <a:r>
              <a:t>sues200,sues200_uav_250m_to_satellite,1,visual_margin_quartile,q3_mid_high,3,1000,true,100,0a02cfe4e713b7fee83218a1f8adf09e474cf68422e613219dcd0b3169ee50bd,0.024513021111488342,0.05792143940925598,0.1070137619972229,0.543,54.300000000000004,0.371,37.1,-0.172,0.6066370719000698,60.663707190006974,0.4540553838331252,45.405538383312525,-0.15258168806694447,0.6702741438001394,67.02741438001394,0.5371107676662504,53.71107676662504,-0.13316337613388896,42090c4ffdafedbfffd8ed2439e1e59756f0876e2c7ae612a87031a574b28cc8</a:t>
            </a:r>
          </a:p>
          <a:p xmlns:a="http://schemas.openxmlformats.org/drawingml/2006/main">
            <a:r>
              <a:t>sues200,sues200_uav_250m_to_satellite,1,visual_margin_quartile,q4_high,4,1000,true,100,a9e86e88dc4d3d2c151b3e60b252d0dddcb2f1ede3ed41d023ee1da972ed90b3,0.024513021111488342,0.05792143940925598,0.1070137619972229,0.684,68.4,0.506,50.6,-0.178,0.733223000554368,73.3223000554368,0.5779326249938458,57.79326249938458,-0.15529037556052208,0.7824460011087357,78.24460011087358,0.6498652499876917,64.98652499876917,-0.13258075112104417,42090c4ffdafedbfffd8ed2439e1e59756f0876e2c7ae612a87031a574b28cc8</a:t>
            </a:r>
          </a:p>
          <a:p xmlns:a="http://schemas.openxmlformats.org/drawingml/2006/main">
            <a:r>
              <a:t>sues200,sues200_uav_250m_to_satellite,2,visual_margin_quartile,q1_low,1,1000,true,100,6ae5074f481bcf1743fd9938d651e01c41656fa81a64e7d9a508cb47d9780519,0.02484983205795288,0.05794477462768555,0.10800197720527649,0.255,25.5,0.286,28.599999999999998,0.031,0.364997423493769,36.4997423493769,0.37380721609806644,37.38072160980664,0.008809792604297399,0.474994846987538,47.499484698753804,0.46161443219613285,46.16144321961328,-0.0133804147914052,42090c4ffdafedbfffd8ed2439e1e59756f0876e2c7ae612a87031a574b28cc8</a:t>
            </a:r>
          </a:p>
          <a:p xmlns:a="http://schemas.openxmlformats.org/drawingml/2006/main">
            <a:r>
              <a:t>sues200,sues200_uav_250m_to_satellite,2,visual_margin_quartile,q2_mid_low,2,1000,true,100,297ea3ad3851f8b6d1c40cdd4f50ab98e55afaa21514e240e97b02f1debc10fd,0.02484983205795288,0.05794477462768555,0.10800197720527649,0.352,35.199999999999996,0.328,32.800000000000004,-0.024,0.4418916612621397,44.18916612621397,0.41218213586788627,41.21821358678863,-0.029709525394253433,0.5317833225242794,53.17833225242794,0.49636427173577247,49.636427173577246,-0.035419050788506865,42090c4ffdafedbfffd8ed2439e1e59756f0876e2c7ae612a87031a574b28cc8</a:t>
            </a:r>
          </a:p>
          <a:p xmlns:a="http://schemas.openxmlformats.org/drawingml/2006/main">
            <a:r>
              <a:t>sues200,sues200_uav_250m_to_satellite,2,visual_margin_quartile,q3_mid_high,3,1000,true,100,904c5f72a56673832c48a79ac5245f2a421253b0f17bbe1f26e3ed16f9626890,0.02484983205795288,0.05794477462768555,0.10800197720527649,0.497,49.7,0.394,39.4,-0.103,0.5645582434325479,56.45582434325479,0.47285976898157966,47.28597689815797,-0.09169847445096821,0.6321164868650958,63.211648686509584,0.5517195379631594,55.17195379631594,-0.08039694890193641,42090c4ffdafedbfffd8ed2439e1e59756f0876e2c7ae612a87031a574b28cc8</a:t>
            </a:r>
          </a:p>
          <a:p xmlns:a="http://schemas.openxmlformats.org/drawingml/2006/main">
            <a:r>
              <a:t>sues200,sues200_uav_250m_to_satellite,2,visual_margin_quartile,q4_high,4,1000,true,100,054b6fe0d13901fcc15b88bb243b264b0322ce8d4eedf479d12f89bd19c35204,0.02484983205795288,0.05794477462768555,0.10800197720527649,0.714,71.39999999999999,0.535,53.5,-0.179,0.7504961964935064,75.04961964935065,0.5912528155739419,59.125281557394196,-0.15924338091956453,0.7869923929870128,78.69923929870129,0.6475056311478838,64.75056311478838,-0.13948676183912903,42090c4ffdafedbfffd8ed2439e1e59756f0876e2c7ae612a87031a574b28cc8</a:t>
            </a:r>
          </a:p>
          <a:p xmlns:a="http://schemas.openxmlformats.org/drawingml/2006/main">
            <a:r>
              <a:t>sues200,sues200_uav_250m_to_satellite,3,visual_margin_quartile,q1_low,1,1000,true,100,516727b87668c01760cc09ae43d4ddb688ddfc97f16944fae5a670735b773d53,0.023106426000595093,0.05761605501174927,0.11001744866371155,0.261,26.1,0.273,27.3,0.012,0.37452614000579343,37.452614000579345,0.3606490393280983,36.06490393280983,-0.013877100677695126,0.48805228001158685,48.80522800115868,0.4482980786561966,44.82980786561966,-0.03975420135539025,42090c4ffdafedbfffd8ed2439e1e59756f0876e2c7ae612a87031a574b28cc8</a:t>
            </a:r>
          </a:p>
          <a:p xmlns:a="http://schemas.openxmlformats.org/drawingml/2006/main">
            <a:r>
              <a:t>sues200,sues200_uav_250m_to_satellite,3,visual_margin_quartile,q2_mid_low,2,1000,true,100,78daafcb59ed13313c47dba82a5ab4cd5674911482722cefaaa7c5211d17325a,0.023106426000595093,0.05761605501174927,0.11001744866371155,0.382,38.2,0.295,29.5,-0.087,0.4737630186299793,47.376301862997934,0.3747807879792526,37.478078797925264,-0.0989822306507267,0.5655260372599586,56.552603725995866,0.45456157595850527,45.45615759585053,-0.11096446130145342,42090c4ffdafedbfffd8ed2439e1e59756f0876e2c7ae612a87031a574b28cc8</a:t>
            </a:r>
          </a:p>
          <a:p xmlns:a="http://schemas.openxmlformats.org/drawingml/2006/main">
            <a:r>
              <a:t>sues200,sues200_uav_250m_to_satellite,3,visual_margin_quartile,q3_mid_high,3,1000,true,100,2d0c75ed7be0ee848461cec13bd80acfe75924e1f47d944e1126f70f0cdc0ac5,0.023106426000595093,0.05761605501174927,0.11001744866371155,0.523,52.300000000000004,0.354,35.4,-0.169,0.5887583235292696,58.87583235292696,0.42973552965093403,42.973552965093404,-0.1590227938783355,0.6545166470585391,65.4516647058539,0.5054710593018681,50.54710593018681,-0.149045587756671,42090c4ffdafedbfffd8ed2439e1e59756f0876e2c7ae612a87031a574b28cc8</a:t>
            </a:r>
          </a:p>
          <a:p xmlns:a="http://schemas.openxmlformats.org/drawingml/2006/main">
            <a:r>
              <a:t>sues200,sues200_uav_250m_to_satellite,3,visual_margin_quartile,q4_high,4,1000,true,100,ecd6097042cd0779a5b0a806c98466d612cc237cc87436e8b76bf81ffdb2bb06,0.023106426000595093,0.05761605501174927,0.11001744866371155,0.727,72.7,0.499,49.9,-0.228,0.7612328000683337,76.12328000683337,0.558170292744413,55.817029274441296,-0.20306250732392073,0.7954656001366675,79.54656001366675,0.6173405854888261,61.73405854888261,-0.17812501464784145,42090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250 m.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satellite_to_uav_250m,1,visual_margin_quartile,q1_low,1,20,false,100,6c0d191140f2ab48b913a5b918ae0d6d1a8548593fd078d7e5748c8e54498217,0.003843173384666443,0.008853018283843994,0.016311049461364746,0.5,50,0.6,60,0.1,0.46907925941050055,46.90792594105005,0.483212202694267,48.3212202694267,0.014132943283766509,0.5737354620592668,57.37354620592669,0.6960873570875264,69.60873570875265,0.1223518950282596,42090c4ffdafedbfffd8ed2439e1e59756f0876e2c7ae612a87031a574b28cc8</a:t>
            </a:r>
          </a:p>
          <a:p xmlns:a="http://schemas.openxmlformats.org/drawingml/2006/main">
            <a:r>
              <a:t>sues200,sues200_satellite_to_uav_250m,1,visual_margin_quartile,q2_mid_low,2,20,false,100,65247e57e8c107fdfe0e73045e1560a21c032a36dcac75b4b9fad1ce46df708b,0.003843173384666443,0.008853018283843994,0.016311049461364746,0.7,70,0.55,55.00000000000001,-0.15,0.5190934710204601,51.90934710204601,0.3973856381140649,39.73856381140649,-0.1217078329063952,0.7456036559306085,74.56036559306085,0.5648663134721573,56.486631347215734,-0.18073734245845116,42090c4ffdafedbfffd8ed2439e1e59756f0876e2c7ae612a87031a574b28cc8</a:t>
            </a:r>
          </a:p>
          <a:p xmlns:a="http://schemas.openxmlformats.org/drawingml/2006/main">
            <a:r>
              <a:t>sues200,sues200_satellite_to_uav_250m,1,visual_margin_quartile,q3_mid_high,3,20,false,100,ba64525b215fa26322aeeb18b9b50a947188d245d98e19020dc8970d7c518c58,0.003843173384666443,0.008853018283843994,0.016311049461364746,0.8,80,0.65,65,-0.15,0.6770567025989294,67.70567025989294,0.5300318021327257,53.00318021327257,-0.1470249004662037,0.8366883128881455,83.66883128881454,0.7530878379242495,75.30878379242495,-0.08360047496389597,42090c4ffdafedbfffd8ed2439e1e59756f0876e2c7ae612a87031a574b28cc8</a:t>
            </a:r>
          </a:p>
          <a:p xmlns:a="http://schemas.openxmlformats.org/drawingml/2006/main">
            <a:r>
              <a:t>sues200,sues200_satellite_to_uav_250m,1,visual_margin_quartile,q4_high,4,20,false,100,9d00cf27cef2b4a63723ac8d88c6a1a984de54a36816604c050670be7397d9da,0.003843173384666443,0.008853018283843994,0.016311049461364746,0.75,75,0.6,60,-0.15,0.4484243397600949,44.84243397600949,0.3492171386256814,34.92171386256814,-0.09920720113441348,0.764389414107427,76.4389414107427,0.6493498301599174,64.93498301599175,-0.11503958394750953,42090c4ffdafedbfffd8ed2439e1e59756f0876e2c7ae612a87031a574b28cc8</a:t>
            </a:r>
          </a:p>
          <a:p xmlns:a="http://schemas.openxmlformats.org/drawingml/2006/main">
            <a:r>
              <a:t>sues200,sues200_satellite_to_uav_250m,2,visual_margin_quartile,q1_low,1,20,false,100,ff5e3974428d6e1ae67e8de9bf27c37bf292ec7ebfdeb011f13272092de1af9b,0.005638375878334045,0.008550375699996948,0.015226393938064575,0.55,55.00000000000001,0.7,70,0.15,0.48584312982857225,48.58431298285723,0.49126873463392257,49.12687346339226,0.0054256048053503035,0.6791666680015623,67.91666680015624,0.7677492670714855,76.77492670714855,0.08858259906992316,42090c4ffdafedbfffd8ed2439e1e59756f0876e2c7ae612a87031a574b28cc8</a:t>
            </a:r>
          </a:p>
          <a:p xmlns:a="http://schemas.openxmlformats.org/drawingml/2006/main">
            <a:r>
              <a:t>sues200,sues200_satellite_to_uav_250m,2,visual_margin_quartile,q2_mid_low,2,20,false,100,7a766c3f94c6c73bb7e37f707db0760c568265d8aa719da41b8a29eb0ea55831,0.005638375878334045,0.008550375699996948,0.015226393938064575,0.85,85,0.7,70,-0.15,0.6342482067644596,63.42482067644596,0.5278740219771862,52.78740219771863,-0.10637418478727341,0.8636984130367636,86.36984130367637,0.7344020135933533,73.44020135933533,-0.12929639944341034,42090c4ffdafedbfffd8ed2439e1e59756f0876e2c7ae612a87031a574b28cc8</a:t>
            </a:r>
          </a:p>
          <a:p xmlns:a="http://schemas.openxmlformats.org/drawingml/2006/main">
            <a:r>
              <a:t>sues200,sues200_satellite_to_uav_250m,2,visual_margin_quartile,q3_mid_high,3,20,false,100,dd5514eba6ed2b9aefa68387ddaded17a8c771fee2f27aa0368e85dcc103f559,0.005638375878334045,0.008550375699996948,0.015226393938064575,0.6,60,0.55,55.00000000000001,-0.05,0.4983255404513329,49.83255404513329,0.3701476338785142,37.01476338785142,-0.12817790657281875,0.6657259190455079,66.57259190455079,0.6086249042884446,60.86249042884446,-0.05710101475706324,42090c4ffdafedbfffd8ed2439e1e59756f0876e2c7ae612a87031a574b28cc8</a:t>
            </a:r>
          </a:p>
          <a:p xmlns:a="http://schemas.openxmlformats.org/drawingml/2006/main">
            <a:r>
              <a:t>sues200,sues200_satellite_to_uav_250m,2,visual_margin_quartile,q4_high,4,20,false,100,807e44f2573e7cddbc07cae305e05c18384831ba9ac33792e44fc323887af14c,0.005638375878334045,0.008550375699996948,0.015226393938064575,0.65,65,0.4,40,-0.25,0.40275764632970096,40.275764632970095,0.32850155751220883,32.85015575122088,-0.07425608881749213,0.7061399725265801,70.61399725265801,0.4518275361158885,45.18275361158885,-0.25431243641069157,42090c4ffdafedbfffd8ed2439e1e59756f0876e2c7ae612a87031a574b28cc8</a:t>
            </a:r>
          </a:p>
          <a:p xmlns:a="http://schemas.openxmlformats.org/drawingml/2006/main">
            <a:r>
              <a:t>sues200,sues200_satellite_to_uav_250m,3,visual_margin_quartile,q1_low,1,20,false,100,fa921060a2deeb94f6ee114829224d6bd0ecad6bd72ef76250035bf9841107b5,0.003378644585609436,0.00728684663772583,0.015327006578445435,0.65,65,0.65,65,0,0.5680461142212152,56.80461142212152,0.5382807559333742,53.828075593337424,-0.029765358287841083,0.7510990713723004,75.10990713723004,0.7442134825512767,74.42134825512767,-0.006885588821023703,42090c4ffdafedbfffd8ed2439e1e59756f0876e2c7ae612a87031a574b28cc8</a:t>
            </a:r>
          </a:p>
          <a:p xmlns:a="http://schemas.openxmlformats.org/drawingml/2006/main">
            <a:r>
              <a:t>sues200,sues200_satellite_to_uav_250m,3,visual_margin_quartile,q2_mid_low,2,20,false,100,67dae2f165825568f058b29bf67b60b0fe9c5ae94147f1aabc814396b2521769,0.003378644585609436,0.00728684663772583,0.015327006578445435,0.65,65,0.45,45,-0.2,0.443502576649189,44.3502576649189,0.34669600483030083,34.66960048303008,-0.09680657181888819,0.7035811273613944,70.35811273613945,0.48735857428982854,48.735857428982854,-0.21622255307156593,42090c4ffdafedbfffd8ed2439e1e59756f0876e2c7ae612a87031a574b28cc8</a:t>
            </a:r>
          </a:p>
          <a:p xmlns:a="http://schemas.openxmlformats.org/drawingml/2006/main">
            <a:r>
              <a:t>sues200,sues200_satellite_to_uav_250m,3,visual_margin_quartile,q3_mid_high,3,20,false,100,cbe87de48550e6e5cc051162d7ad18b83c5b5284420ed933765ddd8ada7321fa,0.003378644585609436,0.00728684663772583,0.015327006578445435,0.8,80,0.65,65,-0.15,0.6513198167085648,65.13198167085648,0.49814148428849875,49.814148428849876,-0.153178332420066,0.8266885553486645,82.66885553486645,0.6764131365693175,67.64131365693174,-0.15027541877934708,42090c4ffdafedbfffd8ed2439e1e59756f0876e2c7ae612a87031a574b28cc8</a:t>
            </a:r>
          </a:p>
          <a:p xmlns:a="http://schemas.openxmlformats.org/drawingml/2006/main">
            <a:r>
              <a:t>sues200,sues200_satellite_to_uav_250m,3,visual_margin_quartile,q4_high,4,20,false,100,69cdf66719b2b3cf3be9d2928f563c17403d75b0d9075cd97965d71df44760b4,0.003378644585609436,0.00728684663772583,0.015327006578445435,0.8,80,0.35,35,-0.45,0.47807253412902356,47.807253412902355,0.2688059428706765,26.880594287067648,-0.20926659125834704,0.8507936508394778,85.07936508394778,0.4357878514099866,43.57878514099866,-0.4150057994294912,42090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300 m → satellite.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uav_300m_to_satellite,1,visual_margin_quartile,q1_low,1,1000,true,100,2fd8b55ede560d4e9db52ce71657600adf77a432ca100b60d14abcd3d3268903,0.024064749479293823,0.056128621101379395,0.10634054243564606,0.298,29.799999999999997,0.298,29.799999999999997,0,0.41053035853337494,41.05303585333749,0.39200529948435725,39.20052994843572,-0.018525059049017727,0.52306071706675,52.30607170667499,0.48601059896871446,48.60105989687145,-0.037050118098035455,42090c4ffdafedbfffd8ed2439e1e59756f0876e2c7ae612a87031a574b28cc8</a:t>
            </a:r>
          </a:p>
          <a:p xmlns:a="http://schemas.openxmlformats.org/drawingml/2006/main">
            <a:r>
              <a:t>sues200,sues200_uav_300m_to_satellite,1,visual_margin_quartile,q2_mid_low,2,1000,true,100,c869997fe2e6d265c1fd0f23ed786097e087824444519d7336114f6720599b93,0.024064749479293823,0.056128621101379395,0.10634054243564606,0.38,38,0.321,32.1,-0.059,0.47763178814714774,47.76317881471478,0.40859347510105,40.859347510104996,-0.06903831304609775,0.5752635762942955,57.52635762942955,0.49618695020209996,49.61869502021,-0.07907662609219551,42090c4ffdafedbfffd8ed2439e1e59756f0876e2c7ae612a87031a574b28cc8</a:t>
            </a:r>
          </a:p>
          <a:p xmlns:a="http://schemas.openxmlformats.org/drawingml/2006/main">
            <a:r>
              <a:t>sues200,sues200_uav_300m_to_satellite,1,visual_margin_quartile,q3_mid_high,3,1000,true,100,507f40eaf0debbf4045e0bbd0f5b42176990b22f5538e0a4e72e7e204df31c17,0.024064749479293823,0.056128621101379395,0.10634054243564606,0.543,54.300000000000004,0.387,38.7,-0.156,0.6121903740614653,61.219037406146526,0.4710481476695277,47.10481476695277,-0.14114222639193758,0.6813807481229305,68.13807481229304,0.5550962953390554,55.50962953390554,-0.12628445278387518,42090c4ffdafedbfffd8ed2439e1e59756f0876e2c7ae612a87031a574b28cc8</a:t>
            </a:r>
          </a:p>
          <a:p xmlns:a="http://schemas.openxmlformats.org/drawingml/2006/main">
            <a:r>
              <a:t>sues200,sues200_uav_300m_to_satellite,1,visual_margin_quartile,q4_high,4,1000,true,100,7dcb650012bc6734bff83d62bf86455fd1d4a9565773667bf821efc40e2fc4e7,0.024064749479293823,0.056128621101379395,0.10634054243564606,0.766,76.6,0.545,54.50000000000001,-0.221,0.8040175675777719,80.40175675777719,0.6126578084509819,61.26578084509819,-0.19135975912678987,0.8420351351555437,84.20351351555438,0.680315616901964,68.0315616901964,-0.16171951825357975,42090c4ffdafedbfffd8ed2439e1e59756f0876e2c7ae612a87031a574b28cc8</a:t>
            </a:r>
          </a:p>
          <a:p xmlns:a="http://schemas.openxmlformats.org/drawingml/2006/main">
            <a:r>
              <a:t>sues200,sues200_uav_300m_to_satellite,2,visual_margin_quartile,q1_low,1,1000,true,100,36e2c06b25d530bed4798ad0b528998d3ca08f518ac8f304fc122ea990f771c2,0.02561628818511963,0.06091451644897461,0.11033366620540619,0.282,28.199999999999996,0.284,28.4,0.002,0.3884574441201985,38.84574441201985,0.3821117066759616,38.211170667596164,-0.0063457374442368744,0.494914888240397,49.4914888240397,0.4802234133519232,48.02234133519232,-0.014691474888473749,42090c4ffdafedbfffd8ed2439e1e59756f0876e2c7ae612a87031a574b28cc8</a:t>
            </a:r>
          </a:p>
          <a:p xmlns:a="http://schemas.openxmlformats.org/drawingml/2006/main">
            <a:r>
              <a:t>sues200,sues200_uav_300m_to_satellite,2,visual_margin_quartile,q2_mid_low,2,1000,true,100,4611041e043f43cb569f8c3a4337d78443fa16a86a0ae93403b91fc2b50e15a4,0.02561628818511963,0.06091451644897461,0.11033366620540619,0.404,40.400000000000006,0.333,33.300000000000004,-0.071,0.4874477705368772,48.74477705368772,0.4206075141732581,42.06075141732581,-0.06684025636361912,0.5708955410737544,57.08955410737544,0.5082150283465162,50.821502834651625,-0.06268051272723824,42090c4ffdafedbfffd8ed2439e1e59756f0876e2c7ae612a87031a574b28cc8</a:t>
            </a:r>
          </a:p>
          <a:p xmlns:a="http://schemas.openxmlformats.org/drawingml/2006/main">
            <a:r>
              <a:t>sues200,sues200_uav_300m_to_satellite,2,visual_margin_quartile,q3_mid_high,3,1000,true,100,a3818aae9f4f6c4eedbf0d8be0ef4525947b21dd9270b26d816dca824bda2508,0.02561628818511963,0.06091451644897461,0.11033366620540619,0.54,54,0.399,39.900000000000006,-0.141,0.6004944263556972,60.04944263556972,0.47635041092149916,47.63504109214992,-0.12414401543419808,0.6609888527113944,66.09888527113944,0.5537008218429983,55.37008218429983,-0.10728803086839617,42090c4ffdafedbfffd8ed2439e1e59756f0876e2c7ae612a87031a574b28cc8</a:t>
            </a:r>
          </a:p>
          <a:p xmlns:a="http://schemas.openxmlformats.org/drawingml/2006/main">
            <a:r>
              <a:t>sues200,sues200_uav_300m_to_satellite,2,visual_margin_quartile,q4_high,4,1000,true,100,7ec9d49a7f291895d44086019d3fabe63e324f8acdeeeaaa87af12b28476701a,0.02561628818511963,0.06091451644897461,0.11033366620540619,0.75,75,0.545,54.50000000000001,-0.205,0.7831018083128147,78.31018083128147,0.6086276092575863,60.86276092575863,-0.17447419905522837,0.8162036166256293,81.62036166256293,0.6722552185151726,67.22552185151726,-0.14394839811045676,42090c4ffdafedbfffd8ed2439e1e59756f0876e2c7ae612a87031a574b28cc8</a:t>
            </a:r>
          </a:p>
          <a:p xmlns:a="http://schemas.openxmlformats.org/drawingml/2006/main">
            <a:r>
              <a:t>sues200,sues200_uav_300m_to_satellite,3,visual_margin_quartile,q1_low,1,1000,true,100,382aa0324f483616a8a0c07bad6bdd72a394ca9958f006db58096322cbaf8ae3,0.023469999432563782,0.0602203905582428,0.11571131646633148,0.295,29.5,0.291,29.099999999999998,-0.004,0.4082296004840173,40.82296004840173,0.37907066552620383,37.907066552620385,-0.029158934957813472,0.5214592009680346,52.14592009680346,0.4671413310524076,46.71413310524076,-0.05431786991562694,42090c4ffdafedbfffd8ed2439e1e59756f0876e2c7ae612a87031a574b28cc8</a:t>
            </a:r>
          </a:p>
          <a:p xmlns:a="http://schemas.openxmlformats.org/drawingml/2006/main">
            <a:r>
              <a:t>sues200,sues200_uav_300m_to_satellite,3,visual_margin_quartile,q2_mid_low,2,1000,true,100,709fdb696bf24a1ac166b196c6763dd83948b94bc9775949f06a5064f8511160,0.023469999432563782,0.0602203905582428,0.11571131646633148,0.385,38.5,0.292,29.2,-0.093,0.4749341023764573,47.493410237645726,0.3711373224151321,37.11373224151321,-0.10379677996132523,0.5648682047529147,56.486820475291466,0.45027464483026414,45.027464483026414,-0.11459355992265045,42090c4ffdafedbfffd8ed2439e1e59756f0876e2c7ae612a87031a574b28cc8</a:t>
            </a:r>
          </a:p>
          <a:p xmlns:a="http://schemas.openxmlformats.org/drawingml/2006/main">
            <a:r>
              <a:t>sues200,sues200_uav_300m_to_satellite,3,visual_margin_quartile,q3_mid_high,3,1000,true,100,eea3624b40b85d700031bdf1d57b101f514ee668c07054695e09c3101fc88e7e,0.023469999432563782,0.0602203905582428,0.11571131646633148,0.541,54.1,0.358,35.8,-0.183,0.6067723412355408,60.67723412355408,0.4320823626224883,43.208236262248825,-0.17468997861305252,0.6725446824710816,67.25446824710815,0.5061647252449766,50.61647252449766,-0.16637995722610505,42090c4ffdafedbfffd8ed2439e1e59756f0876e2c7ae612a87031a574b28cc8</a:t>
            </a:r>
          </a:p>
          <a:p xmlns:a="http://schemas.openxmlformats.org/drawingml/2006/main">
            <a:r>
              <a:t>sues200,sues200_uav_300m_to_satellite,3,visual_margin_quartile,q4_high,4,1000,true,100,48215fa8c526623ca1a97ead4186bb03531db9e100959e9f63fbfa271138d9b2,0.023469999432563782,0.0602203905582428,0.11571131646633148,0.781,78.10000000000001,0.559,55.900000000000006,-0.222,0.810610117408447,81.0610117408447,0.615116785059683,61.511678505968305,-0.19549333234876395,0.8402202348168939,84.02202348168939,0.671233570119366,67.1233570119366,-0.16898666469752788,42090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300 m. Three seeds are separate columns and R@1, official trapezoidal mAP, and MRR are separate rows. R@1 and mAP fractions are multiplied by100 and labelled percent; MRR×100 is scaled MRR, not accuracy percent. All axes start at0 and end at100. Each panel shows Visual and Full for the four saved Visual-margin quartiles (Q1 low, Q2 mid-low, Q3 mid-high, Q4 high). These are ordered categories, not equally spaced raw margin values; segments are categorical visual guides. Quartiles use saved linear25/50/75 percentiles within each official task and seed; a value equal to a cutpoint enters the lower interval. Full queries were aligned to Visual before the same Visual-defined membership mask was used for both variants. Counts N and eligibility are copied from the accepted summary, not reconstructed or assumed to be equal-sized rank bins. Dagger flags the saved performance_claim_eligible=false groups because N&lt;100. Exactly48 of the132 selected strata are ineligible, all N20 satellite-to-UAV SUES groups; the other84 pass the N&gt;=100 count gate only, not an inferential/significance criterion. Each panel also displays all eight saved metric values×100 to three decimals, preserving very small values despite the common0–100 scale. Exact fraction values, cutpoints, membership SHA and flags are in notes/CSV. The factor is defined from Visual itself, making this a Visual-anchored conditional comparison, not causal/mechanistic attribution or independent calibration evidence; raw margin is not a calibrated posterior. No new means, quantiles, memberships, model predictions or statistics are computed. No seed/task/height pooling, SD, confidence interval, bootstrap interval, p-value or significance is displayed. Upstream bootstrap intervals were not independently resampled and are deliberately excluded. Only132 visual_margin_quartile strata are plotted (792 values across99 panels); the other330 entropy/semantic strata remain in exact source copies but are not plotted. Stored AP/RR/margins, inherited checkpoint/cache/image SHA authority and historical evidence-chain gaps retain upstream limits; no NPZ, weights, cache, images, full rankings or all-positive-rank AP are read/recomputed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Original T4 JSON SHA256: 42090c4ffdafedbfffd8ed2439e1e59756f0876e2c7ae612a87031a574b28cc8</a:t>
            </a:r>
          </a:p>
          <a:p xmlns:a="http://schemas.openxmlformats.org/drawingml/2006/main">
            <a:r>
              <a:t>Original full T4 CSV SHA256: bc1725e7d5a1ce298f2de579240d65ced823b57d0d2af8bcb077a9d697d66530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All12 shared-margin strata for this task, direct saved fields and×100 only:</a:t>
            </a:r>
          </a:p>
          <a:p xmlns:a="http://schemas.openxmlformats.org/drawingml/2006/main">
            <a:r>
              <a:t>dataset,task,seed,factor,level,quartile,queries,performance_claim_eligible,minimum_queries_for_claim,membership_sha256,cutpoint_25,cutpoint_50,cutpoint_75,visual_r_at_1,visual_r_at_1_x100,full_r_at_1,full_r_at_1_x100,full_minus_visual_r_at_1,visual_official_trapezoid_mAP,visual_official_trapezoid_mAP_x100,full_official_trapezoid_mAP,full_official_trapezoid_mAP_x100,full_minus_visual_official_trapezoid_mAP,visual_MRR,visual_MRR_x100,full_MRR,full_MRR_x100,full_minus_visual_MRR,source_json_sha256</a:t>
            </a:r>
          </a:p>
          <a:p xmlns:a="http://schemas.openxmlformats.org/drawingml/2006/main">
            <a:r>
              <a:t>sues200,sues200_satellite_to_uav_300m,1,visual_margin_quartile,q1_low,1,20,false,100,87d38344f94e6a49eb69b3fe4815fbdfce3265339266ba5d4b7eba9ca45f2d1d,0.0035846829414367676,0.007776916027069092,0.016495317220687866,0.65,65,0.65,65,0,0.5935028564184904,59.35028564184904,0.4694008154794574,46.94008154794574,-0.12410204093903303,0.7258305186405778,72.58305186405778,0.6923362483968958,69.23362483968958,-0.03349427024368197,42090c4ffdafedbfffd8ed2439e1e59756f0876e2c7ae612a87031a574b28cc8</a:t>
            </a:r>
          </a:p>
          <a:p xmlns:a="http://schemas.openxmlformats.org/drawingml/2006/main">
            <a:r>
              <a:t>sues200,sues200_satellite_to_uav_300m,1,visual_margin_quartile,q2_mid_low,2,20,false,100,c6d07410757286f4bc4f9c80cb43a98640efc9ff48cdf67cc59a3d7d5bccd19f,0.0035846829414367676,0.007776916027069092,0.016495317220687866,0.65,65,0.5,50,-0.15,0.4784360732883215,47.84360732883215,0.41061800797469916,41.061800797469914,-0.06781806531362236,0.7015351162524894,70.15351162524894,0.5536915328004397,55.36915328004397,-0.14784358345204965,42090c4ffdafedbfffd8ed2439e1e59756f0876e2c7ae612a87031a574b28cc8</a:t>
            </a:r>
          </a:p>
          <a:p xmlns:a="http://schemas.openxmlformats.org/drawingml/2006/main">
            <a:r>
              <a:t>sues200,sues200_satellite_to_uav_300m,1,visual_margin_quartile,q3_mid_high,3,20,false,100,3cb8ab6d4dd12b7c6da037637af64f0659142d64f63c1ceb6fc1a14dfcd637e1,0.0035846829414367676,0.007776916027069092,0.016495317220687866,0.75,75,0.7,70,-0.05,0.6023155701812357,60.231557018123574,0.5230280828662217,52.302808286622174,-0.079287487315014,0.812638504896313,81.2638504896313,0.7266714684257749,72.6671468425775,-0.08596703647053801,42090c4ffdafedbfffd8ed2439e1e59756f0876e2c7ae612a87031a574b28cc8</a:t>
            </a:r>
          </a:p>
          <a:p xmlns:a="http://schemas.openxmlformats.org/drawingml/2006/main">
            <a:r>
              <a:t>sues200,sues200_satellite_to_uav_300m,1,visual_margin_quartile,q4_high,4,20,false,100,a8ff1c3f601c7fec2aa9f2d3c3bed5896c9f46d8acee4a570002cd997d0e9da3,0.0035846829414367676,0.007776916027069092,0.016495317220687866,0.75,75,0.55,55.00000000000001,-0.2,0.5196434468496591,51.964344684965916,0.40682612312957644,40.682612312957644,-0.11281732372008264,0.7854106195736676,78.54106195736676,0.617601830069907,61.7601830069907,-0.16780878950376063,42090c4ffdafedbfffd8ed2439e1e59756f0876e2c7ae612a87031a574b28cc8</a:t>
            </a:r>
          </a:p>
          <a:p xmlns:a="http://schemas.openxmlformats.org/drawingml/2006/main">
            <a:r>
              <a:t>sues200,sues200_satellite_to_uav_300m,2,visual_margin_quartile,q1_low,1,20,false,100,556f6f2aac878e2cc78fac6d3c24d68582df0becac31e5f7510d1edd23602901,0.0026410818099975586,0.009708613157272339,0.017177000641822815,0.75,75,0.55,55.00000000000001,-0.2,0.5880987336859107,58.80987336859107,0.44770994419232013,44.77099441923201,-0.1403887894935906,0.7806688269134611,78.06688269134611,0.6374031786690466,63.74031786690466,-0.14326564824441448,42090c4ffdafedbfffd8ed2439e1e59756f0876e2c7ae612a87031a574b28cc8</a:t>
            </a:r>
          </a:p>
          <a:p xmlns:a="http://schemas.openxmlformats.org/drawingml/2006/main">
            <a:r>
              <a:t>sues200,sues200_satellite_to_uav_300m,2,visual_margin_quartile,q2_mid_low,2,20,false,100,010f1debf2c34e8bbd192c69b0e676cad21211921ee9144ff68ece77c192198d,0.0026410818099975586,0.009708613157272339,0.017177000641822815,0.75,75,0.6,60,-0.15,0.565893242135644,56.589324213564396,0.4528449274599552,45.28449274599552,-0.11304831467568874,0.8103787884116173,81.03787884116173,0.6708056492730975,67.08056492730975,-0.13957313913851976,42090c4ffdafedbfffd8ed2439e1e59756f0876e2c7ae612a87031a574b28cc8</a:t>
            </a:r>
          </a:p>
          <a:p xmlns:a="http://schemas.openxmlformats.org/drawingml/2006/main">
            <a:r>
              <a:t>sues200,sues200_satellite_to_uav_300m,2,visual_margin_quartile,q3_mid_high,3,20,false,100,2e7b4265c1918dc1b7f446a4731fce6a6e33eb4f690496e3e7e7fb66ac77a837,0.0026410818099975586,0.009708613157272339,0.017177000641822815,0.7,70,0.6,60,-0.1,0.5324382157996297,53.24382157996297,0.4342324068769813,43.423240687698126,-0.09820580892264844,0.7198414248414338,71.98414248414338,0.642390519939363,64.2390519939363,-0.07745090490207077,42090c4ffdafedbfffd8ed2439e1e59756f0876e2c7ae612a87031a574b28cc8</a:t>
            </a:r>
          </a:p>
          <a:p xmlns:a="http://schemas.openxmlformats.org/drawingml/2006/main">
            <a:r>
              <a:t>sues200,sues200_satellite_to_uav_300m,2,visual_margin_quartile,q4_high,4,20,false,100,6409112dc533967f99c20a2b4a656e03497a70fb88ff8252a851fc65dd83cf0f,0.0026410818099975586,0.009708613157272339,0.017177000641822815,0.75,75,0.55,55.00000000000001,-0.2,0.5082822799682617,50.82822799682617,0.4271594821009785,42.71594821009785,-0.08112279786728323,0.8094834093935788,80.94834093935788,0.6143177325604483,61.43177325604483,-0.1951656768331304,42090c4ffdafedbfffd8ed2439e1e59756f0876e2c7ae612a87031a574b28cc8</a:t>
            </a:r>
          </a:p>
          <a:p xmlns:a="http://schemas.openxmlformats.org/drawingml/2006/main">
            <a:r>
              <a:t>sues200,sues200_satellite_to_uav_300m,3,visual_margin_quartile,q1_low,1,20,false,100,2579e67f93fac7dc6433a5b820c5776e713b3e65cd52844749308f044d6d579c,0.0029867887496948242,0.008001595735549927,0.017476186156272888,0.8,80,0.45,45,-0.35,0.58126435354352,58.126435354352004,0.4491317775566131,44.91317775566131,-0.1321325759869069,0.8530658839270473,85.30658839270473,0.5266986454720609,52.66986454720609,-0.3263672384549864,42090c4ffdafedbfffd8ed2439e1e59756f0876e2c7ae612a87031a574b28cc8</a:t>
            </a:r>
          </a:p>
          <a:p xmlns:a="http://schemas.openxmlformats.org/drawingml/2006/main">
            <a:r>
              <a:t>sues200,sues200_satellite_to_uav_300m,3,visual_margin_quartile,q2_mid_low,2,20,false,100,a3ca5b248d233c955c5cb0d84eaa2f61207844c0b2bc674d7b1b13cdcf12d73f,0.0029867887496948242,0.008001595735549927,0.017476186156272888,0.75,75,0.6,60,-0.15,0.5891676584258676,58.91676584258676,0.4947563983500004,49.47563983500004,-0.09441126007586717,0.7792284379713237,77.92284379713237,0.6312389666680247,63.12389666680247,-0.14798947130329906,42090c4ffdafedbfffd8ed2439e1e59756f0876e2c7ae612a87031a574b28cc8</a:t>
            </a:r>
          </a:p>
          <a:p xmlns:a="http://schemas.openxmlformats.org/drawingml/2006/main">
            <a:r>
              <a:t>sues200,sues200_satellite_to_uav_300m,3,visual_margin_quartile,q3_mid_high,3,20,false,100,51d8f90aa0329e74941e8c50babde1c71ed5dbb64262b726452c95ee4a3e5f42,0.0029867887496948242,0.008001595735549927,0.017476186156272888,0.75,75,0.65,65,-0.1,0.5653799667954444,56.53799667954444,0.42917426507920026,42.91742650792003,-0.13620570171624422,0.7960138391819782,79.60138391819783,0.7125732822692953,71.25732822692953,-0.08344055691268296,42090c4ffdafedbfffd8ed2439e1e59756f0876e2c7ae612a87031a574b28cc8</a:t>
            </a:r>
          </a:p>
          <a:p xmlns:a="http://schemas.openxmlformats.org/drawingml/2006/main">
            <a:r>
              <a:t>sues200,sues200_satellite_to_uav_300m,3,visual_margin_quartile,q4_high,4,20,false,100,7b8a1801afeb49e0cefbdb73c7b0adc76a420870fd8d3a0db78f19caf66cd9cc,0.0029867887496948242,0.008001595735549927,0.017476186156272888,0.8,80,0.6,60,-0.2,0.4840341564267874,48.40341564267874,0.39506365405395627,39.50636540539563,-0.0889705023728311,0.8412608485668898,84.12608485668898,0.6357245361083187,63.57245361083187,-0.20553631245857104,42090c4ffdafedbfffd8ed2439e1e59756f0876e2c7ae612a87031a574b28cc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ebeba6fdc46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d21efb10246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08819db6148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65e694d7848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0c038546441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301b7f374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E6E77B7-31E3-49D6-B548-3E07E70C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490" y="2483979"/>
            <a:ext cx="327420" cy="42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B55CFF-D986-4036-9320-227124592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840" y="2912251"/>
            <a:ext cx="5238720" cy="1113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38E4DCF-5F91-4A83-8705-D4A8F24978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82260" y="4239895"/>
            <a:ext cx="4583880" cy="856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856911C-4828-4CB5-8E12-23A307EF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490" y="2783769"/>
            <a:ext cx="327420" cy="42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A26C3C-07FB-4B8D-9DE8-6C8F11CBF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840" y="3212042"/>
            <a:ext cx="5238720" cy="1284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DA0F57B-E74C-4325-A037-DB120692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48" y="1713089"/>
            <a:ext cx="327420" cy="42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CF3974-A86F-42AF-AD99-4B5241B126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348" y="599581"/>
            <a:ext cx="5811705" cy="94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082C31A-EE44-4E18-AD36-EAA172A484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348" y="2141361"/>
            <a:ext cx="5811705" cy="479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625EA3C-2818-4EB0-B80D-3AB2253F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48" y="1713089"/>
            <a:ext cx="327420" cy="42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6D666E-30FB-467E-986F-4C9E2602A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348" y="599581"/>
            <a:ext cx="5811705" cy="94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6F12C2-7FEB-4885-8B5A-386226DF23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348" y="2141361"/>
            <a:ext cx="2701215" cy="479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683B11-22CD-4D5A-9622-875B2E94AA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8838" y="2141361"/>
            <a:ext cx="2701215" cy="479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D4B8FD1-A0B5-421B-BF2C-15D28C03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48" y="1713089"/>
            <a:ext cx="327420" cy="42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810211-711D-443C-9E8E-F1F7DB164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348" y="599581"/>
            <a:ext cx="5811705" cy="94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2F45E0-2BE4-4F7B-B45B-4CD1A7ADE0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348" y="2141361"/>
            <a:ext cx="2701215" cy="479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a048beeef34463" /><Relationship Type="http://schemas.openxmlformats.org/officeDocument/2006/relationships/slideLayout" Target="/ppt/slideLayouts/slideLayout1.xml" Id="R689e89f04f834ea2" /><Relationship Type="http://schemas.openxmlformats.org/officeDocument/2006/relationships/slideLayout" Target="/ppt/slideLayouts/slideLayout2.xml" Id="R8fde1d9b9d674335" /><Relationship Type="http://schemas.openxmlformats.org/officeDocument/2006/relationships/slideLayout" Target="/ppt/slideLayouts/slideLayout3.xml" Id="Rdb9404c1b1ef48a8" /><Relationship Type="http://schemas.openxmlformats.org/officeDocument/2006/relationships/slideLayout" Target="/ppt/slideLayouts/slideLayout4.xml" Id="R695d6c63d5104c47" /><Relationship Type="http://schemas.openxmlformats.org/officeDocument/2006/relationships/slideLayout" Target="/ppt/slideLayouts/slideLayout5.xml" Id="R55cb3a455c2c4241" /><Relationship Type="http://schemas.openxmlformats.org/officeDocument/2006/relationships/slideLayout" Target="/ppt/slideLayouts/slideLayout6.xml" Id="R21b16c27003341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e89f04f834ea2"/>
    <p:sldLayoutId xmlns:r="http://schemas.openxmlformats.org/officeDocument/2006/relationships" id="2147483650" r:id="R8fde1d9b9d674335"/>
    <p:sldLayoutId xmlns:r="http://schemas.openxmlformats.org/officeDocument/2006/relationships" id="2147483651" r:id="Rdb9404c1b1ef48a8"/>
    <p:sldLayoutId xmlns:r="http://schemas.openxmlformats.org/officeDocument/2006/relationships" id="2147483652" r:id="R695d6c63d5104c47"/>
    <p:sldLayoutId xmlns:r="http://schemas.openxmlformats.org/officeDocument/2006/relationships" id="2147483653" r:id="R55cb3a455c2c4241"/>
    <p:sldLayoutId xmlns:r="http://schemas.openxmlformats.org/officeDocument/2006/relationships" id="2147483654" r:id="R21b16c27003341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edab0c7f7447c" /><Relationship Type="http://schemas.openxmlformats.org/officeDocument/2006/relationships/notesSlide" Target="/ppt/notesSlides/notesSlide1.xml" Id="R0998e849f1014c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66b55091349de" /><Relationship Type="http://schemas.openxmlformats.org/officeDocument/2006/relationships/notesSlide" Target="/ppt/notesSlides/notesSlide2.xml" Id="Ra1b05f7058bc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3475e5bd740a1" /><Relationship Type="http://schemas.openxmlformats.org/officeDocument/2006/relationships/notesSlide" Target="/ppt/notesSlides/notesSlide3.xml" Id="Rf3a1341c9ae949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46dc4bea74664" /><Relationship Type="http://schemas.openxmlformats.org/officeDocument/2006/relationships/notesSlide" Target="/ppt/notesSlides/notesSlide4.xml" Id="Rd30eb380862243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3ab6545a94d89" /><Relationship Type="http://schemas.openxmlformats.org/officeDocument/2006/relationships/notesSlide" Target="/ppt/notesSlides/notesSlide5.xml" Id="Rf159d7902afe4a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8aeee04e54a7b" /><Relationship Type="http://schemas.openxmlformats.org/officeDocument/2006/relationships/notesSlide" Target="/ppt/notesSlides/notesSlide6.xml" Id="Rbb70d3b0a5b748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9796030064fa2" /><Relationship Type="http://schemas.openxmlformats.org/officeDocument/2006/relationships/notesSlide" Target="/ppt/notesSlides/notesSlide7.xml" Id="R6df53814c7a54d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de01123e64004" /><Relationship Type="http://schemas.openxmlformats.org/officeDocument/2006/relationships/notesSlide" Target="/ppt/notesSlides/notesSlide8.xml" Id="R333d87d7b89740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df42f2aa649b8" /><Relationship Type="http://schemas.openxmlformats.org/officeDocument/2006/relationships/notesSlide" Target="/ppt/notesSlides/notesSlide9.xml" Id="R4e2ea757209a45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93ce2ee16489a" /><Relationship Type="http://schemas.openxmlformats.org/officeDocument/2006/relationships/notesSlide" Target="/ppt/notesSlides/notesSlide10.xml" Id="R9b1569b77aba45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b1cacdad749cf" /><Relationship Type="http://schemas.openxmlformats.org/officeDocument/2006/relationships/notesSlide" Target="/ppt/notesSlides/notesSlide11.xml" Id="R52f56ecea63a43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university1652_drone_to_satellite/title">
            <a:extLst xmlns:a="http://schemas.openxmlformats.org/drawingml/2006/main">
              <a:ext uri="{FF2B5EF4-FFF2-40B4-BE49-F238E27FC236}">
                <a16:creationId xmlns:a16="http://schemas.microsoft.com/office/drawing/2014/main" id="{AD5BC6B9-27DE-4F2D-8F80-2DD2CFB3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6263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Drone → satellite</a:t>
            </a:r>
          </a:p>
        </p:txBody>
      </p:sp>
      <p:sp>
        <p:nvSpPr>
          <p:cNvPr id="2" name="university1652_drone_to_satellite/subtitle">
            <a:extLst xmlns:a="http://schemas.openxmlformats.org/drawingml/2006/main">
              <a:ext uri="{FF2B5EF4-FFF2-40B4-BE49-F238E27FC236}">
                <a16:creationId xmlns:a16="http://schemas.microsoft.com/office/drawing/2014/main" id="{538A0D32-C5CC-42B2-8CC4-9107F819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university1652_drone_to_satellite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CC5D4FFF-DD20-4CEA-8CBF-0D54466E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drone_to_satellite/legend/visual/text">
            <a:extLst xmlns:a="http://schemas.openxmlformats.org/drawingml/2006/main">
              <a:ext uri="{FF2B5EF4-FFF2-40B4-BE49-F238E27FC236}">
                <a16:creationId xmlns:a16="http://schemas.microsoft.com/office/drawing/2014/main" id="{8C0791A4-A42A-42B7-BC30-D770310C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university1652_drone_to_satellite/legend/full/marker">
            <a:extLst xmlns:a="http://schemas.openxmlformats.org/drawingml/2006/main">
              <a:ext uri="{FF2B5EF4-FFF2-40B4-BE49-F238E27FC236}">
                <a16:creationId xmlns:a16="http://schemas.microsoft.com/office/drawing/2014/main" id="{61266645-04B2-4929-9165-58DD54B5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drone_to_satellite/legend/full/text">
            <a:extLst xmlns:a="http://schemas.openxmlformats.org/drawingml/2006/main">
              <a:ext uri="{FF2B5EF4-FFF2-40B4-BE49-F238E27FC236}">
                <a16:creationId xmlns:a16="http://schemas.microsoft.com/office/drawing/2014/main" id="{BC1EA8DE-7805-480A-AD6E-4779E7A0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university1652_drone_to_satellite/legend/values">
            <a:extLst xmlns:a="http://schemas.openxmlformats.org/drawingml/2006/main">
              <a:ext uri="{FF2B5EF4-FFF2-40B4-BE49-F238E27FC236}">
                <a16:creationId xmlns:a16="http://schemas.microsoft.com/office/drawing/2014/main" id="{83631C4C-1646-4D4F-9149-61B9AA13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university1652_drone_to_satellite/seed-1/heading">
            <a:extLst xmlns:a="http://schemas.openxmlformats.org/drawingml/2006/main">
              <a:ext uri="{FF2B5EF4-FFF2-40B4-BE49-F238E27FC236}">
                <a16:creationId xmlns:a16="http://schemas.microsoft.com/office/drawing/2014/main" id="{5F5DCA53-99B4-45A5-AE12-DBB2AFE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university1652_drone_to_satellite/seed-1/N-label">
            <a:extLst xmlns:a="http://schemas.openxmlformats.org/drawingml/2006/main">
              <a:ext uri="{FF2B5EF4-FFF2-40B4-BE49-F238E27FC236}">
                <a16:creationId xmlns:a16="http://schemas.microsoft.com/office/drawing/2014/main" id="{C51701A4-B1E6-46CB-97B4-AD9E0B51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university1652_drone_to_satellite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DE396EB0-3561-4973-8773-8A212DE1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university1652_drone_to_satellite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24D70456-FFD7-409E-902D-FF434BCC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12" name="university1652_drone_to_satellite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5AA39384-4FEF-4B2E-B4E2-8F13B869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university1652_drone_to_satellite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3F6BFC9E-A203-493A-8127-BD8E440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14" name="university1652_drone_to_satellite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D961A02C-5B7A-4247-B788-FA4FBBC3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university1652_drone_to_satellite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575D4B0B-459F-41BD-92BD-DE8FA79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9463</a:t>
            </a:r>
          </a:p>
        </p:txBody>
      </p:sp>
      <p:sp>
        <p:nvSpPr>
          <p:cNvPr id="16" name="university1652_drone_to_satellite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36B8AFA2-F1EF-46A2-9C2B-7A3705A3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university1652_drone_to_satellite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FDEB3645-276E-4FAA-97E2-B99FC899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18" name="university1652_drone_to_satellite/seed-2/heading">
            <a:extLst xmlns:a="http://schemas.openxmlformats.org/drawingml/2006/main">
              <a:ext uri="{FF2B5EF4-FFF2-40B4-BE49-F238E27FC236}">
                <a16:creationId xmlns:a16="http://schemas.microsoft.com/office/drawing/2014/main" id="{2F31C1BD-520C-47D4-A9CE-D9FA4A91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university1652_drone_to_satellite/seed-2/N-label">
            <a:extLst xmlns:a="http://schemas.openxmlformats.org/drawingml/2006/main">
              <a:ext uri="{FF2B5EF4-FFF2-40B4-BE49-F238E27FC236}">
                <a16:creationId xmlns:a16="http://schemas.microsoft.com/office/drawing/2014/main" id="{36DD1168-96F5-476E-97B6-27A2A5DF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university1652_drone_to_satellite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4AF62DEC-4829-4368-9A49-9395C3B2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university1652_drone_to_satellite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A8A7FFA6-7D3A-4C97-B9BE-8EC7CCF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22" name="university1652_drone_to_satellite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F6981B69-717B-4DF4-AABE-7A1B7C22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university1652_drone_to_satellite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F90BEF79-8C49-4AF4-AAFF-036C4AC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24" name="university1652_drone_to_satellite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770F8B5F-A2AC-4EEB-93F7-F30B382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university1652_drone_to_satellite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29DC6401-EB46-4291-A87A-F48B0F30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4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9463</a:t>
            </a:r>
          </a:p>
        </p:txBody>
      </p:sp>
      <p:sp>
        <p:nvSpPr>
          <p:cNvPr id="26" name="university1652_drone_to_satellite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9FF2E9A9-AC30-44AC-81E2-C6BE2F74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university1652_drone_to_satellite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3ADEAE77-4A34-4889-A939-C8778347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4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28" name="university1652_drone_to_satellite/seed-3/heading">
            <a:extLst xmlns:a="http://schemas.openxmlformats.org/drawingml/2006/main">
              <a:ext uri="{FF2B5EF4-FFF2-40B4-BE49-F238E27FC236}">
                <a16:creationId xmlns:a16="http://schemas.microsoft.com/office/drawing/2014/main" id="{1B84F5CF-FEDF-4C9E-BDD0-2FF06CDE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university1652_drone_to_satellite/seed-3/N-label">
            <a:extLst xmlns:a="http://schemas.openxmlformats.org/drawingml/2006/main">
              <a:ext uri="{FF2B5EF4-FFF2-40B4-BE49-F238E27FC236}">
                <a16:creationId xmlns:a16="http://schemas.microsoft.com/office/drawing/2014/main" id="{704C0AF0-1321-42F0-BD17-CDE06FA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university1652_drone_to_satellite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11F741A6-F97F-4B22-A801-51273DE3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university1652_drone_to_satellite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882C984C-2484-4A7D-B1F9-B070910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9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32" name="university1652_drone_to_satellite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B5CB6BE7-AF1E-4525-A29A-A3112604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university1652_drone_to_satellite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B45FDE96-2C91-40DC-984F-02B5C9A6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9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34" name="university1652_drone_to_satellite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14A1C524-4C53-44FD-B50B-A00F7D3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university1652_drone_to_satellite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6EE4612F-92FC-4CA8-A9F7-77A8BB49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0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9463</a:t>
            </a:r>
          </a:p>
        </p:txBody>
      </p:sp>
      <p:sp>
        <p:nvSpPr>
          <p:cNvPr id="36" name="university1652_drone_to_satellite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8693A45F-C255-4544-995B-7810D119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university1652_drone_to_satellite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8B9117FF-B411-4551-85F4-FF81D9BF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0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9464</a:t>
            </a:r>
          </a:p>
        </p:txBody>
      </p:sp>
      <p:sp>
        <p:nvSpPr>
          <p:cNvPr id="38" name="university1652_drone_to_satellite/r_at_1/row-heading">
            <a:extLst xmlns:a="http://schemas.openxmlformats.org/drawingml/2006/main">
              <a:ext uri="{FF2B5EF4-FFF2-40B4-BE49-F238E27FC236}">
                <a16:creationId xmlns:a16="http://schemas.microsoft.com/office/drawing/2014/main" id="{4A27643A-FAC3-4B5D-8571-959BE7A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university1652_drone_to_satellite/university1652_drone_to_satellite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FE57B873-2F27-44BD-A2E4-B8866F9D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university1652_drone_to_satellite/university1652_drone_to_satellite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70E49A76-358B-4C40-A274-95D2C01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university1652_drone_to_satellite/university1652_drone_to_satellite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46F817D9-AA0D-401F-950B-8C29B8F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university1652_drone_to_satellite/university1652_drone_to_satellite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35E1349B-DE75-4E85-BE47-22C1C0CC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university1652_drone_to_satellite/university1652_drone_to_satellite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5A67DC67-3324-46A3-8599-ECAFCCFF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university1652_drone_to_satellite/university1652_drone_to_satellite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B8D6F674-4055-4F54-BF86-9E6A0A46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university1652_drone_to_satellite/university1652_drone_to_satellite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B40CFFCB-ACF3-45A6-95CB-4DFFE144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university1652_drone_to_satellite/university1652_drone_to_satellite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132DF1B4-BAD3-405E-8836-3CBA0FD3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university1652_drone_to_satellite/university1652_drone_to_satellite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B5056B15-8B86-4179-BDE5-5FE03FF4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university1652_drone_to_satellite/university1652_drone_to_satellite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B732DA69-A35F-46C1-B8A5-F5EB7128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university1652_drone_to_satellite/university1652_drone_to_satellite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56973009-FC4C-4041-86ED-5CCF6072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university1652_drone_to_satellite/university1652_drone_to_satellite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1CFE6AA3-079E-42D4-AAFA-21BD384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university1652_drone_to_satellite/university1652_drone_to_satellite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594A9C1E-0240-49ED-A3BB-613BFA93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university1652_drone_to_satellite/university1652_drone_to_satellite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B632E24D-AFBA-45C2-963E-817076D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university1652_drone_to_satellite/university1652_drone_to_satellite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FAA9BC2D-6A9F-4B1E-AEC6-8B94515D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university1652_drone_to_satellite/university1652_drone_to_satellite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C4FB5F43-FA37-4BAA-B0DB-5A36A5D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university1652_drone_to_satellite/university1652_drone_to_satellite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7A855C0D-F2D6-40A4-91D5-48AB1581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university1652_drone_to_satellite/university1652_drone_to_satellite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EA9EB386-C5E1-488C-BCCE-B34BEC7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university1652_drone_to_satellite/university1652_drone_to_satellite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7E6D1DB0-C3CE-48A3-AEA3-D62C6311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university1652_drone_to_satellite/university1652_drone_to_satellite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B4EAD20A-2D46-4865-BF51-55D21FA9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university1652_drone_to_satellite/university1652_drone_to_satellite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DE42F81-93B7-4FB1-B731-B5B53BED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368325"/>
            <a:ext cx="400050" cy="517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university1652_drone_to_satellite/university1652_drone_to_satellite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1D71CC2-1F54-4F96-945C-7629DC3B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228482"/>
            <a:ext cx="400050" cy="1398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university1652_drone_to_satellite/university1652_drone_to_satellite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AB4E366-D916-4882-8983-0824CBFE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1888984"/>
            <a:ext cx="400050" cy="3394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university1652_drone_to_satellite/university1652_drone_to_satellite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78BCC2ED-3896-4DA8-823C-C3E97B13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39659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university1652_drone_to_satellite/university1652_drone_to_satellite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68714435-71AD-4DA4-9070-53D28440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18.755</a:t>
            </a:r>
          </a:p>
        </p:txBody>
      </p:sp>
      <p:sp>
        <p:nvSpPr>
          <p:cNvPr id="64" name="university1652_drone_to_satellite/university1652_drone_to_satellite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D084FAB7-6FCB-4B39-95DC-21D5B219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34483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university1652_drone_to_satellite/university1652_drone_to_satellite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9559EA75-E976-491C-8F56-BC8E60E6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24.049</a:t>
            </a:r>
          </a:p>
        </p:txBody>
      </p:sp>
      <p:sp>
        <p:nvSpPr>
          <p:cNvPr id="66" name="university1652_drone_to_satellite/university1652_drone_to_satellite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E113EF03-950B-44E9-8ACA-20EA42BF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20498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university1652_drone_to_satellite/university1652_drone_to_satellite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E73AC77B-3E32-4016-8DCC-EE009AD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38.349</a:t>
            </a:r>
          </a:p>
        </p:txBody>
      </p:sp>
      <p:sp>
        <p:nvSpPr>
          <p:cNvPr id="68" name="university1652_drone_to_satellite/university1652_drone_to_satellite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55DE8D2E-E12E-4272-9E39-BA413FA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86548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university1652_drone_to_satellite/university1652_drone_to_satellite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CBC854B3-2A30-42C8-8474-AC69B6F5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73.066</a:t>
            </a:r>
          </a:p>
        </p:txBody>
      </p:sp>
      <p:sp>
        <p:nvSpPr>
          <p:cNvPr id="70" name="university1652_drone_to_satellite/university1652_drone_to_satellite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73BE2B87-F204-404F-97A9-F962D4C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university1652_drone_to_satellite/university1652_drone_to_satellite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C81B3E8-5633-49ED-892B-EBF72C9C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386304"/>
            <a:ext cx="400050" cy="154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university1652_drone_to_satellite/university1652_drone_to_satellite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D633A276-60DE-4E2D-A7E2-A2BC9D3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326757"/>
            <a:ext cx="400050" cy="59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university1652_drone_to_satellite/university1652_drone_to_satellite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82096EEB-CA93-4027-88CD-AAF0EF4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051106"/>
            <a:ext cx="400050" cy="2756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university1652_drone_to_satellite/university1652_drone_to_satellite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166EBBF2-1D87-4161-AD7E-17BA14A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37830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university1652_drone_to_satellite/university1652_drone_to_satellite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DEFDEB94-5ACC-4E80-BDF6-EF2B7D18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20.626</a:t>
            </a:r>
          </a:p>
        </p:txBody>
      </p:sp>
      <p:sp>
        <p:nvSpPr>
          <p:cNvPr id="76" name="university1652_drone_to_satellite/university1652_drone_to_satellite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05B6AF03-D6DF-41E8-9DD4-81C1F1D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36280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university1652_drone_to_satellite/university1652_drone_to_satellite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890E09FB-C3E4-4928-9FF5-BA382F0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22.210</a:t>
            </a:r>
          </a:p>
        </p:txBody>
      </p:sp>
      <p:sp>
        <p:nvSpPr>
          <p:cNvPr id="78" name="university1652_drone_to_satellite/university1652_drone_to_satellite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1648FCFE-C02C-47DF-9819-1EF2366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30326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university1652_drone_to_satellite/university1652_drone_to_satellite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2A95DB62-F02E-48E1-B8F5-8286B4B6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28.300</a:t>
            </a:r>
          </a:p>
        </p:txBody>
      </p:sp>
      <p:sp>
        <p:nvSpPr>
          <p:cNvPr id="80" name="university1652_drone_to_satellite/university1652_drone_to_satellite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9F7092FE-C29E-4876-8DEA-477CC0F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02761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university1652_drone_to_satellite/university1652_drone_to_satellite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15985FC4-9EC9-48F3-B80E-4FF89C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56.488</a:t>
            </a:r>
          </a:p>
        </p:txBody>
      </p:sp>
      <p:sp>
        <p:nvSpPr>
          <p:cNvPr id="82" name="university1652_drone_to_satellite/university1652_drone_to_satellite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B2CAB766-40F5-4540-BBFB-3117BB67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university1652_drone_to_satellite/university1652_drone_to_satellite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D6CF88AD-89A0-45DC-A546-147ADF95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university1652_drone_to_satellite/university1652_drone_to_satellite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3BD42C39-11A2-459B-8428-0D3C1840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university1652_drone_to_satellite/university1652_drone_to_satellite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D469E449-7AD9-498C-A1CD-B7676D77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university1652_drone_to_satellite/university1652_drone_to_satellite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A8663035-B5E8-4703-98CA-AC0694E5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university1652_drone_to_satellite/university1652_drone_to_satellite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448AFA94-1F2C-428A-B660-0ADB72C2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university1652_drone_to_satellite/university1652_drone_to_satellite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3C93EB91-A430-4E69-8D17-3C3CCC5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university1652_drone_to_satellite/university1652_drone_to_satellite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94AC810D-7599-4EF4-82C0-1A2B968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university1652_drone_to_satellite/university1652_drone_to_satellite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7B03E442-E91F-4DC8-8D4C-C5725F1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university1652_drone_to_satellite/university1652_drone_to_satellite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D3D0EF57-D4C5-4DB6-8E26-0C2306B8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university1652_drone_to_satellite/university1652_drone_to_satellite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F32F1C96-933B-4A23-8E63-CE2E4F4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university1652_drone_to_satellite/university1652_drone_to_satellite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0A872ECC-40C3-4B0B-83AC-3973D5A6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university1652_drone_to_satellite/university1652_drone_to_satellite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516643E2-6721-46A0-8192-6E3C8666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university1652_drone_to_satellite/university1652_drone_to_satellite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C960BFD2-5A4D-495A-9FC8-BF5B4281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university1652_drone_to_satellite/university1652_drone_to_satellite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9690F6CA-809A-4F65-B0AF-DEB3788A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university1652_drone_to_satellite/university1652_drone_to_satellite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A76D622D-2AB7-4303-AC44-9245DC6E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university1652_drone_to_satellite/university1652_drone_to_satellite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C20940C8-53B5-49DE-9EAA-602AC52E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university1652_drone_to_satellite/university1652_drone_to_satellite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A3013026-9865-4D94-A849-4891BCE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university1652_drone_to_satellite/university1652_drone_to_satellite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37B0E16E-1133-41A1-A620-5C87B5E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university1652_drone_to_satellite/university1652_drone_to_satellite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4372A0B6-95F5-404B-A1AE-540ADB3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university1652_drone_to_satellite/university1652_drone_to_satellite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79EFA113-490D-4970-9A56-BC32F77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university1652_drone_to_satellite/university1652_drone_to_satellite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C0A0BB5-A4AB-47DC-A086-3D1B0DD5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377831"/>
            <a:ext cx="400050" cy="573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university1652_drone_to_satellite/university1652_drone_to_satellite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98FF4CE7-C2E5-4146-AF61-B62D13A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251113"/>
            <a:ext cx="400050" cy="126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university1652_drone_to_satellite/university1652_drone_to_satellite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20F64E4-0BFA-4D2B-9439-61730EE5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1914196"/>
            <a:ext cx="400050" cy="336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university1652_drone_to_satellite/university1652_drone_to_satellite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0BCF075F-7168-4F4C-889B-067D2450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41168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university1652_drone_to_satellite/university1652_drone_to_satellite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36A14165-1ADF-435D-882D-5EC3E9BD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17.213</a:t>
            </a:r>
          </a:p>
        </p:txBody>
      </p:sp>
      <p:sp>
        <p:nvSpPr>
          <p:cNvPr id="108" name="university1652_drone_to_satellite/university1652_drone_to_satellite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3E6D1601-1AAF-441D-8B73-2CCE4A7B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35433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university1652_drone_to_satellite/university1652_drone_to_satellite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28931930-479C-44CB-9977-3470C6E6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23.077</a:t>
            </a:r>
          </a:p>
        </p:txBody>
      </p:sp>
      <p:sp>
        <p:nvSpPr>
          <p:cNvPr id="110" name="university1652_drone_to_satellite/university1652_drone_to_satellite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6B9CB3E7-CC33-447B-898B-DF57E95C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22761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university1652_drone_to_satellite/university1652_drone_to_satellite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8BE0DAA1-FBAF-47D8-B505-4B77712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36.035</a:t>
            </a:r>
          </a:p>
        </p:txBody>
      </p:sp>
      <p:sp>
        <p:nvSpPr>
          <p:cNvPr id="112" name="university1652_drone_to_satellite/university1652_drone_to_satellite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A3C347F8-7A09-4253-8B96-ECB971B1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89070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university1652_drone_to_satellite/university1652_drone_to_satellite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BAECAC94-110B-4661-A653-117CFCC8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70.488</a:t>
            </a:r>
          </a:p>
        </p:txBody>
      </p:sp>
      <p:sp>
        <p:nvSpPr>
          <p:cNvPr id="114" name="university1652_drone_to_satellite/university1652_drone_to_satellite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29BA7C7A-37BA-4732-93AC-9F20C3F9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university1652_drone_to_satellite/university1652_drone_to_satellite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49DF2113-101E-4726-8CCA-ADDA9546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383101"/>
            <a:ext cx="400050" cy="191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university1652_drone_to_satellite/university1652_drone_to_satellite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AAD1BF96-2382-4874-BC8F-168320EB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314357"/>
            <a:ext cx="400050" cy="68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university1652_drone_to_satellite/university1652_drone_to_satellite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BC36BE4-9599-46D2-8691-46BB0156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2040877"/>
            <a:ext cx="400050" cy="273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university1652_drone_to_satellite/university1652_drone_to_satellite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65F42D37-675E-44AF-BFA7-86989CD5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7872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university1652_drone_to_satellite/university1652_drone_to_satellite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EE938AB1-A224-4F6C-8639-28DF354C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20.583</a:t>
            </a:r>
          </a:p>
        </p:txBody>
      </p:sp>
      <p:sp>
        <p:nvSpPr>
          <p:cNvPr id="120" name="university1652_drone_to_satellite/university1652_drone_to_satellite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3584B59E-C67D-42EB-9459-8EB61874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35960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university1652_drone_to_satellite/university1652_drone_to_satellite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94B4676F-A25A-4194-8D16-8D3AD4DB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22.538</a:t>
            </a:r>
          </a:p>
        </p:txBody>
      </p:sp>
      <p:sp>
        <p:nvSpPr>
          <p:cNvPr id="122" name="university1652_drone_to_satellite/university1652_drone_to_satellite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FB4E1A38-AA4C-4F8E-91F8-77B3AEFF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29086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university1652_drone_to_satellite/university1652_drone_to_satellite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2CBA2777-CEA7-49C5-8EC4-E919626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29.568</a:t>
            </a:r>
          </a:p>
        </p:txBody>
      </p:sp>
      <p:sp>
        <p:nvSpPr>
          <p:cNvPr id="124" name="university1652_drone_to_satellite/university1652_drone_to_satellite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9F28E762-CCAD-46F5-B0EB-60BE0480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01738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university1652_drone_to_satellite/university1652_drone_to_satellite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24AC0D8E-949C-4771-B637-339CDF46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57.534</a:t>
            </a:r>
          </a:p>
        </p:txBody>
      </p:sp>
      <p:sp>
        <p:nvSpPr>
          <p:cNvPr id="126" name="university1652_drone_to_satellite/university1652_drone_to_satellite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92C5B08B-06DC-470E-AF50-C399A321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university1652_drone_to_satellite/university1652_drone_to_satellite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FDBDE81B-3A85-459E-9905-0DB0F41A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university1652_drone_to_satellite/university1652_drone_to_satellite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128EA807-1580-407C-8492-F851C714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university1652_drone_to_satellite/university1652_drone_to_satellite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4C847EFA-7060-4E48-B9FB-BA48B67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university1652_drone_to_satellite/university1652_drone_to_satellite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6A88A018-58F6-4F75-9A02-C1EE621C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university1652_drone_to_satellite/university1652_drone_to_satellite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A5DD7D9B-EC26-4985-996F-F737E5D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university1652_drone_to_satellite/university1652_drone_to_satellite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AABF7404-B94B-4940-BAC0-FD85F82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university1652_drone_to_satellite/university1652_drone_to_satellite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5BB4005D-AECB-4CFC-A9FF-12404502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university1652_drone_to_satellite/university1652_drone_to_satellite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2B347B73-B53F-4E3B-8B12-642B3DF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university1652_drone_to_satellite/university1652_drone_to_satellite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81A87D7C-E34B-4F63-9C55-BA85AAFB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university1652_drone_to_satellite/university1652_drone_to_satellite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2E7EFEC7-DC3C-48EA-BA6F-8B7204B6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university1652_drone_to_satellite/university1652_drone_to_satellite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808C423C-E9C7-463B-B0BD-C2AB5CB7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university1652_drone_to_satellite/university1652_drone_to_satellite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0924887E-5715-4F52-BF92-371C9EDF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university1652_drone_to_satellite/university1652_drone_to_satellite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DC26547C-E651-496F-9A12-9B5B89F0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university1652_drone_to_satellite/university1652_drone_to_satellite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EAF4A78C-7FD4-49AF-8126-24E7DBE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university1652_drone_to_satellite/university1652_drone_to_satellite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B39135A8-8F7F-4AFF-872A-1D0EBA36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university1652_drone_to_satellite/university1652_drone_to_satellite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DCAE2E83-771C-492E-9F3C-17D4F150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university1652_drone_to_satellite/university1652_drone_to_satellite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86A97448-BA57-49A1-B85C-43624C3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university1652_drone_to_satellite/university1652_drone_to_satellite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A9CE331D-9B79-4A45-AD52-A04EE586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university1652_drone_to_satellite/university1652_drone_to_satellite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40CA9968-0DBA-4D26-8164-6FD914D6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university1652_drone_to_satellite/university1652_drone_to_satellite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EA2AA7B6-0ED0-4773-854B-CDA4CDF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university1652_drone_to_satellite/university1652_drone_to_satellite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7B2CA721-48BC-4F8C-9E1D-1B326AC9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356132"/>
            <a:ext cx="400050" cy="5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university1652_drone_to_satellite/university1652_drone_to_satellite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E382314-AD84-49EB-8123-9A2D9AE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245326"/>
            <a:ext cx="400050" cy="110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university1652_drone_to_satellite/university1652_drone_to_satellite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EE610108-7FCE-4117-98EB-542B8B2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1897974"/>
            <a:ext cx="400050" cy="347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university1652_drone_to_satellite/university1652_drone_to_satellite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D6EAA425-A267-426B-BE59-4BF14661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39163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drone_to_satellite/university1652_drone_to_satellite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98D682A5-93D8-4867-8BD7-0A4D498B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19.262</a:t>
            </a:r>
          </a:p>
        </p:txBody>
      </p:sp>
      <p:sp>
        <p:nvSpPr>
          <p:cNvPr id="152" name="university1652_drone_to_satellite/university1652_drone_to_satellite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EE90A722-C0F6-443A-95DA-1BED8E4A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33263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university1652_drone_to_satellite/university1652_drone_to_satellite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93B06E69-9B9E-4560-9CFC-C1AFBD0E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25.296</a:t>
            </a:r>
          </a:p>
        </p:txBody>
      </p:sp>
      <p:sp>
        <p:nvSpPr>
          <p:cNvPr id="154" name="university1652_drone_to_satellite/university1652_drone_to_satellite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54679287-F061-48E1-95EB-F235123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22183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university1652_drone_to_satellite/university1652_drone_to_satellite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4DEB546C-C4AE-4E9F-8545-715E010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36.627</a:t>
            </a:r>
          </a:p>
        </p:txBody>
      </p:sp>
      <p:sp>
        <p:nvSpPr>
          <p:cNvPr id="156" name="university1652_drone_to_satellite/university1652_drone_to_satellite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50F33FA0-CCD5-48AA-B762-235997F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8744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university1652_drone_to_satellite/university1652_drone_to_satellite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6880277A-E61F-4C43-BF06-0B1F81A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72.147</a:t>
            </a:r>
          </a:p>
        </p:txBody>
      </p:sp>
      <p:sp>
        <p:nvSpPr>
          <p:cNvPr id="158" name="university1652_drone_to_satellite/university1652_drone_to_satellite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71F0BD2A-4856-4B93-AD6A-49B4BFA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university1652_drone_to_satellite/university1652_drone_to_satellite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E95987EF-C890-43B5-BAA2-F2E0103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382274"/>
            <a:ext cx="400050" cy="24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university1652_drone_to_satellite/university1652_drone_to_satellite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7DA909D0-1B6C-4697-9FD7-F2D5220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324070"/>
            <a:ext cx="400050" cy="582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university1652_drone_to_satellite/university1652_drone_to_satellite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D89C291-6D7F-46A9-8B75-CFD2CA5F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2032404"/>
            <a:ext cx="400050" cy="2916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university1652_drone_to_satellite/university1652_drone_to_satellite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30B6994D-8585-4356-B751-E1B528E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38285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university1652_drone_to_satellite/university1652_drone_to_satellite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2C8EE713-824E-46A8-83E0-12F5A554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20.161</a:t>
            </a:r>
          </a:p>
        </p:txBody>
      </p:sp>
      <p:sp>
        <p:nvSpPr>
          <p:cNvPr id="164" name="university1652_drone_to_satellite/university1652_drone_to_satellite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72042C00-DACE-41C6-A3B7-467D6389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35877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university1652_drone_to_satellite/university1652_drone_to_satellite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01FC7378-C022-4F82-95D0-46F19F90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22.623</a:t>
            </a:r>
          </a:p>
        </p:txBody>
      </p:sp>
      <p:sp>
        <p:nvSpPr>
          <p:cNvPr id="166" name="university1652_drone_to_satellite/university1652_drone_to_satellite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FA32A951-F79D-41B5-8AF0-78D056DD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30057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university1652_drone_to_satellite/university1652_drone_to_satellite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DE7DB75C-C25D-4DC0-99C5-16298A35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28.574</a:t>
            </a:r>
          </a:p>
        </p:txBody>
      </p:sp>
      <p:sp>
        <p:nvSpPr>
          <p:cNvPr id="168" name="university1652_drone_to_satellite/university1652_drone_to_satellite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45EDA9B8-172E-4DC2-87F3-D39BCF0C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00890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university1652_drone_to_satellite/university1652_drone_to_satellite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74C54508-10D2-4166-9CD1-9A430E67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58.400</a:t>
            </a:r>
          </a:p>
        </p:txBody>
      </p:sp>
      <p:sp>
        <p:nvSpPr>
          <p:cNvPr id="170" name="university1652_drone_to_satellite/university1652_drone_to_satellite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28284FDA-E190-46BB-B082-31E3D58C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university1652_drone_to_satellite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70146411-D71A-406C-820C-FF5A4B88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university1652_drone_to_satellite/university1652_drone_to_satellite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07AD6DB1-C625-49EA-8A7D-75D0A6E0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university1652_drone_to_satellite/university1652_drone_to_satellite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628B830F-C82C-4486-9C58-7877FE43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university1652_drone_to_satellite/university1652_drone_to_satellite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A8E21447-95C2-4D1C-BEE2-B34878F6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university1652_drone_to_satellite/university1652_drone_to_satellite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3013851C-F31A-4A07-89D7-A72A4BA9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university1652_drone_to_satellite/university1652_drone_to_satellite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95EC2D39-D581-4606-BC71-6442CF07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university1652_drone_to_satellite/university1652_drone_to_satellite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9E8DEDA8-6EB9-4031-85BD-1EA6E9F6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university1652_drone_to_satellite/university1652_drone_to_satellite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200407DD-97C0-442A-8AFA-D392AEC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university1652_drone_to_satellite/university1652_drone_to_satellite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380CC7A3-D0EE-48CA-9167-FC2BF11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university1652_drone_to_satellite/university1652_drone_to_satellite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1E50D577-7FAF-4B35-963E-DA9C0375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university1652_drone_to_satellite/university1652_drone_to_satellite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6996843B-FDF0-4702-BCA0-12A53984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university1652_drone_to_satellite/university1652_drone_to_satellite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C4295CE9-B480-41C0-A52E-98F4CA43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university1652_drone_to_satellite/university1652_drone_to_satellite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6B11E054-AA4D-4F2A-BF6E-CBD04EA3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university1652_drone_to_satellite/university1652_drone_to_satellite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EE32F450-CDB2-4590-B258-9F8300B1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university1652_drone_to_satellite/university1652_drone_to_satellite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A38036BA-9059-4C5C-A848-BA446EF6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university1652_drone_to_satellite/university1652_drone_to_satellite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83224639-85B4-43FC-A888-99031C90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university1652_drone_to_satellite/university1652_drone_to_satellite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27D0D04C-C33D-4F56-91EC-3F81A9B5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university1652_drone_to_satellite/university1652_drone_to_satellite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976DB8A9-7465-4717-BC82-36B4F05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university1652_drone_to_satellite/university1652_drone_to_satellite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27C5C22A-20A0-4B7A-B772-4897C347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university1652_drone_to_satellite/university1652_drone_to_satellite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AD3ED949-2752-47FA-957B-402636B0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university1652_drone_to_satellite/university1652_drone_to_satellite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FF1DB261-7D99-48DF-91C7-BA83817A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university1652_drone_to_satellite/university1652_drone_to_satellite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DB583533-A07A-44D9-A149-F716952D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4012888"/>
            <a:ext cx="400050" cy="46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university1652_drone_to_satellite/university1652_drone_to_satellite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CB8A8EC8-89DC-4A92-9CCC-D2D60E7E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888018"/>
            <a:ext cx="400050" cy="1248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university1652_drone_to_satellite/university1652_drone_to_satellite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CFA0EFC-101D-47F0-934A-659E400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581677"/>
            <a:ext cx="400050" cy="306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university1652_drone_to_satellite/university1652_drone_to_satellite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92CE250E-252B-412B-A4C2-4E81792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403541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university1652_drone_to_satellite/university1652_drone_to_satellite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B2F609E1-FEF1-4FBE-93FA-778E2BE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26.494</a:t>
            </a:r>
          </a:p>
        </p:txBody>
      </p:sp>
      <p:sp>
        <p:nvSpPr>
          <p:cNvPr id="197" name="university1652_drone_to_satellite/university1652_drone_to_satellite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0B7181D8-8219-4BD6-A600-CDC375A4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8939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drone_to_satellite/university1652_drone_to_satellite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15846A75-7CB1-4A88-AF26-2A2D9909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31.201</a:t>
            </a:r>
          </a:p>
        </p:txBody>
      </p:sp>
      <p:sp>
        <p:nvSpPr>
          <p:cNvPr id="199" name="university1652_drone_to_satellite/university1652_drone_to_satellite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983C4FBB-CEDA-452B-BAB6-5FDCCEC0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86452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drone_to_satellite/university1652_drone_to_satellite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7EFF4850-5104-44A9-8A72-6704DC54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43.970</a:t>
            </a:r>
          </a:p>
        </p:txBody>
      </p:sp>
      <p:sp>
        <p:nvSpPr>
          <p:cNvPr id="201" name="university1652_drone_to_satellite/university1652_drone_to_satellite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6949D934-2ECB-4017-9183-50B9138D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55818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drone_to_satellite/university1652_drone_to_satellite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F6712F4D-44BD-470D-BD0E-DA204D2E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75.296</a:t>
            </a:r>
          </a:p>
        </p:txBody>
      </p:sp>
      <p:sp>
        <p:nvSpPr>
          <p:cNvPr id="203" name="university1652_drone_to_satellite/university1652_drone_to_satellite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E7D3B756-7E3F-47AA-9DE9-A43320A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university1652_drone_to_satellite/university1652_drone_to_satellite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024573B8-DFBC-4EDD-9A4F-D548C8B1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4036352"/>
            <a:ext cx="400050" cy="14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university1652_drone_to_satellite/university1652_drone_to_satellite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0DE16E97-E53E-470B-A187-0FE87C53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974542"/>
            <a:ext cx="400050" cy="618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university1652_drone_to_satellite/university1652_drone_to_satellite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CC3AAB3F-59AF-4B1A-BC16-86A19A36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717932"/>
            <a:ext cx="400050" cy="2566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university1652_drone_to_satellite/university1652_drone_to_satellite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A7C70286-72D9-4774-BDA4-A2F3D996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402771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drone_to_satellite/university1652_drone_to_satellite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3CDC86BC-E574-40AE-AED3-B04209B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27.282</a:t>
            </a:r>
          </a:p>
        </p:txBody>
      </p:sp>
      <p:sp>
        <p:nvSpPr>
          <p:cNvPr id="209" name="university1652_drone_to_satellite/university1652_drone_to_satellite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5DF78F70-F864-4D75-9C34-9190DDD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401285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drone_to_satellite/university1652_drone_to_satellite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F2619E24-E90B-4292-B210-6A545193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28.801</a:t>
            </a:r>
          </a:p>
        </p:txBody>
      </p:sp>
      <p:sp>
        <p:nvSpPr>
          <p:cNvPr id="211" name="university1652_drone_to_satellite/university1652_drone_to_satellite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275063EB-BAA6-4116-88F2-5152D00E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95104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drone_to_satellite/university1652_drone_to_satellite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E4142A56-CEDB-4915-960A-0C36075F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35.122</a:t>
            </a:r>
          </a:p>
        </p:txBody>
      </p:sp>
      <p:sp>
        <p:nvSpPr>
          <p:cNvPr id="213" name="university1652_drone_to_satellite/university1652_drone_to_satellite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51156EE6-D09F-4E4E-8E10-5CA58C3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69443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university1652_drone_to_satellite/university1652_drone_to_satellite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BB8E1902-6110-444A-AE79-459C04D2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61.363</a:t>
            </a:r>
          </a:p>
        </p:txBody>
      </p:sp>
      <p:sp>
        <p:nvSpPr>
          <p:cNvPr id="215" name="university1652_drone_to_satellite/university1652_drone_to_satellite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A341D545-BD1F-4A78-BD12-0221412C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university1652_drone_to_satellite/university1652_drone_to_satellite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1D72788D-5AA3-49BA-9AB9-D779CA8A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university1652_drone_to_satellite/university1652_drone_to_satellite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29B9751D-05C1-4177-BB48-B6A84B5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university1652_drone_to_satellite/university1652_drone_to_satellite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2E9D351A-9108-47B5-9B95-C1F492D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university1652_drone_to_satellite/university1652_drone_to_satellite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702149F9-D71E-4D89-90E9-3D14DF8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university1652_drone_to_satellite/university1652_drone_to_satellite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D8EFDCD3-1859-4239-A5BB-6D0A72DB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university1652_drone_to_satellite/university1652_drone_to_satellite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A63B495B-B58E-484E-9E65-A11DBF12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university1652_drone_to_satellite/university1652_drone_to_satellite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0BB74747-4CD1-4ED3-9923-E72273E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university1652_drone_to_satellite/university1652_drone_to_satellite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E46B2801-5934-4EF3-87EB-DD0BB31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university1652_drone_to_satellite/university1652_drone_to_satellite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7B1C9BA0-AD05-4774-B993-7D851C0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university1652_drone_to_satellite/university1652_drone_to_satellite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79572A9D-2772-476B-9661-CB704E4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drone_to_satellite/university1652_drone_to_satellite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8E8858B0-A5E3-4F6E-83CC-01D28E2B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university1652_drone_to_satellite/university1652_drone_to_satellite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2CD77413-C2D7-4E20-93F8-45A080FF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university1652_drone_to_satellite/university1652_drone_to_satellite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7BB744E9-EA22-4F87-8490-A5E2E05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university1652_drone_to_satellite/university1652_drone_to_satellite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87E4B4B1-4107-4814-8A52-EA24098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university1652_drone_to_satellite/university1652_drone_to_satellite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6DFC3A64-0C97-4261-8C5E-796E665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university1652_drone_to_satellite/university1652_drone_to_satellite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66EAD5B5-271B-4EF4-BE83-619ABE68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university1652_drone_to_satellite/university1652_drone_to_satellite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F54F6E8D-EAE2-496B-9454-E3169C6B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university1652_drone_to_satellite/university1652_drone_to_satellite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B2979C5E-D734-4605-8C9B-3E0DAAA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university1652_drone_to_satellite/university1652_drone_to_satellite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DB7C2FC1-33E1-4F14-9DD3-7FF8ABBC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university1652_drone_to_satellite/university1652_drone_to_satellite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94BED14D-01B0-4D60-BC9D-AFCB0A53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university1652_drone_to_satellite/university1652_drone_to_satellite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A953A32-FDEB-4FAB-8B74-D1276A5E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4023547"/>
            <a:ext cx="400050" cy="490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university1652_drone_to_satellite/university1652_drone_to_satellite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E48F687F-F0F6-4706-A9FF-A4E25F22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907179"/>
            <a:ext cx="400050" cy="1163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university1652_drone_to_satellite/university1652_drone_to_satellite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D5A44ABC-92CD-4BDD-A02D-FAF7FB77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604006"/>
            <a:ext cx="400050" cy="3031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university1652_drone_to_satellite/university1652_drone_to_satellite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75AA69D5-8B99-4F9A-8B33-6DC16EEC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404913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university1652_drone_to_satellite/university1652_drone_to_satellite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43E69EC7-B98C-4EB4-A050-60E1D6F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25.091</a:t>
            </a:r>
          </a:p>
        </p:txBody>
      </p:sp>
      <p:sp>
        <p:nvSpPr>
          <p:cNvPr id="241" name="university1652_drone_to_satellite/university1652_drone_to_satellite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94AA204B-C0FD-4AC5-B8A2-0BCE30EC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400005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university1652_drone_to_satellite/university1652_drone_to_satellite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D212BA89-3210-4329-886A-7B3C2F91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27" y="4542028"/>
            <a:ext cx="3048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30.111</a:t>
            </a:r>
          </a:p>
        </p:txBody>
      </p:sp>
      <p:sp>
        <p:nvSpPr>
          <p:cNvPr id="243" name="university1652_drone_to_satellite/university1652_drone_to_satellite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17949927-CAC3-485A-A27D-F40A7428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8368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university1652_drone_to_satellite/university1652_drone_to_satellite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D7857C1E-4547-44ED-ADD0-DD2D1F8C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915" y="45420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42.011</a:t>
            </a:r>
          </a:p>
        </p:txBody>
      </p:sp>
      <p:sp>
        <p:nvSpPr>
          <p:cNvPr id="245" name="university1652_drone_to_satellite/university1652_drone_to_satellite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16FFCE9C-546F-412B-8A36-30622B5E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58051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university1652_drone_to_satellite/university1652_drone_to_satellite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4C37A23F-495E-4387-8A77-A85B2B99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73.013</a:t>
            </a:r>
          </a:p>
        </p:txBody>
      </p:sp>
      <p:sp>
        <p:nvSpPr>
          <p:cNvPr id="247" name="university1652_drone_to_satellite/university1652_drone_to_satellite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8652C2DF-1AC7-4194-8752-0B067F86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university1652_drone_to_satellite/university1652_drone_to_satellite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CBA8FC1-EF81-4F0C-8B48-A9A6B2DD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4034115"/>
            <a:ext cx="400050" cy="19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university1652_drone_to_satellite/university1652_drone_to_satellite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2EB660D2-233C-4A37-B4E2-EF76950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967178"/>
            <a:ext cx="400050" cy="669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university1652_drone_to_satellite/university1652_drone_to_satellite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5AE93829-7C30-4D9B-BBCB-1FB5CC63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709497"/>
            <a:ext cx="400050" cy="257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university1652_drone_to_satellite/university1652_drone_to_satellite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6E4A5B9C-FEBF-40EC-8E90-9E78BE9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402962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university1652_drone_to_satellite/university1652_drone_to_satellite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456ACEF3-045D-4131-B7A7-3A69BF0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27.086</a:t>
            </a:r>
          </a:p>
        </p:txBody>
      </p:sp>
      <p:sp>
        <p:nvSpPr>
          <p:cNvPr id="253" name="university1652_drone_to_satellite/university1652_drone_to_satellite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33AADDBC-FACA-416E-96D8-EC32A3E2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401062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university1652_drone_to_satellite/university1652_drone_to_satellite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3AE18DB2-DE5A-4DC7-9F7A-03B11D1B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29.030</a:t>
            </a:r>
          </a:p>
        </p:txBody>
      </p:sp>
      <p:sp>
        <p:nvSpPr>
          <p:cNvPr id="255" name="university1652_drone_to_satellite/university1652_drone_to_satellite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5EC6C465-7E4C-435A-B09A-42D204F2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4368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university1652_drone_to_satellite/university1652_drone_to_satellite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5873273C-A357-451B-9B58-7D144BAB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35.875</a:t>
            </a:r>
          </a:p>
        </p:txBody>
      </p:sp>
      <p:sp>
        <p:nvSpPr>
          <p:cNvPr id="257" name="university1652_drone_to_satellite/university1652_drone_to_satellite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9AACC87B-5474-45C3-9DCC-0040247C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68600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university1652_drone_to_satellite/university1652_drone_to_satellite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7661E2ED-EA44-437E-806E-E909DF98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62.225</a:t>
            </a:r>
          </a:p>
        </p:txBody>
      </p:sp>
      <p:sp>
        <p:nvSpPr>
          <p:cNvPr id="259" name="university1652_drone_to_satellite/university1652_drone_to_satellite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A47C3319-B19D-400C-81EA-231D3997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university1652_drone_to_satellite/university1652_drone_to_satellite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BDF0AE14-3651-4B99-9478-5FB910F1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university1652_drone_to_satellite/university1652_drone_to_satellite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54E4B019-4943-4580-8537-86EE554F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university1652_drone_to_satellite/university1652_drone_to_satellite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7A4B1E43-2F8F-4333-845F-7C20E41D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university1652_drone_to_satellite/university1652_drone_to_satellite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4DC08229-60F9-48B8-BDB0-26466AB6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university1652_drone_to_satellite/university1652_drone_to_satellite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99BD5A55-4A16-4133-A271-C4071AE3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university1652_drone_to_satellite/university1652_drone_to_satellite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1EB1CDB7-FC46-4668-AD10-46F10A72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university1652_drone_to_satellite/university1652_drone_to_satellite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B0B8F7F0-971F-487C-A312-407C73D7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university1652_drone_to_satellite/university1652_drone_to_satellite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A1B92A2D-3E7D-4F4B-98FB-8D50372A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university1652_drone_to_satellite/university1652_drone_to_satellite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D99BDAF9-0A4F-41F4-98F5-843DEAC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university1652_drone_to_satellite/university1652_drone_to_satellite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19EC8110-B495-4C2E-B201-C5E20923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university1652_drone_to_satellite/university1652_drone_to_satellite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3F6DCF2D-6ACC-47B3-8FAF-F0224E5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university1652_drone_to_satellite/university1652_drone_to_satellite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42A58C1B-2412-47C2-814A-14A2AFDF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university1652_drone_to_satellite/university1652_drone_to_satellite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3C0D1441-B130-4EAC-947D-4A74010D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university1652_drone_to_satellite/university1652_drone_to_satellite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5729A04B-3F94-40E1-93F8-FA5A4E48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university1652_drone_to_satellite/university1652_drone_to_satellite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3245688D-2307-4270-AAAE-FF53FBD6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university1652_drone_to_satellite/university1652_drone_to_satellite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9A91CDD0-A6E9-438E-A4BF-9BB9A842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university1652_drone_to_satellite/university1652_drone_to_satellite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BBBA5C28-7C27-4E92-B0BC-5371A3F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university1652_drone_to_satellite/university1652_drone_to_satellite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130FB5F6-7426-432C-8F3F-AE10B53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university1652_drone_to_satellite/university1652_drone_to_satellite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2191EEC1-66B1-4196-ADD7-2D8BE0C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university1652_drone_to_satellite/university1652_drone_to_satellite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611789B4-BD87-466F-8656-F5D68028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university1652_drone_to_satellite/university1652_drone_to_satellite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7B4C7034-6331-4F5A-B68D-622BA31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4000425"/>
            <a:ext cx="400050" cy="532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university1652_drone_to_satellite/university1652_drone_to_satellite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61C00353-9F50-44FF-B858-37D27B3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901189"/>
            <a:ext cx="400050" cy="992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university1652_drone_to_satellite/university1652_drone_to_satellite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6F71085A-E5FC-4237-8BE7-9F826A11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589306"/>
            <a:ext cx="400050" cy="3118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university1652_drone_to_satellite/university1652_drone_to_satellite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9E25C6A4-7E88-4A6E-8F1E-A057855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403018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university1652_drone_to_satellite/university1652_drone_to_satellite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A76E68B6-FC66-4D43-97E2-01212E4D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27.029</a:t>
            </a:r>
          </a:p>
        </p:txBody>
      </p:sp>
      <p:sp>
        <p:nvSpPr>
          <p:cNvPr id="285" name="university1652_drone_to_satellite/university1652_drone_to_satellite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8AE9661F-2A7B-4812-846E-BEB87EF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7693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university1652_drone_to_satellite/university1652_drone_to_satellite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15ED9632-CE77-4A99-94E7-98488E46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32.475</a:t>
            </a:r>
          </a:p>
        </p:txBody>
      </p:sp>
      <p:sp>
        <p:nvSpPr>
          <p:cNvPr id="287" name="university1652_drone_to_satellite/university1652_drone_to_satellite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EC3A3EB7-B379-4C3A-A923-2F80096C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7769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university1652_drone_to_satellite/university1652_drone_to_satellite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22F7C723-C37F-4529-926B-76ED2FE8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42.623</a:t>
            </a:r>
          </a:p>
        </p:txBody>
      </p:sp>
      <p:sp>
        <p:nvSpPr>
          <p:cNvPr id="289" name="university1652_drone_to_satellite/university1652_drone_to_satellite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7ED75BAF-B228-474C-9FC0-C20CA57F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56581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university1652_drone_to_satellite/university1652_drone_to_satellite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E48742A0-FC99-4F18-AC49-33D2E1C0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74.516</a:t>
            </a:r>
          </a:p>
        </p:txBody>
      </p:sp>
      <p:sp>
        <p:nvSpPr>
          <p:cNvPr id="291" name="university1652_drone_to_satellite/university1652_drone_to_satellite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F397AED-275B-400C-AFE7-5106FCBF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university1652_drone_to_satellite/university1652_drone_to_satellite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3EE9366-EE6D-4D79-AE5C-A14CCDA8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4031693"/>
            <a:ext cx="400050" cy="23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university1652_drone_to_satellite/university1652_drone_to_satellite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C08B5F50-0007-4D58-9831-934AA98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972477"/>
            <a:ext cx="400050" cy="592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university1652_drone_to_satellite/university1652_drone_to_satellite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8068551-A712-46DB-8C2D-EAC53BA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700679"/>
            <a:ext cx="400050" cy="2717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university1652_drone_to_satellite/university1652_drone_to_satellite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8CFA5DE3-B6B8-42D3-94E4-FA0D4A59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403189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university1652_drone_to_satellite/university1652_drone_to_satellite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EA3995A1-001B-4CA2-B29F-999F1F27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26.854</a:t>
            </a:r>
          </a:p>
        </p:txBody>
      </p:sp>
      <p:sp>
        <p:nvSpPr>
          <p:cNvPr id="297" name="university1652_drone_to_satellite/university1652_drone_to_satellite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BB345743-F3AA-41C6-B32D-3CBEB2C2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400819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university1652_drone_to_satellite/university1652_drone_to_satellite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05367309-849D-478B-B482-19C93B9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29.278</a:t>
            </a:r>
          </a:p>
        </p:txBody>
      </p:sp>
      <p:sp>
        <p:nvSpPr>
          <p:cNvPr id="299" name="university1652_drone_to_satellite/university1652_drone_to_satellite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7C3BB485-02BE-4CC9-A652-6EB674AD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94898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university1652_drone_to_satellite/university1652_drone_to_satellite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201CA9D2-A507-4103-A911-92A50B0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35.333</a:t>
            </a:r>
          </a:p>
        </p:txBody>
      </p:sp>
      <p:sp>
        <p:nvSpPr>
          <p:cNvPr id="301" name="university1652_drone_to_satellite/university1652_drone_to_satellite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62ABF2A0-BF5C-438C-ABD4-15E58861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67718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university1652_drone_to_satellite/university1652_drone_to_satellite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6B2014D8-310C-4F0D-A944-90A4914F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63.127</a:t>
            </a:r>
          </a:p>
        </p:txBody>
      </p:sp>
      <p:sp>
        <p:nvSpPr>
          <p:cNvPr id="303" name="university1652_drone_to_satellite/university1652_drone_to_satellite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24A6D337-6370-4A2C-9904-E463D104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university1652_drone_to_satellite/MRR/row-heading">
            <a:extLst xmlns:a="http://schemas.openxmlformats.org/drawingml/2006/main">
              <a:ext uri="{FF2B5EF4-FFF2-40B4-BE49-F238E27FC236}">
                <a16:creationId xmlns:a16="http://schemas.microsoft.com/office/drawing/2014/main" id="{D2F837AD-280A-4BDF-9877-F9257681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university1652_drone_to_satellite/university1652_drone_to_satellite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98C4552C-1442-4B96-95DA-EAF649F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university1652_drone_to_satellite/university1652_drone_to_satellite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A1065015-9A10-4425-AEDF-91D7F38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university1652_drone_to_satellite/university1652_drone_to_satellite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5C4D776E-D0F8-44E9-8E3E-4DCC096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university1652_drone_to_satellite/university1652_drone_to_satellite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BCC0537C-B93F-4AE8-94D1-C17C9C77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university1652_drone_to_satellite/university1652_drone_to_satellite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7B7E1866-5CD1-4F95-94CF-FA610057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university1652_drone_to_satellite/university1652_drone_to_satellite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3FC26C4D-133A-44D5-953C-AB9F792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university1652_drone_to_satellite/university1652_drone_to_satellite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C5A286A8-3F29-4B76-A56A-B8EBD39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university1652_drone_to_satellite/university1652_drone_to_satellite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15A33C22-910C-4AAC-941E-A3235F7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university1652_drone_to_satellite/university1652_drone_to_satellite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8F690B53-12FA-4BEC-86A4-62127EFE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university1652_drone_to_satellite/university1652_drone_to_satellite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54B4392B-7225-4063-932D-4DF62BD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university1652_drone_to_satellite/university1652_drone_to_satellite/seed-1/MRR/y-axis">
            <a:extLst xmlns:a="http://schemas.openxmlformats.org/drawingml/2006/main">
              <a:ext uri="{FF2B5EF4-FFF2-40B4-BE49-F238E27FC236}">
                <a16:creationId xmlns:a16="http://schemas.microsoft.com/office/drawing/2014/main" id="{6AB131B1-B240-4B3C-A069-CF1DD3BE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university1652_drone_to_satellite/university1652_drone_to_satellite/seed-1/MRR/x-axis">
            <a:extLst xmlns:a="http://schemas.openxmlformats.org/drawingml/2006/main">
              <a:ext uri="{FF2B5EF4-FFF2-40B4-BE49-F238E27FC236}">
                <a16:creationId xmlns:a16="http://schemas.microsoft.com/office/drawing/2014/main" id="{591AAD5B-D61A-4CF7-8F58-7D09710B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university1652_drone_to_satellite/university1652_drone_to_satellite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B93E6AD7-3DEF-4C89-93BB-26FD8787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university1652_drone_to_satellite/university1652_drone_to_satellite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94F791A2-80AA-4783-BC7C-D3675A44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university1652_drone_to_satellite/university1652_drone_to_satellite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50D47FB1-415C-4B11-91C5-32BC5F83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university1652_drone_to_satellite/university1652_drone_to_satellite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33E27628-0F46-4027-B71A-71BFF1D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university1652_drone_to_satellite/university1652_drone_to_satellite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F4A72D7F-BC55-436C-B743-6370100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university1652_drone_to_satellite/university1652_drone_to_satellite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81A4E710-067E-4B7F-B2FB-A443B664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university1652_drone_to_satellite/university1652_drone_to_satellite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473DFEB5-6500-46AA-9C3A-012244F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university1652_drone_to_satellite/university1652_drone_to_satellite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DA4B3AEB-12C4-450C-8A4E-21179625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university1652_drone_to_satellite/university1652_drone_to_satellite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D3736224-D923-4D48-9BFD-7798E5B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657451"/>
            <a:ext cx="400050" cy="40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university1652_drone_to_satellite/university1652_drone_to_satellite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8B17D3F6-5AB7-4A3B-B7CB-AC47ED1B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547554"/>
            <a:ext cx="400050" cy="1098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university1652_drone_to_satellite/university1652_drone_to_satellite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F6D2D235-BF17-4E36-8855-2619195C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274369"/>
            <a:ext cx="400050" cy="2731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university1652_drone_to_satellite/university1652_drone_to_satellite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C23D3584-32B3-4742-8491-EC58A2CF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67423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university1652_drone_to_satellite/university1652_drone_to_satellite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F85D2D92-A21B-44E3-9920-9D9602F5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34.233</a:t>
            </a:r>
          </a:p>
        </p:txBody>
      </p:sp>
      <p:sp>
        <p:nvSpPr>
          <p:cNvPr id="330" name="university1652_drone_to_satellite/university1652_drone_to_satellite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51468301-2246-411F-8284-6420806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63395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university1652_drone_to_satellite/university1652_drone_to_satellite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97474A97-3F55-4C65-A82F-1DC8E6C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38.353</a:t>
            </a:r>
          </a:p>
        </p:txBody>
      </p:sp>
      <p:sp>
        <p:nvSpPr>
          <p:cNvPr id="332" name="university1652_drone_to_satellite/university1652_drone_to_satellite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6D3FD650-C5BF-4E85-97CE-E18F68B6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52405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university1652_drone_to_satellite/university1652_drone_to_satellite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DEC9F344-A67C-4164-B4BD-8527C9E7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49.591</a:t>
            </a:r>
          </a:p>
        </p:txBody>
      </p:sp>
      <p:sp>
        <p:nvSpPr>
          <p:cNvPr id="334" name="university1652_drone_to_satellite/university1652_drone_to_satellite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BB4EF566-5E21-42C1-AFF1-7CC957E4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2508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university1652_drone_to_satellite/university1652_drone_to_satellite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75287182-AEDE-40C2-A9F8-DDE8DF4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77.526</a:t>
            </a:r>
          </a:p>
        </p:txBody>
      </p:sp>
      <p:sp>
        <p:nvSpPr>
          <p:cNvPr id="336" name="university1652_drone_to_satellite/university1652_drone_to_satellite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F081DB01-5460-49EC-8D2A-0B4C390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university1652_drone_to_satellite/university1652_drone_to_satellite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8643B903-8BCD-48F7-8E2F-4AC5570E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686400"/>
            <a:ext cx="400050" cy="14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university1652_drone_to_satellite/university1652_drone_to_satellite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0FA8D3CF-24CE-4F76-A2FD-6D6259C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622327"/>
            <a:ext cx="400050" cy="640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university1652_drone_to_satellite/university1652_drone_to_satellite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D2846A4-F52B-4D1B-B9E8-F39151C1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384757"/>
            <a:ext cx="400050" cy="237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university1652_drone_to_satellite/university1652_drone_to_satellite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8203E334-521B-4758-8337-9A171DB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67713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university1652_drone_to_satellite/university1652_drone_to_satellite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E55034AB-BAA1-4260-8950-B3A6C0C1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33.937</a:t>
            </a:r>
          </a:p>
        </p:txBody>
      </p:sp>
      <p:sp>
        <p:nvSpPr>
          <p:cNvPr id="342" name="university1652_drone_to_satellite/university1652_drone_to_satellite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6FCB1925-C1C5-4386-9E18-CDB2BC9C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6629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university1652_drone_to_satellite/university1652_drone_to_satellite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5BD93B88-8187-4989-BBAB-00ACFF60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35.392</a:t>
            </a:r>
          </a:p>
        </p:txBody>
      </p:sp>
      <p:sp>
        <p:nvSpPr>
          <p:cNvPr id="344" name="university1652_drone_to_satellite/university1652_drone_to_satellite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6634D4AF-9117-4D64-97EF-D9C48FDF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59883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university1652_drone_to_satellite/university1652_drone_to_satellite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B5552AD8-5819-4C72-A4E5-6E483D4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41.944</a:t>
            </a:r>
          </a:p>
        </p:txBody>
      </p:sp>
      <p:sp>
        <p:nvSpPr>
          <p:cNvPr id="346" name="university1652_drone_to_satellite/university1652_drone_to_satellite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39EF483C-BD2A-4C5F-88ED-F79E5B9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6126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university1652_drone_to_satellite/university1652_drone_to_satellite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2876CD01-52DC-4595-8615-6FCB9B0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66.238</a:t>
            </a:r>
          </a:p>
        </p:txBody>
      </p:sp>
      <p:sp>
        <p:nvSpPr>
          <p:cNvPr id="348" name="university1652_drone_to_satellite/university1652_drone_to_satellite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CDE48CB8-383D-4320-B02C-A8D6F92E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university1652_drone_to_satellite/university1652_drone_to_satellite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64CC2078-54AA-416C-9A97-36DEEF2D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university1652_drone_to_satellite/university1652_drone_to_satellite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F3D8CD0A-6E4E-4E47-86B6-288FD9DE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university1652_drone_to_satellite/university1652_drone_to_satellite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CB7071D0-56F5-4E04-9D61-FE318BDC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university1652_drone_to_satellite/university1652_drone_to_satellite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452F9F7F-039C-4376-B856-CDC81C3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university1652_drone_to_satellite/university1652_drone_to_satellite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56E88C26-A87D-4957-8951-DFBBE742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university1652_drone_to_satellite/university1652_drone_to_satellite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B5EE5B44-99B2-4B24-A24E-E3E4973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university1652_drone_to_satellite/university1652_drone_to_satellite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9404250A-C516-4A62-B1EF-41BC809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university1652_drone_to_satellite/university1652_drone_to_satellite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25B3ED50-C335-4532-A15E-2D6F03A0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university1652_drone_to_satellite/university1652_drone_to_satellite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0943BE90-5833-42B2-9817-C89B0073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university1652_drone_to_satellite/university1652_drone_to_satellite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AA6663ED-3F70-42A9-A5DD-8E973314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university1652_drone_to_satellite/university1652_drone_to_satellite/seed-2/MRR/y-axis">
            <a:extLst xmlns:a="http://schemas.openxmlformats.org/drawingml/2006/main">
              <a:ext uri="{FF2B5EF4-FFF2-40B4-BE49-F238E27FC236}">
                <a16:creationId xmlns:a16="http://schemas.microsoft.com/office/drawing/2014/main" id="{C93D0F88-71FF-4029-9F84-AD7F939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university1652_drone_to_satellite/university1652_drone_to_satellite/seed-2/MRR/x-axis">
            <a:extLst xmlns:a="http://schemas.openxmlformats.org/drawingml/2006/main">
              <a:ext uri="{FF2B5EF4-FFF2-40B4-BE49-F238E27FC236}">
                <a16:creationId xmlns:a16="http://schemas.microsoft.com/office/drawing/2014/main" id="{3214D8C3-D44B-46C9-9151-0533326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university1652_drone_to_satellite/university1652_drone_to_satellite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B493B1EF-823E-467A-BD5B-45BE0E24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university1652_drone_to_satellite/university1652_drone_to_satellite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C2601ED3-7B3E-4CD9-9778-6D524DC9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university1652_drone_to_satellite/university1652_drone_to_satellite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FCC1D2AD-32CF-45E9-9838-20C03692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university1652_drone_to_satellite/university1652_drone_to_satellite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940BEECE-A9DF-4949-83FD-2A6FE81F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university1652_drone_to_satellite/university1652_drone_to_satellite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0A9F1129-D2DD-4E97-BFC3-147B3A89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university1652_drone_to_satellite/university1652_drone_to_satellite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5078EDD6-CF82-4A68-9E78-03C543F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university1652_drone_to_satellite/university1652_drone_to_satellite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994B9A0C-7698-4224-8C6B-E2B7A699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university1652_drone_to_satellite/university1652_drone_to_satellite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62E7C626-373D-4DAD-A25A-21C4FC41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university1652_drone_to_satellite/university1652_drone_to_satellite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BE79A4D5-3B96-478F-AF3C-0986963F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669262"/>
            <a:ext cx="400050" cy="40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university1652_drone_to_satellite/university1652_drone_to_satellite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EC710459-B62C-4AD8-9B04-0DFF6F75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563245"/>
            <a:ext cx="400050" cy="1060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university1652_drone_to_satellite/university1652_drone_to_satellite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A90B8EE-30A2-4062-990E-AEC970BB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293815"/>
            <a:ext cx="400050" cy="269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university1652_drone_to_satellite/university1652_drone_to_satellite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308F0845-2FAF-4C91-9337-98B6850E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68659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university1652_drone_to_satellite/university1652_drone_to_satellite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92F9ADEE-4756-44BA-AA37-ED7E4F3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32.970</a:t>
            </a:r>
          </a:p>
        </p:txBody>
      </p:sp>
      <p:sp>
        <p:nvSpPr>
          <p:cNvPr id="374" name="university1652_drone_to_satellite/university1652_drone_to_satellite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80B4242C-0B91-4085-9E56-0E3E814C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64576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university1652_drone_to_satellite/university1652_drone_to_satellite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633304FA-F0F2-44C9-8944-5896DB88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37.145</a:t>
            </a:r>
          </a:p>
        </p:txBody>
      </p:sp>
      <p:sp>
        <p:nvSpPr>
          <p:cNvPr id="376" name="university1652_drone_to_satellite/university1652_drone_to_satellite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E66FDD09-9CA3-4C37-A449-F398E129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53975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university1652_drone_to_satellite/university1652_drone_to_satellite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51CF5692-310B-401C-B308-63115115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47.986</a:t>
            </a:r>
          </a:p>
        </p:txBody>
      </p:sp>
      <p:sp>
        <p:nvSpPr>
          <p:cNvPr id="378" name="university1652_drone_to_satellite/university1652_drone_to_satellite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51D48990-BDC4-433D-A607-F0D5B2EA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27032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university1652_drone_to_satellite/university1652_drone_to_satellite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9F942285-8A1C-41F5-91C1-E5604859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75.538</a:t>
            </a:r>
          </a:p>
        </p:txBody>
      </p:sp>
      <p:sp>
        <p:nvSpPr>
          <p:cNvPr id="380" name="university1652_drone_to_satellite/university1652_drone_to_satellite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B84F051-83BD-4AFD-A52A-9A94BE3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university1652_drone_to_satellite/university1652_drone_to_satellite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DC17E2F-E9C5-4A98-8907-073AF722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685129"/>
            <a:ext cx="400050" cy="189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university1652_drone_to_satellite/university1652_drone_to_satellite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566F4420-E9C1-4DCA-901C-10D57957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619999"/>
            <a:ext cx="400050" cy="65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university1652_drone_to_satellite/university1652_drone_to_satellite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5FED26B-1714-4932-A91B-A0756E62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378118"/>
            <a:ext cx="400050" cy="2418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university1652_drone_to_satellite/university1652_drone_to_satellite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CE5D69A6-05D1-4307-BC44-D404BB7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68053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university1652_drone_to_satellite/university1652_drone_to_satellite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20562C86-BA1E-4522-BAC7-25603D69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33.589</a:t>
            </a:r>
          </a:p>
        </p:txBody>
      </p:sp>
      <p:sp>
        <p:nvSpPr>
          <p:cNvPr id="386" name="university1652_drone_to_satellite/university1652_drone_to_satellite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1A8CFB4E-F4CD-4036-9AA4-6BD5239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66163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university1652_drone_to_satellite/university1652_drone_to_satellite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4275BB48-446C-43AF-A494-3659D79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35.522</a:t>
            </a:r>
          </a:p>
        </p:txBody>
      </p:sp>
      <p:sp>
        <p:nvSpPr>
          <p:cNvPr id="388" name="university1652_drone_to_satellite/university1652_drone_to_satellite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F154A468-7077-448B-9A29-3C42B709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59650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university1652_drone_to_satellite/university1652_drone_to_satellite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7067D90A-0315-4AC7-9FD7-9014E71E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42.182</a:t>
            </a:r>
          </a:p>
        </p:txBody>
      </p:sp>
      <p:sp>
        <p:nvSpPr>
          <p:cNvPr id="390" name="university1652_drone_to_satellite/university1652_drone_to_satellite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F3CDEDF9-E51B-4EF7-9164-7771464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35462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university1652_drone_to_satellite/university1652_drone_to_satellite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A6F98214-53A0-470B-92A0-3B9A0FB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66.917</a:t>
            </a:r>
          </a:p>
        </p:txBody>
      </p:sp>
      <p:sp>
        <p:nvSpPr>
          <p:cNvPr id="392" name="university1652_drone_to_satellite/university1652_drone_to_satellite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D85E3B49-F707-4E09-9F95-01D819B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university1652_drone_to_satellite/university1652_drone_to_satellite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0F6E1609-902A-4347-AD0B-12EA2EC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university1652_drone_to_satellite/university1652_drone_to_satellite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47337872-4E50-450A-9662-B6C1CF8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university1652_drone_to_satellite/university1652_drone_to_satellite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69524779-3B5E-497F-B138-F92EBE5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university1652_drone_to_satellite/university1652_drone_to_satellite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6657F169-984A-42FC-A84C-7A4B8B0E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university1652_drone_to_satellite/university1652_drone_to_satellite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3B58BC66-936E-476F-BBEB-883735B0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university1652_drone_to_satellite/university1652_drone_to_satellite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37FDE682-67CE-4398-A4B6-3FB8FAFE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university1652_drone_to_satellite/university1652_drone_to_satellite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535D8EA0-10D3-4163-8FF3-2226799A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university1652_drone_to_satellite/university1652_drone_to_satellite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EC102EE3-EA25-45DA-8099-05D13BB9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university1652_drone_to_satellite/university1652_drone_to_satellite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8CB4E457-11B0-4782-AF03-9D699D30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university1652_drone_to_satellite/university1652_drone_to_satellite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EF44A154-2FC0-4CF9-944F-C72B973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university1652_drone_to_satellite/university1652_drone_to_satellite/seed-3/MRR/y-axis">
            <a:extLst xmlns:a="http://schemas.openxmlformats.org/drawingml/2006/main">
              <a:ext uri="{FF2B5EF4-FFF2-40B4-BE49-F238E27FC236}">
                <a16:creationId xmlns:a16="http://schemas.microsoft.com/office/drawing/2014/main" id="{E5FFAF96-92A5-47C6-91E3-A54E01A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university1652_drone_to_satellite/university1652_drone_to_satellite/seed-3/MRR/x-axis">
            <a:extLst xmlns:a="http://schemas.openxmlformats.org/drawingml/2006/main">
              <a:ext uri="{FF2B5EF4-FFF2-40B4-BE49-F238E27FC236}">
                <a16:creationId xmlns:a16="http://schemas.microsoft.com/office/drawing/2014/main" id="{5D80551C-014A-44FD-BDFF-D16672EB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university1652_drone_to_satellite/university1652_drone_to_satellite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4D2F4B75-081A-4838-A85D-F1D4785C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university1652_drone_to_satellite/university1652_drone_to_satellite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830A1D40-2E28-478C-A464-B137BA11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university1652_drone_to_satellite/university1652_drone_to_satellite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071805F6-6920-46FE-BACF-9FF73122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university1652_drone_to_satellite/university1652_drone_to_satellite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69B11D92-FAE2-4381-9EA8-D04A6F9B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university1652_drone_to_satellite/university1652_drone_to_satellite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AA712AF7-6DA9-491D-B31E-AFE402E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university1652_drone_to_satellite/university1652_drone_to_satellite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9006CC01-6304-4171-8547-D9447E7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university1652_drone_to_satellite/university1652_drone_to_satellite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6BB1E194-6DD0-4DEA-8E08-4386B5BB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university1652_drone_to_satellite/university1652_drone_to_satellite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20E3C217-07F6-466D-873A-697A3003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university1652_drone_to_satellite/university1652_drone_to_satellite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E655B7CD-0645-4A95-8AA0-ED93B17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644719"/>
            <a:ext cx="400050" cy="475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university1652_drone_to_satellite/university1652_drone_to_satellite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B90D3DF-5048-473B-82CC-FF499EDD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557051"/>
            <a:ext cx="400050" cy="876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university1652_drone_to_satellite/university1652_drone_to_satellite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BEB723BC-03AF-4228-A4DD-C3B34FBF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280639"/>
            <a:ext cx="400050" cy="2764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university1652_drone_to_satellite/university1652_drone_to_satellite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2277FBA7-6473-4ED6-8920-F6035457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66873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university1652_drone_to_satellite/university1652_drone_to_satellite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19B59E24-D2F2-4C90-9453-26348A34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34.796</a:t>
            </a:r>
          </a:p>
        </p:txBody>
      </p:sp>
      <p:sp>
        <p:nvSpPr>
          <p:cNvPr id="418" name="university1652_drone_to_satellite/university1652_drone_to_satellite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9C883755-F6FE-4322-92F6-67A04627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6212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university1652_drone_to_satellite/university1652_drone_to_satellite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58EA5647-78EE-4167-BFE8-DEDDDBA0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39.655</a:t>
            </a:r>
          </a:p>
        </p:txBody>
      </p:sp>
      <p:sp>
        <p:nvSpPr>
          <p:cNvPr id="420" name="university1652_drone_to_satellite/university1652_drone_to_satellite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847CC724-CF26-4757-BDCB-95A831AD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53355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university1652_drone_to_satellite/university1652_drone_to_satellite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2430C249-EF81-4DAD-ACCD-412554E3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48.619</a:t>
            </a:r>
          </a:p>
        </p:txBody>
      </p:sp>
      <p:sp>
        <p:nvSpPr>
          <p:cNvPr id="422" name="university1652_drone_to_satellite/university1652_drone_to_satellite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95A541C2-7856-4EF2-8DE6-65C97C82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25714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university1652_drone_to_satellite/university1652_drone_to_satellite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1AE5EF82-777E-458B-9D2C-2D979EC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76.885</a:t>
            </a:r>
          </a:p>
        </p:txBody>
      </p:sp>
      <p:sp>
        <p:nvSpPr>
          <p:cNvPr id="424" name="university1652_drone_to_satellite/university1652_drone_to_satellite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79D3F5E-3738-4401-A03A-F5FE8A6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university1652_drone_to_satellite/university1652_drone_to_satellite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11456B1-17DD-41A8-8E0D-B036A13D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681112"/>
            <a:ext cx="400050" cy="23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university1652_drone_to_satellite/university1652_drone_to_satellite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05A8B88-7777-45F5-BECC-0829D587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620884"/>
            <a:ext cx="400050" cy="60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university1652_drone_to_satellite/university1652_drone_to_satellite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FD6ABDED-2684-4B38-9A7C-D0AB7105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368954"/>
            <a:ext cx="400050" cy="251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university1652_drone_to_satellite/university1652_drone_to_satellite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A68B412D-614F-46DD-9227-9854151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68094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university1652_drone_to_satellite/university1652_drone_to_satellite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B3AF4973-E721-4C64-B255-2C56DD1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33.548</a:t>
            </a:r>
          </a:p>
        </p:txBody>
      </p:sp>
      <p:sp>
        <p:nvSpPr>
          <p:cNvPr id="430" name="university1652_drone_to_satellite/university1652_drone_to_satellite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47E95FB7-EDDA-49E4-8660-94F6EB2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65761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university1652_drone_to_satellite/university1652_drone_to_satellite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216C535F-4077-48F3-8F2B-FCA7924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35.933</a:t>
            </a:r>
          </a:p>
        </p:txBody>
      </p:sp>
      <p:sp>
        <p:nvSpPr>
          <p:cNvPr id="432" name="university1652_drone_to_satellite/university1652_drone_to_satellite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25E74613-4978-4DAA-8A4B-9D1E3BD5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59738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university1652_drone_to_satellite/university1652_drone_to_satellite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9B750903-31AB-46BE-9DDF-9B832B2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42.092</a:t>
            </a:r>
          </a:p>
        </p:txBody>
      </p:sp>
      <p:sp>
        <p:nvSpPr>
          <p:cNvPr id="434" name="university1652_drone_to_satellite/university1652_drone_to_satellite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CD68784B-D1B8-44CB-882C-814FC834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34545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university1652_drone_to_satellite/university1652_drone_to_satellite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37C16A2C-9D84-4E7C-98A4-91A8C936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67.854</a:t>
            </a:r>
          </a:p>
        </p:txBody>
      </p:sp>
      <p:sp>
        <p:nvSpPr>
          <p:cNvPr id="436" name="university1652_drone_to_satellite/university1652_drone_to_satellite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A16037E3-CD09-4FA1-B311-96E8626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university1652_drone_to_satellite/footnote-1">
            <a:extLst xmlns:a="http://schemas.openxmlformats.org/drawingml/2006/main">
              <a:ext uri="{FF2B5EF4-FFF2-40B4-BE49-F238E27FC236}">
                <a16:creationId xmlns:a16="http://schemas.microsoft.com/office/drawing/2014/main" id="{1AB86698-93DB-4AE4-A3B9-AE75D6D2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university1652_drone_to_satellite/footnote-2">
            <a:extLst xmlns:a="http://schemas.openxmlformats.org/drawingml/2006/main">
              <a:ext uri="{FF2B5EF4-FFF2-40B4-BE49-F238E27FC236}">
                <a16:creationId xmlns:a16="http://schemas.microsoft.com/office/drawing/2014/main" id="{15AA7A70-2ACA-4A5E-B419-E08A2444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university1652_drone_to_satellite/footnote-3">
            <a:extLst xmlns:a="http://schemas.openxmlformats.org/drawingml/2006/main">
              <a:ext uri="{FF2B5EF4-FFF2-40B4-BE49-F238E27FC236}">
                <a16:creationId xmlns:a16="http://schemas.microsoft.com/office/drawing/2014/main" id="{7E6FE738-1FE1-42B3-8276-6E09E899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university1652_drone_to_satellite/footnote-4">
            <a:extLst xmlns:a="http://schemas.openxmlformats.org/drawingml/2006/main">
              <a:ext uri="{FF2B5EF4-FFF2-40B4-BE49-F238E27FC236}">
                <a16:creationId xmlns:a16="http://schemas.microsoft.com/office/drawing/2014/main" id="{D7F48D24-EDB6-42FB-BBD4-5CBA8F3C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university1652_drone_to_satellite/footnote-5">
            <a:extLst xmlns:a="http://schemas.openxmlformats.org/drawingml/2006/main">
              <a:ext uri="{FF2B5EF4-FFF2-40B4-BE49-F238E27FC236}">
                <a16:creationId xmlns:a16="http://schemas.microsoft.com/office/drawing/2014/main" id="{D4A1321E-5021-46FD-9E6B-5EB4FF01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14416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university1652_satellite_to_drone/title">
            <a:extLst xmlns:a="http://schemas.openxmlformats.org/drawingml/2006/main">
              <a:ext uri="{FF2B5EF4-FFF2-40B4-BE49-F238E27FC236}">
                <a16:creationId xmlns:a16="http://schemas.microsoft.com/office/drawing/2014/main" id="{37055071-A097-4ED4-87A1-D058E5D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6263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Satellite → drone</a:t>
            </a:r>
          </a:p>
        </p:txBody>
      </p:sp>
      <p:sp>
        <p:nvSpPr>
          <p:cNvPr id="2" name="university1652_satellite_to_drone/subtitle">
            <a:extLst xmlns:a="http://schemas.openxmlformats.org/drawingml/2006/main">
              <a:ext uri="{FF2B5EF4-FFF2-40B4-BE49-F238E27FC236}">
                <a16:creationId xmlns:a16="http://schemas.microsoft.com/office/drawing/2014/main" id="{CAF13F91-5FD9-46F9-970B-EBCFDD7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university1652_satellite_to_drone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BD733312-6B6E-4EE9-A1BF-5915FF9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satellite_to_drone/legend/visual/text">
            <a:extLst xmlns:a="http://schemas.openxmlformats.org/drawingml/2006/main">
              <a:ext uri="{FF2B5EF4-FFF2-40B4-BE49-F238E27FC236}">
                <a16:creationId xmlns:a16="http://schemas.microsoft.com/office/drawing/2014/main" id="{F083A54D-A518-4C84-9B94-4604E17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university1652_satellite_to_drone/legend/full/marker">
            <a:extLst xmlns:a="http://schemas.openxmlformats.org/drawingml/2006/main">
              <a:ext uri="{FF2B5EF4-FFF2-40B4-BE49-F238E27FC236}">
                <a16:creationId xmlns:a16="http://schemas.microsoft.com/office/drawing/2014/main" id="{729767CF-ECAE-4067-BF1D-DC819A0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satellite_to_drone/legend/full/text">
            <a:extLst xmlns:a="http://schemas.openxmlformats.org/drawingml/2006/main">
              <a:ext uri="{FF2B5EF4-FFF2-40B4-BE49-F238E27FC236}">
                <a16:creationId xmlns:a16="http://schemas.microsoft.com/office/drawing/2014/main" id="{CB68E2C5-8560-4FD9-9313-BA5A84DD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university1652_satellite_to_drone/legend/values">
            <a:extLst xmlns:a="http://schemas.openxmlformats.org/drawingml/2006/main">
              <a:ext uri="{FF2B5EF4-FFF2-40B4-BE49-F238E27FC236}">
                <a16:creationId xmlns:a16="http://schemas.microsoft.com/office/drawing/2014/main" id="{DCDA679E-A85E-49C5-A0FD-D4124B29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university1652_satellite_to_drone/seed-1/heading">
            <a:extLst xmlns:a="http://schemas.openxmlformats.org/drawingml/2006/main">
              <a:ext uri="{FF2B5EF4-FFF2-40B4-BE49-F238E27FC236}">
                <a16:creationId xmlns:a16="http://schemas.microsoft.com/office/drawing/2014/main" id="{F528EB00-0FE1-42CF-9170-A78A18B8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university1652_satellite_to_drone/seed-1/N-label">
            <a:extLst xmlns:a="http://schemas.openxmlformats.org/drawingml/2006/main">
              <a:ext uri="{FF2B5EF4-FFF2-40B4-BE49-F238E27FC236}">
                <a16:creationId xmlns:a16="http://schemas.microsoft.com/office/drawing/2014/main" id="{CAAE0E38-71CB-4AA1-A4F0-943F83D5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university1652_satellite_to_drone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13B97BF2-224E-422B-9047-70B1ADD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university1652_satellite_to_drone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298EF9F1-88DE-4384-8611-A57CCF8D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176</a:t>
            </a:r>
          </a:p>
        </p:txBody>
      </p:sp>
      <p:sp>
        <p:nvSpPr>
          <p:cNvPr id="12" name="university1652_satellite_to_drone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89F01483-4630-49AF-8780-B1505DA1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university1652_satellite_to_drone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3CC24127-2A1F-47C6-B0CC-E2827AB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14" name="university1652_satellite_to_drone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6B290710-1ECB-4A9D-8609-2FEE1E64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university1652_satellite_to_drone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F04CEAEB-C10E-40D4-B807-891425FA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16" name="university1652_satellite_to_drone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18DEB8BF-1E30-4FC9-B9F5-E1F3DD88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university1652_satellite_to_drone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9657CD54-9A2E-4DBB-88AB-556C75A1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18" name="university1652_satellite_to_drone/seed-2/heading">
            <a:extLst xmlns:a="http://schemas.openxmlformats.org/drawingml/2006/main">
              <a:ext uri="{FF2B5EF4-FFF2-40B4-BE49-F238E27FC236}">
                <a16:creationId xmlns:a16="http://schemas.microsoft.com/office/drawing/2014/main" id="{1D93E88C-63AA-4B9B-BD4B-6BEE8DD9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university1652_satellite_to_drone/seed-2/N-label">
            <a:extLst xmlns:a="http://schemas.openxmlformats.org/drawingml/2006/main">
              <a:ext uri="{FF2B5EF4-FFF2-40B4-BE49-F238E27FC236}">
                <a16:creationId xmlns:a16="http://schemas.microsoft.com/office/drawing/2014/main" id="{AF287508-2486-487C-918F-5DED58D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university1652_satellite_to_drone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C5283018-7BE8-45FC-BD8A-27786959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university1652_satellite_to_drone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3A7E538D-1181-4DF8-A8E3-7B14C91C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176</a:t>
            </a:r>
          </a:p>
        </p:txBody>
      </p:sp>
      <p:sp>
        <p:nvSpPr>
          <p:cNvPr id="22" name="university1652_satellite_to_drone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9BC4A7B0-AEB6-4E7A-918E-A340CA91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university1652_satellite_to_drone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584E2A75-4F5E-4F56-B627-BF7E853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6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24" name="university1652_satellite_to_drone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876D14E0-0D37-4532-9AA2-FAC0E766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university1652_satellite_to_drone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CC3CAA8D-85C9-4A00-8957-D4221363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6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26" name="university1652_satellite_to_drone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D6E8E0AC-1FC6-4BF3-8E6F-A7CFF367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university1652_satellite_to_drone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422DCD38-C5F6-48FD-92F4-B3865938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28" name="university1652_satellite_to_drone/seed-3/heading">
            <a:extLst xmlns:a="http://schemas.openxmlformats.org/drawingml/2006/main">
              <a:ext uri="{FF2B5EF4-FFF2-40B4-BE49-F238E27FC236}">
                <a16:creationId xmlns:a16="http://schemas.microsoft.com/office/drawing/2014/main" id="{398D4DB2-B085-407C-A427-0DAC3495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university1652_satellite_to_drone/seed-3/N-label">
            <a:extLst xmlns:a="http://schemas.openxmlformats.org/drawingml/2006/main">
              <a:ext uri="{FF2B5EF4-FFF2-40B4-BE49-F238E27FC236}">
                <a16:creationId xmlns:a16="http://schemas.microsoft.com/office/drawing/2014/main" id="{EC691CD4-34DE-4CA0-BA09-1AE0B2D5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university1652_satellite_to_drone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B9D81C46-FAFF-4AB7-8DC2-D6C52744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university1652_satellite_to_drone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68E91512-18E7-4FF4-914A-F4FF60E4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1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176</a:t>
            </a:r>
          </a:p>
        </p:txBody>
      </p:sp>
      <p:sp>
        <p:nvSpPr>
          <p:cNvPr id="32" name="university1652_satellite_to_drone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B0D7A42D-F4EF-494C-B95E-D6F6790F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university1652_satellite_to_drone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FDE26FD2-7EB2-420F-9BBB-DC1F538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2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34" name="university1652_satellite_to_drone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8137CED8-F0B6-475A-9694-1B69985D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university1652_satellite_to_drone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BD92F601-8369-450C-B658-11FE579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36" name="university1652_satellite_to_drone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40F8AAF3-F2C2-4B32-A42F-7B858F5E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university1652_satellite_to_drone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99A94390-2DE8-42A9-982A-BC181756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3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175</a:t>
            </a:r>
          </a:p>
        </p:txBody>
      </p:sp>
      <p:sp>
        <p:nvSpPr>
          <p:cNvPr id="38" name="university1652_satellite_to_drone/r_at_1/row-heading">
            <a:extLst xmlns:a="http://schemas.openxmlformats.org/drawingml/2006/main">
              <a:ext uri="{FF2B5EF4-FFF2-40B4-BE49-F238E27FC236}">
                <a16:creationId xmlns:a16="http://schemas.microsoft.com/office/drawing/2014/main" id="{E6A393B5-29B2-4BC3-872A-9A429940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university1652_satellite_to_drone/university1652_satellite_to_drone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321F354A-29BB-4422-B434-F0D68496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university1652_satellite_to_drone/university1652_satellite_to_drone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563EADD2-8D84-4EB8-9974-59C42AFD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university1652_satellite_to_drone/university1652_satellite_to_drone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A9B85F39-061E-4759-AF42-27B58D2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university1652_satellite_to_drone/university1652_satellite_to_drone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3C9E60C8-4416-441E-942E-9E43DB87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university1652_satellite_to_drone/university1652_satellite_to_drone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D6FA0E51-FD57-4C6A-A4A1-E37E4D3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university1652_satellite_to_drone/university1652_satellite_to_drone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7F73F39C-9031-4FE2-8815-373D8BC0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university1652_satellite_to_drone/university1652_satellite_to_drone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57275C2F-1C6D-4EA0-B4E1-E84C56B5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university1652_satellite_to_drone/university1652_satellite_to_drone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FD7F08B6-7EF2-4BBE-90B4-ED0E859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university1652_satellite_to_drone/university1652_satellite_to_drone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9CF9055B-6DA1-41AC-BFC0-188D10AD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university1652_satellite_to_drone/university1652_satellite_to_drone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6C51EF07-F604-433A-8D8A-A280D38C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university1652_satellite_to_drone/university1652_satellite_to_drone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CA173DC6-78D2-4F06-AA1D-1F39C5DC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university1652_satellite_to_drone/university1652_satellite_to_drone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EB38064A-515C-453A-8617-311BCD0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university1652_satellite_to_drone/university1652_satellite_to_drone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84B98594-C11E-4024-8B56-A20B9031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university1652_satellite_to_drone/university1652_satellite_to_drone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5E892DBA-F25C-4B82-A57A-56CB990A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university1652_satellite_to_drone/university1652_satellite_to_drone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9B2128A0-6F35-43E8-8755-3A3DD44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university1652_satellite_to_drone/university1652_satellite_to_drone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F8AA818E-4C2E-4B73-BD91-B132FA38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university1652_satellite_to_drone/university1652_satellite_to_drone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55283BD3-E83F-4A9C-9FB5-5AA4794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university1652_satellite_to_drone/university1652_satellite_to_drone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B9BB4079-CF0A-4327-A6C0-5088BB64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university1652_satellite_to_drone/university1652_satellite_to_drone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1E5C9AF4-F676-4F48-A90A-1E04B57F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university1652_satellite_to_drone/university1652_satellite_to_drone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4ADF0631-A722-44C8-9E0F-462346D9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university1652_satellite_to_drone/university1652_satellite_to_drone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9A04AD6-2A6A-4502-AB83-BED11FF3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005584"/>
            <a:ext cx="400050" cy="978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university1652_satellite_to_drone/university1652_satellite_to_drone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CD44B81E-67DA-4612-B5EC-F6AB675D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005584"/>
            <a:ext cx="400050" cy="78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university1652_satellite_to_drone/university1652_satellite_to_drone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D4BCBEA2-E253-45F1-8DAA-AF3A9712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011172"/>
            <a:ext cx="400050" cy="726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university1652_satellite_to_drone/university1652_satellite_to_drone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9900BC6C-7162-4EDD-8BA3-45E2ABA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07994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university1652_satellite_to_drone/university1652_satellite_to_drone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CE4B456E-AD30-4E17-A4A3-445E07BE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51.136</a:t>
            </a:r>
          </a:p>
        </p:txBody>
      </p:sp>
      <p:sp>
        <p:nvSpPr>
          <p:cNvPr id="64" name="university1652_satellite_to_drone/university1652_satellite_to_drone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212AB9E7-60F7-4BE6-B1F7-085147D6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198208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university1652_satellite_to_drone/university1652_satellite_to_drone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D9047B84-2A20-439A-8B25-57AC978A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61.143</a:t>
            </a:r>
          </a:p>
        </p:txBody>
      </p:sp>
      <p:sp>
        <p:nvSpPr>
          <p:cNvPr id="66" name="university1652_satellite_to_drone/university1652_satellite_to_drone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3F1155FB-82C3-4B14-9D7B-69EB775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06032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university1652_satellite_to_drone/university1652_satellite_to_drone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2B01A184-7CC4-4E85-926F-918D810D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53.143</a:t>
            </a:r>
          </a:p>
        </p:txBody>
      </p:sp>
      <p:sp>
        <p:nvSpPr>
          <p:cNvPr id="68" name="university1652_satellite_to_drone/university1652_satellite_to_drone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1570F72C-CFF1-4A61-AF9C-C87AA29D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98767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university1652_satellite_to_drone/university1652_satellite_to_drone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34957E4C-1D57-4601-A379-18CD4B7D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60.571</a:t>
            </a:r>
          </a:p>
        </p:txBody>
      </p:sp>
      <p:sp>
        <p:nvSpPr>
          <p:cNvPr id="70" name="university1652_satellite_to_drone/university1652_satellite_to_drone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0B36E39B-EE75-47DA-A5A4-55B7379D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university1652_satellite_to_drone/university1652_satellite_to_drone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C74375F-2BA2-4B86-AE8E-13B40407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078228"/>
            <a:ext cx="400050" cy="130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university1652_satellite_to_drone/university1652_satellite_to_drone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B151887C-EFC8-45A1-ACF9-C3DC45FB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078228"/>
            <a:ext cx="400050" cy="61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university1652_satellite_to_drone/university1652_satellite_to_drone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42FFE1A0-B719-42F3-8E78-50D5FF98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139696"/>
            <a:ext cx="400050" cy="50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university1652_satellite_to_drone/university1652_satellite_to_drone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1D23012E-A74C-471F-86CD-71BCF612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18551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university1652_satellite_to_drone/university1652_satellite_to_drone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43EEC12C-E866-4E2E-BC92-AF750C7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40.341</a:t>
            </a:r>
          </a:p>
        </p:txBody>
      </p:sp>
      <p:sp>
        <p:nvSpPr>
          <p:cNvPr id="76" name="university1652_satellite_to_drone/university1652_satellite_to_drone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898264F5-183C-4B1A-AF46-6B24A91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05473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university1652_satellite_to_drone/university1652_satellite_to_drone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9F1914B0-4C1F-4FED-99C1-0A12245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53.714</a:t>
            </a:r>
          </a:p>
        </p:txBody>
      </p:sp>
      <p:sp>
        <p:nvSpPr>
          <p:cNvPr id="78" name="university1652_satellite_to_drone/university1652_satellite_to_drone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1D535415-6344-41D1-9B8A-A72A9FD2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11620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university1652_satellite_to_drone/university1652_satellite_to_drone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C0F6ED54-36FB-4D3F-AC3A-8BC4AFD7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47.429</a:t>
            </a:r>
          </a:p>
        </p:txBody>
      </p:sp>
      <p:sp>
        <p:nvSpPr>
          <p:cNvPr id="80" name="university1652_satellite_to_drone/university1652_satellite_to_drone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CE835E5E-CF17-4844-AAEF-C6F3E848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16649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university1652_satellite_to_drone/university1652_satellite_to_drone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CDECFD88-6358-4A20-A3F6-5769111C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42.286</a:t>
            </a:r>
          </a:p>
        </p:txBody>
      </p:sp>
      <p:sp>
        <p:nvSpPr>
          <p:cNvPr id="82" name="university1652_satellite_to_drone/university1652_satellite_to_drone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5F039923-B46E-475E-BFBF-6A70C91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university1652_satellite_to_drone/university1652_satellite_to_drone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F3F42FCE-A7E2-4037-B9EE-5E9245E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university1652_satellite_to_drone/university1652_satellite_to_drone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4E510D6D-D6C5-4093-9B5F-D09855F1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university1652_satellite_to_drone/university1652_satellite_to_drone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AC31A4DA-2637-4E29-A1E0-D0C5AFB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university1652_satellite_to_drone/university1652_satellite_to_drone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8BC81908-CB9C-4592-81A8-88F6054B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university1652_satellite_to_drone/university1652_satellite_to_drone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5CF1ED52-1A50-4353-8789-6544DA6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university1652_satellite_to_drone/university1652_satellite_to_drone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149DF5A6-5972-44E6-8A35-3805995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university1652_satellite_to_drone/university1652_satellite_to_drone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F5B3D935-3B03-4000-83CE-28F007A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university1652_satellite_to_drone/university1652_satellite_to_drone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0A50B8F9-17CE-4944-BB50-9687BA4E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university1652_satellite_to_drone/university1652_satellite_to_drone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66DA6FA5-3D2B-4C0D-8303-542FC91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university1652_satellite_to_drone/university1652_satellite_to_drone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EE99A05C-E92A-4AA8-9B25-021C090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university1652_satellite_to_drone/university1652_satellite_to_drone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08CE5484-B3BB-4D1D-973C-DE944C66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university1652_satellite_to_drone/university1652_satellite_to_drone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1AE8FCE8-F7EA-4705-A5E4-E8EABE36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university1652_satellite_to_drone/university1652_satellite_to_drone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74581EE4-44F7-4F20-A4E7-37C15C6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university1652_satellite_to_drone/university1652_satellite_to_drone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BD6ADB76-779C-4538-9885-2D323F4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university1652_satellite_to_drone/university1652_satellite_to_drone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1E5FFB4C-5B0D-4B03-B13A-FF95981E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university1652_satellite_to_drone/university1652_satellite_to_drone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B23ADBA6-EDE6-4F27-BBF6-A0338767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university1652_satellite_to_drone/university1652_satellite_to_drone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FECFEE0B-5A5B-4E29-921C-35EA3C67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university1652_satellite_to_drone/university1652_satellite_to_drone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C33A4F95-0535-4A03-9524-63FF1C79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university1652_satellite_to_drone/university1652_satellite_to_drone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F1E5A751-4D7F-4B79-B942-86F54BE3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university1652_satellite_to_drone/university1652_satellite_to_drone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FE9644EB-B012-4EB7-B172-662017AE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university1652_satellite_to_drone/university1652_satellite_to_drone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BA80208-4AE9-4C8D-AD6B-FD3BC47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108994"/>
            <a:ext cx="400050" cy="307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university1652_satellite_to_drone/university1652_satellite_to_drone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BC15240-01A5-4DDF-9BC1-3CC9E461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061464"/>
            <a:ext cx="400050" cy="78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university1652_satellite_to_drone/university1652_satellite_to_drone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F902832-3106-4F20-AA1E-4EC3C51C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061464"/>
            <a:ext cx="400050" cy="726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university1652_satellite_to_drone/university1652_satellite_to_drone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E5E15CB6-4A9E-4D53-9FDC-A6662E0F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08549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university1652_satellite_to_drone/university1652_satellite_to_drone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63C3F5FA-AB3C-4565-A54F-CC60A26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50.568</a:t>
            </a:r>
          </a:p>
        </p:txBody>
      </p:sp>
      <p:sp>
        <p:nvSpPr>
          <p:cNvPr id="108" name="university1652_satellite_to_drone/university1652_satellite_to_drone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2ED85554-3541-4EEE-99F8-34960F6D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620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university1652_satellite_to_drone/university1652_satellite_to_drone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52C78763-7BBB-438C-9031-37D7C36D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47.429</a:t>
            </a:r>
          </a:p>
        </p:txBody>
      </p:sp>
      <p:sp>
        <p:nvSpPr>
          <p:cNvPr id="110" name="university1652_satellite_to_drone/university1652_satellite_to_drone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08A38647-AFAD-42AF-BC61-7311856E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3796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university1652_satellite_to_drone/university1652_satellite_to_drone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CCAA03F5-4F57-4B91-A491-443BEE7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55.429</a:t>
            </a:r>
          </a:p>
        </p:txBody>
      </p:sp>
      <p:sp>
        <p:nvSpPr>
          <p:cNvPr id="112" name="university1652_satellite_to_drone/university1652_satellite_to_drone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5CA6A295-84A2-47E5-985D-9D737FA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11061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university1652_satellite_to_drone/university1652_satellite_to_drone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F062BD38-23D2-4C70-BA62-9E8D5A7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48.000</a:t>
            </a:r>
          </a:p>
        </p:txBody>
      </p:sp>
      <p:sp>
        <p:nvSpPr>
          <p:cNvPr id="114" name="university1652_satellite_to_drone/university1652_satellite_to_drone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7AFF80FB-1D93-482A-8B66-803E005F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university1652_satellite_to_drone/university1652_satellite_to_drone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FA43860E-4480-4DBF-B7BC-7E741FC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173224"/>
            <a:ext cx="400050" cy="24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university1652_satellite_to_drone/university1652_satellite_to_drone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1DBE25E4-8F71-48D0-8FEB-A58F685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145284"/>
            <a:ext cx="400050" cy="279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university1652_satellite_to_drone/university1652_satellite_to_drone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4113D55-2359-44E1-B24A-231D74FA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145284"/>
            <a:ext cx="400050" cy="894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university1652_satellite_to_drone/university1652_satellite_to_drone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9D12662B-2394-437E-879E-2566FAAC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15217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university1652_satellite_to_drone/university1652_satellite_to_drone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8A470555-9E80-4E0C-8CFB-381F9262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43.750</a:t>
            </a:r>
          </a:p>
        </p:txBody>
      </p:sp>
      <p:sp>
        <p:nvSpPr>
          <p:cNvPr id="120" name="university1652_satellite_to_drone/university1652_satellite_to_drone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10F3FF5F-3596-41FB-8404-A24BEFAA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4972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university1652_satellite_to_drone/university1652_satellite_to_drone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613BAFF8-E33A-42E3-977D-1F7E92D4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44.000</a:t>
            </a:r>
          </a:p>
        </p:txBody>
      </p:sp>
      <p:sp>
        <p:nvSpPr>
          <p:cNvPr id="122" name="university1652_satellite_to_drone/university1652_satellite_to_drone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A1B45D64-9CC5-4DB5-80BE-3688CA7D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12178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university1652_satellite_to_drone/university1652_satellite_to_drone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7FEC033F-C852-4FFD-8C27-DDAFF523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46.857</a:t>
            </a:r>
          </a:p>
        </p:txBody>
      </p:sp>
      <p:sp>
        <p:nvSpPr>
          <p:cNvPr id="124" name="university1652_satellite_to_drone/university1652_satellite_to_drone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D80251F5-B7B9-4CB2-B56B-0682B11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21119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university1652_satellite_to_drone/university1652_satellite_to_drone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8DA0E038-95B4-4D56-8C79-6F483FF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37.714</a:t>
            </a:r>
          </a:p>
        </p:txBody>
      </p:sp>
      <p:sp>
        <p:nvSpPr>
          <p:cNvPr id="126" name="university1652_satellite_to_drone/university1652_satellite_to_drone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0705828E-B420-4881-ACEB-6713CC6F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university1652_satellite_to_drone/university1652_satellite_to_drone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09139813-0767-4918-8255-0F66F131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university1652_satellite_to_drone/university1652_satellite_to_drone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58DCEE03-7F20-4C8B-A724-47F61C4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university1652_satellite_to_drone/university1652_satellite_to_drone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C6F4CA69-84DA-4189-8A38-A28CCAE4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university1652_satellite_to_drone/university1652_satellite_to_drone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DEB3E1E8-31E6-4042-BC8E-BE0E884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university1652_satellite_to_drone/university1652_satellite_to_drone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8DF6F452-8751-42C9-B4B2-46E61C66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university1652_satellite_to_drone/university1652_satellite_to_drone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8523A426-3F1F-44D6-ABA5-BDC6F8B5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university1652_satellite_to_drone/university1652_satellite_to_drone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9C85445A-7511-4284-BFF0-361B959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university1652_satellite_to_drone/university1652_satellite_to_drone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1E6388FD-34CF-4BF2-BE99-E9EFA712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university1652_satellite_to_drone/university1652_satellite_to_drone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B96A8405-0AE8-4EFD-A9B4-211D69C8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university1652_satellite_to_drone/university1652_satellite_to_drone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4DC9AFBF-BA12-423B-80A9-8E70B2D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university1652_satellite_to_drone/university1652_satellite_to_drone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A30F0FE7-DB37-47AB-930D-7C0B281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university1652_satellite_to_drone/university1652_satellite_to_drone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E04F6157-8314-491B-9F7D-80315E19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university1652_satellite_to_drone/university1652_satellite_to_drone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20DC4CE5-5BAB-4C81-A876-35B9337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university1652_satellite_to_drone/university1652_satellite_to_drone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9F2317E5-B72A-44BE-B43A-7DE6D87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university1652_satellite_to_drone/university1652_satellite_to_drone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3BE35280-6CCA-4CB8-8055-57D1C837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university1652_satellite_to_drone/university1652_satellite_to_drone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7A52B57B-7391-42B5-B216-6655434B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university1652_satellite_to_drone/university1652_satellite_to_drone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564647CC-F929-4E67-91F0-622DB915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university1652_satellite_to_drone/university1652_satellite_to_drone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39F40796-99E0-4AFC-8280-52052638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university1652_satellite_to_drone/university1652_satellite_to_drone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4593882C-2129-4C9C-82AE-857D03FF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university1652_satellite_to_drone/university1652_satellite_to_drone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FF5A4046-2E72-45A4-BF58-CE906B69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university1652_satellite_to_drone/university1652_satellite_to_drone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9060A597-D089-4872-ADB6-3E61D6B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016760"/>
            <a:ext cx="400050" cy="700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university1652_satellite_to_drone/university1652_satellite_to_drone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171FA39C-9C2F-4E17-82F4-E49232E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016760"/>
            <a:ext cx="400050" cy="61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university1652_satellite_to_drone/university1652_satellite_to_drone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29E2BC2-795E-416C-8FF7-B2859AC1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2039112"/>
            <a:ext cx="400050" cy="391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university1652_satellite_to_drone/university1652_satellite_to_drone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5ADE9AD2-948A-4B1F-AF29-7EE1D72C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0632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satellite_to_drone/university1652_satellite_to_drone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0B9F76D2-FA25-4666-84EA-520E397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52.841</a:t>
            </a:r>
          </a:p>
        </p:txBody>
      </p:sp>
      <p:sp>
        <p:nvSpPr>
          <p:cNvPr id="152" name="university1652_satellite_to_drone/university1652_satellite_to_drone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C185ED7B-92E1-437E-B695-66EF6975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university1652_satellite_to_drone/university1652_satellite_to_drone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E927B263-C07D-450A-B3D4-BFAB49C7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54" name="university1652_satellite_to_drone/university1652_satellite_to_drone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8FAF101E-FC4B-400A-A4B9-DD9E0007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05473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university1652_satellite_to_drone/university1652_satellite_to_drone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8164FB4E-8ACA-4D56-B138-5B8FAE86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53.714</a:t>
            </a:r>
          </a:p>
        </p:txBody>
      </p:sp>
      <p:sp>
        <p:nvSpPr>
          <p:cNvPr id="156" name="university1652_satellite_to_drone/university1652_satellite_to_drone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B9EA1E59-769B-4D62-A779-7EA1499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01561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university1652_satellite_to_drone/university1652_satellite_to_drone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B814CF08-A198-4B52-A99C-5C458DCE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57.714</a:t>
            </a:r>
          </a:p>
        </p:txBody>
      </p:sp>
      <p:sp>
        <p:nvSpPr>
          <p:cNvPr id="158" name="university1652_satellite_to_drone/university1652_satellite_to_drone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4CFBF81-22A2-4294-8BD2-EA5869AC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university1652_satellite_to_drone/university1652_satellite_to_drone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7696E75D-0D53-4C4D-933A-40521AC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128520"/>
            <a:ext cx="400050" cy="41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university1652_satellite_to_drone/university1652_satellite_to_drone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0BA20801-3FB8-41B9-ADEE-F3AB4B67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128520"/>
            <a:ext cx="400050" cy="78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university1652_satellite_to_drone/university1652_satellite_to_drone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F1A033AC-B445-45A5-9362-39D76CB4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206752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university1652_satellite_to_drone/university1652_satellite_to_drone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02F2A53E-21A8-4E2A-80E6-B1EDCE27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14661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university1652_satellite_to_drone/university1652_satellite_to_drone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99A1C07A-17D9-482F-9206-FD5BEB16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44.318</a:t>
            </a:r>
          </a:p>
        </p:txBody>
      </p:sp>
      <p:sp>
        <p:nvSpPr>
          <p:cNvPr id="164" name="university1652_satellite_to_drone/university1652_satellite_to_drone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EDFD4547-8F13-4428-864A-4E745E53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10502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university1652_satellite_to_drone/university1652_satellite_to_drone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CB7C54D2-1235-4408-82DC-5E99CA74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48.571</a:t>
            </a:r>
          </a:p>
        </p:txBody>
      </p:sp>
      <p:sp>
        <p:nvSpPr>
          <p:cNvPr id="166" name="university1652_satellite_to_drone/university1652_satellite_to_drone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AC9909CC-9AA3-490C-818D-C4BA855A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18325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university1652_satellite_to_drone/university1652_satellite_to_drone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807D42CD-29F5-4518-A160-93C0DA43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40.571</a:t>
            </a:r>
          </a:p>
        </p:txBody>
      </p:sp>
      <p:sp>
        <p:nvSpPr>
          <p:cNvPr id="168" name="university1652_satellite_to_drone/university1652_satellite_to_drone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8AF2E68C-3B40-4109-8A60-BD4351A9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18325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university1652_satellite_to_drone/university1652_satellite_to_drone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4591BE87-746C-4EB7-9868-E8BF778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40.571</a:t>
            </a:r>
          </a:p>
        </p:txBody>
      </p:sp>
      <p:sp>
        <p:nvSpPr>
          <p:cNvPr id="170" name="university1652_satellite_to_drone/university1652_satellite_to_drone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AF96A569-ACBA-494D-9FFB-15CB5D3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university1652_satellite_to_drone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B27E7094-E405-4EFD-BD42-27966FBD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university1652_satellite_to_drone/university1652_satellite_to_drone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56E21115-78F9-4EAD-9715-6AEFFC51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university1652_satellite_to_drone/university1652_satellite_to_drone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13836D67-5BD4-4650-B72E-209D32E9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university1652_satellite_to_drone/university1652_satellite_to_drone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9DD85C49-498F-47B0-BB7D-44894DEA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university1652_satellite_to_drone/university1652_satellite_to_drone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FDB9757F-0CB1-4294-ACA3-4A5A207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university1652_satellite_to_drone/university1652_satellite_to_drone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A8C1BD6C-4CA8-4B98-B133-DCC67180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university1652_satellite_to_drone/university1652_satellite_to_drone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1B573714-E49B-45E3-8771-2E3612AC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university1652_satellite_to_drone/university1652_satellite_to_drone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B047AD21-5468-4FC8-BFB5-6C99A2FF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university1652_satellite_to_drone/university1652_satellite_to_drone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842ECBCA-24B1-4CA7-80FB-3924B341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university1652_satellite_to_drone/university1652_satellite_to_drone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1F1EFD72-B0E0-4BA2-9229-B6275495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university1652_satellite_to_drone/university1652_satellite_to_drone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F3C10387-1BB5-4DE0-AF23-B738A827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university1652_satellite_to_drone/university1652_satellite_to_drone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32BB0DAD-875E-4CA1-9C7B-45054843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university1652_satellite_to_drone/university1652_satellite_to_drone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700294F2-E5E8-4B0D-B2D7-641B8AEE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university1652_satellite_to_drone/university1652_satellite_to_drone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4132CB34-E300-4965-A03F-0B65FB9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university1652_satellite_to_drone/university1652_satellite_to_drone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7D3D9943-BA2D-40A5-9A9F-5F8F7899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university1652_satellite_to_drone/university1652_satellite_to_drone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19B00EC7-DB6E-4E13-82EB-A776ED20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university1652_satellite_to_drone/university1652_satellite_to_drone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26916BDD-DC81-442B-A186-792D3B51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university1652_satellite_to_drone/university1652_satellite_to_drone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34A57E2C-D8B6-4EC5-9E1D-5E6D1A9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university1652_satellite_to_drone/university1652_satellite_to_drone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F93EEAF7-A0FB-4E24-8BB9-820E7E13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university1652_satellite_to_drone/university1652_satellite_to_drone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609A2EE8-6848-4EAD-AF98-D2A9AE34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university1652_satellite_to_drone/university1652_satellite_to_drone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99A6D476-B102-4A51-BF51-C73218F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university1652_satellite_to_drone/university1652_satellite_to_drone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9F37DEC0-CC40-48E3-9A80-B41D956B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924307"/>
            <a:ext cx="400050" cy="5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university1652_satellite_to_drone/university1652_satellite_to_drone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3C4413F-337A-45EE-BEAC-3B55B6DF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3924307"/>
            <a:ext cx="400050" cy="451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university1652_satellite_to_drone/university1652_satellite_to_drone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C82967C2-0F49-4460-8281-EC2EF79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967403"/>
            <a:ext cx="400050" cy="2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university1652_satellite_to_drone/university1652_satellite_to_drone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D427B4B1-71E8-481C-B0B1-35F459C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5414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university1652_satellite_to_drone/university1652_satellite_to_drone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2806AD8E-551C-43AB-B44B-09FC8510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34.805</a:t>
            </a:r>
          </a:p>
        </p:txBody>
      </p:sp>
      <p:sp>
        <p:nvSpPr>
          <p:cNvPr id="197" name="university1652_satellite_to_drone/university1652_satellite_to_drone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313F0D60-D1BB-4DD0-80D3-45D04826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0081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satellite_to_drone/university1652_satellite_to_drone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92CAFB15-DC92-4231-A3F5-DF36979D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40.259</a:t>
            </a:r>
          </a:p>
        </p:txBody>
      </p:sp>
      <p:sp>
        <p:nvSpPr>
          <p:cNvPr id="199" name="university1652_satellite_to_drone/university1652_satellite_to_drone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9A466B78-92DF-4F43-80FD-1EAE7A0E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9459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satellite_to_drone/university1652_satellite_to_drone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79DEE1A3-C3BE-4678-80FD-0D5888AF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35.641</a:t>
            </a:r>
          </a:p>
        </p:txBody>
      </p:sp>
      <p:sp>
        <p:nvSpPr>
          <p:cNvPr id="201" name="university1652_satellite_to_drone/university1652_satellite_to_drone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7CA3A81D-2825-465D-B9AC-3AA7242C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94390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satellite_to_drone/university1652_satellite_to_drone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6B642D77-B8E5-4B95-8296-83A5C608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35.852</a:t>
            </a:r>
          </a:p>
        </p:txBody>
      </p:sp>
      <p:sp>
        <p:nvSpPr>
          <p:cNvPr id="203" name="university1652_satellite_to_drone/university1652_satellite_to_drone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8B440034-64D2-4A7C-96C5-87DEDDA6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university1652_satellite_to_drone/university1652_satellite_to_drone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FF16788-7ED5-4A7D-BAAB-DACE75D6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997966"/>
            <a:ext cx="400050" cy="476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university1652_satellite_to_drone/university1652_satellite_to_drone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46D83388-9580-48D7-A74D-2754D3B2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3997966"/>
            <a:ext cx="400050" cy="33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university1652_satellite_to_drone/university1652_satellite_to_drone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B867854D-E860-42E0-BCEB-7BF5A33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031137"/>
            <a:ext cx="400050" cy="22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university1652_satellite_to_drone/university1652_satellite_to_drone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43EF7461-F4EE-4040-AF24-8EFC9B9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402213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satellite_to_drone/university1652_satellite_to_drone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BA17A560-1004-492F-A3FC-B494F91C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27.852</a:t>
            </a:r>
          </a:p>
        </p:txBody>
      </p:sp>
      <p:sp>
        <p:nvSpPr>
          <p:cNvPr id="209" name="university1652_satellite_to_drone/university1652_satellite_to_drone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7023B171-7FA6-4BFC-9675-0DDFF8F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7447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satellite_to_drone/university1652_satellite_to_drone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6FE94F98-955B-4319-8926-4C742BC4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32.727</a:t>
            </a:r>
          </a:p>
        </p:txBody>
      </p:sp>
      <p:sp>
        <p:nvSpPr>
          <p:cNvPr id="211" name="university1652_satellite_to_drone/university1652_satellite_to_drone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9CF58537-A206-408A-BD71-A5D1866F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400764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satellite_to_drone/university1652_satellite_to_drone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9A2FD928-850C-4983-B258-89D4E034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29.335</a:t>
            </a:r>
          </a:p>
        </p:txBody>
      </p:sp>
      <p:sp>
        <p:nvSpPr>
          <p:cNvPr id="213" name="university1652_satellite_to_drone/university1652_satellite_to_drone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9835353B-D91D-42B0-AF33-4C20B9D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402992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university1652_satellite_to_drone/university1652_satellite_to_drone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B5CFA13F-381C-454A-AC1B-099F0B8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27.056</a:t>
            </a:r>
          </a:p>
        </p:txBody>
      </p:sp>
      <p:sp>
        <p:nvSpPr>
          <p:cNvPr id="215" name="university1652_satellite_to_drone/university1652_satellite_to_drone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5C659C49-6AF5-4356-998A-D2E4BAB7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university1652_satellite_to_drone/university1652_satellite_to_drone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67C7BCD7-91C0-4B82-BC33-9E4C73AF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university1652_satellite_to_drone/university1652_satellite_to_drone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C1341BE3-5C31-47EB-9551-88A33074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university1652_satellite_to_drone/university1652_satellite_to_drone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2CC7CC38-324B-4208-BF6F-F6EB5607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university1652_satellite_to_drone/university1652_satellite_to_drone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C35D5201-E04F-4756-875C-CF6498E6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university1652_satellite_to_drone/university1652_satellite_to_drone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90C2DB45-D127-4FD3-B2ED-B5FC87AE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university1652_satellite_to_drone/university1652_satellite_to_drone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CEADAA9A-C921-461B-8799-E22CC05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university1652_satellite_to_drone/university1652_satellite_to_drone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48D1C3D7-AEC2-4192-9468-449F9FA0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university1652_satellite_to_drone/university1652_satellite_to_drone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80840218-7732-4EC6-B53F-F6384795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university1652_satellite_to_drone/university1652_satellite_to_drone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F8353C75-9E04-447B-A105-A95DFCAD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university1652_satellite_to_drone/university1652_satellite_to_drone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1AF8445A-25A5-4DB0-A223-2E69147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satellite_to_drone/university1652_satellite_to_drone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0981B6CE-BAE5-4A70-9A1A-776A234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university1652_satellite_to_drone/university1652_satellite_to_drone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96528570-BE43-4D0E-B17A-11D5A990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university1652_satellite_to_drone/university1652_satellite_to_drone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A2F1AFD9-BB55-4BD7-A66F-0730852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university1652_satellite_to_drone/university1652_satellite_to_drone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C454FBC1-B581-4F68-99FE-3EBFFBC2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university1652_satellite_to_drone/university1652_satellite_to_drone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BAF9FE81-6EC4-4011-B992-76B4794A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university1652_satellite_to_drone/university1652_satellite_to_drone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C422546D-27F1-43D3-99F9-E7962E71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university1652_satellite_to_drone/university1652_satellite_to_drone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63D623B4-90E2-4A57-9A53-A8C7C62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university1652_satellite_to_drone/university1652_satellite_to_drone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9AB7941D-07B2-41F0-93DA-9521BB3E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university1652_satellite_to_drone/university1652_satellite_to_drone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4BB5DAE5-8CDF-4819-AC9C-06EB8C7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university1652_satellite_to_drone/university1652_satellite_to_drone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8AC28B40-6D9D-45BE-A631-B140A1A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university1652_satellite_to_drone/university1652_satellite_to_drone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A9C665D-2497-4CB6-994E-ADDFCF43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3970568"/>
            <a:ext cx="400050" cy="66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university1652_satellite_to_drone/university1652_satellite_to_drone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E7A2D17C-DA79-4825-894C-541529CD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960136"/>
            <a:ext cx="400050" cy="170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university1652_satellite_to_drone/university1652_satellite_to_drone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FBA1010-2AA4-486A-B7D3-5A8623A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3960136"/>
            <a:ext cx="400050" cy="69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university1652_satellite_to_drone/university1652_satellite_to_drone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2F1F4F94-640E-49E4-AAC5-A35C1052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4707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university1652_satellite_to_drone/university1652_satellite_to_drone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D337C0F1-D7B7-4145-A3FE-095BF400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35.528</a:t>
            </a:r>
          </a:p>
        </p:txBody>
      </p:sp>
      <p:sp>
        <p:nvSpPr>
          <p:cNvPr id="241" name="university1652_satellite_to_drone/university1652_satellite_to_drone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E35A6F1A-13FB-46DB-BCA5-165A7C73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9536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university1652_satellite_to_drone/university1652_satellite_to_drone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7201C3AE-FCC1-46A8-88A3-8CED6D22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34.853</a:t>
            </a:r>
          </a:p>
        </p:txBody>
      </p:sp>
      <p:sp>
        <p:nvSpPr>
          <p:cNvPr id="243" name="university1652_satellite_to_drone/university1652_satellite_to_drone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F5499245-CF18-4357-AFE4-F28A38B2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3664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university1652_satellite_to_drone/university1652_satellite_to_drone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AEFB6DBC-F1AF-4BE5-96DF-F450DA8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36.595</a:t>
            </a:r>
          </a:p>
        </p:txBody>
      </p:sp>
      <p:sp>
        <p:nvSpPr>
          <p:cNvPr id="245" name="university1652_satellite_to_drone/university1652_satellite_to_drone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DA5F7DBA-F920-47BD-819B-130D360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00594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university1652_satellite_to_drone/university1652_satellite_to_drone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6A2DAD72-ECAB-4BE0-9D54-E07E9B01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29.508</a:t>
            </a:r>
          </a:p>
        </p:txBody>
      </p:sp>
      <p:sp>
        <p:nvSpPr>
          <p:cNvPr id="247" name="university1652_satellite_to_drone/university1652_satellite_to_drone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67B78223-7203-41C8-874F-C2466BD9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university1652_satellite_to_drone/university1652_satellite_to_drone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44A0EAF9-3851-4420-B58A-2BDB062F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026661"/>
            <a:ext cx="400050" cy="117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university1652_satellite_to_drone/university1652_satellite_to_drone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2790748C-99E4-4809-8A33-DF6435D3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4007416"/>
            <a:ext cx="400050" cy="3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university1652_satellite_to_drone/university1652_satellite_to_drone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C7EC0393-A567-4B89-B4A5-3F136EFD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007416"/>
            <a:ext cx="400050" cy="59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university1652_satellite_to_drone/university1652_satellite_to_drone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4B7896EF-A785-476C-B89C-F2CD7026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400316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university1652_satellite_to_drone/university1652_satellite_to_drone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AAE06955-443E-479A-94B0-3843217B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29.792</a:t>
            </a:r>
          </a:p>
        </p:txBody>
      </p:sp>
      <p:sp>
        <p:nvSpPr>
          <p:cNvPr id="253" name="university1652_satellite_to_drone/university1652_satellite_to_drone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CADA5052-56A8-4BD6-8B12-CD9D0FB6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401488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university1652_satellite_to_drone/university1652_satellite_to_drone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C4D06227-200A-4420-9766-1FDB1B38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28.594</a:t>
            </a:r>
          </a:p>
        </p:txBody>
      </p:sp>
      <p:sp>
        <p:nvSpPr>
          <p:cNvPr id="255" name="university1652_satellite_to_drone/university1652_satellite_to_drone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B308DFA7-1197-4CA8-A880-0132ED14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8392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university1652_satellite_to_drone/university1652_satellite_to_drone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8BFB9EE2-3672-4F4B-B463-0FF1141F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31.760</a:t>
            </a:r>
          </a:p>
        </p:txBody>
      </p:sp>
      <p:sp>
        <p:nvSpPr>
          <p:cNvPr id="257" name="university1652_satellite_to_drone/university1652_satellite_to_drone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02D65C1B-71A0-40BE-9185-B1DCFDA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04294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university1652_satellite_to_drone/university1652_satellite_to_drone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AD8A8DDD-95D7-48AF-89CD-7585111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25.725</a:t>
            </a:r>
          </a:p>
        </p:txBody>
      </p:sp>
      <p:sp>
        <p:nvSpPr>
          <p:cNvPr id="259" name="university1652_satellite_to_drone/university1652_satellite_to_drone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45EB1779-4BC5-4937-98E1-EF979B07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university1652_satellite_to_drone/university1652_satellite_to_drone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1624CDFE-CD20-4CA1-BFAA-981F93DE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university1652_satellite_to_drone/university1652_satellite_to_drone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B61EC3D4-CF67-4CF1-A5F3-5258CAB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university1652_satellite_to_drone/university1652_satellite_to_drone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B2620D85-D36D-4EE3-82B9-65179AF8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university1652_satellite_to_drone/university1652_satellite_to_drone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CA8D15BB-D5E0-4EA8-9136-C2ADDB73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university1652_satellite_to_drone/university1652_satellite_to_drone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9CABDFD6-E385-43AD-AB30-05E3BA8F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university1652_satellite_to_drone/university1652_satellite_to_drone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629D75F3-759F-4071-8D4F-28B177E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university1652_satellite_to_drone/university1652_satellite_to_drone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2BF41DE4-2611-465D-8858-5917E276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university1652_satellite_to_drone/university1652_satellite_to_drone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4EA454B5-4158-4197-A951-3127843A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university1652_satellite_to_drone/university1652_satellite_to_drone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BBDD5FBA-2970-4AA9-ABB8-F6CCBA0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university1652_satellite_to_drone/university1652_satellite_to_drone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9FC93602-68CB-4878-945E-B6DB40E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university1652_satellite_to_drone/university1652_satellite_to_drone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79172B75-8E7E-4C8E-B3AA-3003198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university1652_satellite_to_drone/university1652_satellite_to_drone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C246FDDA-5A1A-4C0F-90AF-4743752B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university1652_satellite_to_drone/university1652_satellite_to_drone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8FB7A7CD-02DC-464D-9CBB-6E4833CA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university1652_satellite_to_drone/university1652_satellite_to_drone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B5E99764-DFCD-4898-AC6E-698A9051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university1652_satellite_to_drone/university1652_satellite_to_drone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C3401C8F-C66B-418D-89EF-B6C4DD89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university1652_satellite_to_drone/university1652_satellite_to_drone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2132DA63-C0EB-4FF7-BDF8-23DDF25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university1652_satellite_to_drone/university1652_satellite_to_drone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B87CB7DA-C3F0-4A6A-9FF8-BFFEE15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university1652_satellite_to_drone/university1652_satellite_to_drone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AB892254-AB4C-4E20-9818-8EF63790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university1652_satellite_to_drone/university1652_satellite_to_drone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936A8FCA-DD8E-4C98-8F33-BE404713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university1652_satellite_to_drone/university1652_satellite_to_drone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50C7394B-06FC-40EA-B5EE-A91EF79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university1652_satellite_to_drone/university1652_satellite_to_drone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46163DA9-EE8A-4484-9908-1946B405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920280"/>
            <a:ext cx="400050" cy="4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university1652_satellite_to_drone/university1652_satellite_to_drone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6A7843B9-378B-46D2-BF4E-8A6175A2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3920280"/>
            <a:ext cx="400050" cy="628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university1652_satellite_to_drone/university1652_satellite_to_drone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11A553D2-6A5C-4B47-840F-D36F59A9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983151"/>
            <a:ext cx="400050" cy="92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university1652_satellite_to_drone/university1652_satellite_to_drone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F3121021-521D-453F-B1FF-3FF8E878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405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university1652_satellite_to_drone/university1652_satellite_to_drone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A493D910-F1A8-4C79-983D-47F5069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36.192</a:t>
            </a:r>
          </a:p>
        </p:txBody>
      </p:sp>
      <p:sp>
        <p:nvSpPr>
          <p:cNvPr id="285" name="university1652_satellite_to_drone/university1652_satellite_to_drone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891ED266-1FA2-408B-AC4A-F13CFBC2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967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university1652_satellite_to_drone/university1652_satellite_to_drone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E573B278-2B18-45C3-97B2-4A64A151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40.671</a:t>
            </a:r>
          </a:p>
        </p:txBody>
      </p:sp>
      <p:sp>
        <p:nvSpPr>
          <p:cNvPr id="287" name="university1652_satellite_to_drone/university1652_satellite_to_drone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D88F52A5-E5D1-4CDF-B0F5-D4C01B4D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95965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university1652_satellite_to_drone/university1652_satellite_to_drone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9FD41AE2-4A0C-4DA9-B436-4A9773F6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34.242</a:t>
            </a:r>
          </a:p>
        </p:txBody>
      </p:sp>
      <p:sp>
        <p:nvSpPr>
          <p:cNvPr id="289" name="university1652_satellite_to_drone/university1652_satellite_to_drone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A224C1F4-CE2A-4CA0-9862-5FD1A4F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96892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university1652_satellite_to_drone/university1652_satellite_to_drone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E60F8724-3D4D-4F34-8A07-CE660ED2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33.294</a:t>
            </a:r>
          </a:p>
        </p:txBody>
      </p:sp>
      <p:sp>
        <p:nvSpPr>
          <p:cNvPr id="291" name="university1652_satellite_to_drone/university1652_satellite_to_drone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9B5E260F-FB7D-4EFF-B98C-D462310D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university1652_satellite_to_drone/university1652_satellite_to_drone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DC4BBA59-C17C-48D0-9ED3-1F38AB3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998343"/>
            <a:ext cx="400050" cy="333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university1652_satellite_to_drone/university1652_satellite_to_drone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BD7675FB-AE52-45F6-8A0E-BDA9A12E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3998343"/>
            <a:ext cx="400050" cy="437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university1652_satellite_to_drone/university1652_satellite_to_drone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4EA1BFB-04F4-4237-A5FE-01876797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042135"/>
            <a:ext cx="400050" cy="35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university1652_satellite_to_drone/university1652_satellite_to_drone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6C86B642-2497-4406-A38C-0205F84B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400824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university1652_satellite_to_drone/university1652_satellite_to_drone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2ED517AF-2D49-4547-83A8-1BC850DC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29.273</a:t>
            </a:r>
          </a:p>
        </p:txBody>
      </p:sp>
      <p:sp>
        <p:nvSpPr>
          <p:cNvPr id="297" name="university1652_satellite_to_drone/university1652_satellite_to_drone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38116787-C5C1-4770-8969-B71F3F4F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7484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university1652_satellite_to_drone/university1652_satellite_to_drone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153A82BD-3F98-4238-B5D9-B567F45F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32.688</a:t>
            </a:r>
          </a:p>
        </p:txBody>
      </p:sp>
      <p:sp>
        <p:nvSpPr>
          <p:cNvPr id="299" name="university1652_satellite_to_drone/university1652_satellite_to_drone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67C59B4C-3473-4F43-BA6A-108E6ABC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401864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university1652_satellite_to_drone/university1652_satellite_to_drone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AA2018EC-4BEB-48A0-A5DF-2C62539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28.210</a:t>
            </a:r>
          </a:p>
        </p:txBody>
      </p:sp>
      <p:sp>
        <p:nvSpPr>
          <p:cNvPr id="301" name="university1652_satellite_to_drone/university1652_satellite_to_drone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516A42F7-AAB0-4EF8-94E2-2EEA7B7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405364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university1652_satellite_to_drone/university1652_satellite_to_drone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65E81C5A-7818-4F87-83BC-2985FE81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24.630</a:t>
            </a:r>
          </a:p>
        </p:txBody>
      </p:sp>
      <p:sp>
        <p:nvSpPr>
          <p:cNvPr id="303" name="university1652_satellite_to_drone/university1652_satellite_to_drone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CDE780E5-068B-477A-90E6-4E532766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university1652_satellite_to_drone/MRR/row-heading">
            <a:extLst xmlns:a="http://schemas.openxmlformats.org/drawingml/2006/main">
              <a:ext uri="{FF2B5EF4-FFF2-40B4-BE49-F238E27FC236}">
                <a16:creationId xmlns:a16="http://schemas.microsoft.com/office/drawing/2014/main" id="{99E08339-C4E6-405D-BDED-CAEBB7A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university1652_satellite_to_drone/university1652_satellite_to_drone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592BF0BA-B55E-4289-998E-3A89F7A5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university1652_satellite_to_drone/university1652_satellite_to_drone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8FBE5111-D8FD-43C7-A6AB-E59FE10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university1652_satellite_to_drone/university1652_satellite_to_drone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6D9D2D5A-7FFD-475F-A967-E190CEB4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university1652_satellite_to_drone/university1652_satellite_to_drone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A6282BA7-845E-48B3-9078-85F04E45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university1652_satellite_to_drone/university1652_satellite_to_drone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5CBE0B40-8BE9-448D-8D47-F26FC541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university1652_satellite_to_drone/university1652_satellite_to_drone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01514724-4311-4CE0-9579-8B0B4A63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university1652_satellite_to_drone/university1652_satellite_to_drone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7B69A09B-9839-4AD2-9354-A4F8DEFC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university1652_satellite_to_drone/university1652_satellite_to_drone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68A145DF-C48C-47FE-83CF-BBE33530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university1652_satellite_to_drone/university1652_satellite_to_drone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C089786C-EFE6-4C6E-AC38-FD173FA4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university1652_satellite_to_drone/university1652_satellite_to_drone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F827BB70-714C-46D0-B0EE-80BE24B7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university1652_satellite_to_drone/university1652_satellite_to_drone/seed-1/MRR/y-axis">
            <a:extLst xmlns:a="http://schemas.openxmlformats.org/drawingml/2006/main">
              <a:ext uri="{FF2B5EF4-FFF2-40B4-BE49-F238E27FC236}">
                <a16:creationId xmlns:a16="http://schemas.microsoft.com/office/drawing/2014/main" id="{099658CE-547F-45CA-93A0-AF7D1BB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university1652_satellite_to_drone/university1652_satellite_to_drone/seed-1/MRR/x-axis">
            <a:extLst xmlns:a="http://schemas.openxmlformats.org/drawingml/2006/main">
              <a:ext uri="{FF2B5EF4-FFF2-40B4-BE49-F238E27FC236}">
                <a16:creationId xmlns:a16="http://schemas.microsoft.com/office/drawing/2014/main" id="{72A2E43B-B8F1-4FBB-BD5C-FC9BF890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university1652_satellite_to_drone/university1652_satellite_to_drone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9E65925C-7438-40F0-9507-EE17B4ED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university1652_satellite_to_drone/university1652_satellite_to_drone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9B8DC4BA-3383-4C48-B16F-5F1A8D95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university1652_satellite_to_drone/university1652_satellite_to_drone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A375C94C-D99A-463B-9E0B-4649CB75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university1652_satellite_to_drone/university1652_satellite_to_drone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BBA38693-2AC3-4FD3-99FC-30F7FC55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university1652_satellite_to_drone/university1652_satellite_to_drone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E98FC58B-DB19-4674-B4B2-26A46E0B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university1652_satellite_to_drone/university1652_satellite_to_drone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A0C2F7BC-3371-4C0A-8741-6E3DAE62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university1652_satellite_to_drone/university1652_satellite_to_drone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2B88F484-A9F9-402C-B4D9-3C99A24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university1652_satellite_to_drone/university1652_satellite_to_drone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8812760E-91DF-4FB3-9A08-828FE906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university1652_satellite_to_drone/university1652_satellite_to_drone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4E6DFD1F-4C12-4100-9CCD-7C78C48A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381034"/>
            <a:ext cx="400050" cy="761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university1652_satellite_to_drone/university1652_satellite_to_drone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CBC0D66-0E03-4196-93A0-89F68E2A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5381034"/>
            <a:ext cx="400050" cy="652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university1652_satellite_to_drone/university1652_satellite_to_drone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E28E225B-62FD-482F-AE7A-812FE34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388769"/>
            <a:ext cx="400050" cy="57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university1652_satellite_to_drone/university1652_satellite_to_drone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DFB84C58-9A5D-4CA0-B875-6A25A65D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43370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university1652_satellite_to_drone/university1652_satellite_to_drone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1B590380-E845-497E-880C-9D9E509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58.830</a:t>
            </a:r>
          </a:p>
        </p:txBody>
      </p:sp>
      <p:sp>
        <p:nvSpPr>
          <p:cNvPr id="330" name="university1652_satellite_to_drone/university1652_satellite_to_drone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49EA7B5A-29B2-4567-87E2-B9E5947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35753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university1652_satellite_to_drone/university1652_satellite_to_drone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A3018105-ECCD-4939-9940-1ABDC3F1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66.619</a:t>
            </a:r>
          </a:p>
        </p:txBody>
      </p:sp>
      <p:sp>
        <p:nvSpPr>
          <p:cNvPr id="332" name="university1652_satellite_to_drone/university1652_satellite_to_drone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6A434426-4865-498B-92B0-190098BA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42281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university1652_satellite_to_drone/university1652_satellite_to_drone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005453CA-FE4D-42BE-A45E-40364628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59.944</a:t>
            </a:r>
          </a:p>
        </p:txBody>
      </p:sp>
      <p:sp>
        <p:nvSpPr>
          <p:cNvPr id="334" name="university1652_satellite_to_drone/university1652_satellite_to_drone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88A7A9AF-D176-47CC-8B76-BECD11B0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652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university1652_satellite_to_drone/university1652_satellite_to_drone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7A752747-23B9-4DC4-B38F-4B73862E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65.828</a:t>
            </a:r>
          </a:p>
        </p:txBody>
      </p:sp>
      <p:sp>
        <p:nvSpPr>
          <p:cNvPr id="336" name="university1652_satellite_to_drone/university1652_satellite_to_drone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F7290920-4437-46D7-AED1-1DDCEDAF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university1652_satellite_to_drone/university1652_satellite_to_drone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1E040F5-0678-41A0-99CA-418085D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437849"/>
            <a:ext cx="400050" cy="1161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university1652_satellite_to_drone/university1652_satellite_to_drone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310400E-B158-436E-8694-265C1B1C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5437849"/>
            <a:ext cx="400050" cy="71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university1652_satellite_to_drone/university1652_satellite_to_drone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FD42EF5A-C208-474B-A98D-306F171F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509093"/>
            <a:ext cx="400050" cy="14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university1652_satellite_to_drone/university1652_satellite_to_drone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67F24690-7219-4F46-BC52-6BF5A96A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53051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university1652_satellite_to_drone/university1652_satellite_to_drone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20DCBDE5-0A9D-483A-B221-D78EB7C9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48.930</a:t>
            </a:r>
          </a:p>
        </p:txBody>
      </p:sp>
      <p:sp>
        <p:nvSpPr>
          <p:cNvPr id="342" name="university1652_satellite_to_drone/university1652_satellite_to_drone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CC45420E-9F13-488F-B592-3D430E38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1435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university1652_satellite_to_drone/university1652_satellite_to_drone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41BA6CFE-0C96-449F-BE42-8166078D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60.809</a:t>
            </a:r>
          </a:p>
        </p:txBody>
      </p:sp>
      <p:sp>
        <p:nvSpPr>
          <p:cNvPr id="344" name="university1652_satellite_to_drone/university1652_satellite_to_drone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39EEF19F-532E-4E0E-B058-F575DF37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48559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university1652_satellite_to_drone/university1652_satellite_to_drone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7BE784E1-E0F9-4F03-BAA6-C5298B26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53.524</a:t>
            </a:r>
          </a:p>
        </p:txBody>
      </p:sp>
      <p:sp>
        <p:nvSpPr>
          <p:cNvPr id="346" name="university1652_satellite_to_drone/university1652_satellite_to_drone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05F9DEEC-FA75-4546-B96D-8E37EA7E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50041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university1652_satellite_to_drone/university1652_satellite_to_drone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BB9FBBA0-D870-4A6A-8498-8BF9A1A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52.009</a:t>
            </a:r>
          </a:p>
        </p:txBody>
      </p:sp>
      <p:sp>
        <p:nvSpPr>
          <p:cNvPr id="348" name="university1652_satellite_to_drone/university1652_satellite_to_drone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B6146DE7-A01C-4E3B-B506-BC75A7E5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university1652_satellite_to_drone/university1652_satellite_to_drone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AADBB2B7-EDED-4768-9D48-4C8D2314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university1652_satellite_to_drone/university1652_satellite_to_drone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73D40791-EF1F-4EFF-91D7-1198444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university1652_satellite_to_drone/university1652_satellite_to_drone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4E2ECE3F-B1CB-487A-9947-848C4E0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university1652_satellite_to_drone/university1652_satellite_to_drone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6DC9167E-DE37-4FD4-B1AC-A7C3BB87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university1652_satellite_to_drone/university1652_satellite_to_drone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2F357696-F148-4FA2-ACA3-3D472AB0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university1652_satellite_to_drone/university1652_satellite_to_drone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55281EAD-82BA-4C63-A3A7-7104DBB4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university1652_satellite_to_drone/university1652_satellite_to_drone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D5B7A9DC-15E8-4022-B271-37BCC84C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university1652_satellite_to_drone/university1652_satellite_to_drone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5F2CB433-E176-444C-B40A-8C08E6F0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university1652_satellite_to_drone/university1652_satellite_to_drone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49E189D9-F273-4C00-A78D-6078603D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university1652_satellite_to_drone/university1652_satellite_to_drone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EEA11952-1CDB-4836-A514-291A037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university1652_satellite_to_drone/university1652_satellite_to_drone/seed-2/MRR/y-axis">
            <a:extLst xmlns:a="http://schemas.openxmlformats.org/drawingml/2006/main">
              <a:ext uri="{FF2B5EF4-FFF2-40B4-BE49-F238E27FC236}">
                <a16:creationId xmlns:a16="http://schemas.microsoft.com/office/drawing/2014/main" id="{E81ECC5D-4AC2-4746-861B-7DBE5A2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university1652_satellite_to_drone/university1652_satellite_to_drone/seed-2/MRR/x-axis">
            <a:extLst xmlns:a="http://schemas.openxmlformats.org/drawingml/2006/main">
              <a:ext uri="{FF2B5EF4-FFF2-40B4-BE49-F238E27FC236}">
                <a16:creationId xmlns:a16="http://schemas.microsoft.com/office/drawing/2014/main" id="{34111A5F-E7FF-4E9E-8ACB-C57FF00A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university1652_satellite_to_drone/university1652_satellite_to_drone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D6A6E70D-57C8-422E-B95E-F196734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university1652_satellite_to_drone/university1652_satellite_to_drone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4D91080C-0F3A-40D6-80AA-F606952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university1652_satellite_to_drone/university1652_satellite_to_drone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37234A0E-5F3A-46DA-82EB-642D303E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university1652_satellite_to_drone/university1652_satellite_to_drone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2C55DF69-BD94-4AF3-8F22-F7AA4F4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university1652_satellite_to_drone/university1652_satellite_to_drone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3DFE4E58-D49B-42A4-9621-5AFAF600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university1652_satellite_to_drone/university1652_satellite_to_drone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EAED30D0-50E7-42D1-A1BB-D6D2505A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university1652_satellite_to_drone/university1652_satellite_to_drone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C1DFD083-5084-4B16-BB48-5D32B562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university1652_satellite_to_drone/university1652_satellite_to_drone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6C05649B-4D32-44D0-9CB2-B39E90D6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university1652_satellite_to_drone/university1652_satellite_to_drone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AC651C8C-4AF5-416B-9596-6151E191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470471"/>
            <a:ext cx="400050" cy="286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university1652_satellite_to_drone/university1652_satellite_to_drone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2C11A47-E96A-41BA-9140-B54B4C8E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14374"/>
            <a:ext cx="400050" cy="847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university1652_satellite_to_drone/university1652_satellite_to_drone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BC3DF583-AEA7-4ABE-9BA6-6DDC7A23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5414374"/>
            <a:ext cx="400050" cy="75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university1652_satellite_to_drone/university1652_satellite_to_drone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4E491CD0-4960-4AB2-8BA8-5F3024D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44697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university1652_satellite_to_drone/university1652_satellite_to_drone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F11611C4-F915-485E-BE01-F33A6DA0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57.473</a:t>
            </a:r>
          </a:p>
        </p:txBody>
      </p:sp>
      <p:sp>
        <p:nvSpPr>
          <p:cNvPr id="374" name="university1652_satellite_to_drone/university1652_satellite_to_drone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19F36894-3185-43CD-9D89-FCB4DA36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4756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university1652_satellite_to_drone/university1652_satellite_to_drone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2AB4195B-EDD7-4D67-8261-20DF9A72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54.544</a:t>
            </a:r>
          </a:p>
        </p:txBody>
      </p:sp>
      <p:sp>
        <p:nvSpPr>
          <p:cNvPr id="376" name="university1652_satellite_to_drone/university1652_satellite_to_drone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F1D5D3F4-69AC-422D-A4B3-C789DBF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908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university1652_satellite_to_drone/university1652_satellite_to_drone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329F43ED-E33B-4CBA-944C-CEA7D97A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63.210</a:t>
            </a:r>
          </a:p>
        </p:txBody>
      </p:sp>
      <p:sp>
        <p:nvSpPr>
          <p:cNvPr id="378" name="university1652_satellite_to_drone/university1652_satellite_to_drone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C86C43B3-C786-425C-BA52-059B087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4663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university1652_satellite_to_drone/university1652_satellite_to_drone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E4A3AA9B-A5AB-468B-888F-2A1C146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55.489</a:t>
            </a:r>
          </a:p>
        </p:txBody>
      </p:sp>
      <p:sp>
        <p:nvSpPr>
          <p:cNvPr id="380" name="university1652_satellite_to_drone/university1652_satellite_to_drone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11C39C3E-95A8-4551-8B99-7E225910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university1652_satellite_to_drone/university1652_satellite_to_drone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7492E377-09BB-48D5-8E4B-A48D068C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525415"/>
            <a:ext cx="400050" cy="8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university1652_satellite_to_drone/university1652_satellite_to_drone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1426FC4-FC61-42DA-A682-602A4E5A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84414"/>
            <a:ext cx="400050" cy="492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university1652_satellite_to_drone/university1652_satellite_to_drone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9083D35-17A8-4955-86DE-438C17E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5484414"/>
            <a:ext cx="400050" cy="939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university1652_satellite_to_drone/university1652_satellite_to_drone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A8BD3183-6C54-4A38-AD71-E9B0E218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0192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university1652_satellite_to_drone/university1652_satellite_to_drone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8002E62C-7213-4892-AA30-331F69B0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51.854</a:t>
            </a:r>
          </a:p>
        </p:txBody>
      </p:sp>
      <p:sp>
        <p:nvSpPr>
          <p:cNvPr id="386" name="university1652_satellite_to_drone/university1652_satellite_to_drone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581C5A90-AF9B-4D7F-B069-4215C6B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51016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university1652_satellite_to_drone/university1652_satellite_to_drone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C9159DE7-C21F-436E-982A-D1781AAD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865" y="63962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51.011</a:t>
            </a:r>
          </a:p>
        </p:txBody>
      </p:sp>
      <p:sp>
        <p:nvSpPr>
          <p:cNvPr id="388" name="university1652_satellite_to_drone/university1652_satellite_to_drone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75F9CE61-A494-44C6-B137-BDD00314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6091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university1652_satellite_to_drone/university1652_satellite_to_drone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09901BA3-9E78-4519-9038-973F605F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56.047</a:t>
            </a:r>
          </a:p>
        </p:txBody>
      </p:sp>
      <p:sp>
        <p:nvSpPr>
          <p:cNvPr id="390" name="university1652_satellite_to_drone/university1652_satellite_to_drone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4B90B15F-97DD-4E3F-B586-9CC7F0A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55482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university1652_satellite_to_drone/university1652_satellite_to_drone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74960B92-D249-4349-9083-92892A1F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46.445</a:t>
            </a:r>
          </a:p>
        </p:txBody>
      </p:sp>
      <p:sp>
        <p:nvSpPr>
          <p:cNvPr id="392" name="university1652_satellite_to_drone/university1652_satellite_to_drone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AB6671C2-325A-4AF0-98F1-B9A7555B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university1652_satellite_to_drone/university1652_satellite_to_drone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C4FEB30F-FE40-4DF7-B272-5353012B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university1652_satellite_to_drone/university1652_satellite_to_drone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DE276C30-C723-4D22-AD74-55F022E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university1652_satellite_to_drone/university1652_satellite_to_drone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8AFCD9C0-AEC4-4094-972D-04B70389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university1652_satellite_to_drone/university1652_satellite_to_drone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DC1C1F81-572A-44E5-97F6-C0981F5D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university1652_satellite_to_drone/university1652_satellite_to_drone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E33E7A90-800E-48BD-B5E2-6E3965E0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university1652_satellite_to_drone/university1652_satellite_to_drone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49853AAF-A872-4B7D-8EAD-6381F2D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university1652_satellite_to_drone/university1652_satellite_to_drone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B54794C6-B92E-4AC7-9E95-400CEB01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university1652_satellite_to_drone/university1652_satellite_to_drone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EA261E3B-3A2B-4D4B-96B1-FA831411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university1652_satellite_to_drone/university1652_satellite_to_drone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CFB0B210-ABA9-467F-B067-CD071D04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university1652_satellite_to_drone/university1652_satellite_to_drone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328523F0-7C69-40F9-AFB2-EC1D9AA9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university1652_satellite_to_drone/university1652_satellite_to_drone/seed-3/MRR/y-axis">
            <a:extLst xmlns:a="http://schemas.openxmlformats.org/drawingml/2006/main">
              <a:ext uri="{FF2B5EF4-FFF2-40B4-BE49-F238E27FC236}">
                <a16:creationId xmlns:a16="http://schemas.microsoft.com/office/drawing/2014/main" id="{0DEDD1B2-8EDB-455B-87C1-8E9974E9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university1652_satellite_to_drone/university1652_satellite_to_drone/seed-3/MRR/x-axis">
            <a:extLst xmlns:a="http://schemas.openxmlformats.org/drawingml/2006/main">
              <a:ext uri="{FF2B5EF4-FFF2-40B4-BE49-F238E27FC236}">
                <a16:creationId xmlns:a16="http://schemas.microsoft.com/office/drawing/2014/main" id="{3028B1CE-A069-4BFE-9E72-315001F3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university1652_satellite_to_drone/university1652_satellite_to_drone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E1D1122A-6DC9-428F-9CE4-0D2A15D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university1652_satellite_to_drone/university1652_satellite_to_drone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40C8AA93-B8F2-4071-B083-7452163B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university1652_satellite_to_drone/university1652_satellite_to_drone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588D0A54-8AF0-4749-AAFD-DA502D2B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university1652_satellite_to_drone/university1652_satellite_to_drone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5283E5DF-CB22-4834-9766-B1596670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university1652_satellite_to_drone/university1652_satellite_to_drone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630331F0-D76D-4977-AB68-A727941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university1652_satellite_to_drone/university1652_satellite_to_drone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467905CA-7CA8-459A-8728-D500EBED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university1652_satellite_to_drone/university1652_satellite_to_drone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B9240900-6B69-41AE-B2BF-9983B398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university1652_satellite_to_drone/university1652_satellite_to_drone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02F1BE66-6EEF-4098-B125-ED02F5A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university1652_satellite_to_drone/university1652_satellite_to_drone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9403C873-8C59-44D1-814C-0BF7B062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377769"/>
            <a:ext cx="400050" cy="51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university1652_satellite_to_drone/university1652_satellite_to_drone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5FA2CD7-0CB2-4722-81E2-D4CAE238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5377769"/>
            <a:ext cx="400050" cy="565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university1652_satellite_to_drone/university1652_satellite_to_drone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D5A78AD-3266-49D7-9322-30FDF6BA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422739"/>
            <a:ext cx="400050" cy="115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university1652_satellite_to_drone/university1652_satellite_to_drone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B1E6333E-6685-4FD6-ABDC-5B6445A7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40535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university1652_satellite_to_drone/university1652_satellite_to_drone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E8D8F3BA-EFC9-40C2-9C92-A34A693F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61.729</a:t>
            </a:r>
          </a:p>
        </p:txBody>
      </p:sp>
      <p:sp>
        <p:nvSpPr>
          <p:cNvPr id="418" name="university1652_satellite_to_drone/university1652_satellite_to_drone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BC3DE3C9-C0D7-4E48-979A-211C0E76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3542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university1652_satellite_to_drone/university1652_satellite_to_drone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486E1854-48C4-406A-BE94-D87C3B61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66.953</a:t>
            </a:r>
          </a:p>
        </p:txBody>
      </p:sp>
      <p:sp>
        <p:nvSpPr>
          <p:cNvPr id="420" name="university1652_satellite_to_drone/university1652_satellite_to_drone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F886F079-BBB3-4B94-9B8E-8FEDE742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41077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university1652_satellite_to_drone/university1652_satellite_to_drone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02AF7F8D-4223-4A98-8636-87E45A73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61.175</a:t>
            </a:r>
          </a:p>
        </p:txBody>
      </p:sp>
      <p:sp>
        <p:nvSpPr>
          <p:cNvPr id="422" name="university1652_satellite_to_drone/university1652_satellite_to_drone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C79E0966-8508-4201-81BC-5A41DC95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39924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university1652_satellite_to_drone/university1652_satellite_to_drone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E979E63B-B752-4BE3-9B40-7800454D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62.354</a:t>
            </a:r>
          </a:p>
        </p:txBody>
      </p:sp>
      <p:sp>
        <p:nvSpPr>
          <p:cNvPr id="424" name="university1652_satellite_to_drone/university1652_satellite_to_drone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59E794D-77A5-4181-88A6-55F1FFF4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university1652_satellite_to_drone/university1652_satellite_to_drone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6A5E6616-7F5A-4C63-9E87-D83E7B88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473411"/>
            <a:ext cx="400050" cy="40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university1652_satellite_to_drone/university1652_satellite_to_drone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C4D8376F-4C33-416C-87A2-BFB07AA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5473411"/>
            <a:ext cx="400050" cy="71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university1652_satellite_to_drone/university1652_satellite_to_drone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F2B1F418-F295-42E0-A438-C38DB66D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545005"/>
            <a:ext cx="400050" cy="83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university1652_satellite_to_drone/university1652_satellite_to_drone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98658C66-EDD1-4F26-BFA2-A9EAE26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4907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university1652_satellite_to_drone/university1652_satellite_to_drone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261BAE97-D15E-4245-8363-256E290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52.995</a:t>
            </a:r>
          </a:p>
        </p:txBody>
      </p:sp>
      <p:sp>
        <p:nvSpPr>
          <p:cNvPr id="430" name="university1652_satellite_to_drone/university1652_satellite_to_drone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01040991-8B26-4A23-B30C-BF0E371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44991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university1652_satellite_to_drone/university1652_satellite_to_drone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27D95BFB-AC62-47DB-81A7-2B113D9D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57.172</a:t>
            </a:r>
          </a:p>
        </p:txBody>
      </p:sp>
      <p:sp>
        <p:nvSpPr>
          <p:cNvPr id="432" name="university1652_satellite_to_drone/university1652_satellite_to_drone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C1340D18-64B3-46D8-85D2-2218A4EA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52151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university1652_satellite_to_drone/university1652_satellite_to_drone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0C674E52-65CB-4476-BEBC-4284F8D2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49.851</a:t>
            </a:r>
          </a:p>
        </p:txBody>
      </p:sp>
      <p:sp>
        <p:nvSpPr>
          <p:cNvPr id="434" name="university1652_satellite_to_drone/university1652_satellite_to_drone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FA03A7AB-AFFB-49D4-AE4D-0B877F2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52986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university1652_satellite_to_drone/university1652_satellite_to_drone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40315312-DF86-420F-92BD-C11E29E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48.997</a:t>
            </a:r>
          </a:p>
        </p:txBody>
      </p:sp>
      <p:sp>
        <p:nvSpPr>
          <p:cNvPr id="436" name="university1652_satellite_to_drone/university1652_satellite_to_drone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6E932B1C-E46F-4DDA-98AD-B7153BB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university1652_satellite_to_drone/footnote-1">
            <a:extLst xmlns:a="http://schemas.openxmlformats.org/drawingml/2006/main">
              <a:ext uri="{FF2B5EF4-FFF2-40B4-BE49-F238E27FC236}">
                <a16:creationId xmlns:a16="http://schemas.microsoft.com/office/drawing/2014/main" id="{7B8AF07C-92B4-44A7-B0EF-6039154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university1652_satellite_to_drone/footnote-2">
            <a:extLst xmlns:a="http://schemas.openxmlformats.org/drawingml/2006/main">
              <a:ext uri="{FF2B5EF4-FFF2-40B4-BE49-F238E27FC236}">
                <a16:creationId xmlns:a16="http://schemas.microsoft.com/office/drawing/2014/main" id="{0E4C9314-0E98-4D9C-B371-B177AD6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university1652_satellite_to_drone/footnote-3">
            <a:extLst xmlns:a="http://schemas.openxmlformats.org/drawingml/2006/main">
              <a:ext uri="{FF2B5EF4-FFF2-40B4-BE49-F238E27FC236}">
                <a16:creationId xmlns:a16="http://schemas.microsoft.com/office/drawing/2014/main" id="{FCBFD3F3-22AB-4C79-9082-258A84AE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university1652_satellite_to_drone/footnote-4">
            <a:extLst xmlns:a="http://schemas.openxmlformats.org/drawingml/2006/main">
              <a:ext uri="{FF2B5EF4-FFF2-40B4-BE49-F238E27FC236}">
                <a16:creationId xmlns:a16="http://schemas.microsoft.com/office/drawing/2014/main" id="{D151AED0-87D1-4E26-9CE2-89BCF16D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university1652_satellite_to_drone/footnote-5">
            <a:extLst xmlns:a="http://schemas.openxmlformats.org/drawingml/2006/main">
              <a:ext uri="{FF2B5EF4-FFF2-40B4-BE49-F238E27FC236}">
                <a16:creationId xmlns:a16="http://schemas.microsoft.com/office/drawing/2014/main" id="{772F9734-2667-46F5-96E6-A26B88A8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632511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university1652_street_to_satellite/title">
            <a:extLst xmlns:a="http://schemas.openxmlformats.org/drawingml/2006/main">
              <a:ext uri="{FF2B5EF4-FFF2-40B4-BE49-F238E27FC236}">
                <a16:creationId xmlns:a16="http://schemas.microsoft.com/office/drawing/2014/main" id="{3E0D0307-7E77-48EC-9CC9-BC4F3DBD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55781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Street → satellite</a:t>
            </a:r>
          </a:p>
        </p:txBody>
      </p:sp>
      <p:sp>
        <p:nvSpPr>
          <p:cNvPr id="2" name="university1652_street_to_satellite/subtitle">
            <a:extLst xmlns:a="http://schemas.openxmlformats.org/drawingml/2006/main">
              <a:ext uri="{FF2B5EF4-FFF2-40B4-BE49-F238E27FC236}">
                <a16:creationId xmlns:a16="http://schemas.microsoft.com/office/drawing/2014/main" id="{67B19B62-707D-4FBC-B866-9AE095F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university1652_street_to_satellite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D772C4E0-3092-4D2E-B81E-B9340C9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street_to_satellite/legend/visual/text">
            <a:extLst xmlns:a="http://schemas.openxmlformats.org/drawingml/2006/main">
              <a:ext uri="{FF2B5EF4-FFF2-40B4-BE49-F238E27FC236}">
                <a16:creationId xmlns:a16="http://schemas.microsoft.com/office/drawing/2014/main" id="{3B9119F3-DAC2-46FA-A370-50EA55A7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university1652_street_to_satellite/legend/full/marker">
            <a:extLst xmlns:a="http://schemas.openxmlformats.org/drawingml/2006/main">
              <a:ext uri="{FF2B5EF4-FFF2-40B4-BE49-F238E27FC236}">
                <a16:creationId xmlns:a16="http://schemas.microsoft.com/office/drawing/2014/main" id="{7649AD86-33C4-4881-AA43-5156E132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street_to_satellite/legend/full/text">
            <a:extLst xmlns:a="http://schemas.openxmlformats.org/drawingml/2006/main">
              <a:ext uri="{FF2B5EF4-FFF2-40B4-BE49-F238E27FC236}">
                <a16:creationId xmlns:a16="http://schemas.microsoft.com/office/drawing/2014/main" id="{50E2BE62-E4B9-4F01-832D-D3B83E6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university1652_street_to_satellite/legend/values">
            <a:extLst xmlns:a="http://schemas.openxmlformats.org/drawingml/2006/main">
              <a:ext uri="{FF2B5EF4-FFF2-40B4-BE49-F238E27FC236}">
                <a16:creationId xmlns:a16="http://schemas.microsoft.com/office/drawing/2014/main" id="{AC6BFF36-B154-47CA-8C3A-B32487D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university1652_street_to_satellite/seed-1/heading">
            <a:extLst xmlns:a="http://schemas.openxmlformats.org/drawingml/2006/main">
              <a:ext uri="{FF2B5EF4-FFF2-40B4-BE49-F238E27FC236}">
                <a16:creationId xmlns:a16="http://schemas.microsoft.com/office/drawing/2014/main" id="{EE427F10-A626-4521-81AD-5EB05A7C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university1652_street_to_satellite/seed-1/N-label">
            <a:extLst xmlns:a="http://schemas.openxmlformats.org/drawingml/2006/main">
              <a:ext uri="{FF2B5EF4-FFF2-40B4-BE49-F238E27FC236}">
                <a16:creationId xmlns:a16="http://schemas.microsoft.com/office/drawing/2014/main" id="{DF3563BD-7854-4177-88E6-EC1AFDF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university1652_street_to_satellite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D2BD4A9D-9CA0-4DD5-A0BC-21C2B86D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university1652_street_to_satellite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FD96CBAB-2037-4B8D-9F39-E7E23EDC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12" name="university1652_street_to_satellite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A829F782-4F50-4825-AB70-EEEBFF2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university1652_street_to_satellite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B36BC69E-DFFF-4FFE-9689-6C454146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14" name="university1652_street_to_satellite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1DA8EA9C-B8FE-4733-BCFF-C73AD851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university1652_street_to_satellite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85D3457C-21F5-4228-8995-16ADE7A6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644</a:t>
            </a:r>
          </a:p>
        </p:txBody>
      </p:sp>
      <p:sp>
        <p:nvSpPr>
          <p:cNvPr id="16" name="university1652_street_to_satellite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78D638FE-0606-4B6F-82FA-332FAD4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university1652_street_to_satellite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03252ABC-BF25-4CE3-BAB0-DD45E5AF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18" name="university1652_street_to_satellite/seed-2/heading">
            <a:extLst xmlns:a="http://schemas.openxmlformats.org/drawingml/2006/main">
              <a:ext uri="{FF2B5EF4-FFF2-40B4-BE49-F238E27FC236}">
                <a16:creationId xmlns:a16="http://schemas.microsoft.com/office/drawing/2014/main" id="{F0F26D4D-BADC-4726-ADFD-99071A5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university1652_street_to_satellite/seed-2/N-label">
            <a:extLst xmlns:a="http://schemas.openxmlformats.org/drawingml/2006/main">
              <a:ext uri="{FF2B5EF4-FFF2-40B4-BE49-F238E27FC236}">
                <a16:creationId xmlns:a16="http://schemas.microsoft.com/office/drawing/2014/main" id="{42995D09-9B45-43FC-8A18-E89A95DD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university1652_street_to_satellite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9195458C-852B-4017-8451-FF5235A1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university1652_street_to_satellite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4CC87B86-C07C-4BBE-BECD-07B9A6DE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22" name="university1652_street_to_satellite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91FDC3C3-7A3E-441A-A413-DCD5E46F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university1652_street_to_satellite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D8691526-AD2F-44FD-AD91-17B132F3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6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24" name="university1652_street_to_satellite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AF700903-DA22-4B49-AD8C-39887139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university1652_street_to_satellite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4D5F9174-09A0-41DD-892D-9355C792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6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644</a:t>
            </a:r>
          </a:p>
        </p:txBody>
      </p:sp>
      <p:sp>
        <p:nvSpPr>
          <p:cNvPr id="26" name="university1652_street_to_satellite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2CE09720-1964-43FF-AAFD-6966B514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university1652_street_to_satellite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A267C88B-01E6-4CDF-85D2-6C773FF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28" name="university1652_street_to_satellite/seed-3/heading">
            <a:extLst xmlns:a="http://schemas.openxmlformats.org/drawingml/2006/main">
              <a:ext uri="{FF2B5EF4-FFF2-40B4-BE49-F238E27FC236}">
                <a16:creationId xmlns:a16="http://schemas.microsoft.com/office/drawing/2014/main" id="{40033C94-08EA-4FA1-8092-278F040A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university1652_street_to_satellite/seed-3/N-label">
            <a:extLst xmlns:a="http://schemas.openxmlformats.org/drawingml/2006/main">
              <a:ext uri="{FF2B5EF4-FFF2-40B4-BE49-F238E27FC236}">
                <a16:creationId xmlns:a16="http://schemas.microsoft.com/office/drawing/2014/main" id="{47D8DA3F-6CEA-489D-8E8C-48B08D41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university1652_street_to_satellite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52BD9D2D-50BD-499A-96C6-BFC7358A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university1652_street_to_satellite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F652EB00-3F9C-4BF3-A577-11331607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1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32" name="university1652_street_to_satellite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E65C174C-67D3-441F-8182-DA586D8E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university1652_street_to_satellite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85432F37-F2EA-448B-87B0-D0C9602D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2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34" name="university1652_street_to_satellite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11E80F47-F1D8-43ED-8D9A-B798C280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university1652_street_to_satellite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8642CEA1-1D1A-4BDA-B683-0BA0232E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644</a:t>
            </a:r>
          </a:p>
        </p:txBody>
      </p:sp>
      <p:sp>
        <p:nvSpPr>
          <p:cNvPr id="36" name="university1652_street_to_satellite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AB69A685-F06F-4808-9A90-4323CD26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university1652_street_to_satellite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B32CF23F-161D-43FC-9D63-961E19D6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3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645</a:t>
            </a:r>
          </a:p>
        </p:txBody>
      </p:sp>
      <p:sp>
        <p:nvSpPr>
          <p:cNvPr id="38" name="university1652_street_to_satellite/r_at_1/row-heading">
            <a:extLst xmlns:a="http://schemas.openxmlformats.org/drawingml/2006/main">
              <a:ext uri="{FF2B5EF4-FFF2-40B4-BE49-F238E27FC236}">
                <a16:creationId xmlns:a16="http://schemas.microsoft.com/office/drawing/2014/main" id="{C78C51DA-0AEE-449E-8C74-7C5A8D9F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university1652_street_to_satellite/university1652_street_to_satellite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1C744448-F99A-4296-8B64-D90D111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university1652_street_to_satellite/university1652_street_to_satellite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44CFD9C8-1BB0-4C6E-AE51-868CA9E6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university1652_street_to_satellite/university1652_street_to_satellite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201EBE40-FB59-497B-A9FE-E633F4AE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university1652_street_to_satellite/university1652_street_to_satellite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D221C923-19BC-4887-85F2-1CE6E21F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university1652_street_to_satellite/university1652_street_to_satellite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DA330B8E-0E6D-48F4-9EB5-744C321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university1652_street_to_satellite/university1652_street_to_satellite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1E4752B8-43FE-4E4E-81F9-807F43B6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university1652_street_to_satellite/university1652_street_to_satellite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C075C4F8-17A8-4B51-8AAE-0B926C3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university1652_street_to_satellite/university1652_street_to_satellite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15044B40-0B3D-4B46-B472-593C3169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university1652_street_to_satellite/university1652_street_to_satellite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E7ACEC55-DE2E-44EF-9730-2101ACD2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university1652_street_to_satellite/university1652_street_to_satellite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0CD95422-2F82-4F18-9F7C-C8FB648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university1652_street_to_satellite/university1652_street_to_satellite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E243F7FA-DCA3-4EC5-878F-A76E431F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university1652_street_to_satellite/university1652_street_to_satellite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2A78D700-63BD-4454-B105-7AC6ABEE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university1652_street_to_satellite/university1652_street_to_satellite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7B1020B5-1D58-4399-9173-A9E7583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university1652_street_to_satellite/university1652_street_to_satellite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0DB4E77F-F673-4F9A-996E-CE0205F6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university1652_street_to_satellite/university1652_street_to_satellite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AD13788B-F22D-403F-A871-69F93B24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university1652_street_to_satellite/university1652_street_to_satellite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948F2CBB-D0A5-4A0D-B0EA-077A89E2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university1652_street_to_satellite/university1652_street_to_satellite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DE090179-AF5D-4802-86CE-812E2EE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university1652_street_to_satellite/university1652_street_to_satellite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85121EE4-9514-4135-8431-8F6B3436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university1652_street_to_satellite/university1652_street_to_satellite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7D41F7BF-6213-4D31-AAE9-598CBB75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university1652_street_to_satellite/university1652_street_to_satellite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E78C569F-6F27-4540-8C3E-CA97EAFB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university1652_street_to_satellite/university1652_street_to_satellite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8A1DA917-D027-460D-9295-D82E7B88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595919"/>
            <a:ext cx="400050" cy="3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university1652_street_to_satellite/university1652_street_to_satellite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6032AF4F-CCB8-4AC6-AE75-EDA0A86F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598945"/>
            <a:ext cx="400050" cy="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university1652_street_to_satellite/university1652_street_to_satellite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90BF5FED-4890-491C-814B-79844967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598945"/>
            <a:ext cx="400050" cy="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university1652_street_to_satellite/university1652_street_to_satellite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97776164-54B9-402C-AD6C-D1D515E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5724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university1652_street_to_satellite/university1652_street_to_satellite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FC175AA9-E840-4DBD-BBC9-DFE0950A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0.775</a:t>
            </a:r>
          </a:p>
        </p:txBody>
      </p:sp>
      <p:sp>
        <p:nvSpPr>
          <p:cNvPr id="64" name="university1652_street_to_satellite/university1652_street_to_satellite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57008379-23CF-4062-B38F-4E64A13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57545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university1652_street_to_satellite/university1652_street_to_satellite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8964A4F9-18CB-415B-825C-E5889CFD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9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0.465</a:t>
            </a:r>
          </a:p>
        </p:txBody>
      </p:sp>
      <p:sp>
        <p:nvSpPr>
          <p:cNvPr id="66" name="university1652_street_to_satellite/university1652_street_to_satellite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49100D8C-5B51-4188-BD97-283B456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57545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university1652_street_to_satellite/university1652_street_to_satellite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BC3ACAD6-2683-4A3F-8C62-B53839A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4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0.466</a:t>
            </a:r>
          </a:p>
        </p:txBody>
      </p:sp>
      <p:sp>
        <p:nvSpPr>
          <p:cNvPr id="68" name="university1652_street_to_satellite/university1652_street_to_satellite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9EB166CF-5883-4B4C-83C2-C3162A8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57545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university1652_street_to_satellite/university1652_street_to_satellite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D8341E17-476C-4BBF-8472-FB6A21B6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79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0.465</a:t>
            </a:r>
          </a:p>
        </p:txBody>
      </p:sp>
      <p:sp>
        <p:nvSpPr>
          <p:cNvPr id="70" name="university1652_street_to_satellite/university1652_street_to_satellite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40737EA-C739-439A-861C-2AA5B79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university1652_street_to_satellite/university1652_street_to_satellite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DEF1278-3F6C-4913-B88E-F9A85DF9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592887"/>
            <a:ext cx="400050" cy="7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university1652_street_to_satellite/university1652_street_to_satellite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C3D951F5-0B5B-4264-A4CA-51AA2456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592871"/>
            <a:ext cx="400050" cy="75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university1652_street_to_satellite/university1652_street_to_satellite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5A101A86-50DC-4855-834E-BE92163E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591371"/>
            <a:ext cx="400050" cy="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university1652_street_to_satellite/university1652_street_to_satellite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019DC480-8CCD-4CA4-9F8D-1CE7D51D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56939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university1652_street_to_satellite/university1652_street_to_satellite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42FDD758-4C82-4DB2-8814-DBCF1FFE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1.085</a:t>
            </a:r>
          </a:p>
        </p:txBody>
      </p:sp>
      <p:sp>
        <p:nvSpPr>
          <p:cNvPr id="76" name="university1652_street_to_satellite/university1652_street_to_satellite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23D71CD6-4E62-413D-B350-6B747392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57697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university1652_street_to_satellite/university1652_street_to_satellite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6568A5CE-7BF8-4C32-8DBA-3E08D7E6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9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0.310</a:t>
            </a:r>
          </a:p>
        </p:txBody>
      </p:sp>
      <p:sp>
        <p:nvSpPr>
          <p:cNvPr id="78" name="university1652_street_to_satellite/university1652_street_to_satellite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5F0CCCE1-91CE-412E-B484-8EECED2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56937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university1652_street_to_satellite/university1652_street_to_satellite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714C2748-CB08-4DB1-837E-C80264C2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4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1.087</a:t>
            </a:r>
          </a:p>
        </p:txBody>
      </p:sp>
      <p:sp>
        <p:nvSpPr>
          <p:cNvPr id="80" name="university1652_street_to_satellite/university1652_street_to_satellite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67E7145C-CE06-4869-A0BC-308B642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56787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university1652_street_to_satellite/university1652_street_to_satellite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66BC07E8-08B4-4992-8B2E-E15D1AE4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79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1.240</a:t>
            </a:r>
          </a:p>
        </p:txBody>
      </p:sp>
      <p:sp>
        <p:nvSpPr>
          <p:cNvPr id="82" name="university1652_street_to_satellite/university1652_street_to_satellite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988C9D7C-D1AA-431A-8AB1-63ACBAB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university1652_street_to_satellite/university1652_street_to_satellite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9A0B084D-1022-40E6-BA67-73DFB3E7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university1652_street_to_satellite/university1652_street_to_satellite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36A516B3-28D1-4180-8388-4A8FCB91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university1652_street_to_satellite/university1652_street_to_satellite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D3C59923-0CAE-451F-B693-5F08A689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university1652_street_to_satellite/university1652_street_to_satellite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4AEA01D0-4D5E-4A58-9728-9EA4F17D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university1652_street_to_satellite/university1652_street_to_satellite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38DD4C0A-AE1B-4269-860F-96681539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university1652_street_to_satellite/university1652_street_to_satellite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2CC24D13-F62D-44FC-8081-62947708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university1652_street_to_satellite/university1652_street_to_satellite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DDF1AA20-7169-452B-A04F-F6999128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university1652_street_to_satellite/university1652_street_to_satellite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344166F4-C4A1-466C-82E1-30D94BDF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university1652_street_to_satellite/university1652_street_to_satellite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0F7E909A-0F76-46CC-A6DD-E6C16F21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university1652_street_to_satellite/university1652_street_to_satellite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750F0913-8AE0-4FCE-B516-07D7BA33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university1652_street_to_satellite/university1652_street_to_satellite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FFDF25CD-DC30-4C09-87F5-7501A860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university1652_street_to_satellite/university1652_street_to_satellite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54B8AA2C-A7ED-4E85-BCBD-46B47832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university1652_street_to_satellite/university1652_street_to_satellite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2D3F0944-1E08-4D01-BDD7-5FCA925A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university1652_street_to_satellite/university1652_street_to_satellite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C512140E-BB7F-44E8-B9C9-F803F5E6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university1652_street_to_satellite/university1652_street_to_satellite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DDC68AE6-0AA0-4BB1-8259-660BF9B7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university1652_street_to_satellite/university1652_street_to_satellite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4CCA257F-F0AA-4852-BBEA-274C6B07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university1652_street_to_satellite/university1652_street_to_satellite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27F13D61-BF41-4697-A6AC-51B43BE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university1652_street_to_satellite/university1652_street_to_satellite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29D829D9-4F04-46A6-B4D4-AE9D5AE4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university1652_street_to_satellite/university1652_street_to_satellite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AE35EB08-B3C4-425A-91DE-FA61CE82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university1652_street_to_satellite/university1652_street_to_satellite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5C278A97-35A7-4E3F-9547-8CFCB2D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university1652_street_to_satellite/university1652_street_to_satellite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13A0FE9A-7847-48A5-9635-1BB33C54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595919"/>
            <a:ext cx="400050" cy="15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university1652_street_to_satellite/university1652_street_to_satellite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178608D0-9C96-4E61-B879-051C2F5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592871"/>
            <a:ext cx="400050" cy="3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university1652_street_to_satellite/university1652_street_to_satellite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453BFCB-16B6-4AB0-8521-793C9169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592871"/>
            <a:ext cx="400050" cy="3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university1652_street_to_satellite/university1652_street_to_satellite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A90D938D-48B2-49CB-9226-EEA65DF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57394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university1652_street_to_satellite/university1652_street_to_satellite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2F9BDA69-74F7-43C3-86C0-9C0127B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4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0.620</a:t>
            </a:r>
          </a:p>
        </p:txBody>
      </p:sp>
      <p:sp>
        <p:nvSpPr>
          <p:cNvPr id="108" name="university1652_street_to_satellite/university1652_street_to_satellite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FF7B1D1A-BC5B-4764-9921-F32AE9C3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5724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university1652_street_to_satellite/university1652_street_to_satellite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8A60FB55-CA4E-4F93-9AE8-277A5BF2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29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0.775</a:t>
            </a:r>
          </a:p>
        </p:txBody>
      </p:sp>
      <p:sp>
        <p:nvSpPr>
          <p:cNvPr id="110" name="university1652_street_to_satellite/university1652_street_to_satellite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D8D7D384-200D-4856-BE9D-492B385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56937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university1652_street_to_satellite/university1652_street_to_satellite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D249C628-AA61-4FA4-B498-FC24031D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4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1.087</a:t>
            </a:r>
          </a:p>
        </p:txBody>
      </p:sp>
      <p:sp>
        <p:nvSpPr>
          <p:cNvPr id="112" name="university1652_street_to_satellite/university1652_street_to_satellite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D9A6820B-A846-4971-8089-2541B18C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5724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university1652_street_to_satellite/university1652_street_to_satellite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980612D2-F368-42FD-B996-0B84C642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9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0.775</a:t>
            </a:r>
          </a:p>
        </p:txBody>
      </p:sp>
      <p:sp>
        <p:nvSpPr>
          <p:cNvPr id="114" name="university1652_street_to_satellite/university1652_street_to_satellite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1F24F0ED-44C4-43E9-A429-3F2EF49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university1652_street_to_satellite/university1652_street_to_satellite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E35EB603-A03F-49F9-A69F-933CC1F5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592887"/>
            <a:ext cx="400050" cy="7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university1652_street_to_satellite/university1652_street_to_satellite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101781C-6B88-479B-935B-ED19B9C6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589834"/>
            <a:ext cx="400050" cy="3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university1652_street_to_satellite/university1652_street_to_satellite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5CD4A451-9E98-4873-8EAD-E33C37CF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589834"/>
            <a:ext cx="400050" cy="3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university1652_street_to_satellite/university1652_street_to_satellite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FEDF4C80-A6A0-4E72-B3DA-68CD832E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57697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university1652_street_to_satellite/university1652_street_to_satellite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43F7BC08-FDC0-4ED4-8827-43AFA8AB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4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0.310</a:t>
            </a:r>
          </a:p>
        </p:txBody>
      </p:sp>
      <p:sp>
        <p:nvSpPr>
          <p:cNvPr id="120" name="university1652_street_to_satellite/university1652_street_to_satellite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8F218438-5C32-4F65-B11E-53B95C5E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56939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university1652_street_to_satellite/university1652_street_to_satellite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1DCC3562-5C88-4DB4-ABC4-02A10301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29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1.085</a:t>
            </a:r>
          </a:p>
        </p:txBody>
      </p:sp>
      <p:sp>
        <p:nvSpPr>
          <p:cNvPr id="122" name="university1652_street_to_satellite/university1652_street_to_satellite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CDC9D110-2D66-47E0-A896-FCACADAE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56633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university1652_street_to_satellite/university1652_street_to_satellite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8575411E-9CE2-4AEB-B025-0A8C0D96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4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1.398</a:t>
            </a:r>
          </a:p>
        </p:txBody>
      </p:sp>
      <p:sp>
        <p:nvSpPr>
          <p:cNvPr id="124" name="university1652_street_to_satellite/university1652_street_to_satellite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630D1CD7-520F-4DAE-A5A9-7017486F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56939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university1652_street_to_satellite/university1652_street_to_satellite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2F2E1C52-712B-4F3C-BFE7-B6566541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9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1.085</a:t>
            </a:r>
          </a:p>
        </p:txBody>
      </p:sp>
      <p:sp>
        <p:nvSpPr>
          <p:cNvPr id="126" name="university1652_street_to_satellite/university1652_street_to_satellite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54C6F447-1B13-4D04-B376-DBA4DB19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university1652_street_to_satellite/university1652_street_to_satellite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5431BA26-07AC-468F-A5C3-F8193CA5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university1652_street_to_satellite/university1652_street_to_satellite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8885607D-7A0F-4AA4-AAAF-2142D229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university1652_street_to_satellite/university1652_street_to_satellite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2BA8372D-E47F-403B-A2CF-ED10E55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university1652_street_to_satellite/university1652_street_to_satellite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CCD12224-8F9C-4A21-BF05-7AE67246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university1652_street_to_satellite/university1652_street_to_satellite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23C7E2B9-A123-44EA-9C7A-7C54B7F9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university1652_street_to_satellite/university1652_street_to_satellite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915F3B24-85B9-4E4D-9790-9BC298B1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university1652_street_to_satellite/university1652_street_to_satellite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DC5EEA58-BB23-458C-AAF4-B2BAD32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university1652_street_to_satellite/university1652_street_to_satellite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8F98AA30-46A7-431C-A3A1-AE20AFC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university1652_street_to_satellite/university1652_street_to_satellite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49E154BA-4DA6-47BF-A6B2-B4A5D22D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university1652_street_to_satellite/university1652_street_to_satellite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8DAB7D65-1C99-4C1A-B284-E4B9DFA2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university1652_street_to_satellite/university1652_street_to_satellite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A49E6ABE-1475-43CA-9EB3-77CF204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university1652_street_to_satellite/university1652_street_to_satellite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167B1CF7-65AC-49FC-92C4-49EA818B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university1652_street_to_satellite/university1652_street_to_satellite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F814ADDA-C640-436F-9CAA-2142CFBF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university1652_street_to_satellite/university1652_street_to_satellite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CF1EA46F-3366-4F11-BFD5-7AB44D9D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university1652_street_to_satellite/university1652_street_to_satellite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D60BB76E-5805-4735-B3A8-DCB07E00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university1652_street_to_satellite/university1652_street_to_satellite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E0939681-9577-42F6-B6EC-AF0A9D08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university1652_street_to_satellite/university1652_street_to_satellite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E054739C-DDBD-4248-B050-1FDD73CC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university1652_street_to_satellite/university1652_street_to_satellite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CD3A1414-EEE4-40E6-AF16-D4E5437C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university1652_street_to_satellite/university1652_street_to_satellite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94E9E560-02B5-43D3-9ED5-238727BF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university1652_street_to_satellite/university1652_street_to_satellite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F88E96D4-F496-4E1D-9F47-B5BA2AB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university1652_street_to_satellite/university1652_street_to_satellite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7CCDACA-90EC-4087-830D-DFBE11F5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595919"/>
            <a:ext cx="400050" cy="15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university1652_street_to_satellite/university1652_street_to_satellite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5BBC9C6E-2CBD-4EA5-A9EB-10586ABB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588315"/>
            <a:ext cx="400050" cy="9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university1652_street_to_satellite/university1652_street_to_satellite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FED890CC-CC30-4CAC-AEB2-2BE5DE0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588315"/>
            <a:ext cx="400050" cy="4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university1652_street_to_satellite/university1652_street_to_satellite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517DE496-136E-4073-B7D7-B330BE9A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5724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street_to_satellite/university1652_street_to_satellite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2939BB7D-6D0B-4D86-9F1A-81AD6D06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4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0.775</a:t>
            </a:r>
          </a:p>
        </p:txBody>
      </p:sp>
      <p:sp>
        <p:nvSpPr>
          <p:cNvPr id="152" name="university1652_street_to_satellite/university1652_street_to_satellite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CC6FBB0A-4E9F-4BC2-BEDA-BF51A7A9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57394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university1652_street_to_satellite/university1652_street_to_satellite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E73A3FFE-88BF-4246-8C1E-14CE0D87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89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0.620</a:t>
            </a:r>
          </a:p>
        </p:txBody>
      </p:sp>
      <p:sp>
        <p:nvSpPr>
          <p:cNvPr id="154" name="university1652_street_to_satellite/university1652_street_to_satellite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3A9550D3-20A0-42BC-B224-47975DB9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56482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university1652_street_to_satellite/university1652_street_to_satellite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F88D5E17-E580-47DD-8591-8D137F27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4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1.553</a:t>
            </a:r>
          </a:p>
        </p:txBody>
      </p:sp>
      <p:sp>
        <p:nvSpPr>
          <p:cNvPr id="156" name="university1652_street_to_satellite/university1652_street_to_satellite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867E7588-4593-412E-AD1E-CA39923C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56939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university1652_street_to_satellite/university1652_street_to_satellite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7B26F5DC-BFEB-4BD0-A3E5-7FC213E9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997" y="2827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1.085</a:t>
            </a:r>
          </a:p>
        </p:txBody>
      </p:sp>
      <p:sp>
        <p:nvSpPr>
          <p:cNvPr id="158" name="university1652_street_to_satellite/university1652_street_to_satellite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7E16739C-0101-4053-B873-1B271EEA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university1652_street_to_satellite/university1652_street_to_satellite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6B45CAD-1AC4-43F7-9057-1755BFC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594403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university1652_street_to_satellite/university1652_street_to_satellite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1C65A591-BA8D-4994-81AA-8CA4D50B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592871"/>
            <a:ext cx="400050" cy="15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university1652_street_to_satellite/university1652_street_to_satellite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28F01B7C-7082-47BE-835D-77CAA499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592871"/>
            <a:ext cx="400050" cy="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university1652_street_to_satellite/university1652_street_to_satellite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FED2EFAB-1960-45EE-89CD-C1D8B941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57090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university1652_street_to_satellite/university1652_street_to_satellite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30D974E9-222E-4735-B8FE-34DE0593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4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0.930</a:t>
            </a:r>
          </a:p>
        </p:txBody>
      </p:sp>
      <p:sp>
        <p:nvSpPr>
          <p:cNvPr id="164" name="university1652_street_to_satellite/university1652_street_to_satellite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8F75ADDA-1145-4D16-9B66-18AF953E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57090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university1652_street_to_satellite/university1652_street_to_satellite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08E82D04-7C84-4DA0-BE53-88A5719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89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0.930</a:t>
            </a:r>
          </a:p>
        </p:txBody>
      </p:sp>
      <p:sp>
        <p:nvSpPr>
          <p:cNvPr id="166" name="university1652_street_to_satellite/university1652_street_to_satellite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C5F9E945-A9D3-4968-86E8-73C0EB46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56937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university1652_street_to_satellite/university1652_street_to_satellite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3CE28E1B-AE8D-40AF-A040-E7BA222B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4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1.087</a:t>
            </a:r>
          </a:p>
        </p:txBody>
      </p:sp>
      <p:sp>
        <p:nvSpPr>
          <p:cNvPr id="168" name="university1652_street_to_satellite/university1652_street_to_satellite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866EAF5E-7228-4A39-8463-99BFB9A6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56939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university1652_street_to_satellite/university1652_street_to_satellite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AD6017A2-B297-4CDE-AA50-270D4A04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997" y="2967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1.085</a:t>
            </a:r>
          </a:p>
        </p:txBody>
      </p:sp>
      <p:sp>
        <p:nvSpPr>
          <p:cNvPr id="170" name="university1652_street_to_satellite/university1652_street_to_satellite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3F86E514-B5DB-4DA1-9212-398E6DF8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university1652_street_to_satellite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48706F6B-F1C2-4F4C-867A-50BA04C3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university1652_street_to_satellite/university1652_street_to_satellite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03365C92-99FD-49ED-A7CF-3E73574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university1652_street_to_satellite/university1652_street_to_satellite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B77ED763-51D5-4DBA-8E93-D0E0908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university1652_street_to_satellite/university1652_street_to_satellite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0A6BFCBA-90B2-498D-BDDF-C3B56E8D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university1652_street_to_satellite/university1652_street_to_satellite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3FD612A5-7626-4680-B7C7-60BF18EB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university1652_street_to_satellite/university1652_street_to_satellite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F3F11CBF-E481-4B30-8429-25A3A4C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university1652_street_to_satellite/university1652_street_to_satellite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8DD5CBDB-FB2C-43DA-B600-8478C0E1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university1652_street_to_satellite/university1652_street_to_satellite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445F872E-0C46-42B9-A3C9-25C8080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university1652_street_to_satellite/university1652_street_to_satellite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3C4BCA86-6A48-4516-B6ED-B1F24A36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university1652_street_to_satellite/university1652_street_to_satellite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20E6EF83-9205-4965-B419-141C4A45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university1652_street_to_satellite/university1652_street_to_satellite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5D87B6DB-236C-4858-90EA-B520755B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university1652_street_to_satellite/university1652_street_to_satellite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7C336100-CB0A-4011-A9DE-1A68E68D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university1652_street_to_satellite/university1652_street_to_satellite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3FD1CE82-CEF2-4B62-AD59-4D85C6C3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university1652_street_to_satellite/university1652_street_to_satellite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2401704A-8DAB-4BC0-BCF7-0A3590D5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university1652_street_to_satellite/university1652_street_to_satellite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6D8CCA8C-8D6F-4B40-A347-E36FA27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university1652_street_to_satellite/university1652_street_to_satellite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985779C6-91A0-4622-8E94-C061897C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university1652_street_to_satellite/university1652_street_to_satellite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DDEC002F-D92C-46C4-9253-F730B8CB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university1652_street_to_satellite/university1652_street_to_satellite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F9C88D2E-C22A-4346-981A-0446D8C1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university1652_street_to_satellite/university1652_street_to_satellite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C7204EB2-39AE-476F-838A-7DD38622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university1652_street_to_satellite/university1652_street_to_satellite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1048B4EE-ECF5-424C-9D6B-BBC97FB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university1652_street_to_satellite/university1652_street_to_satellite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B3D60FF1-BEB7-4BD7-BDD3-DF08030E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university1652_street_to_satellite/university1652_street_to_satellite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76D1BAD-1770-4210-B761-34A25D7D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297911"/>
            <a:ext cx="400050" cy="63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university1652_street_to_satellite/university1652_street_to_satellite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661CD2D-E3E0-46FF-B9A5-AF2B466C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4301406"/>
            <a:ext cx="400050" cy="28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university1652_street_to_satellite/university1652_street_to_satellite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D1C9522-4DD3-45DC-BCE5-3356D8BD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01406"/>
            <a:ext cx="400050" cy="1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university1652_street_to_satellite/university1652_street_to_satellite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034203BE-BC54-4F98-A696-F454920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427441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university1652_street_to_satellite/university1652_street_to_satellite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568A162D-F55B-4190-AA6F-FFD99284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2.054</a:t>
            </a:r>
          </a:p>
        </p:txBody>
      </p:sp>
      <p:sp>
        <p:nvSpPr>
          <p:cNvPr id="197" name="university1652_street_to_satellite/university1652_street_to_satellite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E0ACB89D-16DC-4F7E-8A76-7D83312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428081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street_to_satellite/university1652_street_to_satellite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825CB402-43BB-4007-8CB0-6FB2DF8F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9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1.400</a:t>
            </a:r>
          </a:p>
        </p:txBody>
      </p:sp>
      <p:sp>
        <p:nvSpPr>
          <p:cNvPr id="199" name="university1652_street_to_satellite/university1652_street_to_satellite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925781CC-D171-4FAE-AE66-2734FD62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427791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street_to_satellite/university1652_street_to_satellite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0C4108FE-CE23-4975-90A3-9DAA70C5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4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1.697</a:t>
            </a:r>
          </a:p>
        </p:txBody>
      </p:sp>
      <p:sp>
        <p:nvSpPr>
          <p:cNvPr id="201" name="university1652_street_to_satellite/university1652_street_to_satellite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6DBDE201-DF9E-4DB6-A4E6-122BDDBF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427804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street_to_satellite/university1652_street_to_satellite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1FD2E4F2-270A-41BF-876D-737B2E4C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79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1.683</a:t>
            </a:r>
          </a:p>
        </p:txBody>
      </p:sp>
      <p:sp>
        <p:nvSpPr>
          <p:cNvPr id="203" name="university1652_street_to_satellite/university1652_street_to_satellite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C8CBED85-FD59-4AF8-9427-64D6456E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university1652_street_to_satellite/university1652_street_to_satellite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508C19C-913A-4ECC-AD10-A5297157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295562"/>
            <a:ext cx="400050" cy="6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university1652_street_to_satellite/university1652_street_to_satellite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DD30302A-B670-4082-BC27-45AF05D1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4294154"/>
            <a:ext cx="400050" cy="79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university1652_street_to_satellite/university1652_street_to_satellite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DFC1D175-D7D7-466F-9CFE-518338D0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294154"/>
            <a:ext cx="400050" cy="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university1652_street_to_satellite/university1652_street_to_satellite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618E9A3A-AA4D-4F27-907D-3BE0B22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427206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street_to_satellite/university1652_street_to_satellite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5C859B54-D982-4277-B6E5-8B22D3A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2.295</a:t>
            </a:r>
          </a:p>
        </p:txBody>
      </p:sp>
      <p:sp>
        <p:nvSpPr>
          <p:cNvPr id="209" name="university1652_street_to_satellite/university1652_street_to_satellite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E3797B03-9ABF-418B-AFFF-1FB1B7BA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427861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street_to_satellite/university1652_street_to_satellite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478FDD46-0EFF-4208-BD8D-16B543F0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9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1.625</a:t>
            </a:r>
          </a:p>
        </p:txBody>
      </p:sp>
      <p:sp>
        <p:nvSpPr>
          <p:cNvPr id="211" name="university1652_street_to_satellite/university1652_street_to_satellite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23CA2DDC-C624-40B0-A722-A9E6C19A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427065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street_to_satellite/university1652_street_to_satellite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4A20C1A1-3310-4B9C-ADCF-886F7E40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4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2.438</a:t>
            </a:r>
          </a:p>
        </p:txBody>
      </p:sp>
      <p:sp>
        <p:nvSpPr>
          <p:cNvPr id="213" name="university1652_street_to_satellite/university1652_street_to_satellite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794F71EE-9AC7-4464-9615-2697E771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427121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university1652_street_to_satellite/university1652_street_to_satellite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7003E193-C5EE-4119-B914-E1CC8C1F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79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2.382</a:t>
            </a:r>
          </a:p>
        </p:txBody>
      </p:sp>
      <p:sp>
        <p:nvSpPr>
          <p:cNvPr id="215" name="university1652_street_to_satellite/university1652_street_to_satellite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0569AA0D-D76C-4E59-A9C0-37A41355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university1652_street_to_satellite/university1652_street_to_satellite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57BC83D6-4089-4E57-B5E1-9BCF3D84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university1652_street_to_satellite/university1652_street_to_satellite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A454DB8E-D91B-43AA-9D2A-3641C36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university1652_street_to_satellite/university1652_street_to_satellite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BC9B693B-E52B-4EA0-8BDA-E2B27CBD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university1652_street_to_satellite/university1652_street_to_satellite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2FAAE1A4-7DE8-4691-BC29-CD8A08A6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university1652_street_to_satellite/university1652_street_to_satellite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E3E3E3B7-ED46-4501-B584-DAF715F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university1652_street_to_satellite/university1652_street_to_satellite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F5731DE4-4B3A-45BF-9390-31E16071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university1652_street_to_satellite/university1652_street_to_satellite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A75688CA-51C8-47B4-9DDA-067E7BD0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university1652_street_to_satellite/university1652_street_to_satellite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13488B74-459C-4A21-A0CA-5220D75F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university1652_street_to_satellite/university1652_street_to_satellite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5C2CCA77-867F-44FB-8BD9-770355A2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university1652_street_to_satellite/university1652_street_to_satellite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F7C4AAA3-B122-4AF1-8B2D-5F348974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street_to_satellite/university1652_street_to_satellite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93042ED5-6CEA-4C86-A3BE-FA5AA3B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university1652_street_to_satellite/university1652_street_to_satellite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F14B73A9-0F19-4AED-A888-A57B9A6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university1652_street_to_satellite/university1652_street_to_satellite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866EDB68-CCF3-4F40-A8A6-B757A18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university1652_street_to_satellite/university1652_street_to_satellite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7415E40D-DD78-4DD4-B9FC-90B1DE5E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university1652_street_to_satellite/university1652_street_to_satellite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31C00B57-5B1C-4DC5-B55F-3428F0B1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university1652_street_to_satellite/university1652_street_to_satellite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B9FBC219-6D67-4461-9348-B70B2CC9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university1652_street_to_satellite/university1652_street_to_satellite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FA13B2CE-19C1-40A4-A8A6-C482F68D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university1652_street_to_satellite/university1652_street_to_satellite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992EDE22-0EF5-480F-A1AA-EB96B6C3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university1652_street_to_satellite/university1652_street_to_satellite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108033E6-A58F-4E49-A3EC-E344CD04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university1652_street_to_satellite/university1652_street_to_satellite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C949E43D-B64F-4CF4-BBB9-1B01ECEF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university1652_street_to_satellite/university1652_street_to_satellite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C3E8812B-F31F-447F-BB0F-B65056ED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4298062"/>
            <a:ext cx="400050" cy="5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university1652_street_to_satellite/university1652_street_to_satellite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954E7A5-349D-435F-9033-7BD9EAE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4297012"/>
            <a:ext cx="400050" cy="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university1652_street_to_satellite/university1652_street_to_satellite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1B13B4F-417E-4A0A-A320-D0D137B1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297012"/>
            <a:ext cx="400050" cy="2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university1652_street_to_satellite/university1652_street_to_satellite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3255F709-C4D4-46F2-9125-E8541A95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42804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university1652_street_to_satellite/university1652_street_to_satellite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00C0CC68-102B-427D-8588-24C10C66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4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1.442</a:t>
            </a:r>
          </a:p>
        </p:txBody>
      </p:sp>
      <p:sp>
        <p:nvSpPr>
          <p:cNvPr id="241" name="university1652_street_to_satellite/university1652_street_to_satellite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6C918220-08F0-44DE-8DF8-5D2047D8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427456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university1652_street_to_satellite/university1652_street_to_satellite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0D99318C-34FA-476E-8F4E-10947136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29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2.039</a:t>
            </a:r>
          </a:p>
        </p:txBody>
      </p:sp>
      <p:sp>
        <p:nvSpPr>
          <p:cNvPr id="243" name="university1652_street_to_satellite/university1652_street_to_satellite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C193F824-52D2-49F4-AE4C-9C5CB95D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427351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university1652_street_to_satellite/university1652_street_to_satellite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954457EE-7D59-48FF-A99D-27E7584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4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2.146</a:t>
            </a:r>
          </a:p>
        </p:txBody>
      </p:sp>
      <p:sp>
        <p:nvSpPr>
          <p:cNvPr id="245" name="university1652_street_to_satellite/university1652_street_to_satellite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B4595C7E-B743-4AC4-A87E-013E5AF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27573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university1652_street_to_satellite/university1652_street_to_satellite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46C43846-CD5E-4735-825E-29133DD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9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1.919</a:t>
            </a:r>
          </a:p>
        </p:txBody>
      </p:sp>
      <p:sp>
        <p:nvSpPr>
          <p:cNvPr id="247" name="university1652_street_to_satellite/university1652_street_to_satellite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4CF2540-7271-452B-8606-12EF5615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university1652_street_to_satellite/university1652_street_to_satellite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37DB59F-214C-4AC6-8C3B-C981262A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4292610"/>
            <a:ext cx="400050" cy="9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university1652_street_to_satellite/university1652_street_to_satellite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DEC7FA25-9063-4809-B7B7-190EBC6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4290286"/>
            <a:ext cx="400050" cy="23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university1652_street_to_satellite/university1652_street_to_satellite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54AE571C-2B02-412D-8B1C-80115C3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290286"/>
            <a:ext cx="400050" cy="2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university1652_street_to_satellite/university1652_street_to_satellite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E950276E-1E6E-45B7-9923-925D6901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427879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university1652_street_to_satellite/university1652_street_to_satellite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37FDEE3F-7191-4EAC-B6D1-2661101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4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1.606</a:t>
            </a:r>
          </a:p>
        </p:txBody>
      </p:sp>
      <p:sp>
        <p:nvSpPr>
          <p:cNvPr id="253" name="university1652_street_to_satellite/university1652_street_to_satellite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2E12AAA1-349B-4C22-824B-B444DE17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426911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university1652_street_to_satellite/university1652_street_to_satellite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5D977D27-7D17-4596-9907-F7AF8206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29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2.596</a:t>
            </a:r>
          </a:p>
        </p:txBody>
      </p:sp>
      <p:sp>
        <p:nvSpPr>
          <p:cNvPr id="255" name="university1652_street_to_satellite/university1652_street_to_satellite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551292C9-8423-4159-A75D-1A927513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426679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university1652_street_to_satellite/university1652_street_to_satellite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C9CA079E-8E41-4D40-9981-84C3091B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4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2.834</a:t>
            </a:r>
          </a:p>
        </p:txBody>
      </p:sp>
      <p:sp>
        <p:nvSpPr>
          <p:cNvPr id="257" name="university1652_street_to_satellite/university1652_street_to_satellite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8E8BAB0B-1330-43BF-AF11-4299503F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26977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university1652_street_to_satellite/university1652_street_to_satellite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E020DB30-0D8F-4E03-B12E-C70D2BB8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9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2.529</a:t>
            </a:r>
          </a:p>
        </p:txBody>
      </p:sp>
      <p:sp>
        <p:nvSpPr>
          <p:cNvPr id="259" name="university1652_street_to_satellite/university1652_street_to_satellite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2FC801EF-9629-4545-9E16-2D7DE520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university1652_street_to_satellite/university1652_street_to_satellite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5AE68070-B1D2-416E-972E-B082295E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university1652_street_to_satellite/university1652_street_to_satellite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CCBE176A-0313-498D-A549-A9D6C996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university1652_street_to_satellite/university1652_street_to_satellite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A31B8BEA-25A6-468E-AFCF-B849B6C0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university1652_street_to_satellite/university1652_street_to_satellite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A8C3FBAB-4058-4B4F-BA28-CDD9229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university1652_street_to_satellite/university1652_street_to_satellite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1E2897FB-F111-4DFD-9CF2-B1F4F430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university1652_street_to_satellite/university1652_street_to_satellite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A17F59B6-6791-4711-9E8D-2FA03C6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university1652_street_to_satellite/university1652_street_to_satellite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BDFE21C1-4524-42C0-A9AC-9FA9861B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university1652_street_to_satellite/university1652_street_to_satellite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65A45B80-C053-4C33-849B-8F55F9FE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university1652_street_to_satellite/university1652_street_to_satellite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4E2B4D1A-B1C3-4DE8-877B-AF95282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university1652_street_to_satellite/university1652_street_to_satellite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DF0CC1A1-4010-442F-89F4-1E129109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university1652_street_to_satellite/university1652_street_to_satellite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F7637440-A1C0-425D-9D69-5C233BE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university1652_street_to_satellite/university1652_street_to_satellite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4510E92F-6D19-4078-BEB9-5EB5248E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university1652_street_to_satellite/university1652_street_to_satellite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84158D6B-3121-4148-8717-B506E685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university1652_street_to_satellite/university1652_street_to_satellite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D36BEB39-5219-4AF0-AEA2-0078756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university1652_street_to_satellite/university1652_street_to_satellite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21B0E8A3-40FE-4FE5-B562-BEAD2189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university1652_street_to_satellite/university1652_street_to_satellite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948AAC13-27D9-45B4-8AE6-5C5C365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university1652_street_to_satellite/university1652_street_to_satellite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243E6FB9-71BF-4D81-B487-43543C5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university1652_street_to_satellite/university1652_street_to_satellite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0E22AAD0-3636-41EF-B2E4-92398010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university1652_street_to_satellite/university1652_street_to_satellite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F0B0CC1E-C9DD-4C68-B7E8-5EE537C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university1652_street_to_satellite/university1652_street_to_satellite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A445CC4B-3FC1-42E7-9DA6-B4C18D63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university1652_street_to_satellite/university1652_street_to_satellite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473E3BEC-8693-4D66-8A69-C1303931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4300307"/>
            <a:ext cx="400050" cy="1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university1652_street_to_satellite/university1652_street_to_satellite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D5E2F3A8-4439-433A-9DA9-CDCC849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4292476"/>
            <a:ext cx="400050" cy="78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university1652_street_to_satellite/university1652_street_to_satellite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A3083554-6069-4335-A727-884A2FC9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292476"/>
            <a:ext cx="400050" cy="32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university1652_street_to_satellite/university1652_street_to_satellite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40FDC2C2-3984-4AB2-A153-0713C7BE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427694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university1652_street_to_satellite/university1652_street_to_satellite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2D8B8D2F-BFA0-4372-8B9F-7D64D6F3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4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1.796</a:t>
            </a:r>
          </a:p>
        </p:txBody>
      </p:sp>
      <p:sp>
        <p:nvSpPr>
          <p:cNvPr id="285" name="university1652_street_to_satellite/university1652_street_to_satellite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5C89CEF7-2D23-4573-A062-B605480D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427681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university1652_street_to_satellite/university1652_street_to_satellite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08C4AB23-C408-40FE-8E26-0D5365B6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89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1.809</a:t>
            </a:r>
          </a:p>
        </p:txBody>
      </p:sp>
      <p:sp>
        <p:nvSpPr>
          <p:cNvPr id="287" name="university1652_street_to_satellite/university1652_street_to_satellite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0F9F2B4B-3FCE-40F9-9C0D-65B792B5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426898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university1652_street_to_satellite/university1652_street_to_satellite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ECA8B040-8C6D-436A-BEA0-8221DC22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4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2.610</a:t>
            </a:r>
          </a:p>
        </p:txBody>
      </p:sp>
      <p:sp>
        <p:nvSpPr>
          <p:cNvPr id="289" name="university1652_street_to_satellite/university1652_street_to_satellite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E13BEFE2-050D-40AE-80BA-6EBBC236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427218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university1652_street_to_satellite/university1652_street_to_satellite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EDD66D6C-5C36-4C88-A332-D3562E02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997" y="45420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2.283</a:t>
            </a:r>
          </a:p>
        </p:txBody>
      </p:sp>
      <p:sp>
        <p:nvSpPr>
          <p:cNvPr id="291" name="university1652_street_to_satellite/university1652_street_to_satellite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6C995B6-804F-4D55-8119-6F19F71D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university1652_street_to_satellite/university1652_street_to_satellite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1768E24-35C6-4EB4-BDE1-C1A443A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296826"/>
            <a:ext cx="400050" cy="1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university1652_street_to_satellite/university1652_street_to_satellite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CEC24B4C-9C7F-40B2-A553-4E2A8A7F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4294328"/>
            <a:ext cx="400050" cy="4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university1652_street_to_satellite/university1652_street_to_satellite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99CF5039-8605-431A-B893-B693FF0B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294328"/>
            <a:ext cx="400050" cy="10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university1652_street_to_satellite/university1652_street_to_satellite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9DA1A3AF-AE73-44AF-9AB3-901081F8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427333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university1652_street_to_satellite/university1652_street_to_satellite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911B9DDF-4DBB-4A90-B646-4725E556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4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2.165</a:t>
            </a:r>
          </a:p>
        </p:txBody>
      </p:sp>
      <p:sp>
        <p:nvSpPr>
          <p:cNvPr id="297" name="university1652_street_to_satellite/university1652_street_to_satellite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30120234-5BE8-4A5E-9060-D82D43E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427494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university1652_street_to_satellite/university1652_street_to_satellite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2040DE96-6FC1-494D-BBB6-08B347F9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89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2.000</a:t>
            </a:r>
          </a:p>
        </p:txBody>
      </p:sp>
      <p:sp>
        <p:nvSpPr>
          <p:cNvPr id="299" name="university1652_street_to_satellite/university1652_street_to_satellite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BBBD6A9E-FCD2-4C81-810A-4721089B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427083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university1652_street_to_satellite/university1652_street_to_satellite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F3BD965C-5A2F-4DB5-B499-48368516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4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2.421</a:t>
            </a:r>
          </a:p>
        </p:txBody>
      </p:sp>
      <p:sp>
        <p:nvSpPr>
          <p:cNvPr id="301" name="university1652_street_to_satellite/university1652_street_to_satellite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E896BCE6-292D-4C2C-B453-73A3996C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427191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university1652_street_to_satellite/university1652_street_to_satellite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6723C5D8-8DE3-4246-A49C-15F3A13F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997" y="46817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2.310</a:t>
            </a:r>
          </a:p>
        </p:txBody>
      </p:sp>
      <p:sp>
        <p:nvSpPr>
          <p:cNvPr id="303" name="university1652_street_to_satellite/university1652_street_to_satellite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5873B1F9-3320-4198-BEDB-6999732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university1652_street_to_satellite/MRR/row-heading">
            <a:extLst xmlns:a="http://schemas.openxmlformats.org/drawingml/2006/main">
              <a:ext uri="{FF2B5EF4-FFF2-40B4-BE49-F238E27FC236}">
                <a16:creationId xmlns:a16="http://schemas.microsoft.com/office/drawing/2014/main" id="{BE54A384-395C-4259-B297-2B1B2F4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university1652_street_to_satellite/university1652_street_to_satellite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1C732814-4E2F-47E4-920B-E7B924CF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university1652_street_to_satellite/university1652_street_to_satellite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D00BEA5E-B7B8-4AA3-98AB-8499DB4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university1652_street_to_satellite/university1652_street_to_satellite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0C75E341-83E0-443A-950A-A62FF81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university1652_street_to_satellite/university1652_street_to_satellite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9448D2A8-3206-43AD-BA62-2AF55376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university1652_street_to_satellite/university1652_street_to_satellite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97A9E441-4EBA-4E5C-A995-8BC4C693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university1652_street_to_satellite/university1652_street_to_satellite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0BF740B7-9954-4CE8-86EC-2355DEFF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university1652_street_to_satellite/university1652_street_to_satellite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2FD0E7A5-ED4B-438D-A4D3-5AFDD60D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university1652_street_to_satellite/university1652_street_to_satellite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30A2BAAA-4E8B-4D80-B219-4195A1E9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university1652_street_to_satellite/university1652_street_to_satellite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3623E47E-9537-40EE-B1CE-8032E35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university1652_street_to_satellite/university1652_street_to_satellite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64D69C2D-B5FA-4876-8EFB-BCF6780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university1652_street_to_satellite/university1652_street_to_satellite/seed-1/MRR/y-axis">
            <a:extLst xmlns:a="http://schemas.openxmlformats.org/drawingml/2006/main">
              <a:ext uri="{FF2B5EF4-FFF2-40B4-BE49-F238E27FC236}">
                <a16:creationId xmlns:a16="http://schemas.microsoft.com/office/drawing/2014/main" id="{8AB39498-F3B1-4622-BDF7-633A1ECB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university1652_street_to_satellite/university1652_street_to_satellite/seed-1/MRR/x-axis">
            <a:extLst xmlns:a="http://schemas.openxmlformats.org/drawingml/2006/main">
              <a:ext uri="{FF2B5EF4-FFF2-40B4-BE49-F238E27FC236}">
                <a16:creationId xmlns:a16="http://schemas.microsoft.com/office/drawing/2014/main" id="{EBB91A53-5EF4-46CF-BB86-7347D5F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university1652_street_to_satellite/university1652_street_to_satellite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9E70EC1A-E01C-41C7-B00E-DF02EB3F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university1652_street_to_satellite/university1652_street_to_satellite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7C83A77D-C456-443E-8E1B-679E557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university1652_street_to_satellite/university1652_street_to_satellite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530AA469-4E79-4E7A-A06E-4154A81B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university1652_street_to_satellite/university1652_street_to_satellite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3D703F12-B74C-4EB5-889D-3372C223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university1652_street_to_satellite/university1652_street_to_satellite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CBEAF6E8-D596-4010-A099-E2B88829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university1652_street_to_satellite/university1652_street_to_satellite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4BFCB2CE-94E3-4741-B811-C0212B59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university1652_street_to_satellite/university1652_street_to_satellite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B1A69C01-F420-423A-9800-A0A361EA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university1652_street_to_satellite/university1652_street_to_satellite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713BEB08-2987-4396-B349-CF915F0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university1652_street_to_satellite/university1652_street_to_satellite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F5BD4D6-83E4-4EE5-B553-E636ECF9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999902"/>
            <a:ext cx="400050" cy="97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university1652_street_to_satellite/university1652_street_to_satellite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F3DDC35-27BC-4110-A785-BC6C12B5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6003866"/>
            <a:ext cx="400050" cy="57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university1652_street_to_satellite/university1652_street_to_satellite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49E0A3C0-BC22-4643-9403-1ED0830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03866"/>
            <a:ext cx="400050" cy="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university1652_street_to_satellite/university1652_street_to_satellite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D0BAE3DC-0F23-4579-9498-5227922D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97640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university1652_street_to_satellite/university1652_street_to_satellite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3EDB6370-6CDB-4419-982E-F923DDD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3.333</a:t>
            </a:r>
          </a:p>
        </p:txBody>
      </p:sp>
      <p:sp>
        <p:nvSpPr>
          <p:cNvPr id="330" name="university1652_street_to_satellite/university1652_street_to_satellite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7DEF94D5-0830-4AA6-8EC3-ECC390B2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98616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university1652_street_to_satellite/university1652_street_to_satellite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8C9A36FC-57C4-49D6-949D-17CB8EE7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9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2.336</a:t>
            </a:r>
          </a:p>
        </p:txBody>
      </p:sp>
      <p:sp>
        <p:nvSpPr>
          <p:cNvPr id="332" name="university1652_street_to_satellite/university1652_street_to_satellite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1AFAB3B3-6181-41B6-87D1-D343C1BA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98037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university1652_street_to_satellite/university1652_street_to_satellite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F6D8FB96-8113-41C9-86CB-E403692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4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2.928</a:t>
            </a:r>
          </a:p>
        </p:txBody>
      </p:sp>
      <p:sp>
        <p:nvSpPr>
          <p:cNvPr id="334" name="university1652_street_to_satellite/university1652_street_to_satellite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223BBA54-6791-48C4-9276-706F9A93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98063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university1652_street_to_satellite/university1652_street_to_satellite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5A17B8A1-00BD-4786-BB39-3FD71FC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79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2.901</a:t>
            </a:r>
          </a:p>
        </p:txBody>
      </p:sp>
      <p:sp>
        <p:nvSpPr>
          <p:cNvPr id="336" name="university1652_street_to_satellite/university1652_street_to_satellite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70CFD3A-CB48-4FBC-9B80-BFFFBFAE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university1652_street_to_satellite/university1652_street_to_satellite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696D0557-7E37-43EF-B8ED-D16B5C2F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998236"/>
            <a:ext cx="400050" cy="55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university1652_street_to_satellite/university1652_street_to_satellite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A4C18EE7-3714-4622-96CB-B8A086D6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995438"/>
            <a:ext cx="400050" cy="83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university1652_street_to_satellite/university1652_street_to_satellite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A520140-2B12-4A64-9249-75023EA3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995438"/>
            <a:ext cx="400050" cy="26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university1652_street_to_satellite/university1652_street_to_satellite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6426D524-0AB7-4169-8D4E-9D64CAC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97474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university1652_street_to_satellite/university1652_street_to_satellite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9444B452-2568-4558-B1BE-3F56CA62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4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3.504</a:t>
            </a:r>
          </a:p>
        </p:txBody>
      </p:sp>
      <p:sp>
        <p:nvSpPr>
          <p:cNvPr id="342" name="university1652_street_to_satellite/university1652_street_to_satellite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F77E970F-262F-474F-9FBB-6859372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98025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university1652_street_to_satellite/university1652_street_to_satellite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CB1A405E-116C-463A-8288-A0D20C15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9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2.940</a:t>
            </a:r>
          </a:p>
        </p:txBody>
      </p:sp>
      <p:sp>
        <p:nvSpPr>
          <p:cNvPr id="344" name="university1652_street_to_satellite/university1652_street_to_satellite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6EFF8F2B-463C-4688-AA78-B6028158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97194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university1652_street_to_satellite/university1652_street_to_satellite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806E510C-A598-4988-8C44-FCEBF68A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4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3.790</a:t>
            </a:r>
          </a:p>
        </p:txBody>
      </p:sp>
      <p:sp>
        <p:nvSpPr>
          <p:cNvPr id="346" name="university1652_street_to_satellite/university1652_street_to_satellite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EC56404E-A862-4AF7-A532-D46C0B3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97454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university1652_street_to_satellite/university1652_street_to_satellite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17DD95B6-8924-4A65-A457-30F51BE0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79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3.524</a:t>
            </a:r>
          </a:p>
        </p:txBody>
      </p:sp>
      <p:sp>
        <p:nvSpPr>
          <p:cNvPr id="348" name="university1652_street_to_satellite/university1652_street_to_satellite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522CA7E7-92D0-4007-8661-0FD01C4D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university1652_street_to_satellite/university1652_street_to_satellite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D713D361-5A7B-40D2-A443-AAE2D24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university1652_street_to_satellite/university1652_street_to_satellite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E1B10574-FE8C-4E96-9B1E-EA85C5D7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university1652_street_to_satellite/university1652_street_to_satellite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2D3F09FF-E695-43DF-81DA-6089921B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university1652_street_to_satellite/university1652_street_to_satellite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80FE3AB9-ED18-40A9-9B7F-C2E15C6C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university1652_street_to_satellite/university1652_street_to_satellite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05BF26A4-9A34-4FF0-A8A3-63CE2FBF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university1652_street_to_satellite/university1652_street_to_satellite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D813BA55-7D63-48E1-9F08-D2F635B5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university1652_street_to_satellite/university1652_street_to_satellite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B3ECAFC9-3333-42C6-B2DA-1690DA74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university1652_street_to_satellite/university1652_street_to_satellite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B2979FA9-F0B9-49F5-845F-6469A662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university1652_street_to_satellite/university1652_street_to_satellite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E32A5AB0-7673-4054-97FF-B199AAE4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university1652_street_to_satellite/university1652_street_to_satellite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EA77C9C7-04E5-4A9D-B936-24366B3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university1652_street_to_satellite/university1652_street_to_satellite/seed-2/MRR/y-axis">
            <a:extLst xmlns:a="http://schemas.openxmlformats.org/drawingml/2006/main">
              <a:ext uri="{FF2B5EF4-FFF2-40B4-BE49-F238E27FC236}">
                <a16:creationId xmlns:a16="http://schemas.microsoft.com/office/drawing/2014/main" id="{95CDC2B3-5478-4E88-A9B0-C5586425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university1652_street_to_satellite/university1652_street_to_satellite/seed-2/MRR/x-axis">
            <a:extLst xmlns:a="http://schemas.openxmlformats.org/drawingml/2006/main">
              <a:ext uri="{FF2B5EF4-FFF2-40B4-BE49-F238E27FC236}">
                <a16:creationId xmlns:a16="http://schemas.microsoft.com/office/drawing/2014/main" id="{4E5DBD85-9B37-40D7-950D-B0049A2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university1652_street_to_satellite/university1652_street_to_satellite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3A66826D-9BF9-4CAE-96AD-5058EBA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university1652_street_to_satellite/university1652_street_to_satellite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F1310574-B737-4A59-A52A-938CBAE1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university1652_street_to_satellite/university1652_street_to_satellite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B35FABB8-89C5-427A-84E3-A049A38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university1652_street_to_satellite/university1652_street_to_satellite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BEFD68A9-D608-4498-90F9-C393F93B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university1652_street_to_satellite/university1652_street_to_satellite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BC888AD6-2719-4EDA-9EC1-65A1AB1E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university1652_street_to_satellite/university1652_street_to_satellite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60A55430-A0A1-4318-807D-71E4D3F1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university1652_street_to_satellite/university1652_street_to_satellite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4EF2775D-84E3-4CEF-B305-8C661F7F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university1652_street_to_satellite/university1652_street_to_satellite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21B3815C-A085-497E-8F76-1BD46F77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university1652_street_to_satellite/university1652_street_to_satellite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1F0005E6-E5E9-4B75-A9A4-A1E44967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6000205"/>
            <a:ext cx="400050" cy="10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university1652_street_to_satellite/university1652_street_to_satellite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A41B87A-A30E-42B8-ADB5-D92E56AF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00205"/>
            <a:ext cx="400050" cy="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university1652_street_to_satellite/university1652_street_to_satellite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F7A65DAD-9CE3-4A6F-A643-00BE095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01154"/>
            <a:ext cx="400050" cy="13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university1652_street_to_satellite/university1652_street_to_satellite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DDA02E4A-6B13-4EF1-9480-5585CC97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9868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university1652_street_to_satellite/university1652_street_to_satellite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227D18D0-A167-4A09-A1D1-DF64FDA6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4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2.264</a:t>
            </a:r>
          </a:p>
        </p:txBody>
      </p:sp>
      <p:sp>
        <p:nvSpPr>
          <p:cNvPr id="374" name="university1652_street_to_satellite/university1652_street_to_satellite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98AB6E9D-7207-4224-A476-C61C4074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97671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university1652_street_to_satellite/university1652_street_to_satellite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2A9D9F4B-1971-47E4-96BA-36BBEDB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29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3.302</a:t>
            </a:r>
          </a:p>
        </p:txBody>
      </p:sp>
      <p:sp>
        <p:nvSpPr>
          <p:cNvPr id="376" name="university1652_street_to_satellite/university1652_street_to_satellite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F4E521F9-8118-48B7-8530-D51A1E0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97765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university1652_street_to_satellite/university1652_street_to_satellite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CE33D4C8-5709-426D-830A-338B73E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4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3.205</a:t>
            </a:r>
          </a:p>
        </p:txBody>
      </p:sp>
      <p:sp>
        <p:nvSpPr>
          <p:cNvPr id="378" name="university1652_street_to_satellite/university1652_street_to_satellite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3E40B848-ACA2-4D38-827A-9DBD5342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97904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university1652_street_to_satellite/university1652_street_to_satellite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301FACA7-C1BF-4B46-A906-4EAAC727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9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3.063</a:t>
            </a:r>
          </a:p>
        </p:txBody>
      </p:sp>
      <p:sp>
        <p:nvSpPr>
          <p:cNvPr id="380" name="university1652_street_to_satellite/university1652_street_to_satellite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6214F171-1D02-4320-B719-33BA3DD7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university1652_street_to_satellite/university1652_street_to_satellite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D82E736-3D10-4507-A0BB-4555E5C2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992332"/>
            <a:ext cx="400050" cy="117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university1652_street_to_satellite/university1652_street_to_satellite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1CA2EA4B-252A-4973-8580-0E3CB05A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990739"/>
            <a:ext cx="400050" cy="1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university1652_street_to_satellite/university1652_street_to_satellite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2D4159E8-5BED-4F1A-8DD1-FD34D831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5990739"/>
            <a:ext cx="400050" cy="2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university1652_street_to_satellite/university1652_street_to_satellite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F1B7BEF4-4FB1-4E88-8EF2-A5AD1C78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98062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university1652_street_to_satellite/university1652_street_to_satellite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89876493-BB25-4245-AAA9-50110591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24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2.903</a:t>
            </a:r>
          </a:p>
        </p:txBody>
      </p:sp>
      <p:sp>
        <p:nvSpPr>
          <p:cNvPr id="386" name="university1652_street_to_satellite/university1652_street_to_satellite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05A25680-442F-46D2-892A-ADF1501F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96883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university1652_street_to_satellite/university1652_street_to_satellite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6F3CAC68-B727-4C19-85E5-233F2F39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29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4.108</a:t>
            </a:r>
          </a:p>
        </p:txBody>
      </p:sp>
      <p:sp>
        <p:nvSpPr>
          <p:cNvPr id="388" name="university1652_street_to_satellite/university1652_street_to_satellite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E67999F1-79D6-4FE1-8755-4029DA95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96724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university1652_street_to_satellite/university1652_street_to_satellite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22176CEE-9B1C-4218-9A03-F3567226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34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4.270</a:t>
            </a:r>
          </a:p>
        </p:txBody>
      </p:sp>
      <p:sp>
        <p:nvSpPr>
          <p:cNvPr id="390" name="university1652_street_to_satellite/university1652_street_to_satellite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146DE65F-C4C8-4CEF-AA15-8E927C37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97015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university1652_street_to_satellite/university1652_street_to_satellite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664A8085-14C5-4D8C-B96D-D02ED5E8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39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3.973</a:t>
            </a:r>
          </a:p>
        </p:txBody>
      </p:sp>
      <p:sp>
        <p:nvSpPr>
          <p:cNvPr id="392" name="university1652_street_to_satellite/university1652_street_to_satellite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0828E68E-C95B-4874-9E3C-E8C3463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university1652_street_to_satellite/university1652_street_to_satellite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4F29F288-3936-49AE-A019-FAE838AA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university1652_street_to_satellite/university1652_street_to_satellite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B6A031CC-19CA-4DD0-BB4C-35FBE443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university1652_street_to_satellite/university1652_street_to_satellite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8C74AA90-9582-4715-B6C5-EE9932B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university1652_street_to_satellite/university1652_street_to_satellite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442F80FE-A706-45EF-BB06-1BD00BA9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university1652_street_to_satellite/university1652_street_to_satellite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8DC7D57B-B977-494C-87D7-6A9185CF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university1652_street_to_satellite/university1652_street_to_satellite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CCAAFCE6-FEDA-4793-B11B-B198C329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university1652_street_to_satellite/university1652_street_to_satellite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FCFC71DB-BEEA-44DD-B870-2AEBADF1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university1652_street_to_satellite/university1652_street_to_satellite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D590186F-7B64-4E1E-8034-BA4E8046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university1652_street_to_satellite/university1652_street_to_satellite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35495624-2A34-4F92-BC32-41B01CF3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university1652_street_to_satellite/university1652_street_to_satellite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D43271B8-AE09-4C1C-9A0A-F514D7F0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university1652_street_to_satellite/university1652_street_to_satellite/seed-3/MRR/y-axis">
            <a:extLst xmlns:a="http://schemas.openxmlformats.org/drawingml/2006/main">
              <a:ext uri="{FF2B5EF4-FFF2-40B4-BE49-F238E27FC236}">
                <a16:creationId xmlns:a16="http://schemas.microsoft.com/office/drawing/2014/main" id="{69EEAC51-8786-413E-B912-AB00205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university1652_street_to_satellite/university1652_street_to_satellite/seed-3/MRR/x-axis">
            <a:extLst xmlns:a="http://schemas.openxmlformats.org/drawingml/2006/main">
              <a:ext uri="{FF2B5EF4-FFF2-40B4-BE49-F238E27FC236}">
                <a16:creationId xmlns:a16="http://schemas.microsoft.com/office/drawing/2014/main" id="{F31C2EA5-DFAA-4DBB-94AB-624C8D88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university1652_street_to_satellite/university1652_street_to_satellite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FDAF1662-C00A-45AC-A29A-E55B7324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university1652_street_to_satellite/university1652_street_to_satellite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01687046-9211-4071-9E0D-890B6D56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university1652_street_to_satellite/university1652_street_to_satellite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20AEF8B7-B8EA-4CC9-98D6-05C0BE08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university1652_street_to_satellite/university1652_street_to_satellite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0F800B82-86E1-499C-BD84-C6CB3D4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university1652_street_to_satellite/university1652_street_to_satellite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51826F84-7748-466E-BBCB-628CF680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university1652_street_to_satellite/university1652_street_to_satellite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0354654E-8937-49BF-A672-B954889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university1652_street_to_satellite/university1652_street_to_satellite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A60382EB-AE8F-4D6F-B3E9-386062D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university1652_street_to_satellite/university1652_street_to_satellite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D01C5545-72FD-4A94-AFEF-85E5BCFF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university1652_street_to_satellite/university1652_street_to_satellite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19B85F4-C2E9-4FC0-8F4C-ADCF20C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6003179"/>
            <a:ext cx="400050" cy="17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university1652_street_to_satellite/university1652_street_to_satellite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3BAD126-8E78-4938-AF23-E908BEA1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996638"/>
            <a:ext cx="400050" cy="65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university1652_street_to_satellite/university1652_street_to_satellite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4D54B64A-8F37-42DD-9EC5-24B4689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996638"/>
            <a:ext cx="400050" cy="18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university1652_street_to_satellite/university1652_street_to_satellite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65B98489-8403-470F-92CA-72393FC0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98146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university1652_street_to_satellite/university1652_street_to_satellite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3EA89257-6E00-444A-B81E-F64F0D57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4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2.816</a:t>
            </a:r>
          </a:p>
        </p:txBody>
      </p:sp>
      <p:sp>
        <p:nvSpPr>
          <p:cNvPr id="418" name="university1652_street_to_satellite/university1652_street_to_satellite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1DEE5477-C82E-4E66-9735-896E314B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97968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university1652_street_to_satellite/university1652_street_to_satellite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C070143A-C8BF-4B87-B422-27319E0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89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2.998</a:t>
            </a:r>
          </a:p>
        </p:txBody>
      </p:sp>
      <p:sp>
        <p:nvSpPr>
          <p:cNvPr id="420" name="university1652_street_to_satellite/university1652_street_to_satellite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96E68EF0-2084-4552-9B2D-5A4DC4B3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97314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university1652_street_to_satellite/university1652_street_to_satellite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95D93EDB-7AAF-4BBE-AF3A-5F73BE32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4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3.667</a:t>
            </a:r>
          </a:p>
        </p:txBody>
      </p:sp>
      <p:sp>
        <p:nvSpPr>
          <p:cNvPr id="422" name="university1652_street_to_satellite/university1652_street_to_satellite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AC2C8CAB-13BB-45C7-A95E-A216F2EC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9749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university1652_street_to_satellite/university1652_street_to_satellite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4874F9A7-E21D-4876-B2CF-0F65880D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997" y="62565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3.480</a:t>
            </a:r>
          </a:p>
        </p:txBody>
      </p:sp>
      <p:sp>
        <p:nvSpPr>
          <p:cNvPr id="424" name="university1652_street_to_satellite/university1652_street_to_satellite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7AE9DCE7-A8AD-4A45-8E5B-E6B6546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university1652_street_to_satellite/university1652_street_to_satellite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E50194F7-3BC2-4E82-BA13-AD33DE1B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5999249"/>
            <a:ext cx="400050" cy="3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university1652_street_to_satellite/university1652_street_to_satellite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D2C4F38E-6A35-414A-BBAE-A866CFBD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995784"/>
            <a:ext cx="400050" cy="6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university1652_street_to_satellite/university1652_street_to_satellite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2167D2B4-5B9C-4589-A99D-875A37F4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995784"/>
            <a:ext cx="400050" cy="2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university1652_street_to_satellite/university1652_street_to_satellite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EEEE927A-9803-4E64-A66C-CDB44920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97575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university1652_street_to_satellite/university1652_street_to_satellite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B6BA1699-8AC2-4A96-A2AD-F548AC56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84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3.400</a:t>
            </a:r>
          </a:p>
        </p:txBody>
      </p:sp>
      <p:sp>
        <p:nvSpPr>
          <p:cNvPr id="430" name="university1652_street_to_satellite/university1652_street_to_satellite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B22D292B-D049-4AC2-8FB1-694067B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97898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university1652_street_to_satellite/university1652_street_to_satellite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2528C840-0B51-478D-84A0-069B4DD3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89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3.070</a:t>
            </a:r>
          </a:p>
        </p:txBody>
      </p:sp>
      <p:sp>
        <p:nvSpPr>
          <p:cNvPr id="432" name="university1652_street_to_satellite/university1652_street_to_satellite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2109C400-C6AB-4333-8E75-FC1D902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97228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university1652_street_to_satellite/university1652_street_to_satellite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3D564537-7E9E-4438-97CA-5DCE268B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94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3.755</a:t>
            </a:r>
          </a:p>
        </p:txBody>
      </p:sp>
      <p:sp>
        <p:nvSpPr>
          <p:cNvPr id="434" name="university1652_street_to_satellite/university1652_street_to_satellite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A9A69CBE-845E-47FF-8287-79F936CD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97444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university1652_street_to_satellite/university1652_street_to_satellite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56F23BA9-F76F-4F7C-B53B-94CCBBA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997" y="6396228"/>
            <a:ext cx="26355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3.534</a:t>
            </a:r>
          </a:p>
        </p:txBody>
      </p:sp>
      <p:sp>
        <p:nvSpPr>
          <p:cNvPr id="436" name="university1652_street_to_satellite/university1652_street_to_satellite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2504C5A5-368C-47AE-87AB-B1CB5901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university1652_street_to_satellite/footnote-1">
            <a:extLst xmlns:a="http://schemas.openxmlformats.org/drawingml/2006/main">
              <a:ext uri="{FF2B5EF4-FFF2-40B4-BE49-F238E27FC236}">
                <a16:creationId xmlns:a16="http://schemas.microsoft.com/office/drawing/2014/main" id="{61BDED32-9BD6-4D76-8589-4061A9E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university1652_street_to_satellite/footnote-2">
            <a:extLst xmlns:a="http://schemas.openxmlformats.org/drawingml/2006/main">
              <a:ext uri="{FF2B5EF4-FFF2-40B4-BE49-F238E27FC236}">
                <a16:creationId xmlns:a16="http://schemas.microsoft.com/office/drawing/2014/main" id="{0FDE14D3-8761-44A5-A834-DCB7A3EA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university1652_street_to_satellite/footnote-3">
            <a:extLst xmlns:a="http://schemas.openxmlformats.org/drawingml/2006/main">
              <a:ext uri="{FF2B5EF4-FFF2-40B4-BE49-F238E27FC236}">
                <a16:creationId xmlns:a16="http://schemas.microsoft.com/office/drawing/2014/main" id="{AC76C284-6DA9-428D-84E1-BECD2CDE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university1652_street_to_satellite/footnote-4">
            <a:extLst xmlns:a="http://schemas.openxmlformats.org/drawingml/2006/main">
              <a:ext uri="{FF2B5EF4-FFF2-40B4-BE49-F238E27FC236}">
                <a16:creationId xmlns:a16="http://schemas.microsoft.com/office/drawing/2014/main" id="{0633905C-61C7-4225-A598-C6DA0E57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university1652_street_to_satellite/footnote-5">
            <a:extLst xmlns:a="http://schemas.openxmlformats.org/drawingml/2006/main">
              <a:ext uri="{FF2B5EF4-FFF2-40B4-BE49-F238E27FC236}">
                <a16:creationId xmlns:a16="http://schemas.microsoft.com/office/drawing/2014/main" id="{D9DCDB4E-CBAA-49E0-9472-70087C99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1338210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uav_150m_to_satellite/title">
            <a:extLst xmlns:a="http://schemas.openxmlformats.org/drawingml/2006/main">
              <a:ext uri="{FF2B5EF4-FFF2-40B4-BE49-F238E27FC236}">
                <a16:creationId xmlns:a16="http://schemas.microsoft.com/office/drawing/2014/main" id="{8F2B7C1E-9C68-494B-8D9B-05BB0CD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150 m → satellite</a:t>
            </a:r>
          </a:p>
        </p:txBody>
      </p:sp>
      <p:sp>
        <p:nvSpPr>
          <p:cNvPr id="2" name="sues200_uav_150m_to_satellite/subtitle">
            <a:extLst xmlns:a="http://schemas.openxmlformats.org/drawingml/2006/main">
              <a:ext uri="{FF2B5EF4-FFF2-40B4-BE49-F238E27FC236}">
                <a16:creationId xmlns:a16="http://schemas.microsoft.com/office/drawing/2014/main" id="{CB2A40B5-819A-46E5-AA0A-52D83B7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uav_150m_to_satellite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7A1949ED-6E59-42A6-88FF-E3C1E899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150m_to_satellite/legend/visual/text">
            <a:extLst xmlns:a="http://schemas.openxmlformats.org/drawingml/2006/main">
              <a:ext uri="{FF2B5EF4-FFF2-40B4-BE49-F238E27FC236}">
                <a16:creationId xmlns:a16="http://schemas.microsoft.com/office/drawing/2014/main" id="{D0B1DBF0-A525-42EA-92BB-3DD2B2E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uav_150m_to_satellite/legend/full/marker">
            <a:extLst xmlns:a="http://schemas.openxmlformats.org/drawingml/2006/main">
              <a:ext uri="{FF2B5EF4-FFF2-40B4-BE49-F238E27FC236}">
                <a16:creationId xmlns:a16="http://schemas.microsoft.com/office/drawing/2014/main" id="{DA14E704-FEA8-4ED6-86AE-5552E78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150m_to_satellite/legend/full/text">
            <a:extLst xmlns:a="http://schemas.openxmlformats.org/drawingml/2006/main">
              <a:ext uri="{FF2B5EF4-FFF2-40B4-BE49-F238E27FC236}">
                <a16:creationId xmlns:a16="http://schemas.microsoft.com/office/drawing/2014/main" id="{97D6F7E0-EEA0-41FD-B07E-B9C99D87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uav_150m_to_satellite/legend/values">
            <a:extLst xmlns:a="http://schemas.openxmlformats.org/drawingml/2006/main">
              <a:ext uri="{FF2B5EF4-FFF2-40B4-BE49-F238E27FC236}">
                <a16:creationId xmlns:a16="http://schemas.microsoft.com/office/drawing/2014/main" id="{87D5D961-1388-493F-8A9B-00604EE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uav_150m_to_satellite/seed-1/heading">
            <a:extLst xmlns:a="http://schemas.openxmlformats.org/drawingml/2006/main">
              <a:ext uri="{FF2B5EF4-FFF2-40B4-BE49-F238E27FC236}">
                <a16:creationId xmlns:a16="http://schemas.microsoft.com/office/drawing/2014/main" id="{11CCF7B9-C186-4587-A4A2-DB927312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uav_150m_to_satellite/seed-1/N-label">
            <a:extLst xmlns:a="http://schemas.openxmlformats.org/drawingml/2006/main">
              <a:ext uri="{FF2B5EF4-FFF2-40B4-BE49-F238E27FC236}">
                <a16:creationId xmlns:a16="http://schemas.microsoft.com/office/drawing/2014/main" id="{45C70E45-5C88-421A-8FA4-6F25DBAA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uav_150m_to_satellite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9BA146DB-0B84-4839-B3E9-FC09D442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uav_150m_to_satellite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839DDDEB-4D41-45E6-BBCC-2CD45985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2" name="sues200_uav_150m_to_satellite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DF4844BC-1835-42B2-B1CD-6A42BCD2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uav_150m_to_satellite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00186F05-C269-485C-91CA-A42E5D71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4" name="sues200_uav_150m_to_satellite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990E28F3-1C5C-46E0-9108-B5CC3F4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uav_150m_to_satellite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32C86DE7-5A5E-4F8A-B2AE-E0D93130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6" name="sues200_uav_150m_to_satellite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2EF72EA3-5BCB-4779-81A1-0C14025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uav_150m_to_satellite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99058253-A9E9-46AB-A598-D540D19D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8" name="sues200_uav_150m_to_satellite/seed-2/heading">
            <a:extLst xmlns:a="http://schemas.openxmlformats.org/drawingml/2006/main">
              <a:ext uri="{FF2B5EF4-FFF2-40B4-BE49-F238E27FC236}">
                <a16:creationId xmlns:a16="http://schemas.microsoft.com/office/drawing/2014/main" id="{24714ACC-1312-437D-B736-E1289C5B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uav_150m_to_satellite/seed-2/N-label">
            <a:extLst xmlns:a="http://schemas.openxmlformats.org/drawingml/2006/main">
              <a:ext uri="{FF2B5EF4-FFF2-40B4-BE49-F238E27FC236}">
                <a16:creationId xmlns:a16="http://schemas.microsoft.com/office/drawing/2014/main" id="{61D51BAA-6AD5-4BBD-9120-6CFEC9A4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uav_150m_to_satellite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72AEC91F-DB7B-423A-9F89-E22A5BF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uav_150m_to_satellite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06587C6A-2463-426A-9BE5-309C6E6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2" name="sues200_uav_150m_to_satellite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E1250517-1050-4D24-85E4-DC2D87B5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uav_150m_to_satellite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71EC82A5-8ED9-4FCA-BA14-19534DBC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4" name="sues200_uav_150m_to_satellite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9AACF04B-DA70-4275-A04D-5B246116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uav_150m_to_satellite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A248E9E7-E6D5-493E-BA46-8CE366E9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4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6" name="sues200_uav_150m_to_satellite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176378B2-EB8A-4B6A-9C8C-68165417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uav_150m_to_satellite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8464B173-31F8-4465-9281-816439F5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4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8" name="sues200_uav_150m_to_satellite/seed-3/heading">
            <a:extLst xmlns:a="http://schemas.openxmlformats.org/drawingml/2006/main">
              <a:ext uri="{FF2B5EF4-FFF2-40B4-BE49-F238E27FC236}">
                <a16:creationId xmlns:a16="http://schemas.microsoft.com/office/drawing/2014/main" id="{85CA124D-2FCE-43F8-A638-9816E834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uav_150m_to_satellite/seed-3/N-label">
            <a:extLst xmlns:a="http://schemas.openxmlformats.org/drawingml/2006/main">
              <a:ext uri="{FF2B5EF4-FFF2-40B4-BE49-F238E27FC236}">
                <a16:creationId xmlns:a16="http://schemas.microsoft.com/office/drawing/2014/main" id="{0C1EC1AB-5D1C-4771-8902-1D4841E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uav_150m_to_satellite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EC545904-4C76-4588-BEBE-C438DF3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uav_150m_to_satellite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2971B556-3183-4524-8818-273A992B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9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2" name="sues200_uav_150m_to_satellite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84212C85-5B49-453D-BD12-BDB81E92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uav_150m_to_satellite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A2432529-0DD4-433D-835B-2950CBF3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9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4" name="sues200_uav_150m_to_satellite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4B5794B8-5DC8-401B-9AB0-9484904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uav_150m_to_satellite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ADEC9AE2-1583-48EB-A631-0169FAFA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0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6" name="sues200_uav_150m_to_satellite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DC7E1767-23C6-45CD-93EC-D55B5BC5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uav_150m_to_satellite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CC47B591-83BB-42BA-9B7C-DE7077A3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0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8" name="sues200_uav_150m_to_satellite/r_at_1/row-heading">
            <a:extLst xmlns:a="http://schemas.openxmlformats.org/drawingml/2006/main">
              <a:ext uri="{FF2B5EF4-FFF2-40B4-BE49-F238E27FC236}">
                <a16:creationId xmlns:a16="http://schemas.microsoft.com/office/drawing/2014/main" id="{F23ACE84-AAB4-4C57-B6F9-3870EEB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uav_150m_to_satellite/sues200_uav_150m_to_satellite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A228EDEA-6C96-4726-B841-C690D1D2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uav_150m_to_satellite/sues200_uav_150m_to_satellite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7B164EA0-0C41-4F35-BE2C-8E9375F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uav_150m_to_satellite/sues200_uav_150m_to_satellite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431C4567-3FC1-4ADF-827D-7419E56B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uav_150m_to_satellite/sues200_uav_150m_to_satellite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23A72545-33D4-4A67-AF3F-7BEBE04F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uav_150m_to_satellite/sues200_uav_150m_to_satellite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0E1BF7FF-1537-4028-8F64-74AED967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uav_150m_to_satellite/sues200_uav_150m_to_satellite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215B37CA-EA06-439C-8461-B57DFEB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uav_150m_to_satellite/sues200_uav_150m_to_satellite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470AC9DF-E96C-4302-A371-28833026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uav_150m_to_satellite/sues200_uav_150m_to_satellite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3AA9D709-007E-4A2A-B36F-8220D85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uav_150m_to_satellite/sues200_uav_150m_to_satellite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0EB9121A-D83F-4895-98C3-1B6B6B43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uav_150m_to_satellite/sues200_uav_150m_to_satellite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78D3DA29-EAED-4175-B837-AD0CEFD8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uav_150m_to_satellite/sues200_uav_150m_to_satellite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1710DF75-8E85-4197-81F6-A8A1654E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uav_150m_to_satellite/sues200_uav_150m_to_satellite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6FC4005C-1650-40C9-A7D2-190D6A9D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uav_150m_to_satellite/sues200_uav_150m_to_satellite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7FBD7538-4F94-4A51-AF89-071C867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uav_150m_to_satellite/sues200_uav_150m_to_satellite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167FC969-37D4-4EAA-BD3F-AD1333E1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uav_150m_to_satellite/sues200_uav_150m_to_satellite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84ABEB00-5E09-443C-8667-11493B36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uav_150m_to_satellite/sues200_uav_150m_to_satellite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A9AFC413-E0C4-465B-A9B0-439DCAD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uav_150m_to_satellite/sues200_uav_150m_to_satellite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24D2F111-C0A7-4250-B53F-207E6173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uav_150m_to_satellite/sues200_uav_150m_to_satellite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9FBE97E0-976A-4199-BD30-622D298B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uav_150m_to_satellite/sues200_uav_150m_to_satellite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9C94C85E-DAF4-4D9C-A24F-E9E6DA7A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uav_150m_to_satellite/sues200_uav_150m_to_satellite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160DAD21-6857-4D9D-84E0-56B064EB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uav_150m_to_satellite/sues200_uav_150m_to_satellite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1E974ADE-6F6D-4449-B78B-6E9C6078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345334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uav_150m_to_satellite/sues200_uav_150m_to_satellite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D27FC1A8-4ABC-4883-AF3D-F084149F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238743"/>
            <a:ext cx="400050" cy="1065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uav_150m_to_satellite/sues200_uav_150m_to_satellite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2D72555-EBF1-43A0-88A1-B68FDDD7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102815"/>
            <a:ext cx="400050" cy="135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uav_150m_to_satellite/sues200_uav_150m_to_satellite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F4F13A6D-22ED-4F64-A4BB-E2133294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37073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uav_150m_to_satellite/sues200_uav_150m_to_satellite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4885A9B4-A5EE-4F68-AA0B-2389739C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21.400</a:t>
            </a:r>
          </a:p>
        </p:txBody>
      </p:sp>
      <p:sp>
        <p:nvSpPr>
          <p:cNvPr id="64" name="sues200_uav_150m_to_satellite/sues200_uav_150m_to_satellite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C645EC84-7851-4BF2-B289-04169CE7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32183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uav_150m_to_satellite/sues200_uav_150m_to_satellite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CDAA7C9C-F8D9-4616-95E1-35E8F6AD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26.400</a:t>
            </a:r>
          </a:p>
        </p:txBody>
      </p:sp>
      <p:sp>
        <p:nvSpPr>
          <p:cNvPr id="66" name="sues200_uav_150m_to_satellite/sues200_uav_150m_to_satellite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1F95DF79-8976-4B33-B550-EC384E3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21524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uav_150m_to_satellite/sues200_uav_150m_to_satellite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7E02F190-2394-4B08-96E3-4DFE0F2E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37.300</a:t>
            </a:r>
          </a:p>
        </p:txBody>
      </p:sp>
      <p:sp>
        <p:nvSpPr>
          <p:cNvPr id="68" name="sues200_uav_150m_to_satellite/sues200_uav_150m_to_satellite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854A82E3-C6EF-463C-AC52-0EE20B0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07932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uav_150m_to_satellite/sues200_uav_150m_to_satellite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36CFBD21-5281-492D-BC14-A80D2D4C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51.200</a:t>
            </a:r>
          </a:p>
        </p:txBody>
      </p:sp>
      <p:sp>
        <p:nvSpPr>
          <p:cNvPr id="70" name="sues200_uav_150m_to_satellite/sues200_uav_150m_to_satellite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82BC16B6-4A8E-40B6-AC86-A3943CE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uav_150m_to_satellite/sues200_uav_150m_to_satellite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489C5B52-3702-40C3-8BAC-DCE0E4D1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381517"/>
            <a:ext cx="400050" cy="244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uav_150m_to_satellite/sues200_uav_150m_to_satellite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C4F73D8-3755-4D48-B7F7-30E62F64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304263"/>
            <a:ext cx="400050" cy="772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uav_150m_to_satellite/sues200_uav_150m_to_satellite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1A5D8534-083F-4AD1-90C3-A59C9CF5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199627"/>
            <a:ext cx="400050" cy="104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uav_150m_to_satellite/sues200_uav_150m_to_satellite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D6E22101-05C1-4C5D-A150-C74B8049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38246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uav_150m_to_satellite/sues200_uav_150m_to_satellite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127A709D-6DE2-4B29-8889-40BD84B0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20.200</a:t>
            </a:r>
          </a:p>
        </p:txBody>
      </p:sp>
      <p:sp>
        <p:nvSpPr>
          <p:cNvPr id="76" name="sues200_uav_150m_to_satellite/sues200_uav_150m_to_satellite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22827E05-81B2-4C72-BA2D-BF4DEE36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35802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uav_150m_to_satellite/sues200_uav_150m_to_satellite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7CD99876-135C-4BBE-B2A7-F74234E5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22.700</a:t>
            </a:r>
          </a:p>
        </p:txBody>
      </p:sp>
      <p:sp>
        <p:nvSpPr>
          <p:cNvPr id="78" name="sues200_uav_150m_to_satellite/sues200_uav_150m_to_satellite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B9A37AAB-D9BA-40B2-A77A-84319B6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28076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uav_150m_to_satellite/sues200_uav_150m_to_satellite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4187D860-03C3-4A4C-93C1-BE13B973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30.600</a:t>
            </a:r>
          </a:p>
        </p:txBody>
      </p:sp>
      <p:sp>
        <p:nvSpPr>
          <p:cNvPr id="80" name="sues200_uav_150m_to_satellite/sues200_uav_150m_to_satellite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544EAA4F-30FC-441F-B83C-55352816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17613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uav_150m_to_satellite/sues200_uav_150m_to_satellite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81AC38BE-FFA6-4A21-9983-F968A4A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41.300</a:t>
            </a:r>
          </a:p>
        </p:txBody>
      </p:sp>
      <p:sp>
        <p:nvSpPr>
          <p:cNvPr id="82" name="sues200_uav_150m_to_satellite/sues200_uav_150m_to_satellite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D0B61C23-DE83-44A2-A256-7D94A74A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uav_150m_to_satellite/sues200_uav_150m_to_satellite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3790DDFD-DC29-4344-B02A-ABE9400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uav_150m_to_satellite/sues200_uav_150m_to_satellite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DECAB702-3BC9-4046-9026-6AC5833E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uav_150m_to_satellite/sues200_uav_150m_to_satellite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E503649B-F37C-4064-9409-BBF3357A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uav_150m_to_satellite/sues200_uav_150m_to_satellite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CA83268C-812A-4088-8A8A-06DEFFA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uav_150m_to_satellite/sues200_uav_150m_to_satellite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DCAAE150-D17B-4FA4-BCCD-E0B8B398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uav_150m_to_satellite/sues200_uav_150m_to_satellite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70BD96A5-175C-4672-82C6-AB6EC10E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uav_150m_to_satellite/sues200_uav_150m_to_satellite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86E4C6E1-5F61-4ACF-BBEE-D1F245A7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uav_150m_to_satellite/sues200_uav_150m_to_satellite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C9DFC30B-61A5-40EB-B707-75C5A57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uav_150m_to_satellite/sues200_uav_150m_to_satellite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50078C41-5D1A-4145-BBA8-5134B43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uav_150m_to_satellite/sues200_uav_150m_to_satellite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31C48F2C-E223-44B4-89FB-44F86B74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uav_150m_to_satellite/sues200_uav_150m_to_satellite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43EB5E55-2867-4286-AF06-0F7598BA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uav_150m_to_satellite/sues200_uav_150m_to_satellite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F4080AA6-5131-45DE-8990-E0B7A7BE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uav_150m_to_satellite/sues200_uav_150m_to_satellite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843F3DE0-F87E-4BA7-B718-06B0CA4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uav_150m_to_satellite/sues200_uav_150m_to_satellite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8231FF27-4E83-4D17-85B1-9E234B05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uav_150m_to_satellite/sues200_uav_150m_to_satellite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62D9B0E1-3680-48F7-8860-5B817AB4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uav_150m_to_satellite/sues200_uav_150m_to_satellite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C7B155C9-4AD6-4B1F-BBEE-88AD2217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uav_150m_to_satellite/sues200_uav_150m_to_satellite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11C33B77-EEBB-4CCD-98B7-80168E96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uav_150m_to_satellite/sues200_uav_150m_to_satellite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F5C5CEB7-3BC6-4E4A-AFA2-72231B9F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uav_150m_to_satellite/sues200_uav_150m_to_satellite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ADF471E9-23A9-4EA2-8756-E3A6B82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uav_150m_to_satellite/sues200_uav_150m_to_satellite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1C0724E3-C235-4DB8-9D05-4D8A30F7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uav_150m_to_satellite/sues200_uav_150m_to_satellite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82C00829-84F0-4FB8-84C5-2383626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349246"/>
            <a:ext cx="400050" cy="5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uav_150m_to_satellite/sues200_uav_150m_to_satellite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62324FD3-9E76-46FC-8123-4318617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239721"/>
            <a:ext cx="400050" cy="10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uav_150m_to_satellite/sues200_uav_150m_to_satellite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B51F84F0-63B0-4D4F-9994-57010F21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2097926"/>
            <a:ext cx="400050" cy="1417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uav_150m_to_satellite/sues200_uav_150m_to_satellite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7950770C-29BF-430D-9240-6680AE8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7953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uav_150m_to_satellite/sues200_uav_150m_to_satellite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7E584543-E526-4378-8249-3A2FC60E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20.500</a:t>
            </a:r>
          </a:p>
        </p:txBody>
      </p:sp>
      <p:sp>
        <p:nvSpPr>
          <p:cNvPr id="108" name="sues200_uav_150m_to_satellite/sues200_uav_150m_to_satellite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D29B7AA0-8095-467D-8BC5-9CE8FD72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32575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uav_150m_to_satellite/sues200_uav_150m_to_satellite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12CDF12D-3A92-4824-97A6-DDF16C2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26.000</a:t>
            </a:r>
          </a:p>
        </p:txBody>
      </p:sp>
      <p:sp>
        <p:nvSpPr>
          <p:cNvPr id="110" name="sues200_uav_150m_to_satellite/sues200_uav_150m_to_satellite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056F8A25-573B-45AA-8CF2-F38137F6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21622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uav_150m_to_satellite/sues200_uav_150m_to_satellite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60DD4C03-8181-4153-AB33-28AB39E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37.200</a:t>
            </a:r>
          </a:p>
        </p:txBody>
      </p:sp>
      <p:sp>
        <p:nvSpPr>
          <p:cNvPr id="112" name="sues200_uav_150m_to_satellite/sues200_uav_150m_to_satellite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4FA4FDBB-FE64-4D28-AB7B-E7430DF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07443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uav_150m_to_satellite/sues200_uav_150m_to_satellite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9645F2C3-D012-4DF4-A7A1-C14FF0BB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51.700</a:t>
            </a:r>
          </a:p>
        </p:txBody>
      </p:sp>
      <p:sp>
        <p:nvSpPr>
          <p:cNvPr id="114" name="sues200_uav_150m_to_satellite/sues200_uav_150m_to_satellite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E60D84E3-40B2-4AD6-BE63-D4420A6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uav_150m_to_satellite/sues200_uav_150m_to_satellite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714B78E4-D101-4A63-A77A-F913C9E3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386406"/>
            <a:ext cx="400050" cy="36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uav_150m_to_satellite/sues200_uav_150m_to_satellite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26911AD4-FCC9-48D2-A2EF-9C908185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338489"/>
            <a:ext cx="400050" cy="47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uav_150m_to_satellite/sues200_uav_150m_to_satellite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EAA0A3D-6717-4A29-8C12-AFD718B0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2216252"/>
            <a:ext cx="400050" cy="1222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uav_150m_to_satellite/sues200_uav_150m_to_satellite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2BEBF23C-FE5C-498D-ACF3-E3975F68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9909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uav_150m_to_satellite/sues200_uav_150m_to_satellite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006334AB-4574-4E87-9F5F-F9517E6F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18.500</a:t>
            </a:r>
          </a:p>
        </p:txBody>
      </p:sp>
      <p:sp>
        <p:nvSpPr>
          <p:cNvPr id="120" name="sues200_uav_150m_to_satellite/sues200_uav_150m_to_satellite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C2CFDB99-C7BA-4C4E-ACCB-4AD1506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36291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uav_150m_to_satellite/sues200_uav_150m_to_satellite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DF205232-EA15-41D9-9466-F64CB431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22.200</a:t>
            </a:r>
          </a:p>
        </p:txBody>
      </p:sp>
      <p:sp>
        <p:nvSpPr>
          <p:cNvPr id="122" name="sues200_uav_150m_to_satellite/sues200_uav_150m_to_satellite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BC921D70-0184-43FE-AF12-F8DC49EE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31499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uav_150m_to_satellite/sues200_uav_150m_to_satellite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69635AE6-A66B-402E-B666-6BAE1854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27.100</a:t>
            </a:r>
          </a:p>
        </p:txBody>
      </p:sp>
      <p:sp>
        <p:nvSpPr>
          <p:cNvPr id="124" name="sues200_uav_150m_to_satellite/sues200_uav_150m_to_satellite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B90421DE-F429-4CF9-8787-CA90F537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19275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uav_150m_to_satellite/sues200_uav_150m_to_satellite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AD016383-3349-44A4-9CFA-50DC5CBB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39.600</a:t>
            </a:r>
          </a:p>
        </p:txBody>
      </p:sp>
      <p:sp>
        <p:nvSpPr>
          <p:cNvPr id="126" name="sues200_uav_150m_to_satellite/sues200_uav_150m_to_satellite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B6E0879A-F0F5-483D-A1A9-4E1E8B25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uav_150m_to_satellite/sues200_uav_150m_to_satellite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61940351-601F-4AA6-AF6F-42A54CFF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uav_150m_to_satellite/sues200_uav_150m_to_satellite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1D18AE84-623D-4A49-BFAE-5FA231F3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uav_150m_to_satellite/sues200_uav_150m_to_satellite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1E3E2EFE-F884-4793-AD77-2316D80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uav_150m_to_satellite/sues200_uav_150m_to_satellite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0B22E4FB-529D-430E-A97E-51370523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uav_150m_to_satellite/sues200_uav_150m_to_satellite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F9522BE1-DD0E-40F2-B75B-5A3D85D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uav_150m_to_satellite/sues200_uav_150m_to_satellite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8E6C688E-D5A4-4D16-983E-46AFD653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uav_150m_to_satellite/sues200_uav_150m_to_satellite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644C4148-223B-4512-ABCB-7C0E7DB0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uav_150m_to_satellite/sues200_uav_150m_to_satellite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FDA843AC-8E97-457B-B39F-741238D4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uav_150m_to_satellite/sues200_uav_150m_to_satellite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C0CB62E7-4708-4DB7-892A-7ADC6ED8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uav_150m_to_satellite/sues200_uav_150m_to_satellite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15FDE2C1-7EE5-4E54-9D4C-71C62551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uav_150m_to_satellite/sues200_uav_150m_to_satellite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A0A38BB8-F329-484A-963C-83F73A34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uav_150m_to_satellite/sues200_uav_150m_to_satellite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8414A985-13B0-408A-95FA-A5B4BD8A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uav_150m_to_satellite/sues200_uav_150m_to_satellite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21422A32-8E3E-4586-8972-77CAF6B8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uav_150m_to_satellite/sues200_uav_150m_to_satellite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45555C4D-7DD9-4181-9B45-88803C1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uav_150m_to_satellite/sues200_uav_150m_to_satellite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F3FDFE60-E73D-46F5-BEBF-C16C309C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uav_150m_to_satellite/sues200_uav_150m_to_satellite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04992AC1-8364-4126-B7F6-7DAE1137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uav_150m_to_satellite/sues200_uav_150m_to_satellite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C9BA0AFA-799C-4D33-957C-4B2763B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uav_150m_to_satellite/sues200_uav_150m_to_satellite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29410A36-BFB8-459D-9C7C-02489762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uav_150m_to_satellite/sues200_uav_150m_to_satellite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94D0358B-A5A0-4F2B-BF09-7EFDF3B6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uav_150m_to_satellite/sues200_uav_150m_to_satellite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9773F23A-B783-41AE-9A09-782C4E2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uav_150m_to_satellite/sues200_uav_150m_to_satellite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6D6AA8C-E840-45FA-B97A-9E3F847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346312"/>
            <a:ext cx="400050" cy="32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uav_150m_to_satellite/sues200_uav_150m_to_satellite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0CAA5E06-D22E-4366-8B10-E33C5283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183981"/>
            <a:ext cx="400050" cy="1623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uav_150m_to_satellite/sues200_uav_150m_to_satellite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6D8B3E90-E085-42B8-9A1E-D7C56433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1989379"/>
            <a:ext cx="400050" cy="1946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uav_150m_to_satellite/sues200_uav_150m_to_satellite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474544C3-8958-4595-B33E-F935FFEC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35508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150m_to_satellite/sues200_uav_150m_to_satellite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831B179A-AD42-4F01-A889-84E581B5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23.000</a:t>
            </a:r>
          </a:p>
        </p:txBody>
      </p:sp>
      <p:sp>
        <p:nvSpPr>
          <p:cNvPr id="152" name="sues200_uav_150m_to_satellite/sues200_uav_150m_to_satellite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1D427509-2B1C-406E-9ACB-57A8E3F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32281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uav_150m_to_satellite/sues200_uav_150m_to_satellite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1713D686-BEDA-4498-9543-3270D7A9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26.300</a:t>
            </a:r>
          </a:p>
        </p:txBody>
      </p:sp>
      <p:sp>
        <p:nvSpPr>
          <p:cNvPr id="154" name="sues200_uav_150m_to_satellite/sues200_uav_150m_to_satellite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4F9E9DE8-2E93-41C3-BA55-E5BEF82B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16048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uav_150m_to_satellite/sues200_uav_150m_to_satellite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8F88DB7D-B5B3-437D-BA8C-C1707B86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42.900</a:t>
            </a:r>
          </a:p>
        </p:txBody>
      </p:sp>
      <p:sp>
        <p:nvSpPr>
          <p:cNvPr id="156" name="sues200_uav_150m_to_satellite/sues200_uav_150m_to_satellite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0F9E3CAD-5240-48B9-956A-A9A8E4CA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96588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uav_150m_to_satellite/sues200_uav_150m_to_satellite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8835C1DA-9EAD-40A3-A3B3-1283C8DA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62.800</a:t>
            </a:r>
          </a:p>
        </p:txBody>
      </p:sp>
      <p:sp>
        <p:nvSpPr>
          <p:cNvPr id="158" name="sues200_uav_150m_to_satellite/sues200_uav_150m_to_satellite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C7BD0470-C3FF-41FC-9FA4-BF4F4DF1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uav_150m_to_satellite/sues200_uav_150m_to_satellite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62DEE863-CC60-41EF-B975-72AA246F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340445"/>
            <a:ext cx="400050" cy="6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uav_150m_to_satellite/sues200_uav_150m_to_satellite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C169B7F-33E4-4A35-B0E6-DCDFB8C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311108"/>
            <a:ext cx="400050" cy="293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uav_150m_to_satellite/sues200_uav_150m_to_satellite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B310B64A-F8CA-47BF-9D24-7E9BAA49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2251456"/>
            <a:ext cx="400050" cy="596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uav_150m_to_satellite/sues200_uav_150m_to_satellite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049C3B54-2DAF-4146-9521-7C5BEA58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32379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uav_150m_to_satellite/sues200_uav_150m_to_satellite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88C6C1B5-D4B4-4772-AE9B-4D77199A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26.200</a:t>
            </a:r>
          </a:p>
        </p:txBody>
      </p:sp>
      <p:sp>
        <p:nvSpPr>
          <p:cNvPr id="164" name="sues200_uav_150m_to_satellite/sues200_uav_150m_to_satellite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71304CC5-766D-41B2-9D18-7DD38E98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3169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uav_150m_to_satellite/sues200_uav_150m_to_satellite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82238E4B-40FB-47C1-8D55-48A7A705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26.900</a:t>
            </a:r>
          </a:p>
        </p:txBody>
      </p:sp>
      <p:sp>
        <p:nvSpPr>
          <p:cNvPr id="166" name="sues200_uav_150m_to_satellite/sues200_uav_150m_to_satellite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84835206-314B-4D17-8B22-C1E11AC0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28761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uav_150m_to_satellite/sues200_uav_150m_to_satellite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D31F5DAE-CA3A-471D-B5F4-E492FFF7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29.900</a:t>
            </a:r>
          </a:p>
        </p:txBody>
      </p:sp>
      <p:sp>
        <p:nvSpPr>
          <p:cNvPr id="168" name="sues200_uav_150m_to_satellite/sues200_uav_150m_to_satellite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248FB177-9E8E-4D25-815B-26354692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22796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uav_150m_to_satellite/sues200_uav_150m_to_satellite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3BFCE268-E8FC-4A75-8D0E-8DB07977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36.000</a:t>
            </a:r>
          </a:p>
        </p:txBody>
      </p:sp>
      <p:sp>
        <p:nvSpPr>
          <p:cNvPr id="170" name="sues200_uav_150m_to_satellite/sues200_uav_150m_to_satellite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4DB890EB-B591-49C2-B2E1-D43A50A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uav_150m_to_satellite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B68A903D-8F8E-4817-8D41-91530CDA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uav_150m_to_satellite/sues200_uav_150m_to_satellite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4CDA3501-6A4A-4614-9223-8BDBDE25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uav_150m_to_satellite/sues200_uav_150m_to_satellite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CA6FA49D-223C-4DFD-9F68-8EA66F27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uav_150m_to_satellite/sues200_uav_150m_to_satellite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E2E0D46C-EC6A-404F-A773-56F3E9FD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uav_150m_to_satellite/sues200_uav_150m_to_satellite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48A4F3EF-8C37-4A7E-BA28-64D45EC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uav_150m_to_satellite/sues200_uav_150m_to_satellite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3643802D-E7B9-4E30-BF8F-0341B0E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uav_150m_to_satellite/sues200_uav_150m_to_satellite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DD20D698-6E96-4492-A369-7A3468C0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uav_150m_to_satellite/sues200_uav_150m_to_satellite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7B161589-F521-49D9-814A-07C248E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uav_150m_to_satellite/sues200_uav_150m_to_satellite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09A93C06-2EA1-43D8-9FD9-3E2BBC0D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uav_150m_to_satellite/sues200_uav_150m_to_satellite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D1F3FB69-DA4C-4E01-9A91-52468908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uav_150m_to_satellite/sues200_uav_150m_to_satellite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814AA364-5131-4A89-9138-E3144D9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uav_150m_to_satellite/sues200_uav_150m_to_satellite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72C914DB-B83D-438A-9239-523F1B4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uav_150m_to_satellite/sues200_uav_150m_to_satellite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87C262D9-AAA2-4CD3-A5E4-D6EB6985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uav_150m_to_satellite/sues200_uav_150m_to_satellite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7B26D2FC-B82A-4DFD-8700-F36A5BF0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uav_150m_to_satellite/sues200_uav_150m_to_satellite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C17AF1C7-CE72-49F1-80AD-8358C85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uav_150m_to_satellite/sues200_uav_150m_to_satellite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D579EFFF-15D4-4A00-B5E8-220BDF1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uav_150m_to_satellite/sues200_uav_150m_to_satellite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D8AB7B68-9E0F-4312-84CD-27D59E6A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uav_150m_to_satellite/sues200_uav_150m_to_satellite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DB1AB6E6-E002-446E-BC48-A2F64E97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uav_150m_to_satellite/sues200_uav_150m_to_satellite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26320939-24AD-4B19-B638-DB8B4582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uav_150m_to_satellite/sues200_uav_150m_to_satellite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C2A749B7-8A80-472C-BDC7-6B106A4B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uav_150m_to_satellite/sues200_uav_150m_to_satellite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C7CF4718-E4CF-4998-B213-5C9F662A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uav_150m_to_satellite/sues200_uav_150m_to_satellite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93117B51-EB0B-4220-AF69-64CA629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966861"/>
            <a:ext cx="400050" cy="409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uav_150m_to_satellite/sues200_uav_150m_to_satellite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0ACB54B1-B54A-4112-AFCE-2D7AD244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875866"/>
            <a:ext cx="400050" cy="909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uav_150m_to_satellite/sues200_uav_150m_to_satellite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FDBCAE52-ADBF-4137-802D-356A727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756388"/>
            <a:ext cx="400050" cy="119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uav_150m_to_satellite/sues200_uav_150m_to_satellite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76E05A57-11FB-4A01-AAF5-F31A5AB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8430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uav_150m_to_satellite/sues200_uav_150m_to_satellite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5716880B-6029-4239-87C4-7858F607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31.721</a:t>
            </a:r>
          </a:p>
        </p:txBody>
      </p:sp>
      <p:sp>
        <p:nvSpPr>
          <p:cNvPr id="197" name="sues200_uav_150m_to_satellite/sues200_uav_150m_to_satellite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A5771C49-12EE-4ABE-8C9D-5E2CFDE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4336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150m_to_satellite/sues200_uav_150m_to_satellite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6C4EA46C-3990-4608-8E1E-5F6EE04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35.907</a:t>
            </a:r>
          </a:p>
        </p:txBody>
      </p:sp>
      <p:sp>
        <p:nvSpPr>
          <p:cNvPr id="199" name="sues200_uav_150m_to_satellite/sues200_uav_150m_to_satellite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87EB62A9-C88F-47E2-9C8F-3F866414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85237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150m_to_satellite/sues200_uav_150m_to_satellite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554DBC3A-2412-4E36-B267-3FFCD5E5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45.213</a:t>
            </a:r>
          </a:p>
        </p:txBody>
      </p:sp>
      <p:sp>
        <p:nvSpPr>
          <p:cNvPr id="201" name="sues200_uav_150m_to_satellite/sues200_uav_150m_to_satellite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C16BF7F8-6EC5-40DE-BEBC-753754BF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73289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150m_to_satellite/sues200_uav_150m_to_satellite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13D3706F-E29C-405E-BC9D-AD1A3B1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57.430</a:t>
            </a:r>
          </a:p>
        </p:txBody>
      </p:sp>
      <p:sp>
        <p:nvSpPr>
          <p:cNvPr id="203" name="sues200_uav_150m_to_satellite/sues200_uav_150m_to_satellite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89C8885-6CE1-40A1-8CE8-6BFE1A7B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uav_150m_to_satellite/sues200_uav_150m_to_satellite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1B988E00-0161-4673-98CB-FF41A258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4013697"/>
            <a:ext cx="400050" cy="185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uav_150m_to_satellite/sues200_uav_150m_to_satellite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E06A3D6-AD80-4389-A4D1-C234CB6B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934818"/>
            <a:ext cx="400050" cy="78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uav_150m_to_satellite/sues200_uav_150m_to_satellite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E96729E7-86F7-4902-AAD4-076D3316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837753"/>
            <a:ext cx="400050" cy="970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uav_150m_to_satellite/sues200_uav_150m_to_satellite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7DDAD9F3-CBE5-4AAD-AAFA-A8BAA257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400876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150m_to_satellite/sues200_uav_150m_to_satellite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FB180C5C-4052-44F3-9377-4B3469E6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29.219</a:t>
            </a:r>
          </a:p>
        </p:txBody>
      </p:sp>
      <p:sp>
        <p:nvSpPr>
          <p:cNvPr id="209" name="sues200_uav_150m_to_satellite/sues200_uav_150m_to_satellite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994119ED-74DC-43C9-90DC-70AD578D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9020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150m_to_satellite/sues200_uav_150m_to_satellite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DC51EF84-B894-4479-BAFF-09A2604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" y="46817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31.118</a:t>
            </a:r>
          </a:p>
        </p:txBody>
      </p:sp>
      <p:sp>
        <p:nvSpPr>
          <p:cNvPr id="211" name="sues200_uav_150m_to_satellite/sues200_uav_150m_to_satellite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75431E70-2842-46C6-970C-48FEB8FB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91132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150m_to_satellite/sues200_uav_150m_to_satellite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A0A282AB-5E82-4E11-B463-C45C5493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39.184</a:t>
            </a:r>
          </a:p>
        </p:txBody>
      </p:sp>
      <p:sp>
        <p:nvSpPr>
          <p:cNvPr id="213" name="sues200_uav_150m_to_satellite/sues200_uav_150m_to_satellite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ED24F45D-0196-4C0D-81EF-70A6FEDD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81425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uav_150m_to_satellite/sues200_uav_150m_to_satellite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08E7BD5F-8126-4711-9C9C-11D62C00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365" y="46817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49.110</a:t>
            </a:r>
          </a:p>
        </p:txBody>
      </p:sp>
      <p:sp>
        <p:nvSpPr>
          <p:cNvPr id="215" name="sues200_uav_150m_to_satellite/sues200_uav_150m_to_satellite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113E79E6-5F1B-41D5-A9FC-AE6128A5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uav_150m_to_satellite/sues200_uav_150m_to_satellite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1DEFD645-6A85-47E1-B917-4528209E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uav_150m_to_satellite/sues200_uav_150m_to_satellite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5D662678-DA9A-4677-9009-FC85143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uav_150m_to_satellite/sues200_uav_150m_to_satellite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B9C95DDD-B98F-4D24-8C68-1FB6BAE8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uav_150m_to_satellite/sues200_uav_150m_to_satellite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A6173156-0197-4523-9B94-CACE7CB6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uav_150m_to_satellite/sues200_uav_150m_to_satellite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6837CA6A-FB88-4230-8CF8-713ACD1B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uav_150m_to_satellite/sues200_uav_150m_to_satellite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C188F420-7C4A-4B41-B128-4B36C12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uav_150m_to_satellite/sues200_uav_150m_to_satellite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261317C2-C09B-4CD1-BF5F-65459F3B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uav_150m_to_satellite/sues200_uav_150m_to_satellite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C22FC7B0-4EB1-48FB-BA24-B6937BAA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uav_150m_to_satellite/sues200_uav_150m_to_satellite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9130ED34-8094-4F2C-84F3-10B3BB2F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uav_150m_to_satellite/sues200_uav_150m_to_satellite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CEDBBAD1-D644-4B2D-91D5-68CFB2D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150m_to_satellite/sues200_uav_150m_to_satellite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0B5E9638-1BE4-4BBF-A499-69DCCCC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uav_150m_to_satellite/sues200_uav_150m_to_satellite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F8044298-F412-4379-8834-C3FE84D7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uav_150m_to_satellite/sues200_uav_150m_to_satellite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7BD93CB0-D32D-407B-87FA-2DB67CF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uav_150m_to_satellite/sues200_uav_150m_to_satellite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2099503C-0121-4582-81BE-980A0C7B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uav_150m_to_satellite/sues200_uav_150m_to_satellite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BCB80EF9-8B1F-4A84-B0A2-CC25E797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uav_150m_to_satellite/sues200_uav_150m_to_satellite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50A55E56-3579-4EFD-8A0F-F4588EF4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uav_150m_to_satellite/sues200_uav_150m_to_satellite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BC22E66B-F03A-40B3-AC5B-C222ECF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uav_150m_to_satellite/sues200_uav_150m_to_satellite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6710C637-64D5-42D4-927D-F499CD2B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uav_150m_to_satellite/sues200_uav_150m_to_satellite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0662BC6A-5105-4961-ACB5-5A30AE4D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uav_150m_to_satellite/sues200_uav_150m_to_satellite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E749AB32-2F75-4723-91A1-A299BDD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uav_150m_to_satellite/sues200_uav_150m_to_satellite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725172B7-87D2-4A73-B909-8C8719CA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973345"/>
            <a:ext cx="400050" cy="3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uav_150m_to_satellite/sues200_uav_150m_to_satellite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9CE97F5-9A9E-4B85-9A3F-ED0BEE32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878592"/>
            <a:ext cx="400050" cy="94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uav_150m_to_satellite/sues200_uav_150m_to_satellite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2475CD0-0CBA-4959-8113-1E876BF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760610"/>
            <a:ext cx="400050" cy="117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uav_150m_to_satellite/sues200_uav_150m_to_satellite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56BC4281-7CED-4B8F-B685-EE489835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8500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uav_150m_to_satellite/sues200_uav_150m_to_satellite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522B24A0-CA27-41B2-BA9B-9FD16B31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31.649</a:t>
            </a:r>
          </a:p>
        </p:txBody>
      </p:sp>
      <p:sp>
        <p:nvSpPr>
          <p:cNvPr id="241" name="sues200_uav_150m_to_satellite/sues200_uav_150m_to_satellite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F6A6EFE6-FF8D-41ED-9616-E3B2CC7F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94985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uav_150m_to_satellite/sues200_uav_150m_to_satellite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3F22574D-8863-4001-B45A-1AFD243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35.244</a:t>
            </a:r>
          </a:p>
        </p:txBody>
      </p:sp>
      <p:sp>
        <p:nvSpPr>
          <p:cNvPr id="243" name="sues200_uav_150m_to_satellite/sues200_uav_150m_to_satellite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667921B0-8F99-4CCB-B62F-B980C54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5509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uav_150m_to_satellite/sues200_uav_150m_to_satellite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FE2A663B-2806-4192-A0AD-58BC0EA1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44.934</a:t>
            </a:r>
          </a:p>
        </p:txBody>
      </p:sp>
      <p:sp>
        <p:nvSpPr>
          <p:cNvPr id="245" name="sues200_uav_150m_to_satellite/sues200_uav_150m_to_satellite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C5092C1D-ED41-4FA8-812C-F24DFA1F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73711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uav_150m_to_satellite/sues200_uav_150m_to_satellite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DDDDD3AA-EC0E-4EA6-8E69-39B5881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56.999</a:t>
            </a:r>
          </a:p>
        </p:txBody>
      </p:sp>
      <p:sp>
        <p:nvSpPr>
          <p:cNvPr id="247" name="sues200_uav_150m_to_satellite/sues200_uav_150m_to_satellite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8C74152-B936-4300-B46D-7AEDFBB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uav_150m_to_satellite/sues200_uav_150m_to_satellite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FD4E9C4-5AA5-4DC0-AB18-B008F410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4016560"/>
            <a:ext cx="400050" cy="24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uav_150m_to_satellite/sues200_uav_150m_to_satellite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67413E3-FC20-4F58-9C3A-94AC3B1F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965441"/>
            <a:ext cx="400050" cy="511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uav_150m_to_satellite/sues200_uav_150m_to_satellite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5ADF48A3-91D3-449A-91DF-09BD0395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870420"/>
            <a:ext cx="400050" cy="950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uav_150m_to_satellite/sues200_uav_150m_to_satellite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9B90B464-89CD-405B-AAF3-89DA02A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401724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uav_150m_to_satellite/sues200_uav_150m_to_satellite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3C847581-38C5-4A79-ABD5-032E3A1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28.352</a:t>
            </a:r>
          </a:p>
        </p:txBody>
      </p:sp>
      <p:sp>
        <p:nvSpPr>
          <p:cNvPr id="253" name="sues200_uav_150m_to_satellite/sues200_uav_150m_to_satellite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6BD012BC-D99B-4692-B3FF-3F0784F1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9930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uav_150m_to_satellite/sues200_uav_150m_to_satellite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5646E40E-5054-4716-A546-0A38272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30.825</a:t>
            </a:r>
          </a:p>
        </p:txBody>
      </p:sp>
      <p:sp>
        <p:nvSpPr>
          <p:cNvPr id="255" name="sues200_uav_150m_to_satellite/sues200_uav_150m_to_satellite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A1175555-5837-4FF6-8B5A-B28E5F23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4194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uav_150m_to_satellite/sues200_uav_150m_to_satellite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6E682E3A-47C6-4DAB-83CE-F0BC04D3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36.053</a:t>
            </a:r>
          </a:p>
        </p:txBody>
      </p:sp>
      <p:sp>
        <p:nvSpPr>
          <p:cNvPr id="257" name="sues200_uav_150m_to_satellite/sues200_uav_150m_to_satellite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6923AF36-1D70-43A8-A72E-ABA0EFD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84692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uav_150m_to_satellite/sues200_uav_150m_to_satellite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C68F6FBF-AD50-4335-A8D4-44AACFE0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45.770</a:t>
            </a:r>
          </a:p>
        </p:txBody>
      </p:sp>
      <p:sp>
        <p:nvSpPr>
          <p:cNvPr id="259" name="sues200_uav_150m_to_satellite/sues200_uav_150m_to_satellite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7D235486-CB9A-45C0-BAD9-CDE07363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uav_150m_to_satellite/sues200_uav_150m_to_satellite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FD2CD8DF-3B80-49BC-9119-5BF98388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uav_150m_to_satellite/sues200_uav_150m_to_satellite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23DA6246-E720-48BB-ADA3-1EBD9626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uav_150m_to_satellite/sues200_uav_150m_to_satellite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854075B5-64D2-4F7E-B36F-47C99BE9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uav_150m_to_satellite/sues200_uav_150m_to_satellite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010D00FD-8BDD-4FC6-A9CE-571F8F4D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uav_150m_to_satellite/sues200_uav_150m_to_satellite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BE8E4141-013E-453B-9FE2-12FF3216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uav_150m_to_satellite/sues200_uav_150m_to_satellite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3CE44E6B-FAA9-4165-97F4-B1432291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uav_150m_to_satellite/sues200_uav_150m_to_satellite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9DA05283-9011-4665-8870-F205FE92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uav_150m_to_satellite/sues200_uav_150m_to_satellite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DED9A823-462C-464A-9275-1D35A0C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uav_150m_to_satellite/sues200_uav_150m_to_satellite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DBA25072-B8C7-401A-B76D-07A59AE8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uav_150m_to_satellite/sues200_uav_150m_to_satellite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B618B231-EF2D-486C-9CC5-7EFA155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uav_150m_to_satellite/sues200_uav_150m_to_satellite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22A66514-525C-4066-B01E-09EA177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uav_150m_to_satellite/sues200_uav_150m_to_satellite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428CB3B6-AACF-483B-A5FF-48184BB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uav_150m_to_satellite/sues200_uav_150m_to_satellite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A15B81C9-A12F-4656-A823-0DE67D15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uav_150m_to_satellite/sues200_uav_150m_to_satellite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753017CE-2C4D-461F-B408-37545EB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uav_150m_to_satellite/sues200_uav_150m_to_satellite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F5D13CA8-2850-4FD8-8229-4213C8AD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uav_150m_to_satellite/sues200_uav_150m_to_satellite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F68976DE-4ACF-4C47-B242-A7D82B6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uav_150m_to_satellite/sues200_uav_150m_to_satellite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03236A10-E3D6-4405-BDE5-2197BB12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uav_150m_to_satellite/sues200_uav_150m_to_satellite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09A0B0B0-DCD1-4898-BA7D-B99B346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uav_150m_to_satellite/sues200_uav_150m_to_satellite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9C748C49-3A03-4E61-9B1E-9301B40C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uav_150m_to_satellite/sues200_uav_150m_to_satellite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69831D56-41FA-49D0-A8FB-84CF53F6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uav_150m_to_satellite/sues200_uav_150m_to_satellite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B7434E2-E933-4460-AB91-5A48BBAC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964803"/>
            <a:ext cx="400050" cy="260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uav_150m_to_satellite/sues200_uav_150m_to_satellite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36CA58CE-7239-4F78-B8C4-27083ADB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825895"/>
            <a:ext cx="400050" cy="1389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uav_150m_to_satellite/sues200_uav_150m_to_satellite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84C25CAA-AA4F-463A-8E5A-00B06663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654850"/>
            <a:ext cx="400050" cy="171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uav_150m_to_satellite/sues200_uav_150m_to_satellite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0BCFF574-9F2E-4432-BE75-00658CCD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6739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uav_150m_to_satellite/sues200_uav_150m_to_satellite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27A15CEA-56F1-49DF-942B-E27B11B3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33.451</a:t>
            </a:r>
          </a:p>
        </p:txBody>
      </p:sp>
      <p:sp>
        <p:nvSpPr>
          <p:cNvPr id="285" name="sues200_uav_150m_to_satellite/sues200_uav_150m_to_satellite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A87774CC-0C59-4AA4-9FB9-C51E9F8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4130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uav_150m_to_satellite/sues200_uav_150m_to_satellite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763BE386-7AB0-4A8B-BF42-CF359960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465" y="45420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36.118</a:t>
            </a:r>
          </a:p>
        </p:txBody>
      </p:sp>
      <p:sp>
        <p:nvSpPr>
          <p:cNvPr id="287" name="sues200_uav_150m_to_satellite/sues200_uav_150m_to_satellite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5E24CE39-9D30-43D0-AA25-5F10C169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0240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uav_150m_to_satellite/sues200_uav_150m_to_satellite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D3BEC4D9-7469-4E0E-9536-3BA9C632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50.323</a:t>
            </a:r>
          </a:p>
        </p:txBody>
      </p:sp>
      <p:sp>
        <p:nvSpPr>
          <p:cNvPr id="289" name="sues200_uav_150m_to_satellite/sues200_uav_150m_to_satellite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1D4A398A-B614-4B61-A98A-007961D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63135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uav_150m_to_satellite/sues200_uav_150m_to_satellite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9B74B526-F6C8-4A83-9AC6-3B8989B0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67.814</a:t>
            </a:r>
          </a:p>
        </p:txBody>
      </p:sp>
      <p:sp>
        <p:nvSpPr>
          <p:cNvPr id="291" name="sues200_uav_150m_to_satellite/sues200_uav_150m_to_satellite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E3B158B9-A4AA-40B0-96A6-07CF7345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uav_150m_to_satellite/sues200_uav_150m_to_satellite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4098C0C2-EA2E-4EFB-B37C-913D4651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3982039"/>
            <a:ext cx="400050" cy="2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uav_150m_to_satellite/sues200_uav_150m_to_satellite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4E08A98-A109-4B03-9ED9-B775B2A2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949950"/>
            <a:ext cx="400050" cy="346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uav_150m_to_satellite/sues200_uav_150m_to_satellite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EF495815-A721-440A-B01B-E7C883D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888829"/>
            <a:ext cx="400050" cy="61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uav_150m_to_satellite/sues200_uav_150m_to_satellite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84B261A6-495D-461C-8351-B8650CA9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5854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uav_150m_to_satellite/sues200_uav_150m_to_satellite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3A57BFAD-42ED-4416-A4B2-D486B201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34.355</a:t>
            </a:r>
          </a:p>
        </p:txBody>
      </p:sp>
      <p:sp>
        <p:nvSpPr>
          <p:cNvPr id="297" name="sues200_uav_150m_to_satellite/sues200_uav_150m_to_satellite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EFA46F78-F0C6-4BDA-A27F-9ECBC89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6107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uav_150m_to_satellite/sues200_uav_150m_to_satellite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DAE62081-7D20-4FE9-85A5-303637F1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34.097</a:t>
            </a:r>
          </a:p>
        </p:txBody>
      </p:sp>
      <p:sp>
        <p:nvSpPr>
          <p:cNvPr id="299" name="sues200_uav_150m_to_satellite/sues200_uav_150m_to_satellite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F83B2ECF-5AA3-463E-BDE8-E027D8D1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92645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uav_150m_to_satellite/sues200_uav_150m_to_satellite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34EF7529-D573-4E2E-A773-8F8C0F2A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37.637</a:t>
            </a:r>
          </a:p>
        </p:txBody>
      </p:sp>
      <p:sp>
        <p:nvSpPr>
          <p:cNvPr id="301" name="sues200_uav_150m_to_satellite/sues200_uav_150m_to_satellite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51A73347-E0FB-4E4D-8FF2-5C75E9F3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86533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uav_150m_to_satellite/sues200_uav_150m_to_satellite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C8DF3655-BC8E-423C-8AF2-672295E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43.887</a:t>
            </a:r>
          </a:p>
        </p:txBody>
      </p:sp>
      <p:sp>
        <p:nvSpPr>
          <p:cNvPr id="303" name="sues200_uav_150m_to_satellite/sues200_uav_150m_to_satellite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57745900-6071-4076-BC77-80D1F6E1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uav_150m_to_satellite/MRR/row-heading">
            <a:extLst xmlns:a="http://schemas.openxmlformats.org/drawingml/2006/main">
              <a:ext uri="{FF2B5EF4-FFF2-40B4-BE49-F238E27FC236}">
                <a16:creationId xmlns:a16="http://schemas.microsoft.com/office/drawing/2014/main" id="{F0CCB7AA-C6A2-4B2E-A04A-A75D277D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uav_150m_to_satellite/sues200_uav_150m_to_satellite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75EDC4E7-B71D-491C-BA39-482EF443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uav_150m_to_satellite/sues200_uav_150m_to_satellite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D23B26CA-7BB6-461A-9FC3-F4AF586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uav_150m_to_satellite/sues200_uav_150m_to_satellite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3BEC069B-1B58-40BD-ACC1-76E1875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uav_150m_to_satellite/sues200_uav_150m_to_satellite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4BCE4D58-8865-49F1-8021-8168891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uav_150m_to_satellite/sues200_uav_150m_to_satellite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8A3F4DE3-AD09-41B0-B4B2-F6799031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uav_150m_to_satellite/sues200_uav_150m_to_satellite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94D0BD24-EF86-44E9-B815-872F0DC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uav_150m_to_satellite/sues200_uav_150m_to_satellite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0A298971-0695-4E3B-A1A0-B23B43F7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uav_150m_to_satellite/sues200_uav_150m_to_satellite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412FDCE0-9B0D-420C-9869-C31E7B0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uav_150m_to_satellite/sues200_uav_150m_to_satellite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258A6240-8565-4C0B-A1AF-E2BD909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uav_150m_to_satellite/sues200_uav_150m_to_satellite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0AB1D1D9-F58E-493B-815A-7C870D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uav_150m_to_satellite/sues200_uav_150m_to_satellite/seed-1/MRR/y-axis">
            <a:extLst xmlns:a="http://schemas.openxmlformats.org/drawingml/2006/main">
              <a:ext uri="{FF2B5EF4-FFF2-40B4-BE49-F238E27FC236}">
                <a16:creationId xmlns:a16="http://schemas.microsoft.com/office/drawing/2014/main" id="{D74BEEE9-01CD-4834-892B-782FC946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uav_150m_to_satellite/sues200_uav_150m_to_satellite/seed-1/MRR/x-axis">
            <a:extLst xmlns:a="http://schemas.openxmlformats.org/drawingml/2006/main">
              <a:ext uri="{FF2B5EF4-FFF2-40B4-BE49-F238E27FC236}">
                <a16:creationId xmlns:a16="http://schemas.microsoft.com/office/drawing/2014/main" id="{8340D44D-10DC-4CD2-9D79-EC998799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uav_150m_to_satellite/sues200_uav_150m_to_satellite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9839D7E5-5074-4C3C-9295-52981031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uav_150m_to_satellite/sues200_uav_150m_to_satellite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F21CF708-AC5A-4A52-94A9-BC90375F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uav_150m_to_satellite/sues200_uav_150m_to_satellite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58386A6B-8F3D-4EA5-BA59-BD50FDA9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uav_150m_to_satellite/sues200_uav_150m_to_satellite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BCB72168-851C-4AC2-B806-7527A616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uav_150m_to_satellite/sues200_uav_150m_to_satellite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20E12069-ACBE-4BF6-94C0-D04B8F2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uav_150m_to_satellite/sues200_uav_150m_to_satellite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0F62F232-1FD5-42E4-A2A6-3000A76B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uav_150m_to_satellite/sues200_uav_150m_to_satellite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2CA08C98-5F5B-4F62-8E00-FB422667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uav_150m_to_satellite/sues200_uav_150m_to_satellite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330F9E34-F5BA-4F14-B59D-15B5DF04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uav_150m_to_satellite/sues200_uav_150m_to_satellite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0F0C152-A4CD-4398-849B-5E38FA33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588387"/>
            <a:ext cx="400050" cy="329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uav_150m_to_satellite/sues200_uav_150m_to_satellite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D7F121A9-FD91-4BF9-83E8-0F260DF4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512989"/>
            <a:ext cx="400050" cy="75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uav_150m_to_satellite/sues200_uav_150m_to_satellite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C35E508-7866-49D3-98EB-42D8459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409961"/>
            <a:ext cx="400050" cy="103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uav_150m_to_satellite/sues200_uav_150m_to_satellite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D81EEBD0-DBBB-4374-8E54-A127484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59788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uav_150m_to_satellite/sues200_uav_150m_to_satellite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655FF694-0983-45FD-AAB7-AFDAF1B6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42.041</a:t>
            </a:r>
          </a:p>
        </p:txBody>
      </p:sp>
      <p:sp>
        <p:nvSpPr>
          <p:cNvPr id="330" name="sues200_uav_150m_to_satellite/sues200_uav_150m_to_satellite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3069130A-D095-4C59-A1DF-6B9DCB5E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56489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uav_150m_to_satellite/sues200_uav_150m_to_satellite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84AC0B42-43B9-4FC1-840D-4D61A49C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45.415</a:t>
            </a:r>
          </a:p>
        </p:txBody>
      </p:sp>
      <p:sp>
        <p:nvSpPr>
          <p:cNvPr id="332" name="sues200_uav_150m_to_satellite/sues200_uav_150m_to_satellite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2740D35B-7436-4332-ADDE-BB1239D7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48949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uav_150m_to_satellite/sues200_uav_150m_to_satellite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5ADA2B12-1600-4B05-A5EA-FA87F31D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53.125</a:t>
            </a:r>
          </a:p>
        </p:txBody>
      </p:sp>
      <p:sp>
        <p:nvSpPr>
          <p:cNvPr id="334" name="sues200_uav_150m_to_satellite/sues200_uav_150m_to_satellite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AF008A71-6094-46BC-BB22-00DB2E58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8646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uav_150m_to_satellite/sues200_uav_150m_to_satellite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4C17AFC3-F0ED-4B10-A3DA-BD03C068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63.661</a:t>
            </a:r>
          </a:p>
        </p:txBody>
      </p:sp>
      <p:sp>
        <p:nvSpPr>
          <p:cNvPr id="336" name="sues200_uav_150m_to_satellite/sues200_uav_150m_to_satellite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A190ED30-C842-4B50-90C5-EBE7B58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uav_150m_to_satellite/sues200_uav_150m_to_satellite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D1CB7DB-EC08-49BD-9A73-2F75E3E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645878"/>
            <a:ext cx="400050" cy="12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uav_150m_to_satellite/sues200_uav_150m_to_satellite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917091B3-333C-40A7-82E5-39B56E26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565374"/>
            <a:ext cx="400050" cy="805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uav_150m_to_satellite/sues200_uav_150m_to_satellite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C16A3B12-E8BA-43D6-BD67-17637DF8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475879"/>
            <a:ext cx="400050" cy="894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uav_150m_to_satellite/sues200_uav_150m_to_satellite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03EF1221-6D10-4979-B32A-7228D746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63506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uav_150m_to_satellite/sues200_uav_150m_to_satellite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DBB76836-6110-486E-9211-4E82DA14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38.239</a:t>
            </a:r>
          </a:p>
        </p:txBody>
      </p:sp>
      <p:sp>
        <p:nvSpPr>
          <p:cNvPr id="342" name="sues200_uav_150m_to_satellite/sues200_uav_150m_to_satellite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BADFEFA6-BB9D-4F92-A1E0-D9DB615E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62238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uav_150m_to_satellite/sues200_uav_150m_to_satellite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A7B77A67-CEE0-47E9-9D4D-BE542882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39.536</a:t>
            </a:r>
          </a:p>
        </p:txBody>
      </p:sp>
      <p:sp>
        <p:nvSpPr>
          <p:cNvPr id="344" name="sues200_uav_150m_to_satellite/sues200_uav_150m_to_satellite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8C6CE56A-B4F2-40A4-91CA-4B9647F5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54187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uav_150m_to_satellite/sues200_uav_150m_to_satellite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5967B71C-54FE-4E6C-9224-CBDE901F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47.768</a:t>
            </a:r>
          </a:p>
        </p:txBody>
      </p:sp>
      <p:sp>
        <p:nvSpPr>
          <p:cNvPr id="346" name="sues200_uav_150m_to_satellite/sues200_uav_150m_to_satellite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455DFCD2-C4C9-4BDB-9B56-012489CB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45238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uav_150m_to_satellite/sues200_uav_150m_to_satellite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2960B3EB-4ED7-4A37-AA11-0D3F019A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56.920</a:t>
            </a:r>
          </a:p>
        </p:txBody>
      </p:sp>
      <p:sp>
        <p:nvSpPr>
          <p:cNvPr id="348" name="sues200_uav_150m_to_satellite/sues200_uav_150m_to_satellite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8A89E930-B465-4B2A-B3D3-E3893584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uav_150m_to_satellite/sues200_uav_150m_to_satellite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003E5382-64ED-426E-8DC7-6CFC6540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uav_150m_to_satellite/sues200_uav_150m_to_satellite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92338A58-55F0-4D5F-BFEE-05CBBABE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uav_150m_to_satellite/sues200_uav_150m_to_satellite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722D8B8A-3990-4C05-9825-EEF832B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uav_150m_to_satellite/sues200_uav_150m_to_satellite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FDA056B4-319C-4A04-B93B-B553569F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uav_150m_to_satellite/sues200_uav_150m_to_satellite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120BDDF2-EE39-4FE5-8BB8-C5F7090F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uav_150m_to_satellite/sues200_uav_150m_to_satellite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B85C7EEE-C73D-4B22-9C7E-D861D35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uav_150m_to_satellite/sues200_uav_150m_to_satellite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A688345B-6E8D-471C-BF24-96F367F2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uav_150m_to_satellite/sues200_uav_150m_to_satellite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A7010B12-A424-4BC8-B505-04EA4993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uav_150m_to_satellite/sues200_uav_150m_to_satellite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B443C50F-5511-490B-A887-7C4069B8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uav_150m_to_satellite/sues200_uav_150m_to_satellite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ACD0855B-651E-432D-9401-F8F2F0F7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uav_150m_to_satellite/sues200_uav_150m_to_satellite/seed-2/MRR/y-axis">
            <a:extLst xmlns:a="http://schemas.openxmlformats.org/drawingml/2006/main">
              <a:ext uri="{FF2B5EF4-FFF2-40B4-BE49-F238E27FC236}">
                <a16:creationId xmlns:a16="http://schemas.microsoft.com/office/drawing/2014/main" id="{683DF254-1F56-4D15-AA50-E70DBF5C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uav_150m_to_satellite/sues200_uav_150m_to_satellite/seed-2/MRR/x-axis">
            <a:extLst xmlns:a="http://schemas.openxmlformats.org/drawingml/2006/main">
              <a:ext uri="{FF2B5EF4-FFF2-40B4-BE49-F238E27FC236}">
                <a16:creationId xmlns:a16="http://schemas.microsoft.com/office/drawing/2014/main" id="{B6BD234D-9333-4B0E-8CFE-D68300A5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uav_150m_to_satellite/sues200_uav_150m_to_satellite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0E9556A6-6294-453C-A870-1D5DEECF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uav_150m_to_satellite/sues200_uav_150m_to_satellite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FF351EDC-6AB0-4786-8B40-3E3A207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uav_150m_to_satellite/sues200_uav_150m_to_satellite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3378B6F0-3E33-4A24-8B9E-B1FC5A69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uav_150m_to_satellite/sues200_uav_150m_to_satellite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662866A4-7851-411C-93A2-FB1DDA05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uav_150m_to_satellite/sues200_uav_150m_to_satellite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397C9C4A-5E98-4C70-A16E-4B41D255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uav_150m_to_satellite/sues200_uav_150m_to_satellite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B557E1FD-ACB4-448B-B222-E511E409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uav_150m_to_satellite/sues200_uav_150m_to_satellite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072E91B8-F7E3-4FC9-8503-A3A198A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uav_150m_to_satellite/sues200_uav_150m_to_satellite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A4F30494-1E98-4724-9DFA-0BB9BBD5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uav_150m_to_satellite/sues200_uav_150m_to_satellite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7804ABB-19B6-4684-B73E-8BF5F8FD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597443"/>
            <a:ext cx="400050" cy="165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uav_150m_to_satellite/sues200_uav_150m_to_satellite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1B1FE85F-0FA4-401A-BF1A-8F8FB226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517464"/>
            <a:ext cx="400050" cy="79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uav_150m_to_satellite/sues200_uav_150m_to_satellite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46868775-A01E-422D-A882-87F5A4CF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423294"/>
            <a:ext cx="400050" cy="941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uav_150m_to_satellite/sues200_uav_150m_to_satellite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E3946262-228F-48FD-A012-F906ED8B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9047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uav_150m_to_satellite/sues200_uav_150m_to_satellite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75F789D3-A034-43A5-80E8-5804604A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42.799</a:t>
            </a:r>
          </a:p>
        </p:txBody>
      </p:sp>
      <p:sp>
        <p:nvSpPr>
          <p:cNvPr id="374" name="sues200_uav_150m_to_satellite/sues200_uav_150m_to_satellite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40BCAA1E-01E9-4CEE-9BF7-A0B898A4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57394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uav_150m_to_satellite/sues200_uav_150m_to_satellite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74E7E534-F2E7-4317-A237-DFF3BC04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44.489</a:t>
            </a:r>
          </a:p>
        </p:txBody>
      </p:sp>
      <p:sp>
        <p:nvSpPr>
          <p:cNvPr id="376" name="sues200_uav_150m_to_satellite/sues200_uav_150m_to_satellite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8DC9473F-49AE-4AF6-83EA-79C20788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9396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uav_150m_to_satellite/sues200_uav_150m_to_satellite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97BFC903-D74C-4A4F-951B-BA9FF6E5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52.668</a:t>
            </a:r>
          </a:p>
        </p:txBody>
      </p:sp>
      <p:sp>
        <p:nvSpPr>
          <p:cNvPr id="378" name="sues200_uav_150m_to_satellite/sues200_uav_150m_to_satellite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6522D26B-8723-49BD-B6D0-48C8A64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39979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uav_150m_to_satellite/sues200_uav_150m_to_satellite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4BF0126F-E217-4A3F-A1ED-54F9673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62.297</a:t>
            </a:r>
          </a:p>
        </p:txBody>
      </p:sp>
      <p:sp>
        <p:nvSpPr>
          <p:cNvPr id="380" name="sues200_uav_150m_to_satellite/sues200_uav_150m_to_satellite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CD663DF-FAE5-48C3-9781-DA3CE919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uav_150m_to_satellite/sues200_uav_150m_to_satellite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871B4EC7-93A3-4AA6-9285-F6028816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646714"/>
            <a:ext cx="400050" cy="12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uav_150m_to_satellite/sues200_uav_150m_to_satellite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B5166EF4-2ACF-4977-93C7-3F5DB724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592392"/>
            <a:ext cx="400050" cy="54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uav_150m_to_satellite/sues200_uav_150m_to_satellite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BEC68E70-FA9F-4A3F-87A7-9CDF9F22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524587"/>
            <a:ext cx="400050" cy="678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uav_150m_to_satellite/sues200_uav_150m_to_satellite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051AB5E8-53A0-4131-A0CA-8193B7D0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63540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uav_150m_to_satellite/sues200_uav_150m_to_satellite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65B95719-BA72-47E8-AC6A-9A9D9EE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38.205</a:t>
            </a:r>
          </a:p>
        </p:txBody>
      </p:sp>
      <p:sp>
        <p:nvSpPr>
          <p:cNvPr id="386" name="sues200_uav_150m_to_satellite/sues200_uav_150m_to_satellite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89420319-0DD4-450E-A8A1-9CD22579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62321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uav_150m_to_satellite/sues200_uav_150m_to_satellite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F21525B9-1DD3-4EFC-94CE-81996D4A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39.450</a:t>
            </a:r>
          </a:p>
        </p:txBody>
      </p:sp>
      <p:sp>
        <p:nvSpPr>
          <p:cNvPr id="388" name="sues200_uav_150m_to_satellite/sues200_uav_150m_to_satellite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8DEDCA89-5B4F-474D-8036-6F5DE584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56889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uav_150m_to_satellite/sues200_uav_150m_to_satellite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6D517024-DCFD-49A7-8469-C295BEA3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45.005</a:t>
            </a:r>
          </a:p>
        </p:txBody>
      </p:sp>
      <p:sp>
        <p:nvSpPr>
          <p:cNvPr id="390" name="sues200_uav_150m_to_satellite/sues200_uav_150m_to_satellite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7C400AD8-CBAD-4DFE-A8E4-13305B2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50109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uav_150m_to_satellite/sues200_uav_150m_to_satellite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65979953-A4C6-4094-AEED-3212C35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51.939</a:t>
            </a:r>
          </a:p>
        </p:txBody>
      </p:sp>
      <p:sp>
        <p:nvSpPr>
          <p:cNvPr id="392" name="sues200_uav_150m_to_satellite/sues200_uav_150m_to_satellite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272DEFDD-BB04-41A0-9E43-9022D30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uav_150m_to_satellite/sues200_uav_150m_to_satellite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9718A426-E07A-4C59-8E19-B838F9C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uav_150m_to_satellite/sues200_uav_150m_to_satellite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F9AD2B82-44B2-480A-9321-D2C43EE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uav_150m_to_satellite/sues200_uav_150m_to_satellite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B4E43FCB-FC56-4C7E-A53B-5C895D94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uav_150m_to_satellite/sues200_uav_150m_to_satellite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3E323675-4F14-490D-AE3F-54F59A7A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uav_150m_to_satellite/sues200_uav_150m_to_satellite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3573BC99-5B89-4CF2-AB02-F21A04DD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uav_150m_to_satellite/sues200_uav_150m_to_satellite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13855D30-AA9D-4D9A-9B2E-8D7506D7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uav_150m_to_satellite/sues200_uav_150m_to_satellite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EAEFDB0B-92FE-4DCB-ABE3-ACE2806E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uav_150m_to_satellite/sues200_uav_150m_to_satellite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32B9A4B3-35FB-43E5-8D55-4AEF6C4C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uav_150m_to_satellite/sues200_uav_150m_to_satellite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AC2B07D1-8D3C-4B06-AA34-7A96DAD2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uav_150m_to_satellite/sues200_uav_150m_to_satellite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5BEC1B54-C074-4A00-BAD7-B0B25C0F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uav_150m_to_satellite/sues200_uav_150m_to_satellite/seed-3/MRR/y-axis">
            <a:extLst xmlns:a="http://schemas.openxmlformats.org/drawingml/2006/main">
              <a:ext uri="{FF2B5EF4-FFF2-40B4-BE49-F238E27FC236}">
                <a16:creationId xmlns:a16="http://schemas.microsoft.com/office/drawing/2014/main" id="{6868DB99-1524-4519-A6F2-B7D8CE5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uav_150m_to_satellite/sues200_uav_150m_to_satellite/seed-3/MRR/x-axis">
            <a:extLst xmlns:a="http://schemas.openxmlformats.org/drawingml/2006/main">
              <a:ext uri="{FF2B5EF4-FFF2-40B4-BE49-F238E27FC236}">
                <a16:creationId xmlns:a16="http://schemas.microsoft.com/office/drawing/2014/main" id="{0F478B43-B610-48E6-B02E-F8627365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uav_150m_to_satellite/sues200_uav_150m_to_satellite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49EF8C8D-E5B9-44FB-9D70-63919AB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uav_150m_to_satellite/sues200_uav_150m_to_satellite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A5DBB168-467E-4D17-B49C-C7716DFC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uav_150m_to_satellite/sues200_uav_150m_to_satellite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468F39EA-1760-4D53-A882-1FC3477D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uav_150m_to_satellite/sues200_uav_150m_to_satellite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2986CE49-5464-47C0-8DEB-45D9CF15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uav_150m_to_satellite/sues200_uav_150m_to_satellite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197943ED-BAD8-45B8-9EF6-0B4D03E1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uav_150m_to_satellite/sues200_uav_150m_to_satellite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04552C46-9873-43F1-B776-1F05099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uav_150m_to_satellite/sues200_uav_150m_to_satellite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C4F2111A-C6E8-4ACB-BC8C-BD7F0DCB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uav_150m_to_satellite/sues200_uav_150m_to_satellite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B3E2BE3F-22E0-4F64-B233-F8E295F2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uav_150m_to_satellite/sues200_uav_150m_to_satellite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22428D4-C447-4053-9858-2A5CEBC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583293"/>
            <a:ext cx="400050" cy="198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uav_150m_to_satellite/sues200_uav_150m_to_satellite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65852A68-CD39-4BE1-9A54-92B4C001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467809"/>
            <a:ext cx="400050" cy="115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uav_150m_to_satellite/sues200_uav_150m_to_satellite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D302030-DF52-4EFE-A6B0-BBEAFC1C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320322"/>
            <a:ext cx="400050" cy="1474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uav_150m_to_satellite/sues200_uav_150m_to_satellite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352B2D35-FBEE-4A61-938E-EE5F4028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57969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uav_150m_to_satellite/sues200_uav_150m_to_satellite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FC9CB5B9-18F1-4942-ABD9-BF7C55A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43.902</a:t>
            </a:r>
          </a:p>
        </p:txBody>
      </p:sp>
      <p:sp>
        <p:nvSpPr>
          <p:cNvPr id="418" name="sues200_uav_150m_to_satellite/sues200_uav_150m_to_satellite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AFFE5BFB-CB35-499B-BDE4-92413A7A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55979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uav_150m_to_satellite/sues200_uav_150m_to_satellite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A39BC9FE-9F76-4018-8BCE-80AA6B4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45.936</a:t>
            </a:r>
          </a:p>
        </p:txBody>
      </p:sp>
      <p:sp>
        <p:nvSpPr>
          <p:cNvPr id="420" name="sues200_uav_150m_to_satellite/sues200_uav_150m_to_satellite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19837BDA-838E-4DF8-9D2C-86A38FEA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44431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uav_150m_to_satellite/sues200_uav_150m_to_satellite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D3CFA7C8-76B4-45CC-8773-C3425EA5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57.745</a:t>
            </a:r>
          </a:p>
        </p:txBody>
      </p:sp>
      <p:sp>
        <p:nvSpPr>
          <p:cNvPr id="422" name="sues200_uav_150m_to_satellite/sues200_uav_150m_to_satellite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FBAD03C0-E422-4F3B-B57B-895DF00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29682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uav_150m_to_satellite/sues200_uav_150m_to_satellite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44B73201-2A24-4592-AB4A-E1667E7A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72.827</a:t>
            </a:r>
          </a:p>
        </p:txBody>
      </p:sp>
      <p:sp>
        <p:nvSpPr>
          <p:cNvPr id="424" name="sues200_uav_150m_to_satellite/sues200_uav_150m_to_satellite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6AE6307-8616-44C5-82B7-AC372204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uav_150m_to_satellite/sues200_uav_150m_to_satellite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AD3B7D1-E02A-4DC3-9F7B-995A9FD2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5616787"/>
            <a:ext cx="400050" cy="1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uav_150m_to_satellite/sues200_uav_150m_to_satellite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0ACA53ED-2CA8-49AE-B8BD-73FAF776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588791"/>
            <a:ext cx="400050" cy="399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uav_150m_to_satellite/sues200_uav_150m_to_satellite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134ECE2E-D696-423D-992B-2DE6837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526203"/>
            <a:ext cx="400050" cy="62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uav_150m_to_satellite/sues200_uav_150m_to_satellite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88A00A51-F77B-4E49-96F3-BB31F873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59329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uav_150m_to_satellite/sues200_uav_150m_to_satellite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40318B58-9F50-48F6-A70B-6B94979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15" y="63962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42.511</a:t>
            </a:r>
          </a:p>
        </p:txBody>
      </p:sp>
      <p:sp>
        <p:nvSpPr>
          <p:cNvPr id="430" name="sues200_uav_150m_to_satellite/sues200_uav_150m_to_satellite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9A786947-ADBC-45C5-9823-3CD33D8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60519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uav_150m_to_satellite/sues200_uav_150m_to_satellite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7A0AE8AC-8158-4923-8D68-529A615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41.293</a:t>
            </a:r>
          </a:p>
        </p:txBody>
      </p:sp>
      <p:sp>
        <p:nvSpPr>
          <p:cNvPr id="432" name="sues200_uav_150m_to_satellite/sues200_uav_150m_to_satellite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5788836A-3C9E-4471-8B37-E574A66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56529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uav_150m_to_satellite/sues200_uav_150m_to_satellite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47DFD659-F4E2-4709-8350-BB6A2E81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45.374</a:t>
            </a:r>
          </a:p>
        </p:txBody>
      </p:sp>
      <p:sp>
        <p:nvSpPr>
          <p:cNvPr id="434" name="sues200_uav_150m_to_satellite/sues200_uav_150m_to_satellite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5C62BD54-F405-41A7-88E6-9C2136F2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50270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uav_150m_to_satellite/sues200_uav_150m_to_satellite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A0628C3E-F8AA-44DA-9011-257317B3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51.774</a:t>
            </a:r>
          </a:p>
        </p:txBody>
      </p:sp>
      <p:sp>
        <p:nvSpPr>
          <p:cNvPr id="436" name="sues200_uav_150m_to_satellite/sues200_uav_150m_to_satellite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C0A09419-DED2-4184-8779-199D06DC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uav_150m_to_satellite/footnote-1">
            <a:extLst xmlns:a="http://schemas.openxmlformats.org/drawingml/2006/main">
              <a:ext uri="{FF2B5EF4-FFF2-40B4-BE49-F238E27FC236}">
                <a16:creationId xmlns:a16="http://schemas.microsoft.com/office/drawing/2014/main" id="{244690E8-571F-4AB5-AD49-29834087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uav_150m_to_satellite/footnote-2">
            <a:extLst xmlns:a="http://schemas.openxmlformats.org/drawingml/2006/main">
              <a:ext uri="{FF2B5EF4-FFF2-40B4-BE49-F238E27FC236}">
                <a16:creationId xmlns:a16="http://schemas.microsoft.com/office/drawing/2014/main" id="{0E3BF16F-8705-48D9-A0D2-B937F44B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uav_150m_to_satellite/footnote-3">
            <a:extLst xmlns:a="http://schemas.openxmlformats.org/drawingml/2006/main">
              <a:ext uri="{FF2B5EF4-FFF2-40B4-BE49-F238E27FC236}">
                <a16:creationId xmlns:a16="http://schemas.microsoft.com/office/drawing/2014/main" id="{4557D518-A9A2-40C0-B867-FA09E174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uav_150m_to_satellite/footnote-4">
            <a:extLst xmlns:a="http://schemas.openxmlformats.org/drawingml/2006/main">
              <a:ext uri="{FF2B5EF4-FFF2-40B4-BE49-F238E27FC236}">
                <a16:creationId xmlns:a16="http://schemas.microsoft.com/office/drawing/2014/main" id="{D7407B89-FEED-4904-811A-C43F4CFF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uav_150m_to_satellite/footnote-5">
            <a:extLst xmlns:a="http://schemas.openxmlformats.org/drawingml/2006/main">
              <a:ext uri="{FF2B5EF4-FFF2-40B4-BE49-F238E27FC236}">
                <a16:creationId xmlns:a16="http://schemas.microsoft.com/office/drawing/2014/main" id="{B2746C8F-3B3D-47F5-8B41-FF5EC451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1842657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satellite_to_uav_150m/title">
            <a:extLst xmlns:a="http://schemas.openxmlformats.org/drawingml/2006/main">
              <a:ext uri="{FF2B5EF4-FFF2-40B4-BE49-F238E27FC236}">
                <a16:creationId xmlns:a16="http://schemas.microsoft.com/office/drawing/2014/main" id="{CA7D8C7A-21CA-4790-A332-6678E65C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150 m</a:t>
            </a:r>
          </a:p>
        </p:txBody>
      </p:sp>
      <p:sp>
        <p:nvSpPr>
          <p:cNvPr id="2" name="sues200_satellite_to_uav_150m/subtitle">
            <a:extLst xmlns:a="http://schemas.openxmlformats.org/drawingml/2006/main">
              <a:ext uri="{FF2B5EF4-FFF2-40B4-BE49-F238E27FC236}">
                <a16:creationId xmlns:a16="http://schemas.microsoft.com/office/drawing/2014/main" id="{831FD315-DAD6-4B38-8EC0-100A852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satellite_to_uav_150m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34F65BD9-7F3A-4BC1-8EA5-87ADFB4B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150m/legend/visual/text">
            <a:extLst xmlns:a="http://schemas.openxmlformats.org/drawingml/2006/main">
              <a:ext uri="{FF2B5EF4-FFF2-40B4-BE49-F238E27FC236}">
                <a16:creationId xmlns:a16="http://schemas.microsoft.com/office/drawing/2014/main" id="{5AB0C59A-2C58-47DF-8370-03B4942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satellite_to_uav_150m/legend/full/marker">
            <a:extLst xmlns:a="http://schemas.openxmlformats.org/drawingml/2006/main">
              <a:ext uri="{FF2B5EF4-FFF2-40B4-BE49-F238E27FC236}">
                <a16:creationId xmlns:a16="http://schemas.microsoft.com/office/drawing/2014/main" id="{73240717-C2A2-4BBB-8D14-D20957F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150m/legend/full/text">
            <a:extLst xmlns:a="http://schemas.openxmlformats.org/drawingml/2006/main">
              <a:ext uri="{FF2B5EF4-FFF2-40B4-BE49-F238E27FC236}">
                <a16:creationId xmlns:a16="http://schemas.microsoft.com/office/drawing/2014/main" id="{AB864817-D13B-4CC3-B83C-2831544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satellite_to_uav_150m/legend/values">
            <a:extLst xmlns:a="http://schemas.openxmlformats.org/drawingml/2006/main">
              <a:ext uri="{FF2B5EF4-FFF2-40B4-BE49-F238E27FC236}">
                <a16:creationId xmlns:a16="http://schemas.microsoft.com/office/drawing/2014/main" id="{E4858D93-5826-4321-91EF-3D0FCC78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satellite_to_uav_150m/seed-1/heading">
            <a:extLst xmlns:a="http://schemas.openxmlformats.org/drawingml/2006/main">
              <a:ext uri="{FF2B5EF4-FFF2-40B4-BE49-F238E27FC236}">
                <a16:creationId xmlns:a16="http://schemas.microsoft.com/office/drawing/2014/main" id="{3608B639-EF7B-4FB7-B723-807EE79D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satellite_to_uav_150m/seed-1/N-label">
            <a:extLst xmlns:a="http://schemas.openxmlformats.org/drawingml/2006/main">
              <a:ext uri="{FF2B5EF4-FFF2-40B4-BE49-F238E27FC236}">
                <a16:creationId xmlns:a16="http://schemas.microsoft.com/office/drawing/2014/main" id="{8831F183-10FA-47C9-BF52-915C27DB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satellite_to_uav_150m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D27FC4C2-C57D-42DA-8A90-73C85A15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satellite_to_uav_150m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65AC3BEA-D122-453B-B56E-22505A81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2" name="sues200_satellite_to_uav_150m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2D9BF8D8-F6DE-44CC-9168-D2A30080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satellite_to_uav_150m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B9E34D75-2920-4156-AFE5-D4C98DD6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4" name="sues200_satellite_to_uav_150m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DB199CDC-0E0F-4684-AE66-8EE71FFF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satellite_to_uav_150m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6DF16F25-3FE8-4B27-96BA-932821B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6" name="sues200_satellite_to_uav_150m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D876855F-88C2-4C86-8012-5F9902DB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satellite_to_uav_150m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8D58C035-9D8C-4298-8B1D-3997BB69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8" name="sues200_satellite_to_uav_150m/seed-2/heading">
            <a:extLst xmlns:a="http://schemas.openxmlformats.org/drawingml/2006/main">
              <a:ext uri="{FF2B5EF4-FFF2-40B4-BE49-F238E27FC236}">
                <a16:creationId xmlns:a16="http://schemas.microsoft.com/office/drawing/2014/main" id="{B2F7DD02-1E77-453C-90E5-2C072B55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satellite_to_uav_150m/seed-2/N-label">
            <a:extLst xmlns:a="http://schemas.openxmlformats.org/drawingml/2006/main">
              <a:ext uri="{FF2B5EF4-FFF2-40B4-BE49-F238E27FC236}">
                <a16:creationId xmlns:a16="http://schemas.microsoft.com/office/drawing/2014/main" id="{0AC19360-1B9E-4C71-8401-0FF5C906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satellite_to_uav_150m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D78A9548-04EA-43AB-AAEC-48955D0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satellite_to_uav_150m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9D506DCC-731A-476A-AF14-33E00FCF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2" name="sues200_satellite_to_uav_150m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844612D8-5191-41E3-95D0-5D71E9BC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satellite_to_uav_150m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A59999DC-E15D-42BB-B57F-FB4A8407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6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4" name="sues200_satellite_to_uav_150m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41C6FCF7-6543-41FD-8A43-56546DC2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satellite_to_uav_150m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5F083A70-8804-48D3-AE25-9EB2F16C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6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6" name="sues200_satellite_to_uav_150m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E44826BA-99ED-40B7-ADC7-ED12339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satellite_to_uav_150m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7DBB6066-85EF-486D-9D03-7F393E3B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8" name="sues200_satellite_to_uav_150m/seed-3/heading">
            <a:extLst xmlns:a="http://schemas.openxmlformats.org/drawingml/2006/main">
              <a:ext uri="{FF2B5EF4-FFF2-40B4-BE49-F238E27FC236}">
                <a16:creationId xmlns:a16="http://schemas.microsoft.com/office/drawing/2014/main" id="{8E88139A-9E79-4026-8A21-03C77A49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satellite_to_uav_150m/seed-3/N-label">
            <a:extLst xmlns:a="http://schemas.openxmlformats.org/drawingml/2006/main">
              <a:ext uri="{FF2B5EF4-FFF2-40B4-BE49-F238E27FC236}">
                <a16:creationId xmlns:a16="http://schemas.microsoft.com/office/drawing/2014/main" id="{646E913E-8FD6-4594-860E-109CAA11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satellite_to_uav_150m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BEC2AB90-13FB-4BE3-B42A-D59D9BD1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satellite_to_uav_150m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418855C0-BBBC-4656-91BA-90F9BB08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1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2" name="sues200_satellite_to_uav_150m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2FF08CA7-CFF8-4159-964E-C3F51B7D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satellite_to_uav_150m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FBD1A954-FA63-40B0-9FFF-056EC745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2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4" name="sues200_satellite_to_uav_150m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2BE8359B-9FDE-4636-B0E7-F2411AF5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satellite_to_uav_150m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664373E0-2A82-42A5-A313-251569FD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6" name="sues200_satellite_to_uav_150m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D6DE66A8-BBCB-4AED-8A3A-0E34AF3E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satellite_to_uav_150m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EDF0BBD9-1B59-4916-BBCA-FAC29D36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3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8" name="sues200_satellite_to_uav_150m/r_at_1/row-heading">
            <a:extLst xmlns:a="http://schemas.openxmlformats.org/drawingml/2006/main">
              <a:ext uri="{FF2B5EF4-FFF2-40B4-BE49-F238E27FC236}">
                <a16:creationId xmlns:a16="http://schemas.microsoft.com/office/drawing/2014/main" id="{7137B068-1F4F-46B4-8969-3DFF33D2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satellite_to_uav_150m/sues200_satellite_to_uav_150m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3F3C9C11-25D7-43D1-8DFD-C411D6EB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satellite_to_uav_150m/sues200_satellite_to_uav_150m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04749F23-4863-4B0B-B709-C4E0322A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satellite_to_uav_150m/sues200_satellite_to_uav_150m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948401AC-7ADE-46FD-B4B0-2E865D6C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satellite_to_uav_150m/sues200_satellite_to_uav_150m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B21B9380-FD9B-4911-90D2-4567AA5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satellite_to_uav_150m/sues200_satellite_to_uav_150m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E9BAC897-3031-4B06-9429-9D57A39B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satellite_to_uav_150m/sues200_satellite_to_uav_150m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BF0BB14D-CD85-4FD4-A941-B7FEAA89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satellite_to_uav_150m/sues200_satellite_to_uav_150m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3EA18DE2-9B40-4D77-B7C0-2641721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satellite_to_uav_150m/sues200_satellite_to_uav_150m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8E1DAA58-A1B6-48A4-89E0-EC8FE313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satellite_to_uav_150m/sues200_satellite_to_uav_150m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CAC33BDF-B227-4AA7-B63E-FAF355A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satellite_to_uav_150m/sues200_satellite_to_uav_150m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AE850E9E-7E26-4A99-98F9-FA25B04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satellite_to_uav_150m/sues200_satellite_to_uav_150m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01AC08A0-9B94-4C6C-B240-ECB0B6A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satellite_to_uav_150m/sues200_satellite_to_uav_150m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C60E1F9C-5E4B-4D8B-B801-69B8CB13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satellite_to_uav_150m/sues200_satellite_to_uav_150m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70695299-E45A-4515-A578-87B90C8D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satellite_to_uav_150m/sues200_satellite_to_uav_150m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CA094B11-E41A-49C4-9671-AAAA9A3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satellite_to_uav_150m/sues200_satellite_to_uav_150m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E36404BA-3DC9-42A6-BC5F-E95730D3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satellite_to_uav_150m/sues200_satellite_to_uav_150m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4048892C-9536-4353-B980-77EC4A17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satellite_to_uav_150m/sues200_satellite_to_uav_150m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4E7E2567-4ADF-40BB-BF74-90C9B7C7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satellite_to_uav_150m/sues200_satellite_to_uav_150m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070CF5B4-151B-4D0A-9353-E721F3AB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satellite_to_uav_150m/sues200_satellite_to_uav_150m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B2E2CA03-3ACE-4338-8FC0-FF2829B1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satellite_to_uav_150m/sues200_satellite_to_uav_150m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EDC0ABF7-222C-4B73-A46C-AC511359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satellite_to_uav_150m/sues200_satellite_to_uav_150m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26BB44D-7118-4ED1-B9CD-462EACE0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065655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satellite_to_uav_150m/sues200_satellite_to_uav_150m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94FA5153-343B-4F9D-A6AF-A7FBDA4B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1967865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satellite_to_uav_150m/sues200_satellite_to_uav_150m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6D56C90F-09F1-41AF-A43C-9BDD7173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1967865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satellite_to_uav_150m/sues200_satellite_to_uav_150m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4D5A66D1-5108-44B8-AB23-1321391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13995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satellite_to_uav_150m/sues200_satellite_to_uav_150m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DF66BE7A-607A-4217-AA1E-6F44E5F9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45.000</a:t>
            </a:r>
          </a:p>
        </p:txBody>
      </p:sp>
      <p:sp>
        <p:nvSpPr>
          <p:cNvPr id="64" name="sues200_satellite_to_uav_150m/sues200_satellite_to_uav_150m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0F5348AC-54DF-4C60-8844-9EAFDA9C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04216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satellite_to_uav_150m/sues200_satellite_to_uav_150m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A6932C3C-ECB9-49C6-8640-C87908D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66" name="sues200_satellite_to_uav_150m/sues200_satellite_to_uav_150m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9B3947ED-1290-4E3D-8A1C-5B3D35FE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satellite_to_uav_150m/sues200_satellite_to_uav_150m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21F30562-3DCF-4CC0-87BF-858273E5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68" name="sues200_satellite_to_uav_150m/sues200_satellite_to_uav_150m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1717377C-86BB-4F9A-8576-4430AAF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09105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satellite_to_uav_150m/sues200_satellite_to_uav_150m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5064FA59-2EE2-4C93-8DA1-244F09B5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70" name="sues200_satellite_to_uav_150m/sues200_satellite_to_uav_150m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A51D2324-0D1D-4601-B2BA-7D74E63A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satellite_to_uav_150m/sues200_satellite_to_uav_150m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FCA269FA-9EB8-4E04-B69C-D6CE516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16344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satellite_to_uav_150m/sues200_satellite_to_uav_150m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EE76219-5008-4E9D-8E26-4742509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016760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satellite_to_uav_150m/sues200_satellite_to_uav_150m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CE76F02C-60FC-4B2E-8AD2-D2EA1111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016760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satellite_to_uav_150m/sues200_satellite_to_uav_150m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C513C99F-6F9B-421E-A4B9-F6C458F0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1399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satellite_to_uav_150m/sues200_satellite_to_uav_150m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B95555BA-B989-473F-9151-B7868A5A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45.000</a:t>
            </a:r>
          </a:p>
        </p:txBody>
      </p:sp>
      <p:sp>
        <p:nvSpPr>
          <p:cNvPr id="76" name="sues200_satellite_to_uav_150m/sues200_satellite_to_uav_150m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06F2F480-3468-4A98-90DD-492984DC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1399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satellite_to_uav_150m/sues200_satellite_to_uav_150m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22E0042D-C400-4CF6-8C60-A9876B72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45.000</a:t>
            </a:r>
          </a:p>
        </p:txBody>
      </p:sp>
      <p:sp>
        <p:nvSpPr>
          <p:cNvPr id="78" name="sues200_satellite_to_uav_150m/sues200_satellite_to_uav_150m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7A19421B-C4CE-4E0B-ABE1-7ADCF5F8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satellite_to_uav_150m/sues200_satellite_to_uav_150m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FB4C3A2C-F415-483A-97C1-8EC6D98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80" name="sues200_satellite_to_uav_150m/sues200_satellite_to_uav_150m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9A0B9AC6-8CD1-4E1E-A9B9-2C6C6BA7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18884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satellite_to_uav_150m/sues200_satellite_to_uav_150m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9D039287-6420-430A-BA98-BBA2F98A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40.000</a:t>
            </a:r>
          </a:p>
        </p:txBody>
      </p:sp>
      <p:sp>
        <p:nvSpPr>
          <p:cNvPr id="82" name="sues200_satellite_to_uav_150m/sues200_satellite_to_uav_150m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EA847AAB-87BA-439C-8E21-0519911B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satellite_to_uav_150m/sues200_satellite_to_uav_150m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133AB1D4-93A4-4369-9539-50A6A696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satellite_to_uav_150m/sues200_satellite_to_uav_150m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15CAD44D-3C8A-46EF-9256-39C3D89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satellite_to_uav_150m/sues200_satellite_to_uav_150m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85F66699-0E32-4290-829C-B13A7FAF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satellite_to_uav_150m/sues200_satellite_to_uav_150m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7FA92AE6-2554-4E4F-BBCF-F31210F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satellite_to_uav_150m/sues200_satellite_to_uav_150m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86F136CF-CC1D-499F-B7D1-7280683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satellite_to_uav_150m/sues200_satellite_to_uav_150m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AFCB0448-DE9B-487F-B28D-74A71928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satellite_to_uav_150m/sues200_satellite_to_uav_150m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4E000B77-AFEC-4179-9926-25975D8C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satellite_to_uav_150m/sues200_satellite_to_uav_150m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E716B07F-BB23-43B7-8AD8-4A4464B3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satellite_to_uav_150m/sues200_satellite_to_uav_150m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D8258035-5DEE-4686-91CC-4A009EB4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satellite_to_uav_150m/sues200_satellite_to_uav_150m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08755B85-3680-4A57-8381-FA0CB95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satellite_to_uav_150m/sues200_satellite_to_uav_150m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E65D4A3D-C90A-4F01-A7B9-1C53F20B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satellite_to_uav_150m/sues200_satellite_to_uav_150m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A8702E17-2B03-4CED-8A9D-42E46B61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satellite_to_uav_150m/sues200_satellite_to_uav_150m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0A8E20A9-CA5A-40E7-9E24-FBCFE929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satellite_to_uav_150m/sues200_satellite_to_uav_150m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03B88618-8FB4-4603-93F5-F8B0E8B7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satellite_to_uav_150m/sues200_satellite_to_uav_150m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C7536BB5-DDA9-4A76-A90F-089F1A4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satellite_to_uav_150m/sues200_satellite_to_uav_150m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279B3AC3-AD2A-4D38-9E62-506EFDAA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satellite_to_uav_150m/sues200_satellite_to_uav_150m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9064EF3C-A71B-4F24-97CC-90457E62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satellite_to_uav_150m/sues200_satellite_to_uav_150m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871CD422-76DA-4B6C-87CF-8A61BCF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satellite_to_uav_150m/sues200_satellite_to_uav_150m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88C8568C-1B19-46D4-8A04-87504233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satellite_to_uav_150m/sues200_satellite_to_uav_150m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13E38815-5573-4335-9D9D-5D89E7A3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satellite_to_uav_150m/sues200_satellite_to_uav_150m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A3E2CE8D-BB08-4D6E-9D23-B87E73B1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01676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satellite_to_uav_150m/sues200_satellite_to_uav_150m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38F1F43E-46B1-41CC-9CDE-2C49DEA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satellite_to_uav_150m/sues200_satellite_to_uav_150m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1174332E-97A5-490E-819F-91FD3DCB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06565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satellite_to_uav_150m/sues200_satellite_to_uav_150m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5550BD36-805F-4FB6-8BFB-3042A8CA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150m/sues200_satellite_to_uav_150m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D5349F05-315B-4C08-9464-DC968C6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08" name="sues200_satellite_to_uav_150m/sues200_satellite_to_uav_150m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DFCCF7B7-9345-4295-AE7E-99A62EC3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150m/sues200_satellite_to_uav_150m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904E2907-73AC-408F-A43A-5A0FFFC9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10" name="sues200_satellite_to_uav_150m/sues200_satellite_to_uav_150m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80B9DF19-274C-4BB3-8190-C86D52D5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4216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150m/sues200_satellite_to_uav_150m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C1A100CD-6B0C-4598-AE4A-7CFF1B8A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12" name="sues200_satellite_to_uav_150m/sues200_satellite_to_uav_150m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9DBBE982-73BA-40FD-8D8F-9EC70605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04216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satellite_to_uav_150m/sues200_satellite_to_uav_150m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CD169779-CB6F-47FE-87E1-A21ED7C1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14" name="sues200_satellite_to_uav_150m/sues200_satellite_to_uav_150m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1D79A723-089D-47BA-9EC9-28EDF9E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satellite_to_uav_150m/sues200_satellite_to_uav_150m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52628BC-A897-4409-BE2B-6B90339A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065655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satellite_to_uav_150m/sues200_satellite_to_uav_150m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23BF13FB-F2D3-409A-BCB2-039FB380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11455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satellite_to_uav_150m/sues200_satellite_to_uav_150m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ACCBB4C-7C76-4B17-A65C-9CD5E4EE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114550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satellite_to_uav_150m/sues200_satellite_to_uav_150m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92029D9E-370B-4FEC-993C-FE7845D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satellite_to_uav_150m/sues200_satellite_to_uav_150m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DD616F66-785C-4728-83AA-73E842B4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20" name="sues200_satellite_to_uav_150m/sues200_satellite_to_uav_150m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ACA837C5-A710-409F-A3F5-ADACB585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399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satellite_to_uav_150m/sues200_satellite_to_uav_150m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EEEA2FA8-5BBB-4B8A-ABE1-7ECCC249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45.000</a:t>
            </a:r>
          </a:p>
        </p:txBody>
      </p:sp>
      <p:sp>
        <p:nvSpPr>
          <p:cNvPr id="122" name="sues200_satellite_to_uav_150m/sues200_satellite_to_uav_150m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5D6A1A28-36DD-4065-8E43-356FD618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9105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satellite_to_uav_150m/sues200_satellite_to_uav_150m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C0AAC4D5-AD06-48AF-B296-6BC96A49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124" name="sues200_satellite_to_uav_150m/sues200_satellite_to_uav_150m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C17E32C7-62F2-47BF-9822-5BCB53DA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18884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satellite_to_uav_150m/sues200_satellite_to_uav_150m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37B881D2-38AF-403C-B7EE-B5F27CF2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40.000</a:t>
            </a:r>
          </a:p>
        </p:txBody>
      </p:sp>
      <p:sp>
        <p:nvSpPr>
          <p:cNvPr id="126" name="sues200_satellite_to_uav_150m/sues200_satellite_to_uav_150m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FF292D21-F953-4FC8-AA52-E8EA519B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satellite_to_uav_150m/sues200_satellite_to_uav_150m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D5EDA4ED-F67F-4DA4-B781-D6302DE1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satellite_to_uav_150m/sues200_satellite_to_uav_150m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37050663-AD69-4D97-AE3C-08B52F6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satellite_to_uav_150m/sues200_satellite_to_uav_150m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084D6016-A7D2-43DF-B2B9-A965F82F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satellite_to_uav_150m/sues200_satellite_to_uav_150m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4DDEC16E-650A-4333-88EA-7A094169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satellite_to_uav_150m/sues200_satellite_to_uav_150m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3C6E4815-DAB1-4778-9602-D667665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satellite_to_uav_150m/sues200_satellite_to_uav_150m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C615E57A-D484-4C81-9813-82FB7763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satellite_to_uav_150m/sues200_satellite_to_uav_150m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49A9FFD3-09AA-4100-8E74-FE7ACF7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satellite_to_uav_150m/sues200_satellite_to_uav_150m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EE309E79-8BFF-4C67-B3BF-BC274501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satellite_to_uav_150m/sues200_satellite_to_uav_150m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94A87C26-0C21-4481-AB18-25839D4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satellite_to_uav_150m/sues200_satellite_to_uav_150m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69795735-C309-4600-99D4-2AF22738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satellite_to_uav_150m/sues200_satellite_to_uav_150m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5B54926D-4E34-4BC0-A188-E94A6A3A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satellite_to_uav_150m/sues200_satellite_to_uav_150m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17FAC004-40DE-4B3F-8870-D5D4D2E7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satellite_to_uav_150m/sues200_satellite_to_uav_150m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7E339166-4732-45EE-A5B9-94B00C91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satellite_to_uav_150m/sues200_satellite_to_uav_150m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341650CA-DC97-4432-B6EC-E49489A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satellite_to_uav_150m/sues200_satellite_to_uav_150m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C8523DB2-88BF-4F2F-A978-366A2B8A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satellite_to_uav_150m/sues200_satellite_to_uav_150m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7E813881-2B4A-4841-B0D1-6A7605B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satellite_to_uav_150m/sues200_satellite_to_uav_150m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B39B8BD6-BCF2-4779-89AD-1417E307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satellite_to_uav_150m/sues200_satellite_to_uav_150m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157219BE-8A33-4B0E-A99C-DDB114D4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satellite_to_uav_150m/sues200_satellite_to_uav_150m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4BF90FC1-2A3E-4722-9A5D-A81F35C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satellite_to_uav_150m/sues200_satellite_to_uav_150m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DA19669E-1385-41B9-8E6A-93DD5786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satellite_to_uav_150m/sues200_satellite_to_uav_150m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98C00649-F17C-4F08-8548-B0718EB4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1918970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satellite_to_uav_150m/sues200_satellite_to_uav_150m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1E22D84A-9043-4294-8C99-6083E85C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1918970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satellite_to_uav_150m/sues200_satellite_to_uav_150m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67A4CE7-AC99-4D4A-AD6B-D8178679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satellite_to_uav_150m/sues200_satellite_to_uav_150m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4DF1569F-FA87-4406-A9A6-F73EDE6E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150m/sues200_satellite_to_uav_150m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244C7927-1361-4664-BB0E-091C61A4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52" name="sues200_satellite_to_uav_150m/sues200_satellite_to_uav_150m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26EF546E-BA31-4F65-87CD-B7A18182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18954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satellite_to_uav_150m/sues200_satellite_to_uav_150m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9E653829-5D6D-448A-BAE3-C9520F1D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154" name="sues200_satellite_to_uav_150m/sues200_satellite_to_uav_150m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8AB13C68-C130-4A12-8997-CAB9AE27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satellite_to_uav_150m/sues200_satellite_to_uav_150m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BD5B68E7-47B8-4EC2-BB02-1EA24A0A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56" name="sues200_satellite_to_uav_150m/sues200_satellite_to_uav_150m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B7B0982E-F6B7-412C-8C67-2ECB22B5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04216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150m/sues200_satellite_to_uav_150m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72DDD93E-5B33-4DDB-BCC0-763F63B1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58" name="sues200_satellite_to_uav_150m/sues200_satellite_to_uav_150m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BB645BA-8106-46EC-B7B8-35D8443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satellite_to_uav_150m/sues200_satellite_to_uav_150m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6C945F79-87AB-4230-A019-BCE6110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1967865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satellite_to_uav_150m/sues200_satellite_to_uav_150m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F6040BC-8480-4B88-99FE-291FE51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1967865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satellite_to_uav_150m/sues200_satellite_to_uav_150m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F53C1A4D-87A0-47EC-A8CE-C7306A6C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163445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satellite_to_uav_150m/sues200_satellite_to_uav_150m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93BE6EB5-FE66-4215-904E-86CFE513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09105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satellite_to_uav_150m/sues200_satellite_to_uav_150m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9406CEE9-77CE-4EB0-9D79-AD9A7737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164" name="sues200_satellite_to_uav_150m/sues200_satellite_to_uav_150m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6AFE4B85-E5FA-4E34-9074-32BF156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satellite_to_uav_150m/sues200_satellite_to_uav_150m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5140F64E-C50B-4AC5-98D2-7E96B06F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66" name="sues200_satellite_to_uav_150m/sues200_satellite_to_uav_150m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493F5188-ADAB-405F-B8C7-0FBE1C72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1399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satellite_to_uav_150m/sues200_satellite_to_uav_150m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C9E5C627-6F7C-4B44-B9FE-2132533C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45.000</a:t>
            </a:r>
          </a:p>
        </p:txBody>
      </p:sp>
      <p:sp>
        <p:nvSpPr>
          <p:cNvPr id="168" name="sues200_satellite_to_uav_150m/sues200_satellite_to_uav_150m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FCF46814-6F7B-40A7-B48F-5930691F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23774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satellite_to_uav_150m/sues200_satellite_to_uav_150m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F0497C44-091A-4A15-95DA-8EA617E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35.000</a:t>
            </a:r>
          </a:p>
        </p:txBody>
      </p:sp>
      <p:sp>
        <p:nvSpPr>
          <p:cNvPr id="170" name="sues200_satellite_to_uav_150m/sues200_satellite_to_uav_150m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A57BBCB0-B256-48F2-B63F-AE04C91F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satellite_to_uav_150m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A9D22C4F-7A81-43E2-BE79-4D43F89A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satellite_to_uav_150m/sues200_satellite_to_uav_150m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680A906A-A403-429E-B7D1-2D6D9CA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satellite_to_uav_150m/sues200_satellite_to_uav_150m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5E2CFBA5-624B-4419-B2A2-FC3479CA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satellite_to_uav_150m/sues200_satellite_to_uav_150m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C416A06E-58C1-43F1-8CBB-70A1524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satellite_to_uav_150m/sues200_satellite_to_uav_150m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2E10996D-1A97-4569-9E85-B0DEB5E2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satellite_to_uav_150m/sues200_satellite_to_uav_150m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D4B2E8EE-0DE9-4E2C-A115-489FF48E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satellite_to_uav_150m/sues200_satellite_to_uav_150m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37E8A145-A481-4058-943C-BFE3C82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satellite_to_uav_150m/sues200_satellite_to_uav_150m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6D3C97D1-DE04-483E-AC17-AF735B19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satellite_to_uav_150m/sues200_satellite_to_uav_150m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0EEA76AE-056C-474B-9351-9189B5D9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satellite_to_uav_150m/sues200_satellite_to_uav_150m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4A93DCC4-56C6-47E1-9399-8D331933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satellite_to_uav_150m/sues200_satellite_to_uav_150m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C669839D-6D50-46CD-B8E9-2A758BD3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satellite_to_uav_150m/sues200_satellite_to_uav_150m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0340DB0B-58E0-4601-B9E4-63C3329F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satellite_to_uav_150m/sues200_satellite_to_uav_150m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68A38F93-5C88-49AE-8888-8C876558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satellite_to_uav_150m/sues200_satellite_to_uav_150m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0A24C8BE-5876-49E6-BF26-2788375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satellite_to_uav_150m/sues200_satellite_to_uav_150m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0BEE6B9D-FDA3-420C-B527-79149AC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satellite_to_uav_150m/sues200_satellite_to_uav_150m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03F208DE-95F3-4493-B652-2B5D43B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satellite_to_uav_150m/sues200_satellite_to_uav_150m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C5CEA447-F90F-4DBC-A280-3C911B7F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satellite_to_uav_150m/sues200_satellite_to_uav_150m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4AF03BB8-6880-4D08-B19E-78B951AD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satellite_to_uav_150m/sues200_satellite_to_uav_150m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DCD0152F-5434-4FE7-893A-32A48FD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satellite_to_uav_150m/sues200_satellite_to_uav_150m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6EBD0ABF-489D-4CEE-9D26-B87AB41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satellite_to_uav_150m/sues200_satellite_to_uav_150m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6AE15064-CA68-45AE-A91A-E7C7710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satellite_to_uav_150m/sues200_satellite_to_uav_150m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F49C3C3-2003-4E27-B9D8-71C41949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918860"/>
            <a:ext cx="400050" cy="21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satellite_to_uav_150m/sues200_satellite_to_uav_150m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DEDCDF6B-4506-49FE-8D32-CAB301E0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898500"/>
            <a:ext cx="400050" cy="20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satellite_to_uav_150m/sues200_satellite_to_uav_150m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4BF590D0-6CC7-4675-A061-6E3A45F2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898500"/>
            <a:ext cx="400050" cy="757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satellite_to_uav_150m/sues200_satellite_to_uav_150m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743FD010-EF28-406D-B5F8-1E2E11F6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172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satellite_to_uav_150m/sues200_satellite_to_uav_150m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44A10D93-6163-498E-9190-E293708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38.575</a:t>
            </a:r>
          </a:p>
        </p:txBody>
      </p:sp>
      <p:sp>
        <p:nvSpPr>
          <p:cNvPr id="197" name="sues200_satellite_to_uav_150m/sues200_satellite_to_uav_150m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EA2ABA29-1A08-4344-A436-0B0073C3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953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150m/sues200_satellite_to_uav_150m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DB52DB1E-2FC5-452C-BDE6-5A31A81E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40.816</a:t>
            </a:r>
          </a:p>
        </p:txBody>
      </p:sp>
      <p:sp>
        <p:nvSpPr>
          <p:cNvPr id="199" name="sues200_satellite_to_uav_150m/sues200_satellite_to_uav_150m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7E830FA0-0564-4CA1-BBE8-5549BAD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8750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150m/sues200_satellite_to_uav_150m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0549F3CD-263A-40FD-80FE-E7333C8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42.898</a:t>
            </a:r>
          </a:p>
        </p:txBody>
      </p:sp>
      <p:sp>
        <p:nvSpPr>
          <p:cNvPr id="201" name="sues200_satellite_to_uav_150m/sues200_satellite_to_uav_150m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7DCB557C-79F7-4061-8554-4BCF36F3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95073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150m/sues200_satellite_to_uav_150m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5B6CA873-B9A9-4F14-B287-9A1A5280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35.154</a:t>
            </a:r>
          </a:p>
        </p:txBody>
      </p:sp>
      <p:sp>
        <p:nvSpPr>
          <p:cNvPr id="203" name="sues200_satellite_to_uav_150m/sues200_satellite_to_uav_150m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153C00B5-4419-4A3E-80C7-3A33FDF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satellite_to_uav_150m/sues200_satellite_to_uav_150m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8181805-57F5-4ECF-8DC5-8B567725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3904785"/>
            <a:ext cx="400050" cy="32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satellite_to_uav_150m/sues200_satellite_to_uav_150m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41886DFB-259E-48FB-8BE0-41443C4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3937009"/>
            <a:ext cx="400050" cy="1014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satellite_to_uav_150m/sues200_satellite_to_uav_150m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2FF1183B-6162-4D3D-9CA4-10EC446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038421"/>
            <a:ext cx="400050" cy="12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satellite_to_uav_150m/sues200_satellite_to_uav_150m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2081A7B2-9503-42EA-AEDD-4CC7ACD8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88129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150m/sues200_satellite_to_uav_150m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706AF666-73D1-4316-AC0C-B5867C71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42.255</a:t>
            </a:r>
          </a:p>
        </p:txBody>
      </p:sp>
      <p:sp>
        <p:nvSpPr>
          <p:cNvPr id="209" name="sues200_satellite_to_uav_150m/sues200_satellite_to_uav_150m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74612ADF-C5BC-4606-B3E3-ACCFED3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1351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150m/sues200_satellite_to_uav_150m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3AEBADA4-3347-4AF6-BE9D-45C2470F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38.960</a:t>
            </a:r>
          </a:p>
        </p:txBody>
      </p:sp>
      <p:sp>
        <p:nvSpPr>
          <p:cNvPr id="211" name="sues200_satellite_to_uav_150m/sues200_satellite_to_uav_150m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706C0242-99A2-4FD8-9989-0A5FF046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401492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150m/sues200_satellite_to_uav_150m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BC6D5960-EC92-4CAA-A445-CAF3AE39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28.590</a:t>
            </a:r>
          </a:p>
        </p:txBody>
      </p:sp>
      <p:sp>
        <p:nvSpPr>
          <p:cNvPr id="213" name="sues200_satellite_to_uav_150m/sues200_satellite_to_uav_150m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64863578-5BE5-48F3-A002-839A960B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402732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satellite_to_uav_150m/sues200_satellite_to_uav_150m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4615170D-8291-4469-BC3C-FEFDB326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27.321</a:t>
            </a:r>
          </a:p>
        </p:txBody>
      </p:sp>
      <p:sp>
        <p:nvSpPr>
          <p:cNvPr id="215" name="sues200_satellite_to_uav_150m/sues200_satellite_to_uav_150m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5E25E874-7732-40FD-8DFC-4377D2C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satellite_to_uav_150m/sues200_satellite_to_uav_150m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7843EFB7-54BB-4EF4-85E0-8EDAFB42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satellite_to_uav_150m/sues200_satellite_to_uav_150m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5E44F926-796B-4369-A903-B0D4DCE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satellite_to_uav_150m/sues200_satellite_to_uav_150m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E3BF9F65-EF7C-42CC-9B7F-D013CD75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satellite_to_uav_150m/sues200_satellite_to_uav_150m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ED822D9A-B216-4F72-AE88-18742F2E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satellite_to_uav_150m/sues200_satellite_to_uav_150m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376C041B-66BA-4284-A8B7-A30D7F78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satellite_to_uav_150m/sues200_satellite_to_uav_150m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655BF44E-2E2B-471B-8D62-28AC5920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satellite_to_uav_150m/sues200_satellite_to_uav_150m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DAACA6A5-83C0-4169-A136-47EF2397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satellite_to_uav_150m/sues200_satellite_to_uav_150m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DE38B571-9DDE-423B-A126-E717D9C6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satellite_to_uav_150m/sues200_satellite_to_uav_150m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C1197BE8-1397-4225-A39F-78DF093E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satellite_to_uav_150m/sues200_satellite_to_uav_150m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4D14CBAE-D74C-488A-9677-14C9B6D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150m/sues200_satellite_to_uav_150m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0E3D10AB-A313-4A87-8EAB-C3FE708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satellite_to_uav_150m/sues200_satellite_to_uav_150m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56BEDA65-E6C6-4A56-B413-D89BA27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satellite_to_uav_150m/sues200_satellite_to_uav_150m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14DF4AD1-3068-405B-B968-38E0EEC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satellite_to_uav_150m/sues200_satellite_to_uav_150m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2A88DDE9-1346-47F2-BA32-4E6FFFFF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satellite_to_uav_150m/sues200_satellite_to_uav_150m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4E1A1253-1C21-4873-9A89-468C777F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satellite_to_uav_150m/sues200_satellite_to_uav_150m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85449F93-2F39-44D5-8213-CF0122BA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satellite_to_uav_150m/sues200_satellite_to_uav_150m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96AB0DDC-46A6-444A-ADE7-86A62DC6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satellite_to_uav_150m/sues200_satellite_to_uav_150m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1ECD7F83-401A-4B71-84AD-680620AB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satellite_to_uav_150m/sues200_satellite_to_uav_150m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ABF210AA-0DD0-4504-9136-A453682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satellite_to_uav_150m/sues200_satellite_to_uav_150m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91850F21-0B54-40EF-80BB-29E8254E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satellite_to_uav_150m/sues200_satellite_to_uav_150m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BD64CC25-CE97-4404-B74E-20682252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3890133"/>
            <a:ext cx="400050" cy="39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satellite_to_uav_150m/sues200_satellite_to_uav_150m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6BAB10D-EB46-472B-9BCD-CE432A2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929818"/>
            <a:ext cx="400050" cy="349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satellite_to_uav_150m/sues200_satellite_to_uav_150m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DF36FE0E-A8F6-4078-98FC-755BB83C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3964790"/>
            <a:ext cx="400050" cy="566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satellite_to_uav_150m/sues200_satellite_to_uav_150m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C692EE3A-1A85-41B9-A9D1-74686686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86663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satellite_to_uav_150m/sues200_satellite_to_uav_150m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0EBC57E3-C987-4ECF-8446-39868626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43.754</a:t>
            </a:r>
          </a:p>
        </p:txBody>
      </p:sp>
      <p:sp>
        <p:nvSpPr>
          <p:cNvPr id="241" name="sues200_satellite_to_uav_150m/sues200_satellite_to_uav_150m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1FDC7842-7FFB-4C35-98E4-8D56A4C8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90632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satellite_to_uav_150m/sues200_satellite_to_uav_150m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156B5839-B444-4044-A5D1-F6512E36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39.695</a:t>
            </a:r>
          </a:p>
        </p:txBody>
      </p:sp>
      <p:sp>
        <p:nvSpPr>
          <p:cNvPr id="243" name="sues200_satellite_to_uav_150m/sues200_satellite_to_uav_150m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86B33FD0-17AD-4548-B1D9-884C1DC4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4129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satellite_to_uav_150m/sues200_satellite_to_uav_150m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06D06D7D-C01E-4281-956B-F45AF64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915" y="45420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36.119</a:t>
            </a:r>
          </a:p>
        </p:txBody>
      </p:sp>
      <p:sp>
        <p:nvSpPr>
          <p:cNvPr id="245" name="sues200_satellite_to_uav_150m/sues200_satellite_to_uav_150m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F435623D-230C-40DE-9AF5-2175416A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99790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satellite_to_uav_150m/sues200_satellite_to_uav_150m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E739EBF3-B3CE-4C47-A221-117740C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30.330</a:t>
            </a:r>
          </a:p>
        </p:txBody>
      </p:sp>
      <p:sp>
        <p:nvSpPr>
          <p:cNvPr id="247" name="sues200_satellite_to_uav_150m/sues200_satellite_to_uav_150m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66D7F064-E155-4AA0-901C-81DE4E09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satellite_to_uav_150m/sues200_satellite_to_uav_150m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076158A-345E-4EED-8DC7-1CF659D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3939048"/>
            <a:ext cx="400050" cy="330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satellite_to_uav_150m/sues200_satellite_to_uav_150m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A21517B2-3C10-41A8-AB7F-90AE43EC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972139"/>
            <a:ext cx="400050" cy="35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satellite_to_uav_150m/sues200_satellite_to_uav_150m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D40AE342-E92B-493F-B16F-ADBA685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007659"/>
            <a:ext cx="400050" cy="941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satellite_to_uav_150m/sues200_satellite_to_uav_150m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6CC9B83B-237D-452B-BB7A-E2169304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1555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150m/sues200_satellite_to_uav_150m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A3E9D4CD-4B55-4CBE-BA26-1041C363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38.752</a:t>
            </a:r>
          </a:p>
        </p:txBody>
      </p:sp>
      <p:sp>
        <p:nvSpPr>
          <p:cNvPr id="253" name="sues200_satellite_to_uav_150m/sues200_satellite_to_uav_150m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E28F2BFF-C49E-4A3E-99F5-FC720B3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94864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satellite_to_uav_150m/sues200_satellite_to_uav_150m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A418C7D3-1714-4956-8C00-A2DEA371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35.368</a:t>
            </a:r>
          </a:p>
        </p:txBody>
      </p:sp>
      <p:sp>
        <p:nvSpPr>
          <p:cNvPr id="255" name="sues200_satellite_to_uav_150m/sues200_satellite_to_uav_150m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0537F535-6FC1-4899-9EC0-AD409DC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8416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satellite_to_uav_150m/sues200_satellite_to_uav_150m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0723F800-B717-4CF4-BDAD-CF906E7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31.735</a:t>
            </a:r>
          </a:p>
        </p:txBody>
      </p:sp>
      <p:sp>
        <p:nvSpPr>
          <p:cNvPr id="257" name="sues200_satellite_to_uav_150m/sues200_satellite_to_uav_150m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EDAC71FB-1860-4612-A07B-596C982E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07831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satellite_to_uav_150m/sues200_satellite_to_uav_150m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0CC7A82B-20BD-4B92-B622-7C7C2EE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22.107</a:t>
            </a:r>
          </a:p>
        </p:txBody>
      </p:sp>
      <p:sp>
        <p:nvSpPr>
          <p:cNvPr id="259" name="sues200_satellite_to_uav_150m/sues200_satellite_to_uav_150m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36135E57-6580-492B-A62A-1130E85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satellite_to_uav_150m/sues200_satellite_to_uav_150m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84A9DF3F-2E0E-4715-89B6-1F983584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satellite_to_uav_150m/sues200_satellite_to_uav_150m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7FBE8982-2D12-4B6B-AFC4-ADB9F699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satellite_to_uav_150m/sues200_satellite_to_uav_150m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19F411AF-7462-4920-8621-F6DACB2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satellite_to_uav_150m/sues200_satellite_to_uav_150m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591D306E-74E3-4565-8A56-97D5691C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satellite_to_uav_150m/sues200_satellite_to_uav_150m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BE7E3DE4-9717-4123-8124-F4DFD0E4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satellite_to_uav_150m/sues200_satellite_to_uav_150m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84AE3B6B-5C2C-49EA-A388-8A3E5B90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satellite_to_uav_150m/sues200_satellite_to_uav_150m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2C1E7F53-7EFA-4255-AA58-9741B9A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satellite_to_uav_150m/sues200_satellite_to_uav_150m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DA4A0B79-F99E-42F3-A0F4-953697FA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satellite_to_uav_150m/sues200_satellite_to_uav_150m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CD8568B4-C699-4184-A16F-D897EF13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satellite_to_uav_150m/sues200_satellite_to_uav_150m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5D120D6A-81B9-45B4-B0FB-3B650F3E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satellite_to_uav_150m/sues200_satellite_to_uav_150m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559857BD-5098-4AF9-A89B-35BF5AE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satellite_to_uav_150m/sues200_satellite_to_uav_150m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B1933C90-36DD-44CF-AE60-3872CE7E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satellite_to_uav_150m/sues200_satellite_to_uav_150m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E6D832B8-150B-44D2-8243-59682E38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satellite_to_uav_150m/sues200_satellite_to_uav_150m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A618C813-A745-4A76-9896-A34A9CD7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satellite_to_uav_150m/sues200_satellite_to_uav_150m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01F1EC7D-BF07-42B2-9468-E3274D1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satellite_to_uav_150m/sues200_satellite_to_uav_150m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00B8B387-5A45-4C10-81E9-DE1D5A70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satellite_to_uav_150m/sues200_satellite_to_uav_150m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6F990B59-D68B-4B1B-A8E6-BDF2C91E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satellite_to_uav_150m/sues200_satellite_to_uav_150m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6DBBF664-E6A0-499F-9E4B-62DA2539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satellite_to_uav_150m/sues200_satellite_to_uav_150m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77C79A3E-0A76-46CE-9CA9-0C16468F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satellite_to_uav_150m/sues200_satellite_to_uav_150m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9C750EB4-1D80-43DC-BD75-509519A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satellite_to_uav_150m/sues200_satellite_to_uav_150m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F0F3D44-5A3A-4543-B619-A71188E6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833783"/>
            <a:ext cx="400050" cy="565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satellite_to_uav_150m/sues200_satellite_to_uav_150m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EFFDC61C-B651-4D12-8A4C-C4CF9916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3833783"/>
            <a:ext cx="400050" cy="861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satellite_to_uav_150m/sues200_satellite_to_uav_150m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D121F15-1EDA-415A-AADE-1C624767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919976"/>
            <a:ext cx="400050" cy="754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satellite_to_uav_150m/sues200_satellite_to_uav_150m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8D4C2694-0DDB-4447-97C8-4E72B6C1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86686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satellite_to_uav_150m/sues200_satellite_to_uav_150m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60ABA562-E3D5-40AE-AEDB-745C6976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43.731</a:t>
            </a:r>
          </a:p>
        </p:txBody>
      </p:sp>
      <p:sp>
        <p:nvSpPr>
          <p:cNvPr id="285" name="sues200_satellite_to_uav_150m/sues200_satellite_to_uav_150m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B5D032B8-0DF4-4366-8639-515596B5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1028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satellite_to_uav_150m/sues200_satellite_to_uav_150m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3779B9B2-3E28-42B8-9D39-96679935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49.516</a:t>
            </a:r>
          </a:p>
        </p:txBody>
      </p:sp>
      <p:sp>
        <p:nvSpPr>
          <p:cNvPr id="287" name="sues200_satellite_to_uav_150m/sues200_satellite_to_uav_150m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141E9487-FFF5-47BD-ACB5-62451A31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9648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satellite_to_uav_150m/sues200_satellite_to_uav_150m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45F3C54F-8611-49EE-9A9C-CE38F391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40.702</a:t>
            </a:r>
          </a:p>
        </p:txBody>
      </p:sp>
      <p:sp>
        <p:nvSpPr>
          <p:cNvPr id="289" name="sues200_satellite_to_uav_150m/sues200_satellite_to_uav_150m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75567AFE-AA84-4A33-9069-E97643C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97195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satellite_to_uav_150m/sues200_satellite_to_uav_150m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ED9D8740-AF4B-4F89-A8DE-8AE5AA45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32.984</a:t>
            </a:r>
          </a:p>
        </p:txBody>
      </p:sp>
      <p:sp>
        <p:nvSpPr>
          <p:cNvPr id="291" name="sues200_satellite_to_uav_150m/sues200_satellite_to_uav_150m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78BAC06-522E-40CD-AAF2-28064A05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satellite_to_uav_150m/sues200_satellite_to_uav_150m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F53EB3A-C0BC-470D-9A44-7AD5DBD0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888195"/>
            <a:ext cx="400050" cy="1215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satellite_to_uav_150m/sues200_satellite_to_uav_150m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CEA586A-DD37-4299-AEC5-E37C5F93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3888195"/>
            <a:ext cx="400050" cy="1478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satellite_to_uav_150m/sues200_satellite_to_uav_150m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B843731-5695-4882-9BA8-4BF0D5ED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036037"/>
            <a:ext cx="400050" cy="9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satellite_to_uav_150m/sues200_satellite_to_uav_150m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EDCDD9E5-1DDE-41E6-9C2F-D83887C3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8623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satellite_to_uav_150m/sues200_satellite_to_uav_150m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EBDF472D-2454-4C69-A219-68139E9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31.524</a:t>
            </a:r>
          </a:p>
        </p:txBody>
      </p:sp>
      <p:sp>
        <p:nvSpPr>
          <p:cNvPr id="297" name="sues200_satellite_to_uav_150m/sues200_satellite_to_uav_150m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3444A1FC-EF43-40A8-B9AF-3120C7F3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6470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satellite_to_uav_150m/sues200_satellite_to_uav_150m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0F1569B9-75F1-407A-98ED-200A5EDB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43.952</a:t>
            </a:r>
          </a:p>
        </p:txBody>
      </p:sp>
      <p:sp>
        <p:nvSpPr>
          <p:cNvPr id="299" name="sues200_satellite_to_uav_150m/sues200_satellite_to_uav_150m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0C749AB5-6CB5-45FC-BB19-76CDE134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401254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150m/sues200_satellite_to_uav_150m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0C285D90-DC3C-48A8-91A7-99CC6BC7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28.834</a:t>
            </a:r>
          </a:p>
        </p:txBody>
      </p:sp>
      <p:sp>
        <p:nvSpPr>
          <p:cNvPr id="301" name="sues200_satellite_to_uav_150m/sues200_satellite_to_uav_150m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C435B83F-7CFF-4012-B90A-4966EB23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401353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150m/sues200_satellite_to_uav_150m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0325BBE1-ED37-44A0-953A-C150DC26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28.732</a:t>
            </a:r>
          </a:p>
        </p:txBody>
      </p:sp>
      <p:sp>
        <p:nvSpPr>
          <p:cNvPr id="303" name="sues200_satellite_to_uav_150m/sues200_satellite_to_uav_150m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C5BD1491-3B28-40AF-A5CC-5BCF6CA5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satellite_to_uav_150m/MRR/row-heading">
            <a:extLst xmlns:a="http://schemas.openxmlformats.org/drawingml/2006/main">
              <a:ext uri="{FF2B5EF4-FFF2-40B4-BE49-F238E27FC236}">
                <a16:creationId xmlns:a16="http://schemas.microsoft.com/office/drawing/2014/main" id="{C4BA9E6E-C1B1-4101-8475-7BF38FF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satellite_to_uav_150m/sues200_satellite_to_uav_150m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78CC29A7-EEE3-47A3-BF57-2CBFE652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satellite_to_uav_150m/sues200_satellite_to_uav_150m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3E162B0D-8EF3-4D18-9410-AC3E8909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satellite_to_uav_150m/sues200_satellite_to_uav_150m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FD98B328-C5B5-43E8-8297-CE855289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satellite_to_uav_150m/sues200_satellite_to_uav_150m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B5370578-6BC4-4E8F-B2D7-4D2E691F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satellite_to_uav_150m/sues200_satellite_to_uav_150m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FA8950B4-335C-4DAB-8974-554CD50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satellite_to_uav_150m/sues200_satellite_to_uav_150m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9F177B63-484F-432C-92F7-DE764821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satellite_to_uav_150m/sues200_satellite_to_uav_150m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B9AE61B5-2417-4C79-86C6-F597B8D0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satellite_to_uav_150m/sues200_satellite_to_uav_150m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D7863E6A-A646-42F3-B7B6-970C6E21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satellite_to_uav_150m/sues200_satellite_to_uav_150m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82886579-FAA3-49E9-9383-8B1FC71F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satellite_to_uav_150m/sues200_satellite_to_uav_150m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F1A50993-578D-4395-8627-A53A4D40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satellite_to_uav_150m/sues200_satellite_to_uav_150m/seed-1/MRR/y-axis">
            <a:extLst xmlns:a="http://schemas.openxmlformats.org/drawingml/2006/main">
              <a:ext uri="{FF2B5EF4-FFF2-40B4-BE49-F238E27FC236}">
                <a16:creationId xmlns:a16="http://schemas.microsoft.com/office/drawing/2014/main" id="{A61C10FB-BB46-4EA9-B351-2CB41FCD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satellite_to_uav_150m/sues200_satellite_to_uav_150m/seed-1/MRR/x-axis">
            <a:extLst xmlns:a="http://schemas.openxmlformats.org/drawingml/2006/main">
              <a:ext uri="{FF2B5EF4-FFF2-40B4-BE49-F238E27FC236}">
                <a16:creationId xmlns:a16="http://schemas.microsoft.com/office/drawing/2014/main" id="{F717581E-17B9-4946-9A2E-71CD173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satellite_to_uav_150m/sues200_satellite_to_uav_150m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8CDF74EA-B63C-411B-8AE0-B6DECE76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satellite_to_uav_150m/sues200_satellite_to_uav_150m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6E6FC75D-149D-426B-B476-18C66C06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satellite_to_uav_150m/sues200_satellite_to_uav_150m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203B0775-4ED5-4C2E-B731-592B83B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satellite_to_uav_150m/sues200_satellite_to_uav_150m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817A2FCB-F3B2-412B-BB73-DDAD2AB0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satellite_to_uav_150m/sues200_satellite_to_uav_150m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0ED9AF4C-2857-42E2-8BF7-40F1BFC0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satellite_to_uav_150m/sues200_satellite_to_uav_150m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8272DE4A-3CEA-49F9-B264-CAB74EC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satellite_to_uav_150m/sues200_satellite_to_uav_150m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A05C822A-8A57-42A5-B965-A3FE3B1A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satellite_to_uav_150m/sues200_satellite_to_uav_150m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38B729D0-58C6-415B-8354-AC7368E7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satellite_to_uav_150m/sues200_satellite_to_uav_150m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A8110BA-1B29-478F-ADE6-556F4A7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439672"/>
            <a:ext cx="400050" cy="45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satellite_to_uav_150m/sues200_satellite_to_uav_150m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A98A9CE-45D5-49D0-BEFF-591A6785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332476"/>
            <a:ext cx="400050" cy="107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satellite_to_uav_150m/sues200_satellite_to_uav_150m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014639A-5B13-4E91-8A01-DC69C156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332476"/>
            <a:ext cx="400050" cy="178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satellite_to_uav_150m/sues200_satellite_to_uav_150m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4162BFE3-8416-4B2F-9900-5797EBD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46180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satellite_to_uav_150m/sues200_satellite_to_uav_150m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585A3784-5119-4DA1-BB8A-78E2A8B3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55.957</a:t>
            </a:r>
          </a:p>
        </p:txBody>
      </p:sp>
      <p:sp>
        <p:nvSpPr>
          <p:cNvPr id="330" name="sues200_satellite_to_uav_150m/sues200_satellite_to_uav_150m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B822A309-E4CC-47F0-BD2A-BD1D55B2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1617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satellite_to_uav_150m/sues200_satellite_to_uav_150m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A4DB6F77-F0E6-45F2-BA1A-62E74AF4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60.623</a:t>
            </a:r>
          </a:p>
        </p:txBody>
      </p:sp>
      <p:sp>
        <p:nvSpPr>
          <p:cNvPr id="332" name="sues200_satellite_to_uav_150m/sues200_satellite_to_uav_150m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DCDFC718-4555-45E4-9861-2E94BE97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30898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satellite_to_uav_150m/sues200_satellite_to_uav_150m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C3690AFB-C807-4D0E-BDB0-C53140A3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71.584</a:t>
            </a:r>
          </a:p>
        </p:txBody>
      </p:sp>
      <p:sp>
        <p:nvSpPr>
          <p:cNvPr id="334" name="sues200_satellite_to_uav_150m/sues200_satellite_to_uav_150m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2B0EAFC3-E70F-4900-8E1D-6A0B9F6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48770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satellite_to_uav_150m/sues200_satellite_to_uav_150m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5A1F85BD-FCD3-4E50-9C6A-D6DA0B13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53.308</a:t>
            </a:r>
          </a:p>
        </p:txBody>
      </p:sp>
      <p:sp>
        <p:nvSpPr>
          <p:cNvPr id="336" name="sues200_satellite_to_uav_150m/sues200_satellite_to_uav_150m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F0E6879F-88C3-417B-B67C-8DD93D0F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satellite_to_uav_150m/sues200_satellite_to_uav_150m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EC16BA1-B2E1-4D71-B282-F7540174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501931"/>
            <a:ext cx="400050" cy="31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satellite_to_uav_150m/sues200_satellite_to_uav_150m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755964EE-B7B1-4F26-995A-198ED8DE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416312"/>
            <a:ext cx="400050" cy="117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satellite_to_uav_150m/sues200_satellite_to_uav_150m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4C397B68-E9C7-4F0B-9CE6-D21B94B4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416312"/>
            <a:ext cx="400050" cy="144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satellite_to_uav_150m/sues200_satellite_to_uav_150m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4D6D658C-7C52-4D98-BB57-D246F3B2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47843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satellite_to_uav_150m/sues200_satellite_to_uav_150m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0E9172AB-88EE-444B-9B3C-5987B013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54.256</a:t>
            </a:r>
          </a:p>
        </p:txBody>
      </p:sp>
      <p:sp>
        <p:nvSpPr>
          <p:cNvPr id="342" name="sues200_satellite_to_uav_150m/sues200_satellite_to_uav_150m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624D0E11-46C0-4213-88E4-0AAC3A4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5100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satellite_to_uav_150m/sues200_satellite_to_uav_150m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972D6435-09C5-410D-B663-87EBFE06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51.028</a:t>
            </a:r>
          </a:p>
        </p:txBody>
      </p:sp>
      <p:sp>
        <p:nvSpPr>
          <p:cNvPr id="344" name="sues200_satellite_to_uav_150m/sues200_satellite_to_uav_150m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B1E8A458-B5D3-45C8-8CC5-D7F53DA5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39281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satellite_to_uav_150m/sues200_satellite_to_uav_150m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623B4B54-9FAB-46C7-939C-C42B2F7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63962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63.011</a:t>
            </a:r>
          </a:p>
        </p:txBody>
      </p:sp>
      <p:sp>
        <p:nvSpPr>
          <p:cNvPr id="346" name="sues200_satellite_to_uav_150m/sues200_satellite_to_uav_150m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DB611265-18A8-4AF5-902F-BA2BBAD4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53687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satellite_to_uav_150m/sues200_satellite_to_uav_150m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245F1FA1-2334-45BF-8E32-B4D22257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48.280</a:t>
            </a:r>
          </a:p>
        </p:txBody>
      </p:sp>
      <p:sp>
        <p:nvSpPr>
          <p:cNvPr id="348" name="sues200_satellite_to_uav_150m/sues200_satellite_to_uav_150m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03D67B03-587A-4933-B274-9D689C96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satellite_to_uav_150m/sues200_satellite_to_uav_150m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BD0A30BB-BBF2-498F-BA06-5EBD75B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satellite_to_uav_150m/sues200_satellite_to_uav_150m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18737729-1A75-4546-9743-E6CEC3BC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satellite_to_uav_150m/sues200_satellite_to_uav_150m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7E4D465D-3A0C-4AE1-A733-4DA2BB5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satellite_to_uav_150m/sues200_satellite_to_uav_150m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96A27935-F415-47D8-A7CC-2345F3B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satellite_to_uav_150m/sues200_satellite_to_uav_150m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8AAC8F1A-8228-4719-BAFD-213AA30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satellite_to_uav_150m/sues200_satellite_to_uav_150m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5CB744AC-ED31-47FF-8C35-1BBBDA4B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satellite_to_uav_150m/sues200_satellite_to_uav_150m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9D34F07A-4A3C-460C-AB11-24F3A75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satellite_to_uav_150m/sues200_satellite_to_uav_150m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0DEFCA2A-5A85-4055-9463-440A42C6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satellite_to_uav_150m/sues200_satellite_to_uav_150m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A4ADE038-5042-4E23-ACB4-476DB5BA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satellite_to_uav_150m/sues200_satellite_to_uav_150m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72B6540F-9D00-4C1C-8C42-DC715DDB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satellite_to_uav_150m/sues200_satellite_to_uav_150m/seed-2/MRR/y-axis">
            <a:extLst xmlns:a="http://schemas.openxmlformats.org/drawingml/2006/main">
              <a:ext uri="{FF2B5EF4-FFF2-40B4-BE49-F238E27FC236}">
                <a16:creationId xmlns:a16="http://schemas.microsoft.com/office/drawing/2014/main" id="{5B83D035-267B-4166-9C49-7C9F42B5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satellite_to_uav_150m/sues200_satellite_to_uav_150m/seed-2/MRR/x-axis">
            <a:extLst xmlns:a="http://schemas.openxmlformats.org/drawingml/2006/main">
              <a:ext uri="{FF2B5EF4-FFF2-40B4-BE49-F238E27FC236}">
                <a16:creationId xmlns:a16="http://schemas.microsoft.com/office/drawing/2014/main" id="{CEA53B11-1F9B-4267-AF99-F2C9C8D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satellite_to_uav_150m/sues200_satellite_to_uav_150m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16173723-A1A0-40BA-8765-A664C849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satellite_to_uav_150m/sues200_satellite_to_uav_150m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D09F289B-2189-4A41-9D9B-0F4B39DB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satellite_to_uav_150m/sues200_satellite_to_uav_150m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106E4302-4AC2-4E6C-A896-35AC274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satellite_to_uav_150m/sues200_satellite_to_uav_150m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57672F7A-4205-4F97-9DC5-00A0FCD8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satellite_to_uav_150m/sues200_satellite_to_uav_150m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61FD8F47-07C7-4CE9-884F-D2D5954D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satellite_to_uav_150m/sues200_satellite_to_uav_150m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6D654F2F-41D9-419F-865A-F0641602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satellite_to_uav_150m/sues200_satellite_to_uav_150m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D57C4305-C5EE-4EBD-BE2A-01941A3B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satellite_to_uav_150m/sues200_satellite_to_uav_150m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852ED7C6-0E69-4715-92ED-07BACE9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satellite_to_uav_150m/sues200_satellite_to_uav_150m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119BE05-9BD6-4572-9E55-CF184ED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381309"/>
            <a:ext cx="400050" cy="34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satellite_to_uav_150m/sues200_satellite_to_uav_150m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DDEF2B54-00B5-4275-AAEB-BECA9D1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05236"/>
            <a:ext cx="400050" cy="10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satellite_to_uav_150m/sues200_satellite_to_uav_150m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C07D6C7A-1F55-45DF-9395-59710246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367196"/>
            <a:ext cx="400050" cy="38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satellite_to_uav_150m/sues200_satellite_to_uav_150m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A7FDF1A5-C2DA-4CCD-8666-A8CAD1D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35781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satellite_to_uav_150m/sues200_satellite_to_uav_150m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74ACB00C-6976-4A01-ADE3-635119E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66.591</a:t>
            </a:r>
          </a:p>
        </p:txBody>
      </p:sp>
      <p:sp>
        <p:nvSpPr>
          <p:cNvPr id="374" name="sues200_satellite_to_uav_150m/sues200_satellite_to_uav_150m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CAC7CC22-71CC-4F7A-A31B-114C89C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39241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satellite_to_uav_150m/sues200_satellite_to_uav_150m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DBF60B8C-8551-4A69-9919-2D9ABD6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63.052</a:t>
            </a:r>
          </a:p>
        </p:txBody>
      </p:sp>
      <p:sp>
        <p:nvSpPr>
          <p:cNvPr id="376" name="sues200_satellite_to_uav_150m/sues200_satellite_to_uav_150m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FEBFB210-E3EF-4390-B931-5B5E6018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8174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satellite_to_uav_150m/sues200_satellite_to_uav_150m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C996C719-0F41-4C7D-ABF6-90880B2C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64.144</a:t>
            </a:r>
          </a:p>
        </p:txBody>
      </p:sp>
      <p:sp>
        <p:nvSpPr>
          <p:cNvPr id="378" name="sues200_satellite_to_uav_150m/sues200_satellite_to_uav_150m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230D3019-66F2-4D81-B878-F6CDEE69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34370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satellite_to_uav_150m/sues200_satellite_to_uav_150m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9F9B0563-EC72-45FE-AA54-DF5153A9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68.034</a:t>
            </a:r>
          </a:p>
        </p:txBody>
      </p:sp>
      <p:sp>
        <p:nvSpPr>
          <p:cNvPr id="380" name="sues200_satellite_to_uav_150m/sues200_satellite_to_uav_150m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043FCCB-10F7-44B6-8414-47E42CA7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satellite_to_uav_150m/sues200_satellite_to_uav_150m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7C9CD1B0-4221-47EC-A39B-20E681E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416874"/>
            <a:ext cx="400050" cy="1240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satellite_to_uav_150m/sues200_satellite_to_uav_150m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EB2F1C3B-24AA-43AA-96B9-930C7FB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79827"/>
            <a:ext cx="400050" cy="610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satellite_to_uav_150m/sues200_satellite_to_uav_150m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4B94916-D348-46D2-B005-39E7906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5479827"/>
            <a:ext cx="400050" cy="119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satellite_to_uav_150m/sues200_satellite_to_uav_150m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9E94CA33-8FD5-4CD8-B613-00A7B776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39337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satellite_to_uav_150m/sues200_satellite_to_uav_150m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C660C1B3-2609-4F88-8E15-C5E0EB9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62.954</a:t>
            </a:r>
          </a:p>
        </p:txBody>
      </p:sp>
      <p:sp>
        <p:nvSpPr>
          <p:cNvPr id="386" name="sues200_satellite_to_uav_150m/sues200_satellite_to_uav_150m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A0BCFD4A-5358-4901-BC66-C3C511A4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51742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satellite_to_uav_150m/sues200_satellite_to_uav_150m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478DA680-D9D9-40F9-8CAD-DAAD460A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50.269</a:t>
            </a:r>
          </a:p>
        </p:txBody>
      </p:sp>
      <p:sp>
        <p:nvSpPr>
          <p:cNvPr id="388" name="sues200_satellite_to_uav_150m/sues200_satellite_to_uav_150m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E99926E1-A41E-4D8E-95F2-1E92F058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5633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satellite_to_uav_150m/sues200_satellite_to_uav_150m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B978CE40-35C9-4500-8D79-216471E5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56.516</a:t>
            </a:r>
          </a:p>
        </p:txBody>
      </p:sp>
      <p:sp>
        <p:nvSpPr>
          <p:cNvPr id="390" name="sues200_satellite_to_uav_150m/sues200_satellite_to_uav_150m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1F63A2DB-7749-4F50-B474-49170BF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57574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satellite_to_uav_150m/sues200_satellite_to_uav_150m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F3B9D4E8-1FD7-4FED-AA25-78226C2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44.305</a:t>
            </a:r>
          </a:p>
        </p:txBody>
      </p:sp>
      <p:sp>
        <p:nvSpPr>
          <p:cNvPr id="392" name="sues200_satellite_to_uav_150m/sues200_satellite_to_uav_150m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A5B93373-3C54-47E7-9885-591EA46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satellite_to_uav_150m/sues200_satellite_to_uav_150m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B8149DE5-149C-4F5E-9F2E-24605CB5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satellite_to_uav_150m/sues200_satellite_to_uav_150m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AC619152-645E-4C3D-AF84-63F9190C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satellite_to_uav_150m/sues200_satellite_to_uav_150m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B9C647E3-44D7-4086-B2D0-712BBB55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satellite_to_uav_150m/sues200_satellite_to_uav_150m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B47B0304-DDEC-4B9D-AE2F-C975E987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satellite_to_uav_150m/sues200_satellite_to_uav_150m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A9C379DA-F7E2-4A4B-BC27-CB7BD19C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satellite_to_uav_150m/sues200_satellite_to_uav_150m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1034E96E-C7F4-405A-BA13-313385A1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satellite_to_uav_150m/sues200_satellite_to_uav_150m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3B2D1677-CD9B-4589-92A5-BC692C0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satellite_to_uav_150m/sues200_satellite_to_uav_150m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7FD8D1F0-CC48-488B-B673-CC21CF73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satellite_to_uav_150m/sues200_satellite_to_uav_150m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CC351F81-B396-4073-A420-1C7CFD93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satellite_to_uav_150m/sues200_satellite_to_uav_150m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B1BF3B81-2CAD-4980-9F9A-9D0F4FE9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satellite_to_uav_150m/sues200_satellite_to_uav_150m/seed-3/MRR/y-axis">
            <a:extLst xmlns:a="http://schemas.openxmlformats.org/drawingml/2006/main">
              <a:ext uri="{FF2B5EF4-FFF2-40B4-BE49-F238E27FC236}">
                <a16:creationId xmlns:a16="http://schemas.microsoft.com/office/drawing/2014/main" id="{19740562-5F64-4AC1-A60A-9FD7A710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satellite_to_uav_150m/sues200_satellite_to_uav_150m/seed-3/MRR/x-axis">
            <a:extLst xmlns:a="http://schemas.openxmlformats.org/drawingml/2006/main">
              <a:ext uri="{FF2B5EF4-FFF2-40B4-BE49-F238E27FC236}">
                <a16:creationId xmlns:a16="http://schemas.microsoft.com/office/drawing/2014/main" id="{F08A8E9B-6787-4749-97AF-E16E188F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satellite_to_uav_150m/sues200_satellite_to_uav_150m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56552A70-8782-4A4D-9C28-6B95657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satellite_to_uav_150m/sues200_satellite_to_uav_150m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90114C19-A827-45DD-8AF0-E86F3F9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satellite_to_uav_150m/sues200_satellite_to_uav_150m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766E7D4B-DFBC-4734-8BE1-91586999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satellite_to_uav_150m/sues200_satellite_to_uav_150m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FB1FE9FD-FB78-418F-8A0E-49EBDA3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satellite_to_uav_150m/sues200_satellite_to_uav_150m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A1000363-1DA9-4DD7-B134-8EEA2823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satellite_to_uav_150m/sues200_satellite_to_uav_150m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BEF648CE-A957-4686-A4FA-8390759A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satellite_to_uav_150m/sues200_satellite_to_uav_150m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E20774AD-E33B-462C-AC6A-0E0B65C0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satellite_to_uav_150m/sues200_satellite_to_uav_150m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FF658C6F-DF4C-4962-BC6A-8CF6893F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satellite_to_uav_150m/sues200_satellite_to_uav_150m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A3A6C930-AF59-4EBF-A1C4-5C9727CF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318065"/>
            <a:ext cx="400050" cy="657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satellite_to_uav_150m/sues200_satellite_to_uav_150m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FE267420-DB09-49B7-832D-634D55FC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5318065"/>
            <a:ext cx="400050" cy="711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satellite_to_uav_150m/sues200_satellite_to_uav_150m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84D9090A-B1EF-4A05-8719-06B7B904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389175"/>
            <a:ext cx="400050" cy="4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satellite_to_uav_150m/sues200_satellite_to_uav_150m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F75A6290-C3B6-4AE1-901C-93DE20DF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36031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satellite_to_uav_150m/sues200_satellite_to_uav_150m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3DBDF9BE-0189-4915-80BE-046DF8E7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66.335</a:t>
            </a:r>
          </a:p>
        </p:txBody>
      </p:sp>
      <p:sp>
        <p:nvSpPr>
          <p:cNvPr id="418" name="sues200_satellite_to_uav_150m/sues200_satellite_to_uav_150m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A790B66A-A0F5-4C83-B990-48431103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2945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satellite_to_uav_150m/sues200_satellite_to_uav_150m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A6EA5D84-0632-4C5C-95EE-3B4B564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73.058</a:t>
            </a:r>
          </a:p>
        </p:txBody>
      </p:sp>
      <p:sp>
        <p:nvSpPr>
          <p:cNvPr id="420" name="sues200_satellite_to_uav_150m/sues200_satellite_to_uav_150m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FB31EC2B-1983-4240-ABFB-7F10F314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3656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satellite_to_uav_150m/sues200_satellite_to_uav_150m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B981B67A-0242-4D5E-86CE-061D0F2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65.786</a:t>
            </a:r>
          </a:p>
        </p:txBody>
      </p:sp>
      <p:sp>
        <p:nvSpPr>
          <p:cNvPr id="422" name="sues200_satellite_to_uav_150m/sues200_satellite_to_uav_150m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57E2AB2F-1DE2-46D4-9798-DDA6E1BC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40763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satellite_to_uav_150m/sues200_satellite_to_uav_150m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AA7EF414-AC09-4709-ACDA-E4AFB81D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61.496</a:t>
            </a:r>
          </a:p>
        </p:txBody>
      </p:sp>
      <p:sp>
        <p:nvSpPr>
          <p:cNvPr id="424" name="sues200_satellite_to_uav_150m/sues200_satellite_to_uav_150m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F40D1CDC-DAF1-4029-A039-D524027D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satellite_to_uav_150m/sues200_satellite_to_uav_150m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943E644-E46A-443A-91B4-B522665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345247"/>
            <a:ext cx="400050" cy="138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satellite_to_uav_150m/sues200_satellite_to_uav_150m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90CEB97-61B9-4897-A181-455E5135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5345247"/>
            <a:ext cx="400050" cy="1687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satellite_to_uav_150m/sues200_satellite_to_uav_150m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4495677A-198F-4A59-86A9-38919B21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514033"/>
            <a:ext cx="400050" cy="1286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satellite_to_uav_150m/sues200_satellite_to_uav_150m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3060E20A-AB4E-4A8D-9D47-3E833261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45979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satellite_to_uav_150m/sues200_satellite_to_uav_150m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93F54487-C28A-4FE9-BA85-E98A5DCD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56.163</a:t>
            </a:r>
          </a:p>
        </p:txBody>
      </p:sp>
      <p:sp>
        <p:nvSpPr>
          <p:cNvPr id="430" name="sues200_satellite_to_uav_150m/sues200_satellite_to_uav_150m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1D5442DE-31A5-4DC3-8579-632000A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32175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satellite_to_uav_150m/sues200_satellite_to_uav_150m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7911098A-065C-4E4C-BC39-BF069C5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70.278</a:t>
            </a:r>
          </a:p>
        </p:txBody>
      </p:sp>
      <p:sp>
        <p:nvSpPr>
          <p:cNvPr id="432" name="sues200_satellite_to_uav_150m/sues200_satellite_to_uav_150m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40E1096D-9BEE-4C04-B13E-081C9C7E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49053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satellite_to_uav_150m/sues200_satellite_to_uav_150m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E72CA57B-6085-4CCF-A1B6-CE79D4D4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53.018</a:t>
            </a:r>
          </a:p>
        </p:txBody>
      </p:sp>
      <p:sp>
        <p:nvSpPr>
          <p:cNvPr id="434" name="sues200_satellite_to_uav_150m/sues200_satellite_to_uav_150m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6E02730C-DD2D-473F-BEAB-4DF077CE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61915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satellite_to_uav_150m/sues200_satellite_to_uav_150m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EC1E3E7C-1102-4AB4-87D2-008A3286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39.866</a:t>
            </a:r>
          </a:p>
        </p:txBody>
      </p:sp>
      <p:sp>
        <p:nvSpPr>
          <p:cNvPr id="436" name="sues200_satellite_to_uav_150m/sues200_satellite_to_uav_150m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5F59D1B0-251A-47AD-B25B-24FADF04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satellite_to_uav_150m/footnote-1">
            <a:extLst xmlns:a="http://schemas.openxmlformats.org/drawingml/2006/main">
              <a:ext uri="{FF2B5EF4-FFF2-40B4-BE49-F238E27FC236}">
                <a16:creationId xmlns:a16="http://schemas.microsoft.com/office/drawing/2014/main" id="{C2C2ADF1-8A18-466B-A03F-CA2C5333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satellite_to_uav_150m/footnote-2">
            <a:extLst xmlns:a="http://schemas.openxmlformats.org/drawingml/2006/main">
              <a:ext uri="{FF2B5EF4-FFF2-40B4-BE49-F238E27FC236}">
                <a16:creationId xmlns:a16="http://schemas.microsoft.com/office/drawing/2014/main" id="{735A29D1-EFC3-42C3-81FC-30F3D6A3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satellite_to_uav_150m/footnote-3">
            <a:extLst xmlns:a="http://schemas.openxmlformats.org/drawingml/2006/main">
              <a:ext uri="{FF2B5EF4-FFF2-40B4-BE49-F238E27FC236}">
                <a16:creationId xmlns:a16="http://schemas.microsoft.com/office/drawing/2014/main" id="{899ADCA1-CBAD-43FF-BF94-DB7FFE2D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satellite_to_uav_150m/footnote-4">
            <a:extLst xmlns:a="http://schemas.openxmlformats.org/drawingml/2006/main">
              <a:ext uri="{FF2B5EF4-FFF2-40B4-BE49-F238E27FC236}">
                <a16:creationId xmlns:a16="http://schemas.microsoft.com/office/drawing/2014/main" id="{359461A3-9D32-414E-8D57-BF4F9143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satellite_to_uav_150m/footnote-5">
            <a:extLst xmlns:a="http://schemas.openxmlformats.org/drawingml/2006/main">
              <a:ext uri="{FF2B5EF4-FFF2-40B4-BE49-F238E27FC236}">
                <a16:creationId xmlns:a16="http://schemas.microsoft.com/office/drawing/2014/main" id="{1C602324-4312-4A7F-8CB6-4AF57B1C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451457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uav_200m_to_satellite/title">
            <a:extLst xmlns:a="http://schemas.openxmlformats.org/drawingml/2006/main">
              <a:ext uri="{FF2B5EF4-FFF2-40B4-BE49-F238E27FC236}">
                <a16:creationId xmlns:a16="http://schemas.microsoft.com/office/drawing/2014/main" id="{53B5A1E4-6CEA-4DCD-90A4-12FC4213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200 m → satellite</a:t>
            </a:r>
          </a:p>
        </p:txBody>
      </p:sp>
      <p:sp>
        <p:nvSpPr>
          <p:cNvPr id="2" name="sues200_uav_200m_to_satellite/subtitle">
            <a:extLst xmlns:a="http://schemas.openxmlformats.org/drawingml/2006/main">
              <a:ext uri="{FF2B5EF4-FFF2-40B4-BE49-F238E27FC236}">
                <a16:creationId xmlns:a16="http://schemas.microsoft.com/office/drawing/2014/main" id="{35AE3CEF-A5AC-4A55-BD24-67EFFD44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uav_200m_to_satellite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DC85B749-AAB4-48FC-BF58-808D38B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200m_to_satellite/legend/visual/text">
            <a:extLst xmlns:a="http://schemas.openxmlformats.org/drawingml/2006/main">
              <a:ext uri="{FF2B5EF4-FFF2-40B4-BE49-F238E27FC236}">
                <a16:creationId xmlns:a16="http://schemas.microsoft.com/office/drawing/2014/main" id="{714EF59E-F8BF-4CC2-B695-51BE8BE8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uav_200m_to_satellite/legend/full/marker">
            <a:extLst xmlns:a="http://schemas.openxmlformats.org/drawingml/2006/main">
              <a:ext uri="{FF2B5EF4-FFF2-40B4-BE49-F238E27FC236}">
                <a16:creationId xmlns:a16="http://schemas.microsoft.com/office/drawing/2014/main" id="{9A0DB41B-182A-47FC-81C5-A925634D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200m_to_satellite/legend/full/text">
            <a:extLst xmlns:a="http://schemas.openxmlformats.org/drawingml/2006/main">
              <a:ext uri="{FF2B5EF4-FFF2-40B4-BE49-F238E27FC236}">
                <a16:creationId xmlns:a16="http://schemas.microsoft.com/office/drawing/2014/main" id="{961AEAC5-025A-495D-9AD1-B51EC7A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uav_200m_to_satellite/legend/values">
            <a:extLst xmlns:a="http://schemas.openxmlformats.org/drawingml/2006/main">
              <a:ext uri="{FF2B5EF4-FFF2-40B4-BE49-F238E27FC236}">
                <a16:creationId xmlns:a16="http://schemas.microsoft.com/office/drawing/2014/main" id="{AD71E311-8ADA-4F5D-B953-47314184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uav_200m_to_satellite/seed-1/heading">
            <a:extLst xmlns:a="http://schemas.openxmlformats.org/drawingml/2006/main">
              <a:ext uri="{FF2B5EF4-FFF2-40B4-BE49-F238E27FC236}">
                <a16:creationId xmlns:a16="http://schemas.microsoft.com/office/drawing/2014/main" id="{BBB79B0A-F006-4C07-8985-48FF93CB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uav_200m_to_satellite/seed-1/N-label">
            <a:extLst xmlns:a="http://schemas.openxmlformats.org/drawingml/2006/main">
              <a:ext uri="{FF2B5EF4-FFF2-40B4-BE49-F238E27FC236}">
                <a16:creationId xmlns:a16="http://schemas.microsoft.com/office/drawing/2014/main" id="{7CC991D0-2CD2-42E3-A26E-0100BD61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uav_200m_to_satellite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0F2B316E-D197-4735-8831-223F43F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uav_200m_to_satellite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04C2702B-2F86-41A1-B700-9D56AB6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2" name="sues200_uav_200m_to_satellite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9F6EF615-CF53-4CD3-A4F1-88341270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uav_200m_to_satellite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5D91152C-0C04-4EBC-8452-E8DF1671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4" name="sues200_uav_200m_to_satellite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F5FDFBD0-8394-413B-9FDE-C39FAB8E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uav_200m_to_satellite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9D7E6F84-2359-42F3-9AD0-1A655ECE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6" name="sues200_uav_200m_to_satellite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41FA5EBE-EB1F-4673-BD3F-ACC0745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uav_200m_to_satellite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F9E0E607-FD13-46EC-8628-55B3418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8" name="sues200_uav_200m_to_satellite/seed-2/heading">
            <a:extLst xmlns:a="http://schemas.openxmlformats.org/drawingml/2006/main">
              <a:ext uri="{FF2B5EF4-FFF2-40B4-BE49-F238E27FC236}">
                <a16:creationId xmlns:a16="http://schemas.microsoft.com/office/drawing/2014/main" id="{474E6821-475A-4604-9A09-06954547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uav_200m_to_satellite/seed-2/N-label">
            <a:extLst xmlns:a="http://schemas.openxmlformats.org/drawingml/2006/main">
              <a:ext uri="{FF2B5EF4-FFF2-40B4-BE49-F238E27FC236}">
                <a16:creationId xmlns:a16="http://schemas.microsoft.com/office/drawing/2014/main" id="{8D990057-EB88-4A6B-90B9-087FF94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uav_200m_to_satellite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6555CD15-D828-4645-B93B-8D6D0F8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uav_200m_to_satellite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71C94E40-EC35-4AA5-A116-D8B168B3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2" name="sues200_uav_200m_to_satellite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5E30EF92-04D1-47A9-B1EB-37D66B9C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uav_200m_to_satellite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26493124-FE57-4877-9CAE-E652DC43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4" name="sues200_uav_200m_to_satellite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DDE4DCDB-7B20-43AC-AC82-3119FBAC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uav_200m_to_satellite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44F3DD36-42E9-454F-843D-190DA0F9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4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6" name="sues200_uav_200m_to_satellite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DABCCA48-E8CE-4896-97F3-663D883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uav_200m_to_satellite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C4AB0227-4345-4135-ADE0-E6AB6701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4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8" name="sues200_uav_200m_to_satellite/seed-3/heading">
            <a:extLst xmlns:a="http://schemas.openxmlformats.org/drawingml/2006/main">
              <a:ext uri="{FF2B5EF4-FFF2-40B4-BE49-F238E27FC236}">
                <a16:creationId xmlns:a16="http://schemas.microsoft.com/office/drawing/2014/main" id="{981A3403-A352-44C8-AFE6-6B514D8A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uav_200m_to_satellite/seed-3/N-label">
            <a:extLst xmlns:a="http://schemas.openxmlformats.org/drawingml/2006/main">
              <a:ext uri="{FF2B5EF4-FFF2-40B4-BE49-F238E27FC236}">
                <a16:creationId xmlns:a16="http://schemas.microsoft.com/office/drawing/2014/main" id="{487D4132-DAA9-41ED-B47A-D77E55A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uav_200m_to_satellite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5102C9B6-D056-4D72-857B-278768EA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uav_200m_to_satellite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AA1517CE-7A5B-48F8-A04F-EE02250F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9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2" name="sues200_uav_200m_to_satellite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53CF92C2-1DEF-48DD-840A-28D5E108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uav_200m_to_satellite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80122CB2-4F00-4B88-9A7E-0B9B33D2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9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4" name="sues200_uav_200m_to_satellite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9609C00E-F6A4-410A-9DE9-512BB94B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uav_200m_to_satellite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7627C196-C227-449A-A309-844A067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0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6" name="sues200_uav_200m_to_satellite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2B9958B5-9281-4DE4-9C9F-C4A665D5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uav_200m_to_satellite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E2E376FC-1F27-4CC3-BA22-09192851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0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8" name="sues200_uav_200m_to_satellite/r_at_1/row-heading">
            <a:extLst xmlns:a="http://schemas.openxmlformats.org/drawingml/2006/main">
              <a:ext uri="{FF2B5EF4-FFF2-40B4-BE49-F238E27FC236}">
                <a16:creationId xmlns:a16="http://schemas.microsoft.com/office/drawing/2014/main" id="{2D311705-9674-431F-B60F-32ECDCE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uav_200m_to_satellite/sues200_uav_200m_to_satellite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A7D9A5D4-F23A-42CA-B298-CC5632CC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uav_200m_to_satellite/sues200_uav_200m_to_satellite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9CB90B57-63DD-4330-BE61-414E6DE1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uav_200m_to_satellite/sues200_uav_200m_to_satellite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A42CD9CD-B60A-492C-A271-729AD46A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uav_200m_to_satellite/sues200_uav_200m_to_satellite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979F8E44-181E-49FC-8463-A0CDD8E7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uav_200m_to_satellite/sues200_uav_200m_to_satellite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2187F505-8977-4AE8-A0DB-C14C3B18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uav_200m_to_satellite/sues200_uav_200m_to_satellite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34AAA08E-58B4-481F-B4BF-45530675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uav_200m_to_satellite/sues200_uav_200m_to_satellite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AE4E1D9C-5CC9-4492-B839-F500F0D8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uav_200m_to_satellite/sues200_uav_200m_to_satellite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841A2593-8989-406B-B1D6-36307B55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uav_200m_to_satellite/sues200_uav_200m_to_satellite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748C33D3-C73E-4766-9D22-E468ADB4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uav_200m_to_satellite/sues200_uav_200m_to_satellite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47FD4BAD-04C4-49CB-ADBE-E7C58F99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uav_200m_to_satellite/sues200_uav_200m_to_satellite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11286CDE-176B-4E54-8BD2-24332A19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uav_200m_to_satellite/sues200_uav_200m_to_satellite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EBA3E296-93B4-4721-8AE3-4E583113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uav_200m_to_satellite/sues200_uav_200m_to_satellite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29F5F166-89DC-4D2C-9E37-B6BB54D3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uav_200m_to_satellite/sues200_uav_200m_to_satellite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CB251AE2-E7CD-40A5-B8FE-779F7A12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uav_200m_to_satellite/sues200_uav_200m_to_satellite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13D35041-E80D-4EC2-8D63-686643C7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uav_200m_to_satellite/sues200_uav_200m_to_satellite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9363E86C-5D9C-4BAF-B650-230E835E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uav_200m_to_satellite/sues200_uav_200m_to_satellite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6ACCEF83-27F5-442A-8A94-8948EF84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uav_200m_to_satellite/sues200_uav_200m_to_satellite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4769D01A-78A1-464B-998F-F0876F68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uav_200m_to_satellite/sues200_uav_200m_to_satellite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7BE6AFA9-C53B-47E4-B5C8-6CC5430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uav_200m_to_satellite/sues200_uav_200m_to_satellite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18AB928E-08EA-4F34-BF86-2DDAF0B8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uav_200m_to_satellite/sues200_uav_200m_to_satellite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FA1C6D7-8C7D-4F87-BB7F-D48B388A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285682"/>
            <a:ext cx="400050" cy="5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uav_200m_to_satellite/sues200_uav_200m_to_satellite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39AC1706-BE67-43EA-AC21-5FFF6A6B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156600"/>
            <a:ext cx="400050" cy="1290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uav_200m_to_satellite/sues200_uav_200m_to_satellite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86A33155-5F5B-4E3D-B108-C14E9597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010893"/>
            <a:ext cx="400050" cy="145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uav_200m_to_satellite/sues200_uav_200m_to_satellite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DE397018-C62B-4B42-8F4E-F260F855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31597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uav_200m_to_satellite/sues200_uav_200m_to_satellite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49D21B02-029F-4C57-8CE8-E8DA7EA1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27.000</a:t>
            </a:r>
          </a:p>
        </p:txBody>
      </p:sp>
      <p:sp>
        <p:nvSpPr>
          <p:cNvPr id="64" name="sues200_uav_200m_to_satellite/sues200_uav_200m_to_satellite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C3C25D56-6849-4EED-A42C-305651BA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26218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uav_200m_to_satellite/sues200_uav_200m_to_satellite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7913E793-CF2E-4E58-8F20-5D1AB661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32.500</a:t>
            </a:r>
          </a:p>
        </p:txBody>
      </p:sp>
      <p:sp>
        <p:nvSpPr>
          <p:cNvPr id="66" name="sues200_uav_200m_to_satellite/sues200_uav_200m_to_satellite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8F788F77-AFD9-476F-A424-840AA296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133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uav_200m_to_satellite/sues200_uav_200m_to_satellite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FC824D54-B618-4918-8219-4D352DD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45.700</a:t>
            </a:r>
          </a:p>
        </p:txBody>
      </p:sp>
      <p:sp>
        <p:nvSpPr>
          <p:cNvPr id="68" name="sues200_uav_200m_to_satellite/sues200_uav_200m_to_satellite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20DFAD3E-73C3-49C3-A823-76F901A1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98739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uav_200m_to_satellite/sues200_uav_200m_to_satellite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53D63430-956D-45A0-A4B3-D4EBB5E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60.600</a:t>
            </a:r>
          </a:p>
        </p:txBody>
      </p:sp>
      <p:sp>
        <p:nvSpPr>
          <p:cNvPr id="70" name="sues200_uav_200m_to_satellite/sues200_uav_200m_to_satellite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20919248-0D86-4EA2-BD7A-71E6C0A0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uav_200m_to_satellite/sues200_uav_200m_to_satellite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12C8AFE-A172-47BE-9F36-B171BD3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326754"/>
            <a:ext cx="400050" cy="332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uav_200m_to_satellite/sues200_uav_200m_to_satellite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461D253-7C03-40E4-AE5A-F259B69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281771"/>
            <a:ext cx="400050" cy="44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uav_200m_to_satellite/sues200_uav_200m_to_satellite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15563639-F11B-4435-B637-AED2346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148776"/>
            <a:ext cx="400050" cy="132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uav_200m_to_satellite/sues200_uav_200m_to_satellite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85D38D06-E29D-439C-92E8-0F7B57F1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33650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uav_200m_to_satellite/sues200_uav_200m_to_satellite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A5B15C22-8A55-4F8B-90A3-2AF5614C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24.900</a:t>
            </a:r>
          </a:p>
        </p:txBody>
      </p:sp>
      <p:sp>
        <p:nvSpPr>
          <p:cNvPr id="76" name="sues200_uav_200m_to_satellite/sues200_uav_200m_to_satellite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C4ABBDD6-1DAE-49F0-8E19-66AE2C8F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30325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uav_200m_to_satellite/sues200_uav_200m_to_satellite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2C1002EF-9847-415F-805D-ED07E033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28.300</a:t>
            </a:r>
          </a:p>
        </p:txBody>
      </p:sp>
      <p:sp>
        <p:nvSpPr>
          <p:cNvPr id="78" name="sues200_uav_200m_to_satellite/sues200_uav_200m_to_satellite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A7BFE4FA-D61D-45AC-9F97-A32779A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25827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uav_200m_to_satellite/sues200_uav_200m_to_satellite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AA363861-33B7-42D0-ACB8-0105BF70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32.900</a:t>
            </a:r>
          </a:p>
        </p:txBody>
      </p:sp>
      <p:sp>
        <p:nvSpPr>
          <p:cNvPr id="80" name="sues200_uav_200m_to_satellite/sues200_uav_200m_to_satellite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FE8B3A09-F8A3-4423-97F7-F657AD0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12528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uav_200m_to_satellite/sues200_uav_200m_to_satellite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0B2136F9-E793-47DC-9C41-1E1111A3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46.500</a:t>
            </a:r>
          </a:p>
        </p:txBody>
      </p:sp>
      <p:sp>
        <p:nvSpPr>
          <p:cNvPr id="82" name="sues200_uav_200m_to_satellite/sues200_uav_200m_to_satellite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5EA7DA64-B9F6-4BC0-A3AC-DCA6F1C8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uav_200m_to_satellite/sues200_uav_200m_to_satellite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99D5F5E0-FBF6-43FE-9020-95BDFB1C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uav_200m_to_satellite/sues200_uav_200m_to_satellite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8F370066-59BE-4B5A-8435-CF0CB589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uav_200m_to_satellite/sues200_uav_200m_to_satellite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79D21AB2-E119-4481-8BEA-B2C0300B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uav_200m_to_satellite/sues200_uav_200m_to_satellite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376F2B8C-305F-49D5-8E1C-8481811E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uav_200m_to_satellite/sues200_uav_200m_to_satellite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C88BAB56-E120-4860-BF4A-EF2DE1D9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uav_200m_to_satellite/sues200_uav_200m_to_satellite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9A4F91F9-6622-4DCB-A0F5-DAE605BB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uav_200m_to_satellite/sues200_uav_200m_to_satellite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0A3A3055-752B-40BB-9E3A-80E2CFE7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uav_200m_to_satellite/sues200_uav_200m_to_satellite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7D607627-BD15-461F-9BDE-348A2195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uav_200m_to_satellite/sues200_uav_200m_to_satellite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2E220FE6-0410-49C6-8BD8-24808BCB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uav_200m_to_satellite/sues200_uav_200m_to_satellite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76F27957-D381-4109-8AD2-93DB2E9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uav_200m_to_satellite/sues200_uav_200m_to_satellite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37A19831-AEC7-406C-A972-F1A5887F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uav_200m_to_satellite/sues200_uav_200m_to_satellite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E4D6BC3D-8790-45BD-A52F-6342600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uav_200m_to_satellite/sues200_uav_200m_to_satellite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3D0E9383-F9DB-4C91-95E5-F6A0251A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uav_200m_to_satellite/sues200_uav_200m_to_satellite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0C85A02E-55FB-4739-BDF0-1E03D65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uav_200m_to_satellite/sues200_uav_200m_to_satellite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75D5F3C8-C72B-42C1-88CD-CB504D1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uav_200m_to_satellite/sues200_uav_200m_to_satellite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E0145444-76FA-4474-BA38-D7CE879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uav_200m_to_satellite/sues200_uav_200m_to_satellite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5CD8D34C-449F-4DDE-AF5E-333E09D1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uav_200m_to_satellite/sues200_uav_200m_to_satellite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22B612F7-0CC0-4389-8FF7-7152B6FA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uav_200m_to_satellite/sues200_uav_200m_to_satellite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44807F3F-EFCC-4475-A649-D1482F7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uav_200m_to_satellite/sues200_uav_200m_to_satellite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2D10AF53-AA59-4583-838F-ACACF58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uav_200m_to_satellite/sues200_uav_200m_to_satellite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7C1F8ABD-65E7-426F-BAE7-1D55F641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249500"/>
            <a:ext cx="400050" cy="113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uav_200m_to_satellite/sues200_uav_200m_to_satellite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76275F6-86D3-471F-9220-F3A8AB0A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132152"/>
            <a:ext cx="400050" cy="1173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uav_200m_to_satellite/sues200_uav_200m_to_satellite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9484330A-05FC-4DAE-8510-20C37164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1998180"/>
            <a:ext cx="400050" cy="1339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uav_200m_to_satellite/sues200_uav_200m_to_satellite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B12484CE-1E94-4391-8F17-67A9FD06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3944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uav_200m_to_satellite/sues200_uav_200m_to_satellite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AD5B9AE1-E184-4183-8A0E-0C5A0EC7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24.600</a:t>
            </a:r>
          </a:p>
        </p:txBody>
      </p:sp>
      <p:sp>
        <p:nvSpPr>
          <p:cNvPr id="108" name="sues200_uav_200m_to_satellite/sues200_uav_200m_to_satellite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7E203961-C3AF-4F8D-9F3A-9A514A11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2260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uav_200m_to_satellite/sues200_uav_200m_to_satellite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61C9A407-83C4-402A-92B2-73EECEB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36.200</a:t>
            </a:r>
          </a:p>
        </p:txBody>
      </p:sp>
      <p:sp>
        <p:nvSpPr>
          <p:cNvPr id="110" name="sues200_uav_200m_to_satellite/sues200_uav_200m_to_satellite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F7F7B308-4BA7-4F9C-A30C-3B31092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10865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uav_200m_to_satellite/sues200_uav_200m_to_satellite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E8172B0C-2546-4FBC-B3BB-8AE12712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48.200</a:t>
            </a:r>
          </a:p>
        </p:txBody>
      </p:sp>
      <p:sp>
        <p:nvSpPr>
          <p:cNvPr id="112" name="sues200_uav_200m_to_satellite/sues200_uav_200m_to_satellite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06D5DB32-F054-4053-A5AC-6BE8B76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974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uav_200m_to_satellite/sues200_uav_200m_to_satellite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C08D5239-7D7A-48F8-8FDF-D6BE132B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61.900</a:t>
            </a:r>
          </a:p>
        </p:txBody>
      </p:sp>
      <p:sp>
        <p:nvSpPr>
          <p:cNvPr id="114" name="sues200_uav_200m_to_satellite/sues200_uav_200m_to_satellite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44D14FA-DEA2-4833-B8B1-E885F53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uav_200m_to_satellite/sues200_uav_200m_to_satellite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CE6C1DE-004C-49CD-9F4C-C9F07F0C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337511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uav_200m_to_satellite/sues200_uav_200m_to_satellite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337219E-332B-4990-87B7-C9F8FEA6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289594"/>
            <a:ext cx="400050" cy="47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uav_200m_to_satellite/sues200_uav_200m_to_satellite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9C938E0-D526-4D2D-B55A-0161C06D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2169312"/>
            <a:ext cx="400050" cy="120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uav_200m_to_satellite/sues200_uav_200m_to_satellite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9D7B7500-25B3-4DE9-8DEC-F22A380D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1401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uav_200m_to_satellite/sues200_uav_200m_to_satellite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6AACF170-6589-4BE8-B08F-15156B27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27.200</a:t>
            </a:r>
          </a:p>
        </p:txBody>
      </p:sp>
      <p:sp>
        <p:nvSpPr>
          <p:cNvPr id="120" name="sues200_uav_200m_to_satellite/sues200_uav_200m_to_satellite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79113039-668F-4124-8A15-9879276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31401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uav_200m_to_satellite/sues200_uav_200m_to_satellite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C7B22B17-A04D-4FA9-A06B-3CE84B8B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27.200</a:t>
            </a:r>
          </a:p>
        </p:txBody>
      </p:sp>
      <p:sp>
        <p:nvSpPr>
          <p:cNvPr id="122" name="sues200_uav_200m_to_satellite/sues200_uav_200m_to_satellite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92DD206D-D5E4-41F3-9C96-2ABEB96A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26609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uav_200m_to_satellite/sues200_uav_200m_to_satellite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89A36305-4E4B-4A40-BFC4-C7710311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32.100</a:t>
            </a:r>
          </a:p>
        </p:txBody>
      </p:sp>
      <p:sp>
        <p:nvSpPr>
          <p:cNvPr id="124" name="sues200_uav_200m_to_satellite/sues200_uav_200m_to_satellite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45D2B744-072A-4679-89DE-7F8462F9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14581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uav_200m_to_satellite/sues200_uav_200m_to_satellite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685CE4A9-082F-41EE-B63A-1E923D3F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44.400</a:t>
            </a:r>
          </a:p>
        </p:txBody>
      </p:sp>
      <p:sp>
        <p:nvSpPr>
          <p:cNvPr id="126" name="sues200_uav_200m_to_satellite/sues200_uav_200m_to_satellite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811F44BC-8766-4ACB-9B75-3400B4A5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uav_200m_to_satellite/sues200_uav_200m_to_satellite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1470B583-0A2D-4148-A5EB-DD4A7A79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uav_200m_to_satellite/sues200_uav_200m_to_satellite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00EAE475-F2D3-4C49-B91E-8FDD6D26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uav_200m_to_satellite/sues200_uav_200m_to_satellite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AB648A62-D695-4234-AD3E-1A33360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uav_200m_to_satellite/sues200_uav_200m_to_satellite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26B6ACC4-5DC2-4B43-ABBA-D4BD2265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uav_200m_to_satellite/sues200_uav_200m_to_satellite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8F1BC72A-A409-4FCD-88F1-E5402ED3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uav_200m_to_satellite/sues200_uav_200m_to_satellite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3C0F9CA0-DD4D-4A09-81A4-76FD203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uav_200m_to_satellite/sues200_uav_200m_to_satellite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1BCF897E-C70B-4DD2-A160-60E6EEF0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uav_200m_to_satellite/sues200_uav_200m_to_satellite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55B19DE5-B8E2-4C32-9C67-7525DA7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uav_200m_to_satellite/sues200_uav_200m_to_satellite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0CD69FD3-ED57-471F-9CA7-6F9CFA2C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uav_200m_to_satellite/sues200_uav_200m_to_satellite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D4AF9A45-B7F0-4323-9A7C-B95218C0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uav_200m_to_satellite/sues200_uav_200m_to_satellite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52F553F3-D57C-480C-8203-07BBAD78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uav_200m_to_satellite/sues200_uav_200m_to_satellite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6D94505D-2553-4060-BA2F-B1350F6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uav_200m_to_satellite/sues200_uav_200m_to_satellite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E7574CCF-B330-448E-84C6-1B32047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uav_200m_to_satellite/sues200_uav_200m_to_satellite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A142F960-C9F7-4E7B-BFB8-42F5F98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uav_200m_to_satellite/sues200_uav_200m_to_satellite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207ABA9A-5192-46B7-87C7-FA25F628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uav_200m_to_satellite/sues200_uav_200m_to_satellite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3921ADA6-DD44-42B3-9F2F-6A4F205E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uav_200m_to_satellite/sues200_uav_200m_to_satellite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FD00E7A3-0B69-4592-A2B0-303302D3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uav_200m_to_satellite/sues200_uav_200m_to_satellite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F47E17F8-902B-42D6-ADAC-FDD48FA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uav_200m_to_satellite/sues200_uav_200m_to_satellite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EC92B765-6955-42A8-A89B-FC18D266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uav_200m_to_satellite/sues200_uav_200m_to_satellite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CF838C6E-EEAB-49BD-9FE9-D6744D44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uav_200m_to_satellite/sues200_uav_200m_to_satellite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C9789F26-76E0-4AA4-BADB-198A03B9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238743"/>
            <a:ext cx="400050" cy="113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uav_200m_to_satellite/sues200_uav_200m_to_satellite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F6935014-F40A-49A0-A68C-B03FE4D6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128241"/>
            <a:ext cx="400050" cy="1105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uav_200m_to_satellite/sues200_uav_200m_to_satellite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4DBDEBBF-3E18-4A5D-9513-5F26DCF1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1944395"/>
            <a:ext cx="400050" cy="183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uav_200m_to_satellite/sues200_uav_200m_to_satellite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FE746FF6-E98E-4A42-8A16-59FA6966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328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200m_to_satellite/sues200_uav_200m_to_satellite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F71628ED-811A-4D7B-9F43-99B9FE0B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25.700</a:t>
            </a:r>
          </a:p>
        </p:txBody>
      </p:sp>
      <p:sp>
        <p:nvSpPr>
          <p:cNvPr id="152" name="sues200_uav_200m_to_satellite/sues200_uav_200m_to_satellite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CFCDCB47-73C2-49C8-81E9-94314461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21524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uav_200m_to_satellite/sues200_uav_200m_to_satellite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95D4A1DC-D8B6-45E6-A7DA-E6142630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37.300</a:t>
            </a:r>
          </a:p>
        </p:txBody>
      </p:sp>
      <p:sp>
        <p:nvSpPr>
          <p:cNvPr id="154" name="sues200_uav_200m_to_satellite/sues200_uav_200m_to_satellite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9693502F-C820-4FD5-BFA8-E65F3C9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10474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uav_200m_to_satellite/sues200_uav_200m_to_satellite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3F484A82-9F37-47AF-B968-CE7F8482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48.600</a:t>
            </a:r>
          </a:p>
        </p:txBody>
      </p:sp>
      <p:sp>
        <p:nvSpPr>
          <p:cNvPr id="156" name="sues200_uav_200m_to_satellite/sues200_uav_200m_to_satellite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68A7B4C6-FAA6-43D2-BF2E-00DA3E19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92090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uav_200m_to_satellite/sues200_uav_200m_to_satellite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3C675D93-7562-408E-AE94-F143834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67.400</a:t>
            </a:r>
          </a:p>
        </p:txBody>
      </p:sp>
      <p:sp>
        <p:nvSpPr>
          <p:cNvPr id="158" name="sues200_uav_200m_to_satellite/sues200_uav_200m_to_satellite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7D7380E-7E37-4487-AA50-A5ED23C7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uav_200m_to_satellite/sues200_uav_200m_to_satellite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6F9BF8CE-14D2-4684-8285-3ADF153F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282749"/>
            <a:ext cx="400050" cy="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uav_200m_to_satellite/sues200_uav_200m_to_satellite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A77F8362-7FD9-47BE-97AD-47F3535E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259279"/>
            <a:ext cx="400050" cy="23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uav_200m_to_satellite/sues200_uav_200m_to_satellite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FC49DD8-340C-4D26-8A92-14A11229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2183003"/>
            <a:ext cx="400050" cy="762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uav_200m_to_satellite/sues200_uav_200m_to_satellite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F8B677D0-B59D-4325-849B-93EB8FFF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29641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uav_200m_to_satellite/sues200_uav_200m_to_satellite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6C4C9582-B418-4EA2-BAB9-82C0938E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29.000</a:t>
            </a:r>
          </a:p>
        </p:txBody>
      </p:sp>
      <p:sp>
        <p:nvSpPr>
          <p:cNvPr id="164" name="sues200_uav_200m_to_satellite/sues200_uav_200m_to_satellite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790DC027-3F7B-4128-BC2D-E0E0F43F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25925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uav_200m_to_satellite/sues200_uav_200m_to_satellite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9985C469-1FA5-4ECC-8CC0-D778C0B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32.800</a:t>
            </a:r>
          </a:p>
        </p:txBody>
      </p:sp>
      <p:sp>
        <p:nvSpPr>
          <p:cNvPr id="166" name="sues200_uav_200m_to_satellite/sues200_uav_200m_to_satellite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D7207BA4-1B8B-408F-96C2-077A2093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23578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uav_200m_to_satellite/sues200_uav_200m_to_satellite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497D5001-06FC-4A0A-B95F-5FF1196F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35.200</a:t>
            </a:r>
          </a:p>
        </p:txBody>
      </p:sp>
      <p:sp>
        <p:nvSpPr>
          <p:cNvPr id="168" name="sues200_uav_200m_to_satellite/sues200_uav_200m_to_satellite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1424916F-30E6-402F-AD4E-14D7CE5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15950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uav_200m_to_satellite/sues200_uav_200m_to_satellite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4D233D3E-F096-4C45-A42B-54293B06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43.000</a:t>
            </a:r>
          </a:p>
        </p:txBody>
      </p:sp>
      <p:sp>
        <p:nvSpPr>
          <p:cNvPr id="170" name="sues200_uav_200m_to_satellite/sues200_uav_200m_to_satellite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E2CFB337-2D57-4FE7-A71C-39739B7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uav_200m_to_satellite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4DC58560-EDB8-4B96-B377-0CA62878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uav_200m_to_satellite/sues200_uav_200m_to_satellite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875426EA-A9FD-4F72-A034-D6E2503C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uav_200m_to_satellite/sues200_uav_200m_to_satellite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E6C35D2C-01CF-41FA-ADE8-75E422DE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uav_200m_to_satellite/sues200_uav_200m_to_satellite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438EF430-865D-4026-8F83-B04746F8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uav_200m_to_satellite/sues200_uav_200m_to_satellite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A3BFF5AA-C361-4A8B-A5C7-02B6E43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uav_200m_to_satellite/sues200_uav_200m_to_satellite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84C9E41D-FF52-4AA4-B529-F30FD4F2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uav_200m_to_satellite/sues200_uav_200m_to_satellite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5D93A0B7-0B43-497D-B84C-99E08A1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uav_200m_to_satellite/sues200_uav_200m_to_satellite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D6EBA242-6AD0-4544-8D61-9DAEF34E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uav_200m_to_satellite/sues200_uav_200m_to_satellite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43327008-8C44-4E07-8F36-8C43435B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uav_200m_to_satellite/sues200_uav_200m_to_satellite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0CD2871D-1519-41C5-AE5C-6116D6F2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uav_200m_to_satellite/sues200_uav_200m_to_satellite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146F1FFA-D684-4498-9546-9DB5B8E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uav_200m_to_satellite/sues200_uav_200m_to_satellite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E17A6BD1-E02A-44CD-AFB6-1693DCD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uav_200m_to_satellite/sues200_uav_200m_to_satellite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A6701759-B317-41EE-8B8B-6D41E4FE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uav_200m_to_satellite/sues200_uav_200m_to_satellite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8E33FE20-582D-46E2-8EFD-AAF9064B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uav_200m_to_satellite/sues200_uav_200m_to_satellite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5DF7EF35-397A-48C5-B76D-2469B967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uav_200m_to_satellite/sues200_uav_200m_to_satellite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3B07C5EA-5E62-40F1-AA4B-BDA3F886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uav_200m_to_satellite/sues200_uav_200m_to_satellite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25F8BC11-FF98-4B57-875A-3D044C42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uav_200m_to_satellite/sues200_uav_200m_to_satellite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74A2AB09-3F03-4B76-A2A4-34CFDFB4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uav_200m_to_satellite/sues200_uav_200m_to_satellite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234D83A7-9C7E-4624-A91A-BD1B643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uav_200m_to_satellite/sues200_uav_200m_to_satellite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246D4EC2-F736-43D6-9CE3-01F47462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uav_200m_to_satellite/sues200_uav_200m_to_satellite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E15145E9-E687-4A85-8CED-2894672F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uav_200m_to_satellite/sues200_uav_200m_to_satellite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90F3AC9-5AE4-45AD-ABDC-2788C16B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900294"/>
            <a:ext cx="400050" cy="419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uav_200m_to_satellite/sues200_uav_200m_to_satellite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E74AFE0E-CE44-4800-A059-2F9A5172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795851"/>
            <a:ext cx="400050" cy="104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uav_200m_to_satellite/sues200_uav_200m_to_satellite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5FDF6F2-D63E-403D-B6C7-B09915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670526"/>
            <a:ext cx="400050" cy="12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uav_200m_to_satellite/sues200_uav_200m_to_satellite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B8EABAC4-0E6F-46CA-8A58-36FBEC80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1870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uav_200m_to_satellite/sues200_uav_200m_to_satellite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D0DAA280-35A1-4037-BC61-7CDC8541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38.429</a:t>
            </a:r>
          </a:p>
        </p:txBody>
      </p:sp>
      <p:sp>
        <p:nvSpPr>
          <p:cNvPr id="197" name="sues200_uav_200m_to_satellite/sues200_uav_200m_to_satellite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E76F192F-4387-45C7-900E-513D597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7679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200m_to_satellite/sues200_uav_200m_to_satellite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E776CBD2-E8B3-4850-A1BF-B24AB72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42.715</a:t>
            </a:r>
          </a:p>
        </p:txBody>
      </p:sp>
      <p:sp>
        <p:nvSpPr>
          <p:cNvPr id="199" name="sues200_uav_200m_to_satellite/sues200_uav_200m_to_satellite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379595E7-85E9-4499-BF60-B375CF1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77235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200m_to_satellite/sues200_uav_200m_to_satellite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A64C2D16-0E31-496A-8A12-AE741F4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53.395</a:t>
            </a:r>
          </a:p>
        </p:txBody>
      </p:sp>
      <p:sp>
        <p:nvSpPr>
          <p:cNvPr id="201" name="sues200_uav_200m_to_satellite/sues200_uav_200m_to_satellite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410997E6-F92C-47F7-B67F-36A925CF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64703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200m_to_satellite/sues200_uav_200m_to_satellite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A5D97F52-6690-402F-9787-9F90002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365" y="45420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66.211</a:t>
            </a:r>
          </a:p>
        </p:txBody>
      </p:sp>
      <p:sp>
        <p:nvSpPr>
          <p:cNvPr id="203" name="sues200_uav_200m_to_satellite/sues200_uav_200m_to_satellite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D4325D0-1D78-4818-A2E5-14FCC49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uav_200m_to_satellite/sues200_uav_200m_to_satellite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6E50A5B-305B-4736-AA5D-33CB7C6D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960936"/>
            <a:ext cx="400050" cy="23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uav_200m_to_satellite/sues200_uav_200m_to_satellite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480D1E0A-67B2-41EA-A9E5-C6306728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914218"/>
            <a:ext cx="400050" cy="46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uav_200m_to_satellite/sues200_uav_200m_to_satellite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39CDDFE8-68B5-42AD-B64C-EB6AFFCE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790663"/>
            <a:ext cx="400050" cy="1235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uav_200m_to_satellite/sues200_uav_200m_to_satellite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DD17EB37-9323-43B6-B159-1E4AA083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6074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200m_to_satellite/sues200_uav_200m_to_satellite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81E6CC59-D185-4E33-8570-BD0AC3A5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34.131</a:t>
            </a:r>
          </a:p>
        </p:txBody>
      </p:sp>
      <p:sp>
        <p:nvSpPr>
          <p:cNvPr id="209" name="sues200_uav_200m_to_satellite/sues200_uav_200m_to_satellite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7FB7DD7D-1A7B-410A-960F-F73DB77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3744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200m_to_satellite/sues200_uav_200m_to_satellite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E1AFE6B5-B9E3-4A64-9FF0-58CDAE28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36.513</a:t>
            </a:r>
          </a:p>
        </p:txBody>
      </p:sp>
      <p:sp>
        <p:nvSpPr>
          <p:cNvPr id="211" name="sues200_uav_200m_to_satellite/sues200_uav_200m_to_satellite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A42CC58B-E83A-4F63-8731-69261FD9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89072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200m_to_satellite/sues200_uav_200m_to_satellite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CE8E12C8-89E7-48EF-B752-3BE571ED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41.291</a:t>
            </a:r>
          </a:p>
        </p:txBody>
      </p:sp>
      <p:sp>
        <p:nvSpPr>
          <p:cNvPr id="213" name="sues200_uav_200m_to_satellite/sues200_uav_200m_to_satellite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5DA9B9F2-0FEE-4EDA-B95D-F23D4F0B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76716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uav_200m_to_satellite/sues200_uav_200m_to_satellite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B570C46D-6FE4-4897-A21A-E4D8C187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53.925</a:t>
            </a:r>
          </a:p>
        </p:txBody>
      </p:sp>
      <p:sp>
        <p:nvSpPr>
          <p:cNvPr id="215" name="sues200_uav_200m_to_satellite/sues200_uav_200m_to_satellite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956366A6-90EA-4846-B6C5-81045012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uav_200m_to_satellite/sues200_uav_200m_to_satellite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6D85CCBA-72CE-42FF-AA45-3ED71C4A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uav_200m_to_satellite/sues200_uav_200m_to_satellite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F810BE40-A70D-4EEE-8AAD-6AB22CC1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uav_200m_to_satellite/sues200_uav_200m_to_satellite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A9E923E7-A08E-4A34-BA52-748498D6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uav_200m_to_satellite/sues200_uav_200m_to_satellite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A64FFAF6-44F4-4E70-9067-85FCA1C3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uav_200m_to_satellite/sues200_uav_200m_to_satellite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15401101-FC54-4A9E-A81D-EE2BA170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uav_200m_to_satellite/sues200_uav_200m_to_satellite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0E7379EF-9742-4D3A-9481-0D27C23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uav_200m_to_satellite/sues200_uav_200m_to_satellite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60A28FEC-3810-42A8-9BCA-645559D0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uav_200m_to_satellite/sues200_uav_200m_to_satellite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952BBDD0-2BD2-4ED7-852F-B160C589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uav_200m_to_satellite/sues200_uav_200m_to_satellite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8B3EEA35-EA4C-4272-BEDF-D284A09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uav_200m_to_satellite/sues200_uav_200m_to_satellite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3A872A0D-FED3-4630-929A-6F09E92F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200m_to_satellite/sues200_uav_200m_to_satellite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DBB2560E-C925-45B1-943C-486C8FE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uav_200m_to_satellite/sues200_uav_200m_to_satellite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F9DB6542-6B4B-4A1D-B711-FE89379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uav_200m_to_satellite/sues200_uav_200m_to_satellite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C687D00E-FE22-40A6-9334-8A103FFD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uav_200m_to_satellite/sues200_uav_200m_to_satellite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4634F3D3-FE49-488F-A1F1-1C568AD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uav_200m_to_satellite/sues200_uav_200m_to_satellite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2964BB7D-8087-42D2-BC07-0394C7B6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uav_200m_to_satellite/sues200_uav_200m_to_satellite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5F227620-046E-4D89-A15C-141F5E4D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uav_200m_to_satellite/sues200_uav_200m_to_satellite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78FD6C3F-1B6D-47AE-9951-1A037B6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uav_200m_to_satellite/sues200_uav_200m_to_satellite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9D481D37-EB1D-41C4-9E26-30CDD34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uav_200m_to_satellite/sues200_uav_200m_to_satellite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8CD9A33A-554A-459C-873B-23612E27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uav_200m_to_satellite/sues200_uav_200m_to_satellite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12C74AB0-9B5A-41B8-ACE9-7703841A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uav_200m_to_satellite/sues200_uav_200m_to_satellite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A08962C-E24D-425B-B088-F32D049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881788"/>
            <a:ext cx="400050" cy="8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uav_200m_to_satellite/sues200_uav_200m_to_satellite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447CA92-9169-4A06-BDEE-64E010B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779979"/>
            <a:ext cx="400050" cy="1018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uav_200m_to_satellite/sues200_uav_200m_to_satellite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EC1B7F09-E1A0-4BFA-8D0E-7D1FFB7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669473"/>
            <a:ext cx="400050" cy="1105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uav_200m_to_satellite/sues200_uav_200m_to_satellite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5B19BDD2-AFFF-434E-B41F-36217989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4366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uav_200m_to_satellite/sues200_uav_200m_to_satellite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13D263DE-6726-443F-9389-B5662F88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35.877</a:t>
            </a:r>
          </a:p>
        </p:txBody>
      </p:sp>
      <p:sp>
        <p:nvSpPr>
          <p:cNvPr id="241" name="sues200_uav_200m_to_satellite/sues200_uav_200m_to_satellite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9D2D587E-C096-40D0-AC78-BA5B0BF4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85829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uav_200m_to_satellite/sues200_uav_200m_to_satellite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86577AAF-4060-4AFF-B05A-C4ED323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44.607</a:t>
            </a:r>
          </a:p>
        </p:txBody>
      </p:sp>
      <p:sp>
        <p:nvSpPr>
          <p:cNvPr id="243" name="sues200_uav_200m_to_satellite/sues200_uav_200m_to_satellite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898C7671-7DDF-4A8B-959B-692F286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75648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uav_200m_to_satellite/sues200_uav_200m_to_satellite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F65D65E2-B0B3-4939-8051-AF81D506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55.018</a:t>
            </a:r>
          </a:p>
        </p:txBody>
      </p:sp>
      <p:sp>
        <p:nvSpPr>
          <p:cNvPr id="245" name="sues200_uav_200m_to_satellite/sues200_uav_200m_to_satellite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837D2D75-DED0-43DA-8E1E-9B911007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64597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uav_200m_to_satellite/sues200_uav_200m_to_satellite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790CDA1D-F256-4723-9ACF-E52425F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66.318</a:t>
            </a:r>
          </a:p>
        </p:txBody>
      </p:sp>
      <p:sp>
        <p:nvSpPr>
          <p:cNvPr id="247" name="sues200_uav_200m_to_satellite/sues200_uav_200m_to_satellite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CBE1E1F4-7446-42C9-AF84-14C9C12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uav_200m_to_satellite/sues200_uav_200m_to_satellite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EA4EBF4-7FDB-4F65-A5DE-D2B6F476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3962634"/>
            <a:ext cx="400050" cy="24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uav_200m_to_satellite/sues200_uav_200m_to_satellite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BC0144B6-FE4E-40C7-B836-37E6548C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918171"/>
            <a:ext cx="400050" cy="468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uav_200m_to_satellite/sues200_uav_200m_to_satellite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988C5D5-729B-4A44-9DB1-39E84CDC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824438"/>
            <a:ext cx="400050" cy="937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uav_200m_to_satellite/sues200_uav_200m_to_satellite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36ECD12C-A1DE-4EFC-BBEB-5EAE0AE8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3913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uav_200m_to_satellite/sues200_uav_200m_to_satellite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35C54EE6-8BCA-47EF-8819-BD977054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36.340</a:t>
            </a:r>
          </a:p>
        </p:txBody>
      </p:sp>
      <p:sp>
        <p:nvSpPr>
          <p:cNvPr id="253" name="sues200_uav_200m_to_satellite/sues200_uav_200m_to_satellite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CF6A4B8F-6B8F-44A3-ABBA-54D6B0F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94156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uav_200m_to_satellite/sues200_uav_200m_to_satellite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77293563-E5B4-4444-9A1B-55A48262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36.092</a:t>
            </a:r>
          </a:p>
        </p:txBody>
      </p:sp>
      <p:sp>
        <p:nvSpPr>
          <p:cNvPr id="255" name="sues200_uav_200m_to_satellite/sues200_uav_200m_to_satellite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862598B5-3E2A-421D-932C-E3DDFD9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9467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uav_200m_to_satellite/sues200_uav_200m_to_satellite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115E89DA-593F-4FD6-897E-00EAA59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40.886</a:t>
            </a:r>
          </a:p>
        </p:txBody>
      </p:sp>
      <p:sp>
        <p:nvSpPr>
          <p:cNvPr id="257" name="sues200_uav_200m_to_satellite/sues200_uav_200m_to_satellite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D7607385-E99F-4BDB-B4E6-BBBBAF2C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80094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uav_200m_to_satellite/sues200_uav_200m_to_satellite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93A96421-004C-49BC-A18A-846A459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50.472</a:t>
            </a:r>
          </a:p>
        </p:txBody>
      </p:sp>
      <p:sp>
        <p:nvSpPr>
          <p:cNvPr id="259" name="sues200_uav_200m_to_satellite/sues200_uav_200m_to_satellite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9A4E4635-22AF-4BC7-87D3-BAC5068C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uav_200m_to_satellite/sues200_uav_200m_to_satellite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1CAC03E9-C0F0-4C68-BA5E-A709B35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uav_200m_to_satellite/sues200_uav_200m_to_satellite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BA1A2787-A138-44AA-88C4-1915670D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uav_200m_to_satellite/sues200_uav_200m_to_satellite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7EAC6746-C99A-4AC0-AFB8-3C01AB8B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uav_200m_to_satellite/sues200_uav_200m_to_satellite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0EFF2B80-05DE-40E8-8831-ADFC8148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uav_200m_to_satellite/sues200_uav_200m_to_satellite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73FEE9C0-A830-41D4-BAE2-559CEFA1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uav_200m_to_satellite/sues200_uav_200m_to_satellite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EB37AC8C-1B55-4D84-9CD4-804DFB0E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uav_200m_to_satellite/sues200_uav_200m_to_satellite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7035ABF6-2A7F-4F87-81E5-595347E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uav_200m_to_satellite/sues200_uav_200m_to_satellite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35DB09DA-BAFB-4386-ADF1-87DCD2B6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uav_200m_to_satellite/sues200_uav_200m_to_satellite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DC96710E-D37C-48C6-A9BA-C4A7FD26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uav_200m_to_satellite/sues200_uav_200m_to_satellite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6A4DFE87-2239-4075-9350-1096BEEB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uav_200m_to_satellite/sues200_uav_200m_to_satellite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6CBF3DCC-1E3A-4C6F-9E7E-435B8363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uav_200m_to_satellite/sues200_uav_200m_to_satellite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E4CEA5DA-308E-4E2F-BF0D-C60429F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uav_200m_to_satellite/sues200_uav_200m_to_satellite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35045FDF-6234-4FF2-8D01-4B31462D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uav_200m_to_satellite/sues200_uav_200m_to_satellite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4E8632B1-FEFC-4A85-AAFE-91F44152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uav_200m_to_satellite/sues200_uav_200m_to_satellite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77EFFEA1-B1BF-4A83-99BD-CBAFFE30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uav_200m_to_satellite/sues200_uav_200m_to_satellite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955A2A18-A224-4A50-B56E-5141E08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uav_200m_to_satellite/sues200_uav_200m_to_satellite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738D77BA-C374-4506-BF58-40FAEDB6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uav_200m_to_satellite/sues200_uav_200m_to_satellite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2C3C7BA6-0626-47F6-A25C-0273B080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uav_200m_to_satellite/sues200_uav_200m_to_satellite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33D1DFFB-C45D-4B9A-89AE-0F00963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uav_200m_to_satellite/sues200_uav_200m_to_satellite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832FF8C0-7290-46B2-8FEA-D77A667D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uav_200m_to_satellite/sues200_uav_200m_to_satellite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77451AEB-2A9F-48DF-8DE9-38BC9806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865114"/>
            <a:ext cx="400050" cy="912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uav_200m_to_satellite/sues200_uav_200m_to_satellite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0AB2EC86-16C2-4B8D-BF07-33C35FD1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774953"/>
            <a:ext cx="400050" cy="90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uav_200m_to_satellite/sues200_uav_200m_to_satellite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1FFD6AC1-599B-4A43-B2A4-FA75779C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618894"/>
            <a:ext cx="400050" cy="1560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uav_200m_to_satellite/sues200_uav_200m_to_satellite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4AD4C1BE-8007-434B-8C09-29EE710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328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uav_200m_to_satellite/sues200_uav_200m_to_satellite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A5615B14-11FF-4F53-80EE-AA09039E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36.980</a:t>
            </a:r>
          </a:p>
        </p:txBody>
      </p:sp>
      <p:sp>
        <p:nvSpPr>
          <p:cNvPr id="285" name="sues200_uav_200m_to_satellite/sues200_uav_200m_to_satellite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20A6B697-ACC9-4611-8B53-DA7BEFE6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4161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uav_200m_to_satellite/sues200_uav_200m_to_satellite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D9A3DE9C-89C2-492B-955B-6F25F99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46.312</a:t>
            </a:r>
          </a:p>
        </p:txBody>
      </p:sp>
      <p:sp>
        <p:nvSpPr>
          <p:cNvPr id="287" name="sues200_uav_200m_to_satellite/sues200_uav_200m_to_satellite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98CD0B2E-D759-4105-AFA6-8B0284E2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75145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uav_200m_to_satellite/sues200_uav_200m_to_satellite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452C3F47-28A5-47E0-AA96-62342CB8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55.532</a:t>
            </a:r>
          </a:p>
        </p:txBody>
      </p:sp>
      <p:sp>
        <p:nvSpPr>
          <p:cNvPr id="289" name="sues200_uav_200m_to_satellite/sues200_uav_200m_to_satellite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7D412356-A439-4206-8710-593B3460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59539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uav_200m_to_satellite/sues200_uav_200m_to_satellite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9812495C-2C79-4D58-8CFD-FC524595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71.491</a:t>
            </a:r>
          </a:p>
        </p:txBody>
      </p:sp>
      <p:sp>
        <p:nvSpPr>
          <p:cNvPr id="291" name="sues200_uav_200m_to_satellite/sues200_uav_200m_to_satellite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0B77218-8F35-4BF4-8D3A-A2ACEBA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uav_200m_to_satellite/sues200_uav_200m_to_satellite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219FDB56-91D8-48EC-BA87-1D8097C9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923561"/>
            <a:ext cx="400050" cy="296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uav_200m_to_satellite/sues200_uav_200m_to_satellite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FDF8D10-16D8-46E7-B826-28D055B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900421"/>
            <a:ext cx="400050" cy="231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uav_200m_to_satellite/sues200_uav_200m_to_satellite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D4DF025C-48F9-474E-89A1-EB92FA5E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832632"/>
            <a:ext cx="400050" cy="677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uav_200m_to_satellite/sues200_uav_200m_to_satellite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F6A0027C-1CA0-4878-8E98-7731A54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2969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uav_200m_to_satellite/sues200_uav_200m_to_satellite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ED3842D6-36CE-4803-8ADA-C9B128E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37.306</a:t>
            </a:r>
          </a:p>
        </p:txBody>
      </p:sp>
      <p:sp>
        <p:nvSpPr>
          <p:cNvPr id="297" name="sues200_uav_200m_to_satellite/sues200_uav_200m_to_satellite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B7279B84-8F2B-4047-B67B-A7E681E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0006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uav_200m_to_satellite/sues200_uav_200m_to_satellite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9060C051-50A8-4D8D-81CD-1C01B03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40.335</a:t>
            </a:r>
          </a:p>
        </p:txBody>
      </p:sp>
      <p:sp>
        <p:nvSpPr>
          <p:cNvPr id="299" name="sues200_uav_200m_to_satellite/sues200_uav_200m_to_satellite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73F8B6ED-AC74-46BD-BCE4-10410BFB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7692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uav_200m_to_satellite/sues200_uav_200m_to_satellite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C0ED538A-DC78-48C6-BC66-0B27FCBD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42.702</a:t>
            </a:r>
          </a:p>
        </p:txBody>
      </p:sp>
      <p:sp>
        <p:nvSpPr>
          <p:cNvPr id="301" name="sues200_uav_200m_to_satellite/sues200_uav_200m_to_satellite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12436AF6-BC75-4E23-BF84-BF5FA221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80913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uav_200m_to_satellite/sues200_uav_200m_to_satellite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521283D2-743F-4D1E-9AAB-C22F4A03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49.634</a:t>
            </a:r>
          </a:p>
        </p:txBody>
      </p:sp>
      <p:sp>
        <p:nvSpPr>
          <p:cNvPr id="303" name="sues200_uav_200m_to_satellite/sues200_uav_200m_to_satellite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2F83AC5F-61B7-41BA-B3AE-43853FA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uav_200m_to_satellite/MRR/row-heading">
            <a:extLst xmlns:a="http://schemas.openxmlformats.org/drawingml/2006/main">
              <a:ext uri="{FF2B5EF4-FFF2-40B4-BE49-F238E27FC236}">
                <a16:creationId xmlns:a16="http://schemas.microsoft.com/office/drawing/2014/main" id="{94CD0196-929B-4545-B3FD-C50408A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uav_200m_to_satellite/sues200_uav_200m_to_satellite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AE0A7EB9-0E98-42EC-88DE-F4B7456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uav_200m_to_satellite/sues200_uav_200m_to_satellite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F66EDDFE-6FC4-4FF0-9F02-63A199BD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uav_200m_to_satellite/sues200_uav_200m_to_satellite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2D1040FC-C577-46D7-B4C3-654D2E3C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uav_200m_to_satellite/sues200_uav_200m_to_satellite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E5512DFC-E33E-4606-849A-177CD4A1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uav_200m_to_satellite/sues200_uav_200m_to_satellite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D0D637FD-B5B4-480F-890F-00A3B7D1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uav_200m_to_satellite/sues200_uav_200m_to_satellite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F93FF4CF-CB79-4299-A01E-B14641C4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uav_200m_to_satellite/sues200_uav_200m_to_satellite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E60ABC36-37E3-4D6F-A64D-1C6053B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uav_200m_to_satellite/sues200_uav_200m_to_satellite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464BA533-4E0A-4DEC-BC48-B4BDE221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uav_200m_to_satellite/sues200_uav_200m_to_satellite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7A4B14C7-6028-4774-82DA-379AFB9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uav_200m_to_satellite/sues200_uav_200m_to_satellite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9536A543-66E0-439B-AFD3-9D5733D9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uav_200m_to_satellite/sues200_uav_200m_to_satellite/seed-1/MRR/y-axis">
            <a:extLst xmlns:a="http://schemas.openxmlformats.org/drawingml/2006/main">
              <a:ext uri="{FF2B5EF4-FFF2-40B4-BE49-F238E27FC236}">
                <a16:creationId xmlns:a16="http://schemas.microsoft.com/office/drawing/2014/main" id="{0FBE1D65-5E6F-41F6-AD51-274FD21C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uav_200m_to_satellite/sues200_uav_200m_to_satellite/seed-1/MRR/x-axis">
            <a:extLst xmlns:a="http://schemas.openxmlformats.org/drawingml/2006/main">
              <a:ext uri="{FF2B5EF4-FFF2-40B4-BE49-F238E27FC236}">
                <a16:creationId xmlns:a16="http://schemas.microsoft.com/office/drawing/2014/main" id="{7145FF54-B2E2-4E1E-8B2C-40B5F81D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uav_200m_to_satellite/sues200_uav_200m_to_satellite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CDF9BCE3-4EF1-4931-96D7-5D1C0E7E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uav_200m_to_satellite/sues200_uav_200m_to_satellite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179D9507-0B77-46B1-A0BB-8FCA5F3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uav_200m_to_satellite/sues200_uav_200m_to_satellite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B185204E-D4B4-4398-824B-4A0F9A2E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uav_200m_to_satellite/sues200_uav_200m_to_satellite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7931CE51-05E2-4C45-A12F-BFF9522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uav_200m_to_satellite/sues200_uav_200m_to_satellite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BCED5881-C6DE-467F-8E8E-A94899E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uav_200m_to_satellite/sues200_uav_200m_to_satellite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DA838927-9D3B-4B13-BC0E-D2985A57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uav_200m_to_satellite/sues200_uav_200m_to_satellite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B8CA5032-96B6-4B92-B021-920FEB2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uav_200m_to_satellite/sues200_uav_200m_to_satellite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B4333162-8800-44E8-8C5A-3EEAF69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uav_200m_to_satellite/sues200_uav_200m_to_satellite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B52508A3-F92F-4ECE-86A7-7671079A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514906"/>
            <a:ext cx="400050" cy="30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uav_200m_to_satellite/sues200_uav_200m_to_satellite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F9CB374E-90BF-4140-AA84-A541BA13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435103"/>
            <a:ext cx="400050" cy="798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uav_200m_to_satellite/sues200_uav_200m_to_satellite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DD7DA722-F93E-431E-81D5-2904195D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330160"/>
            <a:ext cx="400050" cy="1049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uav_200m_to_satellite/sues200_uav_200m_to_satellite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D7C50488-A7E8-4885-A4FC-0102BEE2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52143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uav_200m_to_satellite/sues200_uav_200m_to_satellite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2825F8F5-A252-4096-83E0-B5666EE9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49.859</a:t>
            </a:r>
          </a:p>
        </p:txBody>
      </p:sp>
      <p:sp>
        <p:nvSpPr>
          <p:cNvPr id="330" name="sues200_uav_200m_to_satellite/sues200_uav_200m_to_satellite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AD615BB8-50DA-4F80-9F93-BDA930F2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9141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uav_200m_to_satellite/sues200_uav_200m_to_satellite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C38F9257-E441-4BFD-92E3-D073AF15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52.929</a:t>
            </a:r>
          </a:p>
        </p:txBody>
      </p:sp>
      <p:sp>
        <p:nvSpPr>
          <p:cNvPr id="332" name="sues200_uav_200m_to_satellite/sues200_uav_200m_to_satellite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10F6DF2A-A60C-4D83-B289-AC919403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41160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uav_200m_to_satellite/sues200_uav_200m_to_satellite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5C325E85-C5A5-4382-BB53-2F3C7E11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61.090</a:t>
            </a:r>
          </a:p>
        </p:txBody>
      </p:sp>
      <p:sp>
        <p:nvSpPr>
          <p:cNvPr id="334" name="sues200_uav_200m_to_satellite/sues200_uav_200m_to_satellite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6F72C5F1-BC6C-4A73-BCF4-B1D383B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066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uav_200m_to_satellite/sues200_uav_200m_to_satellite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B12AF422-C299-4CB3-B4C9-DB63CF8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71.821</a:t>
            </a:r>
          </a:p>
        </p:txBody>
      </p:sp>
      <p:sp>
        <p:nvSpPr>
          <p:cNvPr id="336" name="sues200_uav_200m_to_satellite/sues200_uav_200m_to_satellite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2F286615-7E52-4798-85C7-92AE83BE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uav_200m_to_satellite/sues200_uav_200m_to_satellite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558727F-43B2-4402-91AE-15D04E2B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595117"/>
            <a:ext cx="400050" cy="133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uav_200m_to_satellite/sues200_uav_200m_to_satellite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E32EAFB3-3219-4C74-8D3D-5E7C805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546665"/>
            <a:ext cx="400050" cy="484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uav_200m_to_satellite/sues200_uav_200m_to_satellite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7DE15A9-6FAB-4BD2-A2F7-75C3E73B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432550"/>
            <a:ext cx="400050" cy="114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uav_200m_to_satellite/sues200_uav_200m_to_satellite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A843DDFF-A18C-415D-9235-3D0EBCA8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58497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uav_200m_to_satellite/sues200_uav_200m_to_satellite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D1C80DC2-0CE3-4C74-9330-66583C18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43.361</a:t>
            </a:r>
          </a:p>
        </p:txBody>
      </p:sp>
      <p:sp>
        <p:nvSpPr>
          <p:cNvPr id="342" name="sues200_uav_200m_to_satellite/sues200_uav_200m_to_satellite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0E928D36-6BD2-46CD-A08F-E3342D25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57162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uav_200m_to_satellite/sues200_uav_200m_to_satellite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AF90423A-3C6C-4292-8A37-2F53986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44.727</a:t>
            </a:r>
          </a:p>
        </p:txBody>
      </p:sp>
      <p:sp>
        <p:nvSpPr>
          <p:cNvPr id="344" name="sues200_uav_200m_to_satellite/sues200_uav_200m_to_satellite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3A43F7A3-BF8C-4DEE-B7C3-19877C3D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5231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uav_200m_to_satellite/sues200_uav_200m_to_satellite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B2A426AE-4B42-44E9-B931-4C9E0E7C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49.681</a:t>
            </a:r>
          </a:p>
        </p:txBody>
      </p:sp>
      <p:sp>
        <p:nvSpPr>
          <p:cNvPr id="346" name="sues200_uav_200m_to_satellite/sues200_uav_200m_to_satellite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8CEC7B2C-2485-46BF-87BD-40BFDAEE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40905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uav_200m_to_satellite/sues200_uav_200m_to_satellite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E462AEC3-2EC6-4E64-BF27-E240CB9E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61.351</a:t>
            </a:r>
          </a:p>
        </p:txBody>
      </p:sp>
      <p:sp>
        <p:nvSpPr>
          <p:cNvPr id="348" name="sues200_uav_200m_to_satellite/sues200_uav_200m_to_satellite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0BC11DF3-FA97-4167-8FD9-81227903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uav_200m_to_satellite/sues200_uav_200m_to_satellite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467A35F5-C59E-46BE-85D7-A8CC62CC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uav_200m_to_satellite/sues200_uav_200m_to_satellite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138D517E-4E90-4890-B3C7-0A96310D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uav_200m_to_satellite/sues200_uav_200m_to_satellite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BDD127E8-7814-4949-830C-05DBCE16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uav_200m_to_satellite/sues200_uav_200m_to_satellite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57188558-6756-4414-87FB-F40A7577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uav_200m_to_satellite/sues200_uav_200m_to_satellite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AA34EAE1-D588-4E64-AA91-00ED7DE8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uav_200m_to_satellite/sues200_uav_200m_to_satellite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8142706C-6E68-4EF1-8756-70F14B4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uav_200m_to_satellite/sues200_uav_200m_to_satellite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F0ED1A81-7C90-49B8-88BB-7FA4F13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uav_200m_to_satellite/sues200_uav_200m_to_satellite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D00FF159-542E-43B5-8B09-C73FA8A9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uav_200m_to_satellite/sues200_uav_200m_to_satellite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D7F823DA-69FF-46F5-976F-688535EC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uav_200m_to_satellite/sues200_uav_200m_to_satellite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8B828377-CA64-4342-8B14-381C5441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uav_200m_to_satellite/sues200_uav_200m_to_satellite/seed-2/MRR/y-axis">
            <a:extLst xmlns:a="http://schemas.openxmlformats.org/drawingml/2006/main">
              <a:ext uri="{FF2B5EF4-FFF2-40B4-BE49-F238E27FC236}">
                <a16:creationId xmlns:a16="http://schemas.microsoft.com/office/drawing/2014/main" id="{3DC5CBA5-E601-48DE-967E-0656BD36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uav_200m_to_satellite/sues200_uav_200m_to_satellite/seed-2/MRR/x-axis">
            <a:extLst xmlns:a="http://schemas.openxmlformats.org/drawingml/2006/main">
              <a:ext uri="{FF2B5EF4-FFF2-40B4-BE49-F238E27FC236}">
                <a16:creationId xmlns:a16="http://schemas.microsoft.com/office/drawing/2014/main" id="{534D464A-8680-44C3-B266-D43E9C44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uav_200m_to_satellite/sues200_uav_200m_to_satellite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624F6E5B-4AB8-47A1-851D-977F5EA2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uav_200m_to_satellite/sues200_uav_200m_to_satellite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82DA6D22-7E54-407B-86E5-B3630BA4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uav_200m_to_satellite/sues200_uav_200m_to_satellite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0493605F-AD4B-426C-BD7E-15E5F45B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uav_200m_to_satellite/sues200_uav_200m_to_satellite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170BD874-4B08-4FD2-A846-B3B901B6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uav_200m_to_satellite/sues200_uav_200m_to_satellite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F4F07EBD-D4A6-4038-9831-3F034672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uav_200m_to_satellite/sues200_uav_200m_to_satellite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7B664FE6-10CB-4525-BD08-5B7DE657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uav_200m_to_satellite/sues200_uav_200m_to_satellite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F0E1EC68-95F0-4E5F-9801-F2B58E88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uav_200m_to_satellite/sues200_uav_200m_to_satellite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1AF5F45E-6F74-4D61-BBEC-9CF2AB0F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uav_200m_to_satellite/sues200_uav_200m_to_satellite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E92645B-E97E-4F2C-B6B2-8E4B3A19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514076"/>
            <a:ext cx="400050" cy="573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uav_200m_to_satellite/sues200_uav_200m_to_satellite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7D960D6-CE5D-49D1-A107-4AAFF2F1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27805"/>
            <a:ext cx="400050" cy="86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uav_200m_to_satellite/sues200_uav_200m_to_satellite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92369232-9413-4640-A5C8-336D1EBB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340765"/>
            <a:ext cx="400050" cy="87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uav_200m_to_satellite/sues200_uav_200m_to_satellite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953CD038-2EB7-4F95-8595-B1C81BC5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4789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uav_200m_to_satellite/sues200_uav_200m_to_satellite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97293753-0CEF-45B5-BA5D-191B29B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47.153</a:t>
            </a:r>
          </a:p>
        </p:txBody>
      </p:sp>
      <p:sp>
        <p:nvSpPr>
          <p:cNvPr id="374" name="sues200_uav_200m_to_satellite/sues200_uav_200m_to_satellite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26312BA4-2ACF-4DEF-8B5E-FE9134FC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49058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uav_200m_to_satellite/sues200_uav_200m_to_satellite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EC92F04F-A386-4E19-A79E-807D055C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53.014</a:t>
            </a:r>
          </a:p>
        </p:txBody>
      </p:sp>
      <p:sp>
        <p:nvSpPr>
          <p:cNvPr id="376" name="sues200_uav_200m_to_satellite/sues200_uav_200m_to_satellite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32A95655-6F6E-4AEE-868D-099780BA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0431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uav_200m_to_satellite/sues200_uav_200m_to_satellite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623115C5-2B0A-4B13-8C9A-BED769AB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61.836</a:t>
            </a:r>
          </a:p>
        </p:txBody>
      </p:sp>
      <p:sp>
        <p:nvSpPr>
          <p:cNvPr id="378" name="sues200_uav_200m_to_satellite/sues200_uav_200m_to_satellite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25B72650-DC8C-4EDD-B286-C81C18AC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3172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uav_200m_to_satellite/sues200_uav_200m_to_satellite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65E79B4A-1E81-4AF6-9CE2-CF8E0C9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70.737</a:t>
            </a:r>
          </a:p>
        </p:txBody>
      </p:sp>
      <p:sp>
        <p:nvSpPr>
          <p:cNvPr id="380" name="sues200_uav_200m_to_satellite/sues200_uav_200m_to_satellite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FA3254D-6350-48E8-A4BE-8503F15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uav_200m_to_satellite/sues200_uav_200m_to_satellite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DBF7662-4D42-445D-BEAF-99C58F53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587756"/>
            <a:ext cx="400050" cy="48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uav_200m_to_satellite/sues200_uav_200m_to_satellite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69A3033-49CB-40B9-B568-0C23980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546749"/>
            <a:ext cx="400050" cy="458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uav_200m_to_satellite/sues200_uav_200m_to_satellite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54E3AE8-FE95-4262-A15E-C9A7149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479564"/>
            <a:ext cx="400050" cy="671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uav_200m_to_satellite/sues200_uav_200m_to_satellite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69B21BB1-FF51-47AA-B412-DDBA370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6426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uav_200m_to_satellite/sues200_uav_200m_to_satellite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E773BD97-F20B-4398-B1B4-79553F85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45.479</a:t>
            </a:r>
          </a:p>
        </p:txBody>
      </p:sp>
      <p:sp>
        <p:nvSpPr>
          <p:cNvPr id="386" name="sues200_uav_200m_to_satellite/sues200_uav_200m_to_satellite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BCAC1A01-1C2C-4038-9496-C9F560C5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56911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uav_200m_to_satellite/sues200_uav_200m_to_satellite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4050A6D2-5937-4EDE-B62C-309833C9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44.983</a:t>
            </a:r>
          </a:p>
        </p:txBody>
      </p:sp>
      <p:sp>
        <p:nvSpPr>
          <p:cNvPr id="388" name="sues200_uav_200m_to_satellite/sues200_uav_200m_to_satellite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369241E9-4227-4B38-9890-8A6FA3F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52325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uav_200m_to_satellite/sues200_uav_200m_to_satellite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19B83342-9E87-4C13-AA14-78C4E73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49.673</a:t>
            </a:r>
          </a:p>
        </p:txBody>
      </p:sp>
      <p:sp>
        <p:nvSpPr>
          <p:cNvPr id="390" name="sues200_uav_200m_to_satellite/sues200_uav_200m_to_satellite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2727E3F7-5EFA-4874-9062-6E0F4BD4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45606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uav_200m_to_satellite/sues200_uav_200m_to_satellite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CAA6ED7E-6EFD-4184-B42B-C0A82261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56.543</a:t>
            </a:r>
          </a:p>
        </p:txBody>
      </p:sp>
      <p:sp>
        <p:nvSpPr>
          <p:cNvPr id="392" name="sues200_uav_200m_to_satellite/sues200_uav_200m_to_satellite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ED57D06B-1798-4806-94A4-D8E636A4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uav_200m_to_satellite/sues200_uav_200m_to_satellite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C126D203-36DE-476D-8ECE-DD9B4D5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uav_200m_to_satellite/sues200_uav_200m_to_satellite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B3B82B66-CC50-407B-9677-79A6FB6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uav_200m_to_satellite/sues200_uav_200m_to_satellite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C300C30B-7F81-4832-A3DD-D5580893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uav_200m_to_satellite/sues200_uav_200m_to_satellite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70B1D6C0-4293-4D5F-B2B5-70E1CA0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uav_200m_to_satellite/sues200_uav_200m_to_satellite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E994549B-992F-4B43-BBF6-E7888AA7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uav_200m_to_satellite/sues200_uav_200m_to_satellite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D50B19C0-4B12-4724-A6DD-A3FF8FEE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uav_200m_to_satellite/sues200_uav_200m_to_satellite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D710F288-8180-4D63-AFAB-9309C6F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uav_200m_to_satellite/sues200_uav_200m_to_satellite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3E15B987-C8F5-4D44-B416-04E7DDF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uav_200m_to_satellite/sues200_uav_200m_to_satellite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B3A5A226-31B9-4596-983B-982C169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uav_200m_to_satellite/sues200_uav_200m_to_satellite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192DE975-B82B-4238-8A32-4F1A749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uav_200m_to_satellite/sues200_uav_200m_to_satellite/seed-3/MRR/y-axis">
            <a:extLst xmlns:a="http://schemas.openxmlformats.org/drawingml/2006/main">
              <a:ext uri="{FF2B5EF4-FFF2-40B4-BE49-F238E27FC236}">
                <a16:creationId xmlns:a16="http://schemas.microsoft.com/office/drawing/2014/main" id="{4C2D0C81-92F6-4D06-9889-093A0D98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uav_200m_to_satellite/sues200_uav_200m_to_satellite/seed-3/MRR/x-axis">
            <a:extLst xmlns:a="http://schemas.openxmlformats.org/drawingml/2006/main">
              <a:ext uri="{FF2B5EF4-FFF2-40B4-BE49-F238E27FC236}">
                <a16:creationId xmlns:a16="http://schemas.microsoft.com/office/drawing/2014/main" id="{486BE750-2F4A-4A16-96B8-5379EAC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uav_200m_to_satellite/sues200_uav_200m_to_satellite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B7BC155D-1E57-4752-B170-C2182873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uav_200m_to_satellite/sues200_uav_200m_to_satellite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4EA51B0B-AC67-4FB8-874F-88F50866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uav_200m_to_satellite/sues200_uav_200m_to_satellite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A9C6C786-3F10-4365-B083-0CFFA1A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uav_200m_to_satellite/sues200_uav_200m_to_satellite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71969E0D-4942-44A6-B95D-AC314709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uav_200m_to_satellite/sues200_uav_200m_to_satellite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870592CF-2D01-4ECF-95F3-2B67FEA2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uav_200m_to_satellite/sues200_uav_200m_to_satellite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ABF8DBF2-38A9-4D35-B0DE-65523211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uav_200m_to_satellite/sues200_uav_200m_to_satellite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3441F004-607B-4BCC-9D71-6DCDF969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uav_200m_to_satellite/sues200_uav_200m_to_satellite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C784EFE4-5D6F-4F78-8A57-819E85F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uav_200m_to_satellite/sues200_uav_200m_to_satellite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D0134B7C-52DF-491B-90CE-F3D24C0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491485"/>
            <a:ext cx="400050" cy="690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uav_200m_to_satellite/sues200_uav_200m_to_satellite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5534C98-0325-4DCE-8649-988AD44C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421665"/>
            <a:ext cx="400050" cy="69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uav_200m_to_satellite/sues200_uav_200m_to_satellite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023D262-E7BA-4641-8F70-8553C856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293393"/>
            <a:ext cx="400050" cy="1282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uav_200m_to_satellite/sues200_uav_200m_to_satellite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666ABCB1-7291-4F65-B202-189AFEBD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5370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uav_200m_to_satellite/sues200_uav_200m_to_satellite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970883D7-C530-4E4F-BF3D-5DE5D19A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48.261</a:t>
            </a:r>
          </a:p>
        </p:txBody>
      </p:sp>
      <p:sp>
        <p:nvSpPr>
          <p:cNvPr id="418" name="sues200_uav_200m_to_satellite/sues200_uav_200m_to_satellite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D90A72AC-9983-45D3-BCA7-E695E8A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46799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uav_200m_to_satellite/sues200_uav_200m_to_satellite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10E7A885-C514-43D7-A0F5-C89680B5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55.324</a:t>
            </a:r>
          </a:p>
        </p:txBody>
      </p:sp>
      <p:sp>
        <p:nvSpPr>
          <p:cNvPr id="420" name="sues200_uav_200m_to_satellite/sues200_uav_200m_to_satellite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74B1FCE3-19CA-42FB-B812-F8FC5472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3981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uav_200m_to_satellite/sues200_uav_200m_to_satellite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82E43306-7C19-40B8-B434-64915542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62.464</a:t>
            </a:r>
          </a:p>
        </p:txBody>
      </p:sp>
      <p:sp>
        <p:nvSpPr>
          <p:cNvPr id="422" name="sues200_uav_200m_to_satellite/sues200_uav_200m_to_satellite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7AC11D90-F87D-47BF-8773-E2A695F8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26989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uav_200m_to_satellite/sues200_uav_200m_to_satellite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28B8D527-62B6-4427-A5D1-8062412D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75.581</a:t>
            </a:r>
          </a:p>
        </p:txBody>
      </p:sp>
      <p:sp>
        <p:nvSpPr>
          <p:cNvPr id="424" name="sues200_uav_200m_to_satellite/sues200_uav_200m_to_satellite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EEC54473-52D4-4FD6-999B-13FFAB67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uav_200m_to_satellite/sues200_uav_200m_to_satellite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F7E6E8D8-AE00-4A14-8F2F-44536D82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564374"/>
            <a:ext cx="400050" cy="22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uav_200m_to_satellite/sues200_uav_200m_to_satellite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C93E0638-664C-48B5-A09B-A0044484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541563"/>
            <a:ext cx="400050" cy="228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uav_200m_to_satellite/sues200_uav_200m_to_satellite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C1C3E51-5FE1-4831-B34F-8ACEAD43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482261"/>
            <a:ext cx="400050" cy="59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uav_200m_to_satellite/sues200_uav_200m_to_satellite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02284F9C-BB72-4A58-BB78-EA51DFA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56297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uav_200m_to_satellite/sues200_uav_200m_to_satellite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E540E1D9-4372-4045-9C02-44295026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15" y="63962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45.611</a:t>
            </a:r>
          </a:p>
        </p:txBody>
      </p:sp>
      <p:sp>
        <p:nvSpPr>
          <p:cNvPr id="430" name="sues200_uav_200m_to_satellite/sues200_uav_200m_to_satellite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D0FBE60E-8646-4E5F-87FD-469B0C79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54087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uav_200m_to_satellite/sues200_uav_200m_to_satellite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CF28D175-EDBE-4631-97D0-0CD5CB5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47.871</a:t>
            </a:r>
          </a:p>
        </p:txBody>
      </p:sp>
      <p:sp>
        <p:nvSpPr>
          <p:cNvPr id="432" name="sues200_uav_200m_to_satellite/sues200_uav_200m_to_satellite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618A8658-8718-43A8-A2BB-F1BD9991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51806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uav_200m_to_satellite/sues200_uav_200m_to_satellite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C85F6FD0-9279-4D82-83B6-638155A0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50.203</a:t>
            </a:r>
          </a:p>
        </p:txBody>
      </p:sp>
      <p:sp>
        <p:nvSpPr>
          <p:cNvPr id="434" name="sues200_uav_200m_to_satellite/sues200_uav_200m_to_satellite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A7F5AFEF-C8C4-4CF6-8050-FBBC06C7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45876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uav_200m_to_satellite/sues200_uav_200m_to_satellite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2C47B783-2D0E-4157-9D58-48B9D85B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56.267</a:t>
            </a:r>
          </a:p>
        </p:txBody>
      </p:sp>
      <p:sp>
        <p:nvSpPr>
          <p:cNvPr id="436" name="sues200_uav_200m_to_satellite/sues200_uav_200m_to_satellite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3708AC2F-C0B9-4B28-B7F1-B589FF78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uav_200m_to_satellite/footnote-1">
            <a:extLst xmlns:a="http://schemas.openxmlformats.org/drawingml/2006/main">
              <a:ext uri="{FF2B5EF4-FFF2-40B4-BE49-F238E27FC236}">
                <a16:creationId xmlns:a16="http://schemas.microsoft.com/office/drawing/2014/main" id="{3B800912-6100-4985-98BE-2D64E96D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uav_200m_to_satellite/footnote-2">
            <a:extLst xmlns:a="http://schemas.openxmlformats.org/drawingml/2006/main">
              <a:ext uri="{FF2B5EF4-FFF2-40B4-BE49-F238E27FC236}">
                <a16:creationId xmlns:a16="http://schemas.microsoft.com/office/drawing/2014/main" id="{57A6A230-DAB9-4FFD-9E2C-C912CAC4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uav_200m_to_satellite/footnote-3">
            <a:extLst xmlns:a="http://schemas.openxmlformats.org/drawingml/2006/main">
              <a:ext uri="{FF2B5EF4-FFF2-40B4-BE49-F238E27FC236}">
                <a16:creationId xmlns:a16="http://schemas.microsoft.com/office/drawing/2014/main" id="{22CC4047-CEB8-45D2-80F0-0D5BF53B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uav_200m_to_satellite/footnote-4">
            <a:extLst xmlns:a="http://schemas.openxmlformats.org/drawingml/2006/main">
              <a:ext uri="{FF2B5EF4-FFF2-40B4-BE49-F238E27FC236}">
                <a16:creationId xmlns:a16="http://schemas.microsoft.com/office/drawing/2014/main" id="{07BCB21B-6AD0-4C3A-A994-2A79E592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uav_200m_to_satellite/footnote-5">
            <a:extLst xmlns:a="http://schemas.openxmlformats.org/drawingml/2006/main">
              <a:ext uri="{FF2B5EF4-FFF2-40B4-BE49-F238E27FC236}">
                <a16:creationId xmlns:a16="http://schemas.microsoft.com/office/drawing/2014/main" id="{3E3852E6-D5AE-4A3C-B2FD-6878E104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812224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satellite_to_uav_200m/title">
            <a:extLst xmlns:a="http://schemas.openxmlformats.org/drawingml/2006/main">
              <a:ext uri="{FF2B5EF4-FFF2-40B4-BE49-F238E27FC236}">
                <a16:creationId xmlns:a16="http://schemas.microsoft.com/office/drawing/2014/main" id="{8B43B965-1C07-4E6B-8682-A68BA0D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200 m</a:t>
            </a:r>
          </a:p>
        </p:txBody>
      </p:sp>
      <p:sp>
        <p:nvSpPr>
          <p:cNvPr id="2" name="sues200_satellite_to_uav_200m/subtitle">
            <a:extLst xmlns:a="http://schemas.openxmlformats.org/drawingml/2006/main">
              <a:ext uri="{FF2B5EF4-FFF2-40B4-BE49-F238E27FC236}">
                <a16:creationId xmlns:a16="http://schemas.microsoft.com/office/drawing/2014/main" id="{981BE862-50A9-454D-8056-BC16B254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satellite_to_uav_200m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BEB78B1A-FEB0-4D21-9A51-E37E256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200m/legend/visual/text">
            <a:extLst xmlns:a="http://schemas.openxmlformats.org/drawingml/2006/main">
              <a:ext uri="{FF2B5EF4-FFF2-40B4-BE49-F238E27FC236}">
                <a16:creationId xmlns:a16="http://schemas.microsoft.com/office/drawing/2014/main" id="{0A43D1DC-DDCC-442C-AC59-9D934D34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satellite_to_uav_200m/legend/full/marker">
            <a:extLst xmlns:a="http://schemas.openxmlformats.org/drawingml/2006/main">
              <a:ext uri="{FF2B5EF4-FFF2-40B4-BE49-F238E27FC236}">
                <a16:creationId xmlns:a16="http://schemas.microsoft.com/office/drawing/2014/main" id="{8D03304F-F14B-4D9E-8B92-5F24E40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200m/legend/full/text">
            <a:extLst xmlns:a="http://schemas.openxmlformats.org/drawingml/2006/main">
              <a:ext uri="{FF2B5EF4-FFF2-40B4-BE49-F238E27FC236}">
                <a16:creationId xmlns:a16="http://schemas.microsoft.com/office/drawing/2014/main" id="{79734361-ACED-4A0F-B264-A511472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satellite_to_uav_200m/legend/values">
            <a:extLst xmlns:a="http://schemas.openxmlformats.org/drawingml/2006/main">
              <a:ext uri="{FF2B5EF4-FFF2-40B4-BE49-F238E27FC236}">
                <a16:creationId xmlns:a16="http://schemas.microsoft.com/office/drawing/2014/main" id="{A0610118-D6C6-43D4-91D7-B832B417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satellite_to_uav_200m/seed-1/heading">
            <a:extLst xmlns:a="http://schemas.openxmlformats.org/drawingml/2006/main">
              <a:ext uri="{FF2B5EF4-FFF2-40B4-BE49-F238E27FC236}">
                <a16:creationId xmlns:a16="http://schemas.microsoft.com/office/drawing/2014/main" id="{D8909C12-949A-46DB-953A-E5C1C725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satellite_to_uav_200m/seed-1/N-label">
            <a:extLst xmlns:a="http://schemas.openxmlformats.org/drawingml/2006/main">
              <a:ext uri="{FF2B5EF4-FFF2-40B4-BE49-F238E27FC236}">
                <a16:creationId xmlns:a16="http://schemas.microsoft.com/office/drawing/2014/main" id="{A8AB0E96-34C6-4FDE-96FA-93BB1F6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satellite_to_uav_200m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CDD8DB6E-C540-4640-9EBA-445F66D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satellite_to_uav_200m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659EBA24-3E43-4814-9993-226EE85A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2" name="sues200_satellite_to_uav_200m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731B153A-E51C-4EDA-8C5C-9DD10CEB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satellite_to_uav_200m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ADAC73AA-BA54-4945-BA23-9B191B23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4" name="sues200_satellite_to_uav_200m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06B0E20D-8ACE-4AD4-8EA2-EEB2743E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satellite_to_uav_200m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11B259A5-8D23-419F-8C82-31FCB22D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6" name="sues200_satellite_to_uav_200m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D9CE2175-3268-4BC3-A4A5-3E0E8FB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satellite_to_uav_200m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613BF8CF-D4CA-45D8-B70C-327BCA72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8" name="sues200_satellite_to_uav_200m/seed-2/heading">
            <a:extLst xmlns:a="http://schemas.openxmlformats.org/drawingml/2006/main">
              <a:ext uri="{FF2B5EF4-FFF2-40B4-BE49-F238E27FC236}">
                <a16:creationId xmlns:a16="http://schemas.microsoft.com/office/drawing/2014/main" id="{3FCAD74D-7674-407B-B2C5-53528CC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satellite_to_uav_200m/seed-2/N-label">
            <a:extLst xmlns:a="http://schemas.openxmlformats.org/drawingml/2006/main">
              <a:ext uri="{FF2B5EF4-FFF2-40B4-BE49-F238E27FC236}">
                <a16:creationId xmlns:a16="http://schemas.microsoft.com/office/drawing/2014/main" id="{5988046B-AD48-4BEE-96F4-270C32B7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satellite_to_uav_200m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4EEE03D7-8265-4DBE-ABFC-F92DF64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satellite_to_uav_200m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7DF25F4B-7D81-445E-A37B-DEA417CD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2" name="sues200_satellite_to_uav_200m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2C7302F9-AC9B-489D-AE65-D3D5E4DD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satellite_to_uav_200m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125BC796-FF36-46C6-A391-17CF5EB7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6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4" name="sues200_satellite_to_uav_200m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40C96DB6-A9F3-4870-94B2-F01D58C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satellite_to_uav_200m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C3E73F06-D578-47F5-862D-EA25004E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6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6" name="sues200_satellite_to_uav_200m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44D46B67-C453-495A-A599-82A64E54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satellite_to_uav_200m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70812E00-E152-47A5-BF31-D68D4A9A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8" name="sues200_satellite_to_uav_200m/seed-3/heading">
            <a:extLst xmlns:a="http://schemas.openxmlformats.org/drawingml/2006/main">
              <a:ext uri="{FF2B5EF4-FFF2-40B4-BE49-F238E27FC236}">
                <a16:creationId xmlns:a16="http://schemas.microsoft.com/office/drawing/2014/main" id="{239159B3-1C79-4D8D-86ED-F1AA6ED6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satellite_to_uav_200m/seed-3/N-label">
            <a:extLst xmlns:a="http://schemas.openxmlformats.org/drawingml/2006/main">
              <a:ext uri="{FF2B5EF4-FFF2-40B4-BE49-F238E27FC236}">
                <a16:creationId xmlns:a16="http://schemas.microsoft.com/office/drawing/2014/main" id="{B09A287A-85D8-44AD-9D7A-E1892138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satellite_to_uav_200m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3EFB9FE0-D075-4DF3-A422-C72DCAF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satellite_to_uav_200m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8E93E46E-915B-4B71-ABA2-78FB42F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1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2" name="sues200_satellite_to_uav_200m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CF8CD25B-A881-4C93-9FEA-6A56EEDB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satellite_to_uav_200m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5BE2BA02-A08E-4675-BAD1-AC48FF46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2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4" name="sues200_satellite_to_uav_200m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9B9C37CA-D86D-405D-99DD-F88652C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satellite_to_uav_200m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853FE4CF-E0EE-4BE4-A54B-3DAC60D4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6" name="sues200_satellite_to_uav_200m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F8F55359-47F4-476B-90D2-28753D0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satellite_to_uav_200m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A2A45993-55A8-435F-8A08-B5F4C1DF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3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8" name="sues200_satellite_to_uav_200m/r_at_1/row-heading">
            <a:extLst xmlns:a="http://schemas.openxmlformats.org/drawingml/2006/main">
              <a:ext uri="{FF2B5EF4-FFF2-40B4-BE49-F238E27FC236}">
                <a16:creationId xmlns:a16="http://schemas.microsoft.com/office/drawing/2014/main" id="{95B4C152-1242-400A-B0BB-46DBD642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satellite_to_uav_200m/sues200_satellite_to_uav_200m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24F8E2C4-524E-4C07-8718-FBE92EAF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satellite_to_uav_200m/sues200_satellite_to_uav_200m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18EA8EDB-3396-4699-BF8B-1CA660B3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satellite_to_uav_200m/sues200_satellite_to_uav_200m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A2F09271-97CB-4D2C-87B8-BD0EFB30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satellite_to_uav_200m/sues200_satellite_to_uav_200m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82EA9070-310A-48E9-90E0-C4A94C10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satellite_to_uav_200m/sues200_satellite_to_uav_200m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B8DF95ED-A37F-4CBA-AFAD-DD8BDD6E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satellite_to_uav_200m/sues200_satellite_to_uav_200m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AE789781-F01B-458D-8F30-E793655B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satellite_to_uav_200m/sues200_satellite_to_uav_200m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6E66C59B-6A19-417B-A16F-A9C600D3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satellite_to_uav_200m/sues200_satellite_to_uav_200m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6095A04A-FAB0-41F7-BFE8-3E02E060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satellite_to_uav_200m/sues200_satellite_to_uav_200m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8B5E8A44-6F0F-450E-8141-E8994A7F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satellite_to_uav_200m/sues200_satellite_to_uav_200m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89F39DAC-1A3B-456F-8BFD-D831EB6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satellite_to_uav_200m/sues200_satellite_to_uav_200m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F0038AD9-D97F-4B24-9290-72BBB79C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satellite_to_uav_200m/sues200_satellite_to_uav_200m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5F9020AB-08D7-4CD5-83F1-26AB3220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satellite_to_uav_200m/sues200_satellite_to_uav_200m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04F86D5B-4C90-46DD-BFE2-2E9883B2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satellite_to_uav_200m/sues200_satellite_to_uav_200m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8B539FEC-DC75-41D1-88C2-21D2B2E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satellite_to_uav_200m/sues200_satellite_to_uav_200m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A394D83F-19B4-4963-8248-26462F1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satellite_to_uav_200m/sues200_satellite_to_uav_200m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CCEAA7E2-577C-4708-AA85-ACE2F48A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satellite_to_uav_200m/sues200_satellite_to_uav_200m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0E6EDFCE-81DC-44EF-BAFE-6B2DF0DA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satellite_to_uav_200m/sues200_satellite_to_uav_200m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8D8EB423-B420-4F23-8C36-DFE4E31A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satellite_to_uav_200m/sues200_satellite_to_uav_200m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28AEE5CE-ECA5-463A-9B53-0AA1F994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satellite_to_uav_200m/sues200_satellite_to_uav_200m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BDBFC754-B655-4A26-91CF-085494B5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satellite_to_uav_200m/sues200_satellite_to_uav_200m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85A79889-1344-46F1-B1EE-C5A9D9E0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1967865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satellite_to_uav_200m/sues200_satellite_to_uav_200m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D659DDF-0CAD-4F03-83CF-EC64101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1145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satellite_to_uav_200m/sues200_satellite_to_uav_200m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918FD28-4383-4FF3-B5C1-7FE4F457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1821180"/>
            <a:ext cx="400050" cy="2933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satellite_to_uav_200m/sues200_satellite_to_uav_200m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3D897764-AA91-47C9-A4E1-489997B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satellite_to_uav_200m/sues200_satellite_to_uav_200m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9E0892CD-9826-4C1C-BE48-A6139CA1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64" name="sues200_satellite_to_uav_200m/sues200_satellite_to_uav_200m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A474A07D-2A0C-402E-B80A-EAE2AC02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09105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satellite_to_uav_200m/sues200_satellite_to_uav_200m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1590CA16-917D-4151-884A-9EC5C13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66" name="sues200_satellite_to_uav_200m/sues200_satellite_to_uav_200m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40B06DC1-0666-4D5F-8F3C-27643304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09105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satellite_to_uav_200m/sues200_satellite_to_uav_200m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6055FCE9-8B7D-4893-80FC-A5BC8CE6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68" name="sues200_satellite_to_uav_200m/sues200_satellite_to_uav_200m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88D41C38-3DB8-4709-B534-9486E386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797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satellite_to_uav_200m/sues200_satellite_to_uav_200m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34586BC8-372C-46D8-B387-57A8B3FA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80.000</a:t>
            </a:r>
          </a:p>
        </p:txBody>
      </p:sp>
      <p:sp>
        <p:nvSpPr>
          <p:cNvPr id="70" name="sues200_satellite_to_uav_200m/sues200_satellite_to_uav_200m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CF2DA790-B7E3-48E1-982A-61EE77B1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satellite_to_uav_200m/sues200_satellite_to_uav_200m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1F76DA20-5755-4C32-8B10-26FD4C4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satellite_to_uav_200m/sues200_satellite_to_uav_200m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C5BAACC0-6254-4B98-B4D4-9F3FA53E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1967865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satellite_to_uav_200m/sues200_satellite_to_uav_200m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7368A70-FF34-4DFA-B492-6F74BEAE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196786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satellite_to_uav_200m/sues200_satellite_to_uav_200m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F5366596-FB3A-46DF-9548-77C4C34F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satellite_to_uav_200m/sues200_satellite_to_uav_200m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83F15F01-4F0B-4D71-8263-DCB454F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76" name="sues200_satellite_to_uav_200m/sues200_satellite_to_uav_200m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5B848B5B-043B-4178-9493-9400B2D8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satellite_to_uav_200m/sues200_satellite_to_uav_200m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48B565A9-8DCF-428A-9519-6E6EA85F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78" name="sues200_satellite_to_uav_200m/sues200_satellite_to_uav_200m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E93B0111-4A0A-45CE-BA97-B86524B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satellite_to_uav_200m/sues200_satellite_to_uav_200m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86666FE7-0F9D-4E94-97FB-A8A8DDD9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80" name="sues200_satellite_to_uav_200m/sues200_satellite_to_uav_200m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69D3AB9A-3027-4F4E-93B5-B2E2693D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satellite_to_uav_200m/sues200_satellite_to_uav_200m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C3847A3D-85BB-40A9-B1F2-269432B7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82" name="sues200_satellite_to_uav_200m/sues200_satellite_to_uav_200m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1B574D45-8DF0-4ADB-921E-19141C2C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satellite_to_uav_200m/sues200_satellite_to_uav_200m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98B42170-CA42-4680-BFA3-590A7F0F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satellite_to_uav_200m/sues200_satellite_to_uav_200m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D8C57A46-5E63-4C16-A201-8873B934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satellite_to_uav_200m/sues200_satellite_to_uav_200m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A14ADFCC-892E-4F26-AEED-1EEC57A8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satellite_to_uav_200m/sues200_satellite_to_uav_200m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D421D5F2-C3E3-4524-8335-340C1FFE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satellite_to_uav_200m/sues200_satellite_to_uav_200m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6098CFB9-701D-401E-95FD-7914B281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satellite_to_uav_200m/sues200_satellite_to_uav_200m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779DC5AA-75DA-406B-9219-1CF8FB43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satellite_to_uav_200m/sues200_satellite_to_uav_200m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226F1800-C390-4B7E-A1F8-C7E83A5C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satellite_to_uav_200m/sues200_satellite_to_uav_200m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8C92B96A-C26D-45F1-9FF7-0AF8FD9A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satellite_to_uav_200m/sues200_satellite_to_uav_200m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1EA4AB8C-3344-4256-BD80-A82F3D8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satellite_to_uav_200m/sues200_satellite_to_uav_200m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15D4EA29-708A-4A57-920A-38154473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satellite_to_uav_200m/sues200_satellite_to_uav_200m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9F433F6D-A04B-4033-911B-108EF6BD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satellite_to_uav_200m/sues200_satellite_to_uav_200m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83215F0B-DC2F-4025-9DB5-068BD99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satellite_to_uav_200m/sues200_satellite_to_uav_200m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B16CB9A9-6BD2-414B-9C3F-1EBA8139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satellite_to_uav_200m/sues200_satellite_to_uav_200m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4A94614B-825C-4835-8A9C-C73700B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satellite_to_uav_200m/sues200_satellite_to_uav_200m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E0CE8DCC-D1C8-4FB6-BFD4-F7718CC9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satellite_to_uav_200m/sues200_satellite_to_uav_200m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E663F557-1E44-40CA-8A03-856405CF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satellite_to_uav_200m/sues200_satellite_to_uav_200m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AABCA534-D0E5-4967-A0E7-1829B720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satellite_to_uav_200m/sues200_satellite_to_uav_200m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4DE49EE9-1821-4541-A31D-F47A75D0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satellite_to_uav_200m/sues200_satellite_to_uav_200m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C99F5D3C-0F5F-4EFD-AE23-E319621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satellite_to_uav_200m/sues200_satellite_to_uav_200m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F1DA8F41-C12B-4A15-A371-6DC0EB9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satellite_to_uav_200m/sues200_satellite_to_uav_200m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6F73BDC-5EE7-418C-8947-DE9A630F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01676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satellite_to_uav_200m/sues200_satellite_to_uav_200m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C9BAAABD-FA0F-4052-A311-F079D91E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196786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satellite_to_uav_200m/sues200_satellite_to_uav_200m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44178621-2F83-4DF6-A97F-8E2C6871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1821180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satellite_to_uav_200m/sues200_satellite_to_uav_200m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E7F29368-7131-4161-AB43-6D1DF806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200m/sues200_satellite_to_uav_200m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B470A103-8FEB-42C7-B960-877F1C37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08" name="sues200_satellite_to_uav_200m/sues200_satellite_to_uav_200m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8E8DB2CE-C4F4-4276-A9B3-C8166D9A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200m/sues200_satellite_to_uav_200m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D21EF657-13A7-4475-9C88-7D8B179B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10" name="sues200_satellite_to_uav_200m/sues200_satellite_to_uav_200m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AB4CDC67-255E-4470-BCD6-FAFAD0F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200m/sues200_satellite_to_uav_200m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946A8900-C23F-487C-AC0E-4A8D5C08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12" name="sues200_satellite_to_uav_200m/sues200_satellite_to_uav_200m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206525A1-748A-4524-BDB6-09469E1D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797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satellite_to_uav_200m/sues200_satellite_to_uav_200m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54410373-09D3-4E68-945F-EB9B5482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80.000</a:t>
            </a:r>
          </a:p>
        </p:txBody>
      </p:sp>
      <p:sp>
        <p:nvSpPr>
          <p:cNvPr id="114" name="sues200_satellite_to_uav_200m/sues200_satellite_to_uav_200m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1DC29B48-3452-448A-A632-8B943FDD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satellite_to_uav_200m/sues200_satellite_to_uav_200m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7FFF898C-FDDD-412E-BB38-DF3D259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06565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satellite_to_uav_200m/sues200_satellite_to_uav_200m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BACCA5FB-B325-46BC-80F1-C2A4941B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1145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satellite_to_uav_200m/sues200_satellite_to_uav_200m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2AA1ABA4-A67A-486F-8E10-C6E96443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206565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satellite_to_uav_200m/sues200_satellite_to_uav_200m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78268975-F667-4A7C-B7EF-564FD9A3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satellite_to_uav_200m/sues200_satellite_to_uav_200m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FC7A3E4E-0107-4950-8C9C-F57CB1F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20" name="sues200_satellite_to_uav_200m/sues200_satellite_to_uav_200m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619F4762-35A3-4D01-8F52-A398038B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09105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satellite_to_uav_200m/sues200_satellite_to_uav_200m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506CBE38-F439-4B83-A026-D3349859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122" name="sues200_satellite_to_uav_200m/sues200_satellite_to_uav_200m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4376BE1B-94BD-4A96-88F3-4DCF7F96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9105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satellite_to_uav_200m/sues200_satellite_to_uav_200m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55FEDCFA-2E8C-4358-8125-36828C5E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124" name="sues200_satellite_to_uav_200m/sues200_satellite_to_uav_200m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019177B7-C219-4150-917C-539F4FC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satellite_to_uav_200m/sues200_satellite_to_uav_200m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1D726DAB-5111-4370-BB69-17FEBED4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26" name="sues200_satellite_to_uav_200m/sues200_satellite_to_uav_200m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240B36B7-E68D-4701-8E73-3A23F7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satellite_to_uav_200m/sues200_satellite_to_uav_200m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E744D5A4-019C-4B9B-960D-23997B1D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satellite_to_uav_200m/sues200_satellite_to_uav_200m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3C9D32D9-D857-4D72-9A9D-0D7D2902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satellite_to_uav_200m/sues200_satellite_to_uav_200m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EBDB5CB0-AE0F-4E3A-9CD4-B5F056B2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satellite_to_uav_200m/sues200_satellite_to_uav_200m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257687F2-05AF-4632-9A0B-18EF171E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satellite_to_uav_200m/sues200_satellite_to_uav_200m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95BA2AF8-274D-463C-87F0-9E531DC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satellite_to_uav_200m/sues200_satellite_to_uav_200m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41DAA56B-90CE-432B-93FF-D310F18C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satellite_to_uav_200m/sues200_satellite_to_uav_200m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602267A7-0C1B-4C26-80CB-B4B2EC4F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satellite_to_uav_200m/sues200_satellite_to_uav_200m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FC8B8840-2894-4979-8A3F-FED124F2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satellite_to_uav_200m/sues200_satellite_to_uav_200m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F5776303-0C64-4017-8C97-19E38E58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satellite_to_uav_200m/sues200_satellite_to_uav_200m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CEC106E6-9CFC-4440-AEA3-4975B367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satellite_to_uav_200m/sues200_satellite_to_uav_200m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A441EA6D-5FAB-48BD-9099-0493E0D8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satellite_to_uav_200m/sues200_satellite_to_uav_200m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107249D8-3D2A-4009-8C96-0754BACD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satellite_to_uav_200m/sues200_satellite_to_uav_200m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B2FF62BC-E748-43EB-B4E8-D7009530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satellite_to_uav_200m/sues200_satellite_to_uav_200m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4356E182-7398-4F1B-9D13-3A5286A1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satellite_to_uav_200m/sues200_satellite_to_uav_200m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02C2EEEE-1EB0-4D8A-891C-DDBEA0AB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satellite_to_uav_200m/sues200_satellite_to_uav_200m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CDBF6F83-6846-4CD9-B170-43C4C78B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satellite_to_uav_200m/sues200_satellite_to_uav_200m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011B435B-36CA-47D9-93C9-89C94E4A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satellite_to_uav_200m/sues200_satellite_to_uav_200m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22F7813A-030B-434F-B739-19D2372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satellite_to_uav_200m/sues200_satellite_to_uav_200m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7A830CD9-7955-4FF7-9D89-2591EAA8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satellite_to_uav_200m/sues200_satellite_to_uav_200m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754FE1E1-689E-4F14-BBC2-9FAA5293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satellite_to_uav_200m/sues200_satellite_to_uav_200m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AB344EFE-C524-47E6-A610-B29C6AD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1918970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satellite_to_uav_200m/sues200_satellite_to_uav_200m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FD797279-88D3-42D8-BFA1-DA3AE5C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1918970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satellite_to_uav_200m/sues200_satellite_to_uav_200m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AEAB7DC-FEB4-4B38-B3B7-BCA3E44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1918970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satellite_to_uav_200m/sues200_satellite_to_uav_200m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16C0CF8D-7E5E-4C74-8C13-625B5A81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18954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200m/sues200_satellite_to_uav_200m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DCDFEAB9-FC3E-460B-BFAE-6FF0FBDE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152" name="sues200_satellite_to_uav_200m/sues200_satellite_to_uav_200m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3C321FAA-A2EA-4478-BBB4-171915E2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09105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satellite_to_uav_200m/sues200_satellite_to_uav_200m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B3B43C80-E8B8-48A7-B3E8-567E47AF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154" name="sues200_satellite_to_uav_200m/sues200_satellite_to_uav_200m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AA718CB4-2E83-412E-96D9-178FCEA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18954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satellite_to_uav_200m/sues200_satellite_to_uav_200m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73788461-F490-42EE-A324-39B63A63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156" name="sues200_satellite_to_uav_200m/sues200_satellite_to_uav_200m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0D0522A1-8D7B-4A29-8086-44BCCF6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200m/sues200_satellite_to_uav_200m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4CEE2BB8-D575-4D40-904E-85BF95A7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58" name="sues200_satellite_to_uav_200m/sues200_satellite_to_uav_200m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B07F2F3-8A66-4F77-BE1C-38DF640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satellite_to_uav_200m/sues200_satellite_to_uav_200m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BFAB12D-AAB8-44F9-88D0-FDD5AA6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satellite_to_uav_200m/sues200_satellite_to_uav_200m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DE80E587-2DF1-4777-8A1E-523B17DF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satellite_to_uav_200m/sues200_satellite_to_uav_200m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15852DF2-6E14-49C1-ADDC-76FFE86F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065655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satellite_to_uav_200m/sues200_satellite_to_uav_200m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2390D65E-5FD9-4386-B650-B998E66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satellite_to_uav_200m/sues200_satellite_to_uav_200m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EC018AC1-5946-4B2E-8537-C8DEAA2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64" name="sues200_satellite_to_uav_200m/sues200_satellite_to_uav_200m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F2AF2AAF-9483-49D4-9E92-DBC7518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satellite_to_uav_200m/sues200_satellite_to_uav_200m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A658642E-AA46-49E8-BB70-AC8BBBBF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66" name="sues200_satellite_to_uav_200m/sues200_satellite_to_uav_200m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57531067-0B93-4ABF-9EC4-EF337E81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satellite_to_uav_200m/sues200_satellite_to_uav_200m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A52593D0-0883-4DFA-B1AF-E0EC21D1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68" name="sues200_satellite_to_uav_200m/sues200_satellite_to_uav_200m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B628726C-EE49-4B37-B7E9-2BDA405F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23774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satellite_to_uav_200m/sues200_satellite_to_uav_200m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B5407926-9808-4DF5-AFA5-5D58B88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35.000</a:t>
            </a:r>
          </a:p>
        </p:txBody>
      </p:sp>
      <p:sp>
        <p:nvSpPr>
          <p:cNvPr id="170" name="sues200_satellite_to_uav_200m/sues200_satellite_to_uav_200m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D0ACD8B4-00FE-48BB-B5CE-12212EA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satellite_to_uav_200m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5351EF94-8D69-4FEB-99F2-2228AFCE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satellite_to_uav_200m/sues200_satellite_to_uav_200m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8B0D04E8-D128-4DC6-BFA6-2215E29F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satellite_to_uav_200m/sues200_satellite_to_uav_200m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AFE9D455-4C79-4F78-BD4B-C2A9C121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satellite_to_uav_200m/sues200_satellite_to_uav_200m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E7F32E93-137A-4A93-A259-0863DFB9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satellite_to_uav_200m/sues200_satellite_to_uav_200m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F7DB1E89-6D13-4CC7-8B04-5407014B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satellite_to_uav_200m/sues200_satellite_to_uav_200m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F9492EDB-FB3E-4D8A-845A-CB451CC3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satellite_to_uav_200m/sues200_satellite_to_uav_200m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612BFE74-C93A-4949-A302-72E70AB9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satellite_to_uav_200m/sues200_satellite_to_uav_200m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F4FA3732-1C2F-4818-937B-00BC17AD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satellite_to_uav_200m/sues200_satellite_to_uav_200m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2C73F36A-1D09-4A4B-8D17-D0F0A858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satellite_to_uav_200m/sues200_satellite_to_uav_200m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3B39E24B-D5AD-4DDA-86C8-C8CF1B54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satellite_to_uav_200m/sues200_satellite_to_uav_200m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38FAD1D9-1A41-418B-A528-B9D21AC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satellite_to_uav_200m/sues200_satellite_to_uav_200m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15025DE5-75FC-4337-A98C-AE2F0FE5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satellite_to_uav_200m/sues200_satellite_to_uav_200m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BB718C29-C423-40A2-A8C3-2279A84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satellite_to_uav_200m/sues200_satellite_to_uav_200m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DF140A0E-9080-4983-B836-BF97F73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satellite_to_uav_200m/sues200_satellite_to_uav_200m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6EABBE44-9B1E-4BBD-8A3B-5EEBB106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satellite_to_uav_200m/sues200_satellite_to_uav_200m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2FBF30CB-A07B-4684-9B6F-F2E71655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satellite_to_uav_200m/sues200_satellite_to_uav_200m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38673FCD-07B3-4997-80B5-54268DDC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satellite_to_uav_200m/sues200_satellite_to_uav_200m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57DF5327-5D67-40FF-BECD-498273F1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satellite_to_uav_200m/sues200_satellite_to_uav_200m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5211E87B-6CB3-4263-AF84-ACE6EBC1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satellite_to_uav_200m/sues200_satellite_to_uav_200m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195A35BA-0F90-4D53-8451-40F553F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satellite_to_uav_200m/sues200_satellite_to_uav_200m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FD77F1DF-F516-48F2-A150-20B09AB2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satellite_to_uav_200m/sues200_satellite_to_uav_200m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760504A4-F121-44EE-9A28-1D88F7B8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3764135"/>
            <a:ext cx="400050" cy="1339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satellite_to_uav_200m/sues200_satellite_to_uav_200m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9E8888CE-4B83-4178-83D4-6FE2CB02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3898074"/>
            <a:ext cx="400050" cy="23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satellite_to_uav_200m/sues200_satellite_to_uav_200m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CEF6F585-6807-4828-AA3A-6629CD0C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801370"/>
            <a:ext cx="400050" cy="99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satellite_to_uav_200m/sues200_satellite_to_uav_200m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004C0D18-9FE2-4457-856D-DAB1C8E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74064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satellite_to_uav_200m/sues200_satellite_to_uav_200m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A59C08EF-C391-45B5-A533-7623754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56.638</a:t>
            </a:r>
          </a:p>
        </p:txBody>
      </p:sp>
      <p:sp>
        <p:nvSpPr>
          <p:cNvPr id="197" name="sues200_satellite_to_uav_200m/sues200_satellite_to_uav_200m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351905B8-AA9D-40A4-9C95-C56B2521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745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200m/sues200_satellite_to_uav_200m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138BFFB2-DDF4-4514-962A-653D319C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42.942</a:t>
            </a:r>
          </a:p>
        </p:txBody>
      </p:sp>
      <p:sp>
        <p:nvSpPr>
          <p:cNvPr id="199" name="sues200_satellite_to_uav_200m/sues200_satellite_to_uav_200m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589C9AB5-54BB-4147-BEDC-8A79CF69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8769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200m/sues200_satellite_to_uav_200m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38949B86-5607-40BE-B27E-8DC3F00D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42.697</a:t>
            </a:r>
          </a:p>
        </p:txBody>
      </p:sp>
      <p:sp>
        <p:nvSpPr>
          <p:cNvPr id="201" name="sues200_satellite_to_uav_200m/sues200_satellite_to_uav_200m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3A5813FC-BB38-4E98-832E-FDAFF950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7778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200m/sues200_satellite_to_uav_200m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20ECEA61-E7FD-4B61-9761-CDE89C6D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52.831</a:t>
            </a:r>
          </a:p>
        </p:txBody>
      </p:sp>
      <p:sp>
        <p:nvSpPr>
          <p:cNvPr id="203" name="sues200_satellite_to_uav_200m/sues200_satellite_to_uav_200m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63E1C283-9D77-4C05-87E3-34552C6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satellite_to_uav_200m/sues200_satellite_to_uav_200m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06F589A-EE56-4DC8-ACEA-192495D6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3876568"/>
            <a:ext cx="400050" cy="80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satellite_to_uav_200m/sues200_satellite_to_uav_200m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FF0D57A-4C12-4D62-81C7-6F27CB3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3957152"/>
            <a:ext cx="400050" cy="11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satellite_to_uav_200m/sues200_satellite_to_uav_200m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4798C84-E63A-473F-AAC5-E2DE9652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895611"/>
            <a:ext cx="400050" cy="72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satellite_to_uav_200m/sues200_satellite_to_uav_200m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15AF6F0D-B8A3-49D5-AA28-9959E33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85307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200m/sues200_satellite_to_uav_200m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9260F2E5-0166-49F3-8E44-3F20EE9D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45.141</a:t>
            </a:r>
          </a:p>
        </p:txBody>
      </p:sp>
      <p:sp>
        <p:nvSpPr>
          <p:cNvPr id="209" name="sues200_satellite_to_uav_200m/sues200_satellite_to_uav_200m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DD403347-96D9-46E0-85A6-3585145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3365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200m/sues200_satellite_to_uav_200m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22C9F65B-2849-4DC2-9BD5-0DA9EB4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36.900</a:t>
            </a:r>
          </a:p>
        </p:txBody>
      </p:sp>
      <p:sp>
        <p:nvSpPr>
          <p:cNvPr id="211" name="sues200_satellite_to_uav_200m/sues200_satellite_to_uav_200m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2975437F-8119-41AD-B6D3-102CFC64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94489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200m/sues200_satellite_to_uav_200m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6C69F45D-BE8C-4E29-B231-EE7D456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35.751</a:t>
            </a:r>
          </a:p>
        </p:txBody>
      </p:sp>
      <p:sp>
        <p:nvSpPr>
          <p:cNvPr id="213" name="sues200_satellite_to_uav_200m/sues200_satellite_to_uav_200m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01F1D2BE-8694-4E27-86EF-9CBEAC2B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87211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satellite_to_uav_200m/sues200_satellite_to_uav_200m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9FE82CB2-6471-4A46-B950-E167982D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43.193</a:t>
            </a:r>
          </a:p>
        </p:txBody>
      </p:sp>
      <p:sp>
        <p:nvSpPr>
          <p:cNvPr id="215" name="sues200_satellite_to_uav_200m/sues200_satellite_to_uav_200m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792919EA-4908-48FD-BBA5-A83CD408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satellite_to_uav_200m/sues200_satellite_to_uav_200m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72CE0652-F746-4008-A1B5-D15ECCAE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satellite_to_uav_200m/sues200_satellite_to_uav_200m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1AE4EC54-BA29-45B7-8FE6-456EE57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satellite_to_uav_200m/sues200_satellite_to_uav_200m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750C9942-2546-415F-B0F4-1091CC06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satellite_to_uav_200m/sues200_satellite_to_uav_200m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100F8A5D-9701-4F28-B8DA-A4D2407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satellite_to_uav_200m/sues200_satellite_to_uav_200m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BB5BAB27-9055-4416-8CE4-D8BD7A0E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satellite_to_uav_200m/sues200_satellite_to_uav_200m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6D7BE5DA-D74C-42AE-B754-21AE2A08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satellite_to_uav_200m/sues200_satellite_to_uav_200m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A9868C93-27B9-48AA-9DF3-4EB2B806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satellite_to_uav_200m/sues200_satellite_to_uav_200m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EF8D0DCF-7353-412D-8B10-035AFE00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satellite_to_uav_200m/sues200_satellite_to_uav_200m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B59D8876-99C6-4725-8F8A-FEA8BC66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satellite_to_uav_200m/sues200_satellite_to_uav_200m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92091E77-D879-4F2A-B546-CF04A1BE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200m/sues200_satellite_to_uav_200m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0C53CE58-A584-48A8-AAF0-FB3DF3C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satellite_to_uav_200m/sues200_satellite_to_uav_200m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B6126698-9FB9-4BB1-B3F9-A82B2065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satellite_to_uav_200m/sues200_satellite_to_uav_200m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BCDB355D-942C-446E-98A8-2592A97D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satellite_to_uav_200m/sues200_satellite_to_uav_200m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D5767F96-CFA5-481F-9B85-596D00B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satellite_to_uav_200m/sues200_satellite_to_uav_200m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25D46154-4B3A-4B0C-B173-C60F3BE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satellite_to_uav_200m/sues200_satellite_to_uav_200m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7E82414D-F429-4BC4-80C8-EB85FAF5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satellite_to_uav_200m/sues200_satellite_to_uav_200m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52981857-A58D-46C8-902F-EE5AFA2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satellite_to_uav_200m/sues200_satellite_to_uav_200m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CDCC7E9C-2490-4A31-9D7B-C342D340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satellite_to_uav_200m/sues200_satellite_to_uav_200m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93105051-2FAD-4B20-B75E-A543F7EB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satellite_to_uav_200m/sues200_satellite_to_uav_200m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26E4352E-77C8-4F25-A463-30283C5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satellite_to_uav_200m/sues200_satellite_to_uav_200m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91EAD24-BF2F-44F4-A936-2B8663F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3773366"/>
            <a:ext cx="400050" cy="973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satellite_to_uav_200m/sues200_satellite_to_uav_200m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89F467F6-C18F-416E-A828-BDEA143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870734"/>
            <a:ext cx="400050" cy="204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satellite_to_uav_200m/sues200_satellite_to_uav_200m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19495B3-2868-4C0C-9CC9-C20C1F1F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876814"/>
            <a:ext cx="400050" cy="143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satellite_to_uav_200m/sues200_satellite_to_uav_200m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2F035E32-AC6C-42A8-86FE-E84DF0FF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74987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satellite_to_uav_200m/sues200_satellite_to_uav_200m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A58F7584-617C-4461-B119-EEB2548E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55.694</a:t>
            </a:r>
          </a:p>
        </p:txBody>
      </p:sp>
      <p:sp>
        <p:nvSpPr>
          <p:cNvPr id="241" name="sues200_satellite_to_uav_200m/sues200_satellite_to_uav_200m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25BE7D40-5986-475B-8318-3BF01FED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84723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satellite_to_uav_200m/sues200_satellite_to_uav_200m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123F3B3B-86B9-4612-97AA-45EFE23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45.737</a:t>
            </a:r>
          </a:p>
        </p:txBody>
      </p:sp>
      <p:sp>
        <p:nvSpPr>
          <p:cNvPr id="243" name="sues200_satellite_to_uav_200m/sues200_satellite_to_uav_200m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77FB0B79-0073-4C13-9F78-9C9B46F8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6771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satellite_to_uav_200m/sues200_satellite_to_uav_200m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58696E21-E609-417A-A6A1-C28B157D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43.643</a:t>
            </a:r>
          </a:p>
        </p:txBody>
      </p:sp>
      <p:sp>
        <p:nvSpPr>
          <p:cNvPr id="245" name="sues200_satellite_to_uav_200m/sues200_satellite_to_uav_200m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29B6A05B-40AD-4E7E-A1FA-032E088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85331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satellite_to_uav_200m/sues200_satellite_to_uav_200m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4011B8A4-9279-426D-954F-33F81287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965" y="45420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45.116</a:t>
            </a:r>
          </a:p>
        </p:txBody>
      </p:sp>
      <p:sp>
        <p:nvSpPr>
          <p:cNvPr id="247" name="sues200_satellite_to_uav_200m/sues200_satellite_to_uav_200m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DF1DFF6-04E5-43E1-8B49-19FBF7E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satellite_to_uav_200m/sues200_satellite_to_uav_200m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0F076E93-9C66-4522-ABF8-42BBC0EC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3899071"/>
            <a:ext cx="400050" cy="315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satellite_to_uav_200m/sues200_satellite_to_uav_200m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EA0EACFF-6EE6-4558-8D12-166925E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930574"/>
            <a:ext cx="400050" cy="67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satellite_to_uav_200m/sues200_satellite_to_uav_200m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1FB0D6A7-BDE3-421C-9652-7F78BA5B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935256"/>
            <a:ext cx="400050" cy="63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satellite_to_uav_200m/sues200_satellite_to_uav_200m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0D980F6B-87A1-4A39-A4A0-F8D6CA11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87557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200m/sues200_satellite_to_uav_200m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B4AA3624-C610-41E9-86EE-363ACEF5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42.840</a:t>
            </a:r>
          </a:p>
        </p:txBody>
      </p:sp>
      <p:sp>
        <p:nvSpPr>
          <p:cNvPr id="253" name="sues200_satellite_to_uav_200m/sues200_satellite_to_uav_200m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4CB9C8F4-5B8C-40E6-A2C4-41ECEE3C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90707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satellite_to_uav_200m/sues200_satellite_to_uav_200m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2C77CA53-0BB7-4835-B9C0-3353C8BD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39.618</a:t>
            </a:r>
          </a:p>
        </p:txBody>
      </p:sp>
      <p:sp>
        <p:nvSpPr>
          <p:cNvPr id="255" name="sues200_satellite_to_uav_200m/sues200_satellite_to_uav_200m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42ACFCA1-955D-4068-B1DF-915F3163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7499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satellite_to_uav_200m/sues200_satellite_to_uav_200m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910834F7-1237-45FC-A1B2-54B2986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32.673</a:t>
            </a:r>
          </a:p>
        </p:txBody>
      </p:sp>
      <p:sp>
        <p:nvSpPr>
          <p:cNvPr id="257" name="sues200_satellite_to_uav_200m/sues200_satellite_to_uav_200m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3342DC24-850B-4F6C-A164-924B1190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91176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satellite_to_uav_200m/sues200_satellite_to_uav_200m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7DDE1A65-A0DB-42E7-8D2C-4381EFC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39.139</a:t>
            </a:r>
          </a:p>
        </p:txBody>
      </p:sp>
      <p:sp>
        <p:nvSpPr>
          <p:cNvPr id="259" name="sues200_satellite_to_uav_200m/sues200_satellite_to_uav_200m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6E138284-52CB-46EB-A414-EACE13C9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satellite_to_uav_200m/sues200_satellite_to_uav_200m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1B958450-635D-4137-B4DD-AFC6589C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satellite_to_uav_200m/sues200_satellite_to_uav_200m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AAC09A53-62F9-4BC1-8073-2ADA4495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satellite_to_uav_200m/sues200_satellite_to_uav_200m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3BE0453A-1663-4014-9637-72DF365F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satellite_to_uav_200m/sues200_satellite_to_uav_200m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09467762-27D6-4AB2-8228-8E077F4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satellite_to_uav_200m/sues200_satellite_to_uav_200m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17D012E1-D5D4-4BB9-AE3F-82AC473F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satellite_to_uav_200m/sues200_satellite_to_uav_200m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2FF94032-CA2A-4925-A887-928D7DAD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satellite_to_uav_200m/sues200_satellite_to_uav_200m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04D70B3F-CDF7-42DF-A116-03BF1430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satellite_to_uav_200m/sues200_satellite_to_uav_200m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2395A820-5432-4C76-8858-B315E40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satellite_to_uav_200m/sues200_satellite_to_uav_200m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DE50B06C-970D-4F23-8A54-0F6D8922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satellite_to_uav_200m/sues200_satellite_to_uav_200m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AAFA87FF-F7D0-485D-A286-B5068DC4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satellite_to_uav_200m/sues200_satellite_to_uav_200m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0AAD4D24-533D-4158-BEED-6F20B07C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satellite_to_uav_200m/sues200_satellite_to_uav_200m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91A840BE-6D1D-41DE-B6B2-41C43248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satellite_to_uav_200m/sues200_satellite_to_uav_200m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2945CD39-6329-4CD2-BE70-1602FF68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satellite_to_uav_200m/sues200_satellite_to_uav_200m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43718171-E128-45E6-8A40-C2B683A6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satellite_to_uav_200m/sues200_satellite_to_uav_200m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3F888410-22AB-4E42-A6EB-8196BB61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satellite_to_uav_200m/sues200_satellite_to_uav_200m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D768B9EB-10F8-4633-9AC3-139C1969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satellite_to_uav_200m/sues200_satellite_to_uav_200m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563E5BF0-8C6D-413E-A4F6-1ADA9000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satellite_to_uav_200m/sues200_satellite_to_uav_200m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5595FD05-AFE6-4797-B304-C2CDBD3F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satellite_to_uav_200m/sues200_satellite_to_uav_200m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3B97DCB4-FBC7-49B4-A56C-8041036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satellite_to_uav_200m/sues200_satellite_to_uav_200m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7772B002-D25A-4C14-BEEB-ED56F83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satellite_to_uav_200m/sues200_satellite_to_uav_200m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A4C4FC5-BDAE-472D-94DF-EDF81AC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3757825"/>
            <a:ext cx="400050" cy="1118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satellite_to_uav_200m/sues200_satellite_to_uav_200m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391DC1B2-F00C-407E-B81D-00CFB465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830320"/>
            <a:ext cx="400050" cy="393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satellite_to_uav_200m/sues200_satellite_to_uav_200m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9F40CE1-A911-43F0-80F4-7B97894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830320"/>
            <a:ext cx="400050" cy="30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satellite_to_uav_200m/sues200_satellite_to_uav_200m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71E5F8A8-3AA3-4D67-BF5B-133244E4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73433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satellite_to_uav_200m/sues200_satellite_to_uav_200m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60DAA9F8-AD6F-41EA-B7C5-06D78419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57.283</a:t>
            </a:r>
          </a:p>
        </p:txBody>
      </p:sp>
      <p:sp>
        <p:nvSpPr>
          <p:cNvPr id="285" name="sues200_satellite_to_uav_200m/sues200_satellite_to_uav_200m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A9DDCD37-F5AB-41F9-83DD-DEE8D10B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4621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satellite_to_uav_200m/sues200_satellite_to_uav_200m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BA992314-3769-4EBE-9B5A-12EDFE9B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45.843</a:t>
            </a:r>
          </a:p>
        </p:txBody>
      </p:sp>
      <p:sp>
        <p:nvSpPr>
          <p:cNvPr id="287" name="sues200_satellite_to_uav_200m/sues200_satellite_to_uav_200m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1972ACD3-0640-4013-8C27-5FB45313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0682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satellite_to_uav_200m/sues200_satellite_to_uav_200m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583E6914-4C4B-4985-9C7E-34B9144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49.870</a:t>
            </a:r>
          </a:p>
        </p:txBody>
      </p:sp>
      <p:sp>
        <p:nvSpPr>
          <p:cNvPr id="289" name="sues200_satellite_to_uav_200m/sues200_satellite_to_uav_200m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770D7AFB-6EBA-4306-A282-AC9BA53F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83715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satellite_to_uav_200m/sues200_satellite_to_uav_200m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361BA74E-9711-4254-B5C9-FFAA48D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46.769</a:t>
            </a:r>
          </a:p>
        </p:txBody>
      </p:sp>
      <p:sp>
        <p:nvSpPr>
          <p:cNvPr id="291" name="sues200_satellite_to_uav_200m/sues200_satellite_to_uav_200m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25EBF44-AE70-4FBC-9153-2F6B9B3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satellite_to_uav_200m/sues200_satellite_to_uav_200m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7F7C2AF-DC68-4137-9656-C92F5B9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3872589"/>
            <a:ext cx="400050" cy="309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satellite_to_uav_200m/sues200_satellite_to_uav_200m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AC978123-E3E6-41B9-91C5-3162F203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3903496"/>
            <a:ext cx="400050" cy="732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satellite_to_uav_200m/sues200_satellite_to_uav_200m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0D3C3BB-4D11-4B6A-A23A-3B08521E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976719"/>
            <a:ext cx="400050" cy="53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satellite_to_uav_200m/sues200_satellite_to_uav_200m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3E7E7A98-C76A-437A-B33A-439CC9C6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84909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satellite_to_uav_200m/sues200_satellite_to_uav_200m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B18ECE41-68F4-43EE-AE57-12ECCB6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45.548</a:t>
            </a:r>
          </a:p>
        </p:txBody>
      </p:sp>
      <p:sp>
        <p:nvSpPr>
          <p:cNvPr id="297" name="sues200_satellite_to_uav_200m/sues200_satellite_to_uav_200m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E186F0C6-4BED-423B-8DB7-9A61782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8000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satellite_to_uav_200m/sues200_satellite_to_uav_200m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81AB41D4-8C59-49B8-B0FE-E67397A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42.387</a:t>
            </a:r>
          </a:p>
        </p:txBody>
      </p:sp>
      <p:sp>
        <p:nvSpPr>
          <p:cNvPr id="299" name="sues200_satellite_to_uav_200m/sues200_satellite_to_uav_200m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61087EEE-B23D-41B9-A2A8-514C8B12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95322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200m/sues200_satellite_to_uav_200m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A9307F2D-1C86-4E30-8ADE-2FA8308D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34.899</a:t>
            </a:r>
          </a:p>
        </p:txBody>
      </p:sp>
      <p:sp>
        <p:nvSpPr>
          <p:cNvPr id="301" name="sues200_satellite_to_uav_200m/sues200_satellite_to_uav_200m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B7A0AA7F-C69C-44ED-8FCC-1BD54AD8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4006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200m/sues200_satellite_to_uav_200m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2BC5501B-F517-4796-8DD1-EA964E3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29.475</a:t>
            </a:r>
          </a:p>
        </p:txBody>
      </p:sp>
      <p:sp>
        <p:nvSpPr>
          <p:cNvPr id="303" name="sues200_satellite_to_uav_200m/sues200_satellite_to_uav_200m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34B72EB1-D421-407C-A73C-1B41D89C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satellite_to_uav_200m/MRR/row-heading">
            <a:extLst xmlns:a="http://schemas.openxmlformats.org/drawingml/2006/main">
              <a:ext uri="{FF2B5EF4-FFF2-40B4-BE49-F238E27FC236}">
                <a16:creationId xmlns:a16="http://schemas.microsoft.com/office/drawing/2014/main" id="{762354B7-3E7E-4968-901A-E1E39A59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satellite_to_uav_200m/sues200_satellite_to_uav_200m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A9036343-99C1-4DDB-B8EA-4EC61597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satellite_to_uav_200m/sues200_satellite_to_uav_200m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4A50EBA3-1960-486D-86F2-5F6304F4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satellite_to_uav_200m/sues200_satellite_to_uav_200m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49897E34-45CE-41F5-840C-02B6BC6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satellite_to_uav_200m/sues200_satellite_to_uav_200m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FCED0CB3-E70F-4702-9DFF-30EF1D11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satellite_to_uav_200m/sues200_satellite_to_uav_200m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E0A5977C-9591-44A7-98D6-AF9C18AE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satellite_to_uav_200m/sues200_satellite_to_uav_200m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0771DB5E-783B-4ED4-A1FE-2598F00D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satellite_to_uav_200m/sues200_satellite_to_uav_200m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B09B9CFA-6290-4C5E-964C-16427484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satellite_to_uav_200m/sues200_satellite_to_uav_200m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183EF910-0C7F-4925-872C-8FB90B7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satellite_to_uav_200m/sues200_satellite_to_uav_200m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799A2F9C-DB13-42BF-A142-61D253C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satellite_to_uav_200m/sues200_satellite_to_uav_200m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16F0B139-3570-4D77-8D17-DE56884E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satellite_to_uav_200m/sues200_satellite_to_uav_200m/seed-1/MRR/y-axis">
            <a:extLst xmlns:a="http://schemas.openxmlformats.org/drawingml/2006/main">
              <a:ext uri="{FF2B5EF4-FFF2-40B4-BE49-F238E27FC236}">
                <a16:creationId xmlns:a16="http://schemas.microsoft.com/office/drawing/2014/main" id="{C6DB99F8-2308-40B0-84ED-530F5C1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satellite_to_uav_200m/sues200_satellite_to_uav_200m/seed-1/MRR/x-axis">
            <a:extLst xmlns:a="http://schemas.openxmlformats.org/drawingml/2006/main">
              <a:ext uri="{FF2B5EF4-FFF2-40B4-BE49-F238E27FC236}">
                <a16:creationId xmlns:a16="http://schemas.microsoft.com/office/drawing/2014/main" id="{97F5EF12-7AB9-4050-A4B5-B26343A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satellite_to_uav_200m/sues200_satellite_to_uav_200m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84F55AFA-729B-48A3-A7A1-B94B788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satellite_to_uav_200m/sues200_satellite_to_uav_200m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AE0D3EF1-735F-42A5-9A9B-2B7D872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satellite_to_uav_200m/sues200_satellite_to_uav_200m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D1358DC5-5E14-4228-AD64-61F58BA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satellite_to_uav_200m/sues200_satellite_to_uav_200m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3EE1CF95-B921-4323-ACF3-9EAAD1C8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satellite_to_uav_200m/sues200_satellite_to_uav_200m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8D453AAB-1A01-4C98-B9FD-A4452F4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satellite_to_uav_200m/sues200_satellite_to_uav_200m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B48C6CAF-3060-49FE-90FE-8D9E1355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satellite_to_uav_200m/sues200_satellite_to_uav_200m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14EF4F3F-A78C-42A5-8BCD-CD650042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satellite_to_uav_200m/sues200_satellite_to_uav_200m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6055B1CC-FAB6-4AFA-909B-9254F037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satellite_to_uav_200m/sues200_satellite_to_uav_200m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EEB4CEA9-6393-43C1-976E-D3D3FFA2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322573"/>
            <a:ext cx="400050" cy="177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satellite_to_uav_200m/sues200_satellite_to_uav_200m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4D65442-3212-4E7F-B977-B600CF2D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461442"/>
            <a:ext cx="400050" cy="388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satellite_to_uav_200m/sues200_satellite_to_uav_200m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CB0A447F-4E61-43E1-940A-D4265CD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215886"/>
            <a:ext cx="400050" cy="2455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satellite_to_uav_200m/sues200_satellite_to_uav_200m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5F9484CE-22DA-495C-8059-7CDED4A5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29907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satellite_to_uav_200m/sues200_satellite_to_uav_200m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BC91130E-824F-4D91-80BD-8869A12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72.597</a:t>
            </a:r>
          </a:p>
        </p:txBody>
      </p:sp>
      <p:sp>
        <p:nvSpPr>
          <p:cNvPr id="330" name="sues200_satellite_to_uav_200m/sues200_satellite_to_uav_200m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763FDC9D-9A0D-4196-BF59-6212870A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7681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satellite_to_uav_200m/sues200_satellite_to_uav_200m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5BC954A6-8CA3-44FB-A931-9B825DED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54.422</a:t>
            </a:r>
          </a:p>
        </p:txBody>
      </p:sp>
      <p:sp>
        <p:nvSpPr>
          <p:cNvPr id="332" name="sues200_satellite_to_uav_200m/sues200_satellite_to_uav_200m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397B1127-047F-46A5-A468-46DF26F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43794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satellite_to_uav_200m/sues200_satellite_to_uav_200m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46C2928F-6FC3-46CF-B44C-B15CB5F0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58.396</a:t>
            </a:r>
          </a:p>
        </p:txBody>
      </p:sp>
      <p:sp>
        <p:nvSpPr>
          <p:cNvPr id="334" name="sues200_satellite_to_uav_200m/sues200_satellite_to_uav_200m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0909E485-EFCF-403F-BCCD-C91CB47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19239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satellite_to_uav_200m/sues200_satellite_to_uav_200m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60E3998D-D034-4E0A-A89C-A8A93FB3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83.507</a:t>
            </a:r>
          </a:p>
        </p:txBody>
      </p:sp>
      <p:sp>
        <p:nvSpPr>
          <p:cNvPr id="336" name="sues200_satellite_to_uav_200m/sues200_satellite_to_uav_200m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6114EE8D-A5B7-4F60-95D6-BD04BF3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satellite_to_uav_200m/sues200_satellite_to_uav_200m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351007F-68E7-4D4D-A064-3A4E7FBE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359084"/>
            <a:ext cx="400050" cy="94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satellite_to_uav_200m/sues200_satellite_to_uav_200m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EACE83C3-BEDD-44EA-B1F5-89E146F1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365442"/>
            <a:ext cx="400050" cy="877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satellite_to_uav_200m/sues200_satellite_to_uav_200m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B2FE2A32-7B6F-440A-B38C-01CCFB41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361092"/>
            <a:ext cx="400050" cy="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satellite_to_uav_200m/sues200_satellite_to_uav_200m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88C510FB-45ED-43D4-97A3-E2D5362D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33558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satellite_to_uav_200m/sues200_satellite_to_uav_200m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FCA6A0C4-28B9-4CC1-A37A-CB3C9D62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68.863</a:t>
            </a:r>
          </a:p>
        </p:txBody>
      </p:sp>
      <p:sp>
        <p:nvSpPr>
          <p:cNvPr id="342" name="sues200_satellite_to_uav_200m/sues200_satellite_to_uav_200m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CCAB0F80-42D6-4E59-9D98-898343E5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2972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satellite_to_uav_200m/sues200_satellite_to_uav_200m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0B736DEB-F2A9-4345-8517-33BC4A2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59.238</a:t>
            </a:r>
          </a:p>
        </p:txBody>
      </p:sp>
      <p:sp>
        <p:nvSpPr>
          <p:cNvPr id="344" name="sues200_satellite_to_uav_200m/sues200_satellite_to_uav_200m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A70A40E1-10B3-4459-B516-EDC9C8F5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34194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satellite_to_uav_200m/sues200_satellite_to_uav_200m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06A8ED4E-3607-4B76-BC14-1840E351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68.213</a:t>
            </a:r>
          </a:p>
        </p:txBody>
      </p:sp>
      <p:sp>
        <p:nvSpPr>
          <p:cNvPr id="346" name="sues200_satellite_to_uav_200m/sues200_satellite_to_uav_200m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14E520D7-4352-4633-890D-A92A58E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3759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satellite_to_uav_200m/sues200_satellite_to_uav_200m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C79D2D71-DE2F-4980-AFCB-D4B9FA39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68.658</a:t>
            </a:r>
          </a:p>
        </p:txBody>
      </p:sp>
      <p:sp>
        <p:nvSpPr>
          <p:cNvPr id="348" name="sues200_satellite_to_uav_200m/sues200_satellite_to_uav_200m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38455AB7-11E1-41DC-B936-B2A641B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satellite_to_uav_200m/sues200_satellite_to_uav_200m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456D5E32-81BF-4A65-B097-F9338E7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satellite_to_uav_200m/sues200_satellite_to_uav_200m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4216E449-059C-43BE-8B43-6D5C6FE3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satellite_to_uav_200m/sues200_satellite_to_uav_200m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9CEC2425-D647-4131-B0DC-207FF617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satellite_to_uav_200m/sues200_satellite_to_uav_200m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4F0EF608-AACC-4414-B924-D0C5E98D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satellite_to_uav_200m/sues200_satellite_to_uav_200m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C0901E30-F692-44DB-9189-FC11C91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satellite_to_uav_200m/sues200_satellite_to_uav_200m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DD41CDB7-631E-4472-A426-EF9A087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satellite_to_uav_200m/sues200_satellite_to_uav_200m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F94D72F8-EDA4-41A9-9B5C-D1FE04F9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satellite_to_uav_200m/sues200_satellite_to_uav_200m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6716451F-5AA2-4112-BF58-230DD82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satellite_to_uav_200m/sues200_satellite_to_uav_200m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784E1E75-8533-4CB5-89AF-390B28FB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satellite_to_uav_200m/sues200_satellite_to_uav_200m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A4EF9AFD-3334-48B5-AD96-00450E2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satellite_to_uav_200m/sues200_satellite_to_uav_200m/seed-2/MRR/y-axis">
            <a:extLst xmlns:a="http://schemas.openxmlformats.org/drawingml/2006/main">
              <a:ext uri="{FF2B5EF4-FFF2-40B4-BE49-F238E27FC236}">
                <a16:creationId xmlns:a16="http://schemas.microsoft.com/office/drawing/2014/main" id="{52A03F9B-CF99-4947-B44B-1A64659A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satellite_to_uav_200m/sues200_satellite_to_uav_200m/seed-2/MRR/x-axis">
            <a:extLst xmlns:a="http://schemas.openxmlformats.org/drawingml/2006/main">
              <a:ext uri="{FF2B5EF4-FFF2-40B4-BE49-F238E27FC236}">
                <a16:creationId xmlns:a16="http://schemas.microsoft.com/office/drawing/2014/main" id="{1458A8FD-5DD9-454E-8E8A-45DA1530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satellite_to_uav_200m/sues200_satellite_to_uav_200m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1F9B6AA8-C6DF-4A5F-94E9-CCD62DB6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satellite_to_uav_200m/sues200_satellite_to_uav_200m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032971B4-EA6D-40B6-B4D9-82228588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satellite_to_uav_200m/sues200_satellite_to_uav_200m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462F4AAE-0CC4-4D0A-B82A-47F3261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satellite_to_uav_200m/sues200_satellite_to_uav_200m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C8238228-657B-4D0D-8A32-2C917219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satellite_to_uav_200m/sues200_satellite_to_uav_200m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2C1DEE98-CCEA-4B4D-8B63-4C0FBD1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satellite_to_uav_200m/sues200_satellite_to_uav_200m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49282379-4201-4E8B-B02D-03232A7C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satellite_to_uav_200m/sues200_satellite_to_uav_200m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5F9CD29D-39A4-4250-B064-4998354C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satellite_to_uav_200m/sues200_satellite_to_uav_200m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F97404B1-E2F2-417B-AF1B-E9B0DCB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satellite_to_uav_200m/sues200_satellite_to_uav_200m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C4E8EFF-F385-4CF7-82BA-400FA110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353046"/>
            <a:ext cx="400050" cy="13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satellite_to_uav_200m/sues200_satellite_to_uav_200m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028F46E-EAE2-467B-B7CD-33593DDE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329098"/>
            <a:ext cx="400050" cy="37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satellite_to_uav_200m/sues200_satellite_to_uav_200m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97E5E2E8-D688-456C-8946-D655C97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176639"/>
            <a:ext cx="400050" cy="152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satellite_to_uav_200m/sues200_satellite_to_uav_200m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4E45D2EE-0F3A-480B-AA08-F902DAF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32955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satellite_to_uav_200m/sues200_satellite_to_uav_200m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602B0A14-F33A-4434-BA73-4B205E7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69.481</a:t>
            </a:r>
          </a:p>
        </p:txBody>
      </p:sp>
      <p:sp>
        <p:nvSpPr>
          <p:cNvPr id="374" name="sues200_satellite_to_uav_200m/sues200_satellite_to_uav_200m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1D082224-5AED-4FF9-A269-A6AE6B3B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34305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satellite_to_uav_200m/sues200_satellite_to_uav_200m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5FD9CEF7-E78A-469B-A566-9433FCF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68.100</a:t>
            </a:r>
          </a:p>
        </p:txBody>
      </p:sp>
      <p:sp>
        <p:nvSpPr>
          <p:cNvPr id="376" name="sues200_satellite_to_uav_200m/sues200_satellite_to_uav_200m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25979641-0940-4679-8FF0-FF7AC593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0560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satellite_to_uav_200m/sues200_satellite_to_uav_200m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425B2F43-A1A5-4A40-80F6-34AF1CEE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71.930</a:t>
            </a:r>
          </a:p>
        </p:txBody>
      </p:sp>
      <p:sp>
        <p:nvSpPr>
          <p:cNvPr id="378" name="sues200_satellite_to_uav_200m/sues200_satellite_to_uav_200m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2C76DAE4-6C2C-4273-BED4-66BC0AD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15314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satellite_to_uav_200m/sues200_satellite_to_uav_200m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653B9826-0408-46E7-AE5C-1AC658E4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87.520</a:t>
            </a:r>
          </a:p>
        </p:txBody>
      </p:sp>
      <p:sp>
        <p:nvSpPr>
          <p:cNvPr id="380" name="sues200_satellite_to_uav_200m/sues200_satellite_to_uav_200m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F60D26FD-050A-4139-AB07-E5C3874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satellite_to_uav_200m/sues200_satellite_to_uav_200m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33879AF-2E27-4FA7-AE57-EF648A44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443448"/>
            <a:ext cx="400050" cy="1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satellite_to_uav_200m/sues200_satellite_to_uav_200m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DE5FAB1F-B1C2-4923-9FEE-D65DD4B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5459248"/>
            <a:ext cx="400050" cy="275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satellite_to_uav_200m/sues200_satellite_to_uav_200m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E8DF236-ED81-47B6-8A7C-F114DABB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446769"/>
            <a:ext cx="400050" cy="40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satellite_to_uav_200m/sues200_satellite_to_uav_200m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B0A2A51B-48ED-4B9F-A831-1B4F074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41995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satellite_to_uav_200m/sues200_satellite_to_uav_200m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66ED88A4-AC5D-4405-994A-55D5EFDF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60.236</a:t>
            </a:r>
          </a:p>
        </p:txBody>
      </p:sp>
      <p:sp>
        <p:nvSpPr>
          <p:cNvPr id="386" name="sues200_satellite_to_uav_200m/sues200_satellite_to_uav_200m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D9E3423D-DAD8-44D6-9A16-766A6AAF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43575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satellite_to_uav_200m/sues200_satellite_to_uav_200m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6B007FF8-6558-4CC9-9AFD-D86EF23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58.621</a:t>
            </a:r>
          </a:p>
        </p:txBody>
      </p:sp>
      <p:sp>
        <p:nvSpPr>
          <p:cNvPr id="388" name="sues200_satellite_to_uav_200m/sues200_satellite_to_uav_200m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9C2BD130-66A2-4F0C-99A2-686DF1DC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6330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satellite_to_uav_200m/sues200_satellite_to_uav_200m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D30CBC05-4532-4D87-AB8A-3E697C3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55.804</a:t>
            </a:r>
          </a:p>
        </p:txBody>
      </p:sp>
      <p:sp>
        <p:nvSpPr>
          <p:cNvPr id="390" name="sues200_satellite_to_uav_200m/sues200_satellite_to_uav_200m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99A18D14-ACA2-4D3D-89A0-AAA59C8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42327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satellite_to_uav_200m/sues200_satellite_to_uav_200m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03A19CA7-7B82-4A8C-8665-20E47AC2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59.897</a:t>
            </a:r>
          </a:p>
        </p:txBody>
      </p:sp>
      <p:sp>
        <p:nvSpPr>
          <p:cNvPr id="392" name="sues200_satellite_to_uav_200m/sues200_satellite_to_uav_200m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6B89D016-840B-41BE-BE48-82B3C5E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satellite_to_uav_200m/sues200_satellite_to_uav_200m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3E035223-96D8-48EB-A551-9F8C13B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satellite_to_uav_200m/sues200_satellite_to_uav_200m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0678BBEB-FCDE-4D54-BF76-D0E8AFD6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satellite_to_uav_200m/sues200_satellite_to_uav_200m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2F7F3051-1B20-4F51-B791-62985AD5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satellite_to_uav_200m/sues200_satellite_to_uav_200m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4143A5BB-462B-4570-9A65-09BD86A5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satellite_to_uav_200m/sues200_satellite_to_uav_200m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60E009D2-385C-4CC6-95E0-B71435C9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satellite_to_uav_200m/sues200_satellite_to_uav_200m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9341D673-9851-48CC-A4C1-E11D1796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satellite_to_uav_200m/sues200_satellite_to_uav_200m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3BEA514B-36F9-46C1-B853-211B4C7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satellite_to_uav_200m/sues200_satellite_to_uav_200m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0C3DC1AF-1F93-4491-B580-17A27FB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satellite_to_uav_200m/sues200_satellite_to_uav_200m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C3AECF90-2791-4CB0-841F-89F02721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satellite_to_uav_200m/sues200_satellite_to_uav_200m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7758704F-E768-4FE4-966E-F4EA55F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satellite_to_uav_200m/sues200_satellite_to_uav_200m/seed-3/MRR/y-axis">
            <a:extLst xmlns:a="http://schemas.openxmlformats.org/drawingml/2006/main">
              <a:ext uri="{FF2B5EF4-FFF2-40B4-BE49-F238E27FC236}">
                <a16:creationId xmlns:a16="http://schemas.microsoft.com/office/drawing/2014/main" id="{9990593F-A950-4929-B1BC-5CA576C8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satellite_to_uav_200m/sues200_satellite_to_uav_200m/seed-3/MRR/x-axis">
            <a:extLst xmlns:a="http://schemas.openxmlformats.org/drawingml/2006/main">
              <a:ext uri="{FF2B5EF4-FFF2-40B4-BE49-F238E27FC236}">
                <a16:creationId xmlns:a16="http://schemas.microsoft.com/office/drawing/2014/main" id="{A9B18AFF-38BA-498E-84F8-6451689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satellite_to_uav_200m/sues200_satellite_to_uav_200m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5FDA0A09-EB21-496B-95E9-93168D24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satellite_to_uav_200m/sues200_satellite_to_uav_200m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E7DAA532-D218-43EA-BA84-4DD4E822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satellite_to_uav_200m/sues200_satellite_to_uav_200m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06CE1BB4-9273-4648-A235-5205A20E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satellite_to_uav_200m/sues200_satellite_to_uav_200m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281B0A4A-5802-4592-B78D-9BC1FA40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satellite_to_uav_200m/sues200_satellite_to_uav_200m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CBE3F730-BF88-4773-A999-1AEB7128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satellite_to_uav_200m/sues200_satellite_to_uav_200m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30C363CF-F57C-4554-8813-8F1DCE77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satellite_to_uav_200m/sues200_satellite_to_uav_200m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4A8396CE-1BE3-47A7-843D-EB828081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satellite_to_uav_200m/sues200_satellite_to_uav_200m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1A1BC768-C552-4EA1-BAB4-E564E112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satellite_to_uav_200m/sues200_satellite_to_uav_200m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7EE73D2-645A-467D-876C-199F7852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5256104"/>
            <a:ext cx="400050" cy="169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satellite_to_uav_200m/sues200_satellite_to_uav_200m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B723917-2F7F-4AB0-B380-B4366D6A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276129"/>
            <a:ext cx="400050" cy="149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satellite_to_uav_200m/sues200_satellite_to_uav_200m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18383787-DD1E-41E4-9405-86A70BB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276129"/>
            <a:ext cx="400050" cy="64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satellite_to_uav_200m/sues200_satellite_to_uav_200m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FBFD46BE-C6B2-43E6-87AE-2B768C9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23260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satellite_to_uav_200m/sues200_satellite_to_uav_200m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0BC02315-ACB4-49A1-9B4E-29D990A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79.394</a:t>
            </a:r>
          </a:p>
        </p:txBody>
      </p:sp>
      <p:sp>
        <p:nvSpPr>
          <p:cNvPr id="418" name="sues200_satellite_to_uav_200m/sues200_satellite_to_uav_200m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0D377491-BC5F-483A-BD1E-8832179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40245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satellite_to_uav_200m/sues200_satellite_to_uav_200m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500494C5-DA80-43D7-92FC-038438F6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62.026</a:t>
            </a:r>
          </a:p>
        </p:txBody>
      </p:sp>
      <p:sp>
        <p:nvSpPr>
          <p:cNvPr id="420" name="sues200_satellite_to_uav_200m/sues200_satellite_to_uav_200m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A30E545C-B778-48C3-9698-F8E35EDE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25263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satellite_to_uav_200m/sues200_satellite_to_uav_200m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6871DACF-B4C0-4BC0-9CB4-3ADA1443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77.346</a:t>
            </a:r>
          </a:p>
        </p:txBody>
      </p:sp>
      <p:sp>
        <p:nvSpPr>
          <p:cNvPr id="422" name="sues200_satellite_to_uav_200m/sues200_satellite_to_uav_200m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FA33A415-40D4-4BE7-9D92-C1C66444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31751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satellite_to_uav_200m/sues200_satellite_to_uav_200m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9B7C389A-25EA-420E-A0C7-5971099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70.712</a:t>
            </a:r>
          </a:p>
        </p:txBody>
      </p:sp>
      <p:sp>
        <p:nvSpPr>
          <p:cNvPr id="424" name="sues200_satellite_to_uav_200m/sues200_satellite_to_uav_200m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A8404C9-C626-4B1D-9DDC-5B888BD0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satellite_to_uav_200m/sues200_satellite_to_uav_200m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125EAC91-D473-40EB-80C2-920D7211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394232"/>
            <a:ext cx="400050" cy="647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satellite_to_uav_200m/sues200_satellite_to_uav_200m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5C2CFF09-C027-4917-9A37-D345A22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5394232"/>
            <a:ext cx="400050" cy="50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satellite_to_uav_200m/sues200_satellite_to_uav_200m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F5CEA0E5-4116-4888-8B42-5E8F94E6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444802"/>
            <a:ext cx="400050" cy="15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satellite_to_uav_200m/sues200_satellite_to_uav_200m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5CB03BBB-D6F1-49B9-962D-B716268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43551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satellite_to_uav_200m/sues200_satellite_to_uav_200m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E20DBF88-CB8B-43B7-B058-0103146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58.645</a:t>
            </a:r>
          </a:p>
        </p:txBody>
      </p:sp>
      <p:sp>
        <p:nvSpPr>
          <p:cNvPr id="430" name="sues200_satellite_to_uav_200m/sues200_satellite_to_uav_200m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DFF58F94-75F3-42B4-B21C-D7FBE5FE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37073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satellite_to_uav_200m/sues200_satellite_to_uav_200m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BD9CF1EE-3E09-4D9A-B5FD-80DA1ADB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65.269</a:t>
            </a:r>
          </a:p>
        </p:txBody>
      </p:sp>
      <p:sp>
        <p:nvSpPr>
          <p:cNvPr id="432" name="sues200_satellite_to_uav_200m/sues200_satellite_to_uav_200m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A05EF399-16AE-4B31-9AE9-6E818B9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42130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satellite_to_uav_200m/sues200_satellite_to_uav_200m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F2EE6ABA-4E70-4D3D-BC3E-37224025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60.098</a:t>
            </a:r>
          </a:p>
        </p:txBody>
      </p:sp>
      <p:sp>
        <p:nvSpPr>
          <p:cNvPr id="434" name="sues200_satellite_to_uav_200m/sues200_satellite_to_uav_200m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419DB951-499B-4A0C-9D1C-3C113CA0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57665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satellite_to_uav_200m/sues200_satellite_to_uav_200m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758B98F7-4CB5-4FD3-8990-A07CD14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44.212</a:t>
            </a:r>
          </a:p>
        </p:txBody>
      </p:sp>
      <p:sp>
        <p:nvSpPr>
          <p:cNvPr id="436" name="sues200_satellite_to_uav_200m/sues200_satellite_to_uav_200m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0F045A6D-E7CB-422F-BFFB-128AC37F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satellite_to_uav_200m/footnote-1">
            <a:extLst xmlns:a="http://schemas.openxmlformats.org/drawingml/2006/main">
              <a:ext uri="{FF2B5EF4-FFF2-40B4-BE49-F238E27FC236}">
                <a16:creationId xmlns:a16="http://schemas.microsoft.com/office/drawing/2014/main" id="{F7B9D4F3-50D3-46F1-BBFF-D8A7421A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satellite_to_uav_200m/footnote-2">
            <a:extLst xmlns:a="http://schemas.openxmlformats.org/drawingml/2006/main">
              <a:ext uri="{FF2B5EF4-FFF2-40B4-BE49-F238E27FC236}">
                <a16:creationId xmlns:a16="http://schemas.microsoft.com/office/drawing/2014/main" id="{2CC62338-459F-46C6-BC26-EC4AE67B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satellite_to_uav_200m/footnote-3">
            <a:extLst xmlns:a="http://schemas.openxmlformats.org/drawingml/2006/main">
              <a:ext uri="{FF2B5EF4-FFF2-40B4-BE49-F238E27FC236}">
                <a16:creationId xmlns:a16="http://schemas.microsoft.com/office/drawing/2014/main" id="{C3E274A8-DE10-4DAB-85C5-1A8588F8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satellite_to_uav_200m/footnote-4">
            <a:extLst xmlns:a="http://schemas.openxmlformats.org/drawingml/2006/main">
              <a:ext uri="{FF2B5EF4-FFF2-40B4-BE49-F238E27FC236}">
                <a16:creationId xmlns:a16="http://schemas.microsoft.com/office/drawing/2014/main" id="{9DC881C2-1C24-49D0-9214-C41CA30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satellite_to_uav_200m/footnote-5">
            <a:extLst xmlns:a="http://schemas.openxmlformats.org/drawingml/2006/main">
              <a:ext uri="{FF2B5EF4-FFF2-40B4-BE49-F238E27FC236}">
                <a16:creationId xmlns:a16="http://schemas.microsoft.com/office/drawing/2014/main" id="{59777FB1-0014-453D-BE04-AA328E8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2029480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uav_250m_to_satellite/title">
            <a:extLst xmlns:a="http://schemas.openxmlformats.org/drawingml/2006/main">
              <a:ext uri="{FF2B5EF4-FFF2-40B4-BE49-F238E27FC236}">
                <a16:creationId xmlns:a16="http://schemas.microsoft.com/office/drawing/2014/main" id="{68886DCD-14F0-48D5-B0A2-51464F9F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250 m → satellite</a:t>
            </a:r>
          </a:p>
        </p:txBody>
      </p:sp>
      <p:sp>
        <p:nvSpPr>
          <p:cNvPr id="2" name="sues200_uav_250m_to_satellite/subtitle">
            <a:extLst xmlns:a="http://schemas.openxmlformats.org/drawingml/2006/main">
              <a:ext uri="{FF2B5EF4-FFF2-40B4-BE49-F238E27FC236}">
                <a16:creationId xmlns:a16="http://schemas.microsoft.com/office/drawing/2014/main" id="{018C7D7F-90AA-4C86-BAF0-BAD30FEC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uav_250m_to_satellite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96375CC1-4A62-4F93-BF38-833424EE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250m_to_satellite/legend/visual/text">
            <a:extLst xmlns:a="http://schemas.openxmlformats.org/drawingml/2006/main">
              <a:ext uri="{FF2B5EF4-FFF2-40B4-BE49-F238E27FC236}">
                <a16:creationId xmlns:a16="http://schemas.microsoft.com/office/drawing/2014/main" id="{1D82FCEC-2ECE-4E77-84B1-EC4C04D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uav_250m_to_satellite/legend/full/marker">
            <a:extLst xmlns:a="http://schemas.openxmlformats.org/drawingml/2006/main">
              <a:ext uri="{FF2B5EF4-FFF2-40B4-BE49-F238E27FC236}">
                <a16:creationId xmlns:a16="http://schemas.microsoft.com/office/drawing/2014/main" id="{80799731-31E0-4C6F-8131-73C88C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250m_to_satellite/legend/full/text">
            <a:extLst xmlns:a="http://schemas.openxmlformats.org/drawingml/2006/main">
              <a:ext uri="{FF2B5EF4-FFF2-40B4-BE49-F238E27FC236}">
                <a16:creationId xmlns:a16="http://schemas.microsoft.com/office/drawing/2014/main" id="{4C945999-6B62-4B3B-A994-BB043DC8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uav_250m_to_satellite/legend/values">
            <a:extLst xmlns:a="http://schemas.openxmlformats.org/drawingml/2006/main">
              <a:ext uri="{FF2B5EF4-FFF2-40B4-BE49-F238E27FC236}">
                <a16:creationId xmlns:a16="http://schemas.microsoft.com/office/drawing/2014/main" id="{C5DFA894-3CAD-4625-AC5F-A5028A29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uav_250m_to_satellite/seed-1/heading">
            <a:extLst xmlns:a="http://schemas.openxmlformats.org/drawingml/2006/main">
              <a:ext uri="{FF2B5EF4-FFF2-40B4-BE49-F238E27FC236}">
                <a16:creationId xmlns:a16="http://schemas.microsoft.com/office/drawing/2014/main" id="{8E9FC934-B0CE-425F-B3F0-E614037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uav_250m_to_satellite/seed-1/N-label">
            <a:extLst xmlns:a="http://schemas.openxmlformats.org/drawingml/2006/main">
              <a:ext uri="{FF2B5EF4-FFF2-40B4-BE49-F238E27FC236}">
                <a16:creationId xmlns:a16="http://schemas.microsoft.com/office/drawing/2014/main" id="{36F70DD9-681D-49B8-B8D5-B1F9A2E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uav_250m_to_satellite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EF859B02-2EC3-46AE-A2AE-A79AE26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uav_250m_to_satellite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4988353C-3B77-4FE1-8357-58F5523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2" name="sues200_uav_250m_to_satellite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1D836C61-E073-4D62-8A9B-57630D52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uav_250m_to_satellite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8FBF526E-CF1F-45FA-A710-3E96530C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4" name="sues200_uav_250m_to_satellite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FF89584C-DA3F-40FD-847A-8A12B643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uav_250m_to_satellite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10E9EE08-E551-4537-A01B-F53750D1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6" name="sues200_uav_250m_to_satellite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01BA9976-3B4C-40CB-AA7A-812A9A8F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uav_250m_to_satellite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44B6ABE4-E7A7-48EA-8D1A-4F05E92C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8" name="sues200_uav_250m_to_satellite/seed-2/heading">
            <a:extLst xmlns:a="http://schemas.openxmlformats.org/drawingml/2006/main">
              <a:ext uri="{FF2B5EF4-FFF2-40B4-BE49-F238E27FC236}">
                <a16:creationId xmlns:a16="http://schemas.microsoft.com/office/drawing/2014/main" id="{37E8ED23-C7A2-4D37-A5CF-1F89902F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uav_250m_to_satellite/seed-2/N-label">
            <a:extLst xmlns:a="http://schemas.openxmlformats.org/drawingml/2006/main">
              <a:ext uri="{FF2B5EF4-FFF2-40B4-BE49-F238E27FC236}">
                <a16:creationId xmlns:a16="http://schemas.microsoft.com/office/drawing/2014/main" id="{2A8B61F1-2C94-47EB-99F5-99558DC4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uav_250m_to_satellite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091B7042-36D7-407B-B6E9-8E78E99D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uav_250m_to_satellite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F6D4BA11-78CB-477D-BC75-FAE3E18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2" name="sues200_uav_250m_to_satellite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162BE216-EF7D-4CC5-A033-04018096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uav_250m_to_satellite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47AA9E14-6246-41C9-BE6B-0122C5EE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4" name="sues200_uav_250m_to_satellite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88D78D7F-A19E-40EC-AC62-12B5B015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uav_250m_to_satellite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142D83D1-D718-4E45-A081-1842E195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4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6" name="sues200_uav_250m_to_satellite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36757EE9-DD6E-48B1-BAA3-8595512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uav_250m_to_satellite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D7A2F57C-A037-472E-AAC1-92A01CC9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4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8" name="sues200_uav_250m_to_satellite/seed-3/heading">
            <a:extLst xmlns:a="http://schemas.openxmlformats.org/drawingml/2006/main">
              <a:ext uri="{FF2B5EF4-FFF2-40B4-BE49-F238E27FC236}">
                <a16:creationId xmlns:a16="http://schemas.microsoft.com/office/drawing/2014/main" id="{A7304C69-C70E-404F-A79A-85A8800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uav_250m_to_satellite/seed-3/N-label">
            <a:extLst xmlns:a="http://schemas.openxmlformats.org/drawingml/2006/main">
              <a:ext uri="{FF2B5EF4-FFF2-40B4-BE49-F238E27FC236}">
                <a16:creationId xmlns:a16="http://schemas.microsoft.com/office/drawing/2014/main" id="{1E4F5D84-FD2A-411B-88A0-C3D3AC10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uav_250m_to_satellite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7913B330-E0C0-4B58-AEFC-B36DC8EB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uav_250m_to_satellite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E2288C79-1673-40E1-9F7C-16632016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9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2" name="sues200_uav_250m_to_satellite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E5F62370-F53A-4974-A88B-4F718EA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uav_250m_to_satellite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9878E2B6-2C7D-4066-AC02-D0A7668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9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4" name="sues200_uav_250m_to_satellite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5B40309B-D8BC-48F8-8A28-C052B32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uav_250m_to_satellite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7DA15E4C-8A26-4DFF-859E-1BECAD2B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0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6" name="sues200_uav_250m_to_satellite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55B59759-4055-46C2-BBD4-A1237F8F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uav_250m_to_satellite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99EC8FF6-2C59-41E3-B25E-1BFA0F5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0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8" name="sues200_uav_250m_to_satellite/r_at_1/row-heading">
            <a:extLst xmlns:a="http://schemas.openxmlformats.org/drawingml/2006/main">
              <a:ext uri="{FF2B5EF4-FFF2-40B4-BE49-F238E27FC236}">
                <a16:creationId xmlns:a16="http://schemas.microsoft.com/office/drawing/2014/main" id="{09C4D8FB-DA58-45BD-B48B-13B33CE2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uav_250m_to_satellite/sues200_uav_250m_to_satellite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0F4F7930-5B27-436C-B800-CCF71CB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uav_250m_to_satellite/sues200_uav_250m_to_satellite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1FE14759-6049-4953-ACCD-4E22B7BC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uav_250m_to_satellite/sues200_uav_250m_to_satellite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F54FD64E-866D-49C9-80E9-AF47231C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uav_250m_to_satellite/sues200_uav_250m_to_satellite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52168957-B41A-46A5-AE79-279CAA75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uav_250m_to_satellite/sues200_uav_250m_to_satellite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562F04C7-61D3-46B3-8F2C-11FB9CDB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uav_250m_to_satellite/sues200_uav_250m_to_satellite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0B9B6392-983A-41B2-AEC7-5A1309AC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uav_250m_to_satellite/sues200_uav_250m_to_satellite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797D622E-C946-47A4-B843-593E5B19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uav_250m_to_satellite/sues200_uav_250m_to_satellite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C1F9C06E-9E25-4B9B-AADC-B7F5F527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uav_250m_to_satellite/sues200_uav_250m_to_satellite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A8F52FF9-294E-4E17-AE05-DBD61768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uav_250m_to_satellite/sues200_uav_250m_to_satellite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0432B718-C655-4E7B-989E-DB1E3E1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uav_250m_to_satellite/sues200_uav_250m_to_satellite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59B7DB4A-06C5-481F-8608-BB8DBF3A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uav_250m_to_satellite/sues200_uav_250m_to_satellite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C7D6217A-939A-4291-AF02-0EC4CE03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uav_250m_to_satellite/sues200_uav_250m_to_satellite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BE5B9411-5113-46E8-82E3-F9FCDFD3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uav_250m_to_satellite/sues200_uav_250m_to_satellite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19425EEF-27E3-4BCF-A7C8-57508B1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uav_250m_to_satellite/sues200_uav_250m_to_satellite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3A4676E2-5F7B-4B05-920A-4B1626B7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uav_250m_to_satellite/sues200_uav_250m_to_satellite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D5434EBC-403E-4A75-B93E-A8409727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uav_250m_to_satellite/sues200_uav_250m_to_satellite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890B33AF-0449-4A78-966F-8390D198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uav_250m_to_satellite/sues200_uav_250m_to_satellite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D9D445D3-F347-400C-B9FC-A2FF5C3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uav_250m_to_satellite/sues200_uav_250m_to_satellite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366E37E3-ED11-4457-A1BE-7167C8C4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uav_250m_to_satellite/sues200_uav_250m_to_satellite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110F1B0B-FEAF-4EDE-8AA0-2FDF91DC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uav_250m_to_satellite/sues200_uav_250m_to_satellite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D4C0009C-266F-4F98-81E9-8046C411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202561"/>
            <a:ext cx="400050" cy="120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uav_250m_to_satellite/sues200_uav_250m_to_satellite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8A597798-1AD4-4193-8EC9-8724B0E0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072500"/>
            <a:ext cx="400050" cy="130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uav_250m_to_satellite/sues200_uav_250m_to_satellite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ECE18BA-5A3A-48A4-A4A0-189037B9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1934616"/>
            <a:ext cx="400050" cy="137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uav_250m_to_satellite/sues200_uav_250m_to_satellite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5D755EAD-9561-45BE-B5CB-7A8EE457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29934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uav_250m_to_satellite/sues200_uav_250m_to_satellite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26DFA0E8-9DFE-4BF5-8AFC-88B64200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28.700</a:t>
            </a:r>
          </a:p>
        </p:txBody>
      </p:sp>
      <p:sp>
        <p:nvSpPr>
          <p:cNvPr id="64" name="sues200_uav_250m_to_satellite/sues200_uav_250m_to_satellite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CD7E1301-E669-403A-BE1A-2EE47A42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17906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uav_250m_to_satellite/sues200_uav_250m_to_satellite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5DDCB0B4-8DE6-49CC-89C8-3C4885C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41.000</a:t>
            </a:r>
          </a:p>
        </p:txBody>
      </p:sp>
      <p:sp>
        <p:nvSpPr>
          <p:cNvPr id="66" name="sues200_uav_250m_to_satellite/sues200_uav_250m_to_satellite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F692324D-3A98-4EC8-A033-D2A640E8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0490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uav_250m_to_satellite/sues200_uav_250m_to_satellite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B001E1F2-ADBA-4C39-AA8A-0F2CC9B5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54.300</a:t>
            </a:r>
          </a:p>
        </p:txBody>
      </p:sp>
      <p:sp>
        <p:nvSpPr>
          <p:cNvPr id="68" name="sues200_uav_250m_to_satellite/sues200_uav_250m_to_satellite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299B9D67-610E-4153-9EEB-486380A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91112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uav_250m_to_satellite/sues200_uav_250m_to_satellite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18ADCCAC-2F07-4275-81DA-75D0528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68.400</a:t>
            </a:r>
          </a:p>
        </p:txBody>
      </p:sp>
      <p:sp>
        <p:nvSpPr>
          <p:cNvPr id="70" name="sues200_uav_250m_to_satellite/sues200_uav_250m_to_satellite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05FCBB1C-28F1-4DA7-94AE-E66D5D99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uav_250m_to_satellite/sues200_uav_250m_to_satellite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19B5B1F7-CA1C-4145-AB6B-787EA73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327732"/>
            <a:ext cx="400050" cy="1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uav_250m_to_satellite/sues200_uav_250m_to_satellite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050B416-0248-4A94-A19E-B01BE21F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240699"/>
            <a:ext cx="400050" cy="870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uav_250m_to_satellite/sues200_uav_250m_to_satellite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F28CDF1-353A-4803-A94C-19E3696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108683"/>
            <a:ext cx="400050" cy="132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uav_250m_to_satellite/sues200_uav_250m_to_satellite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C5190487-6ABB-4623-92BD-7D5EA0BC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30619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uav_250m_to_satellite/sues200_uav_250m_to_satellite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E06A165C-D0E4-4F0A-B445-2CF267E5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28.000</a:t>
            </a:r>
          </a:p>
        </p:txBody>
      </p:sp>
      <p:sp>
        <p:nvSpPr>
          <p:cNvPr id="76" name="sues200_uav_250m_to_satellite/sues200_uav_250m_to_satellite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426D107B-0431-4024-997F-F0D0DF7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30423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uav_250m_to_satellite/sues200_uav_250m_to_satellite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D59C1083-166D-4D45-AD3C-2A3825E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28.200</a:t>
            </a:r>
          </a:p>
        </p:txBody>
      </p:sp>
      <p:sp>
        <p:nvSpPr>
          <p:cNvPr id="78" name="sues200_uav_250m_to_satellite/sues200_uav_250m_to_satellite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1B565DE0-2508-4F66-A8BA-F2441839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21720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uav_250m_to_satellite/sues200_uav_250m_to_satellite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5AF84232-D4D3-48E1-878E-EC8B1702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37.100</a:t>
            </a:r>
          </a:p>
        </p:txBody>
      </p:sp>
      <p:sp>
        <p:nvSpPr>
          <p:cNvPr id="80" name="sues200_uav_250m_to_satellite/sues200_uav_250m_to_satellite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515752E6-D3DC-4C34-B2AB-DD593808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08518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uav_250m_to_satellite/sues200_uav_250m_to_satellite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C17C53AF-B2FF-4849-BC09-8BEB97FE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50.600</a:t>
            </a:r>
          </a:p>
        </p:txBody>
      </p:sp>
      <p:sp>
        <p:nvSpPr>
          <p:cNvPr id="82" name="sues200_uav_250m_to_satellite/sues200_uav_250m_to_satellite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D3C01172-95F0-4EB7-B73F-B2584D2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uav_250m_to_satellite/sues200_uav_250m_to_satellite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A16A891A-F8E3-4F1E-AA0A-0F2554D9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uav_250m_to_satellite/sues200_uav_250m_to_satellite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CC04B20F-02EB-4EFA-9A58-59890652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uav_250m_to_satellite/sues200_uav_250m_to_satellite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65ED0313-67B4-4131-80FF-5DA45EA8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uav_250m_to_satellite/sues200_uav_250m_to_satellite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7FDEA238-60EC-4F17-AB7A-F67868CE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uav_250m_to_satellite/sues200_uav_250m_to_satellite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FE31952C-7E72-4CBD-8CD6-DA022279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uav_250m_to_satellite/sues200_uav_250m_to_satellite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D244D7C6-AF98-4BC3-83EF-04B7D98E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uav_250m_to_satellite/sues200_uav_250m_to_satellite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ADAD0CE4-17EF-48E6-88FE-A4523A63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uav_250m_to_satellite/sues200_uav_250m_to_satellite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64CC56FE-6E01-4CD6-81C5-C9C836BF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uav_250m_to_satellite/sues200_uav_250m_to_satellite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4ECA3363-CBCA-45DB-A834-7F5413D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uav_250m_to_satellite/sues200_uav_250m_to_satellite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7E3EF212-D227-4799-A882-1E1EDD04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uav_250m_to_satellite/sues200_uav_250m_to_satellite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941EEF30-6676-461E-B8ED-B239E829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uav_250m_to_satellite/sues200_uav_250m_to_satellite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7A0F4AB8-76F4-455B-AAB7-DD6D6D1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uav_250m_to_satellite/sues200_uav_250m_to_satellite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BFE80D3C-4668-43B3-BB49-AA4A5B34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uav_250m_to_satellite/sues200_uav_250m_to_satellite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F439682A-FAB8-4CA3-9110-CCED1E3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uav_250m_to_satellite/sues200_uav_250m_to_satellite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84D51811-5BA6-48BC-ACBE-4C39518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uav_250m_to_satellite/sues200_uav_250m_to_satellite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35EF08EF-7BAC-4AC7-A431-75D35C32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uav_250m_to_satellite/sues200_uav_250m_to_satellite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EF9F1EDB-773C-4869-ACF8-01B2DA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uav_250m_to_satellite/sues200_uav_250m_to_satellite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BA60FE5C-94D1-447B-B0B5-FB79E7B3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uav_250m_to_satellite/sues200_uav_250m_to_satellite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E4D77DAF-4334-49E0-8547-F904ACC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uav_250m_to_satellite/sues200_uav_250m_to_satellite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6ABE8D15-5868-4F80-8361-21F1224E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uav_250m_to_satellite/sues200_uav_250m_to_satellite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9355F5DA-915F-47D8-8637-D004091C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259279"/>
            <a:ext cx="400050" cy="94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uav_250m_to_satellite/sues200_uav_250m_to_satellite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9E510C9E-B110-4E36-B6C2-30FFE849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117484"/>
            <a:ext cx="400050" cy="141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uav_250m_to_satellite/sues200_uav_250m_to_satellite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1DDB5C51-9FDB-4066-9326-F9588B04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1905279"/>
            <a:ext cx="400050" cy="2122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uav_250m_to_satellite/sues200_uav_250m_to_satellite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EF3954E2-F9E2-4514-A411-5D54936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3064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uav_250m_to_satellite/sues200_uav_250m_to_satellite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81D7D659-3449-46EA-A654-5E2A9666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25.500</a:t>
            </a:r>
          </a:p>
        </p:txBody>
      </p:sp>
      <p:sp>
        <p:nvSpPr>
          <p:cNvPr id="108" name="sues200_uav_250m_to_satellite/sues200_uav_250m_to_satellite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813B0F75-B959-4164-852B-FBCC457C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23578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uav_250m_to_satellite/sues200_uav_250m_to_satellite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3E6398EE-7115-46D0-B348-7888F17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35.200</a:t>
            </a:r>
          </a:p>
        </p:txBody>
      </p:sp>
      <p:sp>
        <p:nvSpPr>
          <p:cNvPr id="110" name="sues200_uav_250m_to_satellite/sues200_uav_250m_to_satellite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AB4975B5-0F77-4602-9BFC-82D1F199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9398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uav_250m_to_satellite/sues200_uav_250m_to_satellite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74D89CE9-56EE-4568-92A2-94C7A705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49.700</a:t>
            </a:r>
          </a:p>
        </p:txBody>
      </p:sp>
      <p:sp>
        <p:nvSpPr>
          <p:cNvPr id="112" name="sues200_uav_250m_to_satellite/sues200_uav_250m_to_satellite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2289513E-05FE-4B92-9240-294940AE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88178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uav_250m_to_satellite/sues200_uav_250m_to_satellite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953649F5-0649-4641-9EF8-DD2242E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71.400</a:t>
            </a:r>
          </a:p>
        </p:txBody>
      </p:sp>
      <p:sp>
        <p:nvSpPr>
          <p:cNvPr id="114" name="sues200_uav_250m_to_satellite/sues200_uav_250m_to_satellite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D535906-85AA-4671-A004-21049F1B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uav_250m_to_satellite/sues200_uav_250m_to_satellite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0B2742C-2DD6-4757-AF98-2BAC7782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282749"/>
            <a:ext cx="400050" cy="41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uav_250m_to_satellite/sues200_uav_250m_to_satellite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D380058-5BAA-43BD-9950-73922154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218207"/>
            <a:ext cx="400050" cy="645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uav_250m_to_satellite/sues200_uav_250m_to_satellite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8E3E7A47-EA6A-480A-AA9B-A5E5E6B0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2080324"/>
            <a:ext cx="400050" cy="137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uav_250m_to_satellite/sues200_uav_250m_to_satellite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EC47517F-0453-4848-B912-2A55ABC3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0032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uav_250m_to_satellite/sues200_uav_250m_to_satellite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E4BDBDD1-EE88-40D0-8981-A3DE107B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28.600</a:t>
            </a:r>
          </a:p>
        </p:txBody>
      </p:sp>
      <p:sp>
        <p:nvSpPr>
          <p:cNvPr id="120" name="sues200_uav_250m_to_satellite/sues200_uav_250m_to_satellite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DB1B4710-DD23-48B1-9017-E72D188A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25925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uav_250m_to_satellite/sues200_uav_250m_to_satellite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345F740A-7909-43B4-B087-1E6375BA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32.800</a:t>
            </a:r>
          </a:p>
        </p:txBody>
      </p:sp>
      <p:sp>
        <p:nvSpPr>
          <p:cNvPr id="122" name="sues200_uav_250m_to_satellite/sues200_uav_250m_to_satellite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C3E5140B-885A-4F44-9DC2-B8F13A16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19471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uav_250m_to_satellite/sues200_uav_250m_to_satellite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B4A95EE7-6E7D-476B-987E-F0A5A9BF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39.400</a:t>
            </a:r>
          </a:p>
        </p:txBody>
      </p:sp>
      <p:sp>
        <p:nvSpPr>
          <p:cNvPr id="124" name="sues200_uav_250m_to_satellite/sues200_uav_250m_to_satellite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66D39971-83FB-4269-B3CD-1345632C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05682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uav_250m_to_satellite/sues200_uav_250m_to_satellite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C22531D8-DFBF-4BDE-8105-B9C2E3B2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53.500</a:t>
            </a:r>
          </a:p>
        </p:txBody>
      </p:sp>
      <p:sp>
        <p:nvSpPr>
          <p:cNvPr id="126" name="sues200_uav_250m_to_satellite/sues200_uav_250m_to_satellite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5F280636-53BB-44B1-BD7D-E68AEE49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uav_250m_to_satellite/sues200_uav_250m_to_satellite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9B8D5580-C832-4513-9912-C23E95BA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uav_250m_to_satellite/sues200_uav_250m_to_satellite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C533CAE1-4E85-436B-9F97-4887327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uav_250m_to_satellite/sues200_uav_250m_to_satellite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5A38BC42-8D1D-411D-B88E-2C23E2A1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uav_250m_to_satellite/sues200_uav_250m_to_satellite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2FB18751-173A-40C3-8272-1886E81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uav_250m_to_satellite/sues200_uav_250m_to_satellite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399FF393-FF58-4F8F-AFB1-6EA8150A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uav_250m_to_satellite/sues200_uav_250m_to_satellite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A795D46F-44B9-477D-A889-B71FA7C4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uav_250m_to_satellite/sues200_uav_250m_to_satellite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8C59DE41-DA5C-408D-AE71-0C8D8429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uav_250m_to_satellite/sues200_uav_250m_to_satellite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7DBF7C31-6CC1-4FB3-8D25-78C45CD4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uav_250m_to_satellite/sues200_uav_250m_to_satellite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39B50251-F668-4BF9-AB99-835B5BEA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uav_250m_to_satellite/sues200_uav_250m_to_satellite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CBA2CD36-57B5-410B-A099-5EBF72B8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uav_250m_to_satellite/sues200_uav_250m_to_satellite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29428AE7-354A-467B-90EB-2C88DD9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uav_250m_to_satellite/sues200_uav_250m_to_satellite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B9670DAA-C8F1-41CF-9B23-96772C48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uav_250m_to_satellite/sues200_uav_250m_to_satellite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5E579931-F12B-4541-A13D-6AC6CBD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uav_250m_to_satellite/sues200_uav_250m_to_satellite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1E2D2204-8BB6-4E3F-81BB-FB19591F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uav_250m_to_satellite/sues200_uav_250m_to_satellite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3895BE1F-D737-4836-9545-5CB2BCEE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uav_250m_to_satellite/sues200_uav_250m_to_satellite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C4BE1496-456C-4859-AB16-D958469D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uav_250m_to_satellite/sues200_uav_250m_to_satellite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66BD6FD3-178C-415A-9B4E-F7FC6ED0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uav_250m_to_satellite/sues200_uav_250m_to_satellite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303772A9-BB6B-47E5-8AD3-53B018D8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uav_250m_to_satellite/sues200_uav_250m_to_satellite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1C3B77EF-1690-4672-826B-C33A89AA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uav_250m_to_satellite/sues200_uav_250m_to_satellite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EB46DDD1-44F1-4961-89B3-8A4AD61C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uav_250m_to_satellite/sues200_uav_250m_to_satellite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498D738-6696-419F-8CCF-E2C6E53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229942"/>
            <a:ext cx="400050" cy="118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uav_250m_to_satellite/sues200_uav_250m_to_satellite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68538D31-7066-4D81-938C-A4AEFE54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092058"/>
            <a:ext cx="400050" cy="137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uav_250m_to_satellite/sues200_uav_250m_to_satellite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9130AB90-CF14-4019-94DF-0ADB4C5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1892567"/>
            <a:ext cx="400050" cy="1994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uav_250m_to_satellite/sues200_uav_250m_to_satellite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03507324-E4DE-4198-BB0B-985C7FE9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32477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250m_to_satellite/sues200_uav_250m_to_satellite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B20F9E94-495D-43A2-A102-C254006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26.100</a:t>
            </a:r>
          </a:p>
        </p:txBody>
      </p:sp>
      <p:sp>
        <p:nvSpPr>
          <p:cNvPr id="152" name="sues200_uav_250m_to_satellite/sues200_uav_250m_to_satellite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1B5163FA-8043-4D72-B500-A42E0B9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20644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uav_250m_to_satellite/sues200_uav_250m_to_satellite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ED47F0DC-2686-4455-846F-50BBC94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38.200</a:t>
            </a:r>
          </a:p>
        </p:txBody>
      </p:sp>
      <p:sp>
        <p:nvSpPr>
          <p:cNvPr id="154" name="sues200_uav_250m_to_satellite/sues200_uav_250m_to_satellite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E82DAB6C-0CF1-45A8-BAA6-82149C21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06856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uav_250m_to_satellite/sues200_uav_250m_to_satellite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209A9D34-44FB-44D6-9E1E-CB7D4753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52.300</a:t>
            </a:r>
          </a:p>
        </p:txBody>
      </p:sp>
      <p:sp>
        <p:nvSpPr>
          <p:cNvPr id="156" name="sues200_uav_250m_to_satellite/sues200_uav_250m_to_satellite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8EEABF18-6DDE-4F58-99BE-D6D0622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86907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uav_250m_to_satellite/sues200_uav_250m_to_satellite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D331CF5C-FDF1-46F8-86A4-2D58E072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72.700</a:t>
            </a:r>
          </a:p>
        </p:txBody>
      </p:sp>
      <p:sp>
        <p:nvSpPr>
          <p:cNvPr id="158" name="sues200_uav_250m_to_satellite/sues200_uav_250m_to_satellite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92857B1-71F8-4B95-8E29-E9F00EF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uav_250m_to_satellite/sues200_uav_250m_to_satellite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FBE9C5AB-3CCB-4E13-99A9-9D153A6E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315020"/>
            <a:ext cx="400050" cy="2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uav_250m_to_satellite/sues200_uav_250m_to_satellite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09F00EB-F7A9-4909-8B25-7C0AAC1C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257323"/>
            <a:ext cx="400050" cy="57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uav_250m_to_satellite/sues200_uav_250m_to_satellite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BCEBD192-6DFE-4269-BADA-B17ACCAC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2115528"/>
            <a:ext cx="400050" cy="1417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uav_250m_to_satellite/sues200_uav_250m_to_satellite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03D57682-5E40-4828-AD21-33F284A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31303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uav_250m_to_satellite/sues200_uav_250m_to_satellite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227A9A14-8061-4755-AFE6-C9A2143C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27.300</a:t>
            </a:r>
          </a:p>
        </p:txBody>
      </p:sp>
      <p:sp>
        <p:nvSpPr>
          <p:cNvPr id="164" name="sues200_uav_250m_to_satellite/sues200_uav_250m_to_satellite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72063969-8725-433E-B54D-08DC9D10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29152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uav_250m_to_satellite/sues200_uav_250m_to_satellite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43681050-C10D-4DCF-A873-387E1243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29.500</a:t>
            </a:r>
          </a:p>
        </p:txBody>
      </p:sp>
      <p:sp>
        <p:nvSpPr>
          <p:cNvPr id="166" name="sues200_uav_250m_to_satellite/sues200_uav_250m_to_satellite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01871AD6-EA5B-42ED-BCF3-EB417B86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23382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uav_250m_to_satellite/sues200_uav_250m_to_satellite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DC8C0885-316B-4D95-AEC0-9A3FD3A4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35.400</a:t>
            </a:r>
          </a:p>
        </p:txBody>
      </p:sp>
      <p:sp>
        <p:nvSpPr>
          <p:cNvPr id="168" name="sues200_uav_250m_to_satellite/sues200_uav_250m_to_satellite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A5228DC5-1B68-403C-A74A-F6027671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09203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uav_250m_to_satellite/sues200_uav_250m_to_satellite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91254067-DC60-4CB7-AC9B-CF779CA4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49.900</a:t>
            </a:r>
          </a:p>
        </p:txBody>
      </p:sp>
      <p:sp>
        <p:nvSpPr>
          <p:cNvPr id="170" name="sues200_uav_250m_to_satellite/sues200_uav_250m_to_satellite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DE3CD4E7-8B61-41E2-A587-A03926DA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uav_250m_to_satellite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2B442E51-F6C5-44C6-BCFF-D8255B30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uav_250m_to_satellite/sues200_uav_250m_to_satellite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BF115512-30B1-4A09-86A5-819226E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uav_250m_to_satellite/sues200_uav_250m_to_satellite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254E039E-02F0-4517-B09A-69C3F13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uav_250m_to_satellite/sues200_uav_250m_to_satellite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C53050B7-AB19-481A-9C2C-AAFFEC9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uav_250m_to_satellite/sues200_uav_250m_to_satellite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50CE34B3-1804-4B96-A4E3-21FC50D3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uav_250m_to_satellite/sues200_uav_250m_to_satellite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3E1B3FE0-5D54-4339-8418-CB135E75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uav_250m_to_satellite/sues200_uav_250m_to_satellite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72F2FB57-FB65-4380-83DD-BF911C8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uav_250m_to_satellite/sues200_uav_250m_to_satellite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1C96220F-3314-42F6-940A-5AFDB98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uav_250m_to_satellite/sues200_uav_250m_to_satellite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E8D13B52-9E81-4D80-8967-849F2BC1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uav_250m_to_satellite/sues200_uav_250m_to_satellite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313B7613-8E52-42E2-BD6F-42464153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uav_250m_to_satellite/sues200_uav_250m_to_satellite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986F8E20-A154-4B50-81CF-15A88A34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uav_250m_to_satellite/sues200_uav_250m_to_satellite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93B16742-CBD5-4CE5-98B1-67CE2A5F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uav_250m_to_satellite/sues200_uav_250m_to_satellite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EC1A2D4F-8EB9-4301-A49B-BF59A66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uav_250m_to_satellite/sues200_uav_250m_to_satellite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9BC0BAE8-441E-44DF-8691-60DCF567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uav_250m_to_satellite/sues200_uav_250m_to_satellite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7BB62667-CF37-4FB4-A8C8-302D8BC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uav_250m_to_satellite/sues200_uav_250m_to_satellite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7715340D-7446-4D05-AEE5-EA10F86B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uav_250m_to_satellite/sues200_uav_250m_to_satellite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1453D140-5144-42F4-B95B-C618B54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uav_250m_to_satellite/sues200_uav_250m_to_satellite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66AD683F-3453-4591-B7F2-0777FBE8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uav_250m_to_satellite/sues200_uav_250m_to_satellite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0F9DB8AB-6885-48DC-BCBC-574AD916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uav_250m_to_satellite/sues200_uav_250m_to_satellite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D86DEEA7-52F7-4313-BCE1-4EDC50AB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uav_250m_to_satellite/sues200_uav_250m_to_satellite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7F5F3D9D-6D33-41A0-9DE4-3C184DFC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uav_250m_to_satellite/sues200_uav_250m_to_satellite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313E6BB-610A-42FA-80D8-2BF540D0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831039"/>
            <a:ext cx="400050" cy="9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uav_250m_to_satellite/sues200_uav_250m_to_satellite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B060115-9B68-48CA-90D0-6C204DC9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724770"/>
            <a:ext cx="400050" cy="106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uav_250m_to_satellite/sues200_uav_250m_to_satellite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FC89BB89-595D-4D20-BD72-542D59E2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600981"/>
            <a:ext cx="400050" cy="123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uav_250m_to_satellite/sues200_uav_250m_to_satellite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3F91F97D-60E1-49B7-B072-12CEDD4F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027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uav_250m_to_satellite/sues200_uav_250m_to_satellite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3388FCD3-E736-4A86-9096-F5530DA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40.058</a:t>
            </a:r>
          </a:p>
        </p:txBody>
      </p:sp>
      <p:sp>
        <p:nvSpPr>
          <p:cNvPr id="197" name="sues200_uav_250m_to_satellite/sues200_uav_250m_to_satellite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0887D8D0-D92D-4D88-BD00-D7CC02D7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0754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250m_to_satellite/sues200_uav_250m_to_satellite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DB0460DC-7042-4B4E-80D1-3B13A82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49.797</a:t>
            </a:r>
          </a:p>
        </p:txBody>
      </p:sp>
      <p:sp>
        <p:nvSpPr>
          <p:cNvPr id="199" name="sues200_uav_250m_to_satellite/sues200_uav_250m_to_satellite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F2F16CF0-B286-4508-A017-DCAB121F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7012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250m_to_satellite/sues200_uav_250m_to_satellite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34DD2E03-122E-4112-B781-A90ADD1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60.664</a:t>
            </a:r>
          </a:p>
        </p:txBody>
      </p:sp>
      <p:sp>
        <p:nvSpPr>
          <p:cNvPr id="201" name="sues200_uav_250m_to_satellite/sues200_uav_250m_to_satellite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B7E2D5A6-0C46-417C-A200-92471E67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57748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250m_to_satellite/sues200_uav_250m_to_satellite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FD6075EA-A05D-41B5-8920-E2AD0C62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73.322</a:t>
            </a:r>
          </a:p>
        </p:txBody>
      </p:sp>
      <p:sp>
        <p:nvSpPr>
          <p:cNvPr id="203" name="sues200_uav_250m_to_satellite/sues200_uav_250m_to_satellite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880398C-1140-4CAA-99F4-D18B613D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uav_250m_to_satellite/sues200_uav_250m_to_satellite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B09DA62-B0F1-423B-9DBB-9B0B8684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3951139"/>
            <a:ext cx="400050" cy="4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uav_250m_to_satellite/sues200_uav_250m_to_satellite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0ED25549-E132-45EE-9D54-5C41DF3F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873979"/>
            <a:ext cx="400050" cy="819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uav_250m_to_satellite/sues200_uav_250m_to_satellite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ED79C706-7180-4230-A4CF-CE3A26B2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752840"/>
            <a:ext cx="400050" cy="1211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uav_250m_to_satellite/sues200_uav_250m_to_satellite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9C822BDE-E688-4C97-8FEB-6C98B8E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2764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250m_to_satellite/sues200_uav_250m_to_satellite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E4A23E94-A2CC-4D62-9A7B-1BB230A8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37.515</a:t>
            </a:r>
          </a:p>
        </p:txBody>
      </p:sp>
      <p:sp>
        <p:nvSpPr>
          <p:cNvPr id="209" name="sues200_uav_250m_to_satellite/sues200_uav_250m_to_satellite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97F430E4-7FC6-4FF3-91A4-90DFA5EB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3245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250m_to_satellite/sues200_uav_250m_to_satellite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7BFDD527-FA8A-4AD5-8C6C-9DE46665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37.023</a:t>
            </a:r>
          </a:p>
        </p:txBody>
      </p:sp>
      <p:sp>
        <p:nvSpPr>
          <p:cNvPr id="211" name="sues200_uav_250m_to_satellite/sues200_uav_250m_to_satellite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48BF36CA-CDDB-4FD4-AF64-E1A5D857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85048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250m_to_satellite/sues200_uav_250m_to_satellite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517CF4AD-347C-4FE3-AF80-689A651A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45.406</a:t>
            </a:r>
          </a:p>
        </p:txBody>
      </p:sp>
      <p:sp>
        <p:nvSpPr>
          <p:cNvPr id="213" name="sues200_uav_250m_to_satellite/sues200_uav_250m_to_satellite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AF8E363E-0FD6-4CE7-A042-2C4F3440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72934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uav_250m_to_satellite/sues200_uav_250m_to_satellite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BE997B04-9FFC-4E52-96AB-2450E5BC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57.793</a:t>
            </a:r>
          </a:p>
        </p:txBody>
      </p:sp>
      <p:sp>
        <p:nvSpPr>
          <p:cNvPr id="215" name="sues200_uav_250m_to_satellite/sues200_uav_250m_to_satellite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CFACC12E-FD93-4418-8F23-D46F0445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uav_250m_to_satellite/sues200_uav_250m_to_satellite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47FAA03E-4122-447C-96D2-A0432F86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uav_250m_to_satellite/sues200_uav_250m_to_satellite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A107FC43-C6D2-4DDC-9A54-04DF0D3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uav_250m_to_satellite/sues200_uav_250m_to_satellite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8B760476-C722-46A1-9232-050BF0A8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uav_250m_to_satellite/sues200_uav_250m_to_satellite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0F9F9C80-987B-4806-B45F-C784517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uav_250m_to_satellite/sues200_uav_250m_to_satellite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18167F64-53D8-4AE0-9FE2-0393BC36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uav_250m_to_satellite/sues200_uav_250m_to_satellite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0DB252E8-34D5-48AC-9850-C222391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uav_250m_to_satellite/sues200_uav_250m_to_satellite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CBD9A9AB-E6BB-4961-B2FC-F481BF8A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uav_250m_to_satellite/sues200_uav_250m_to_satellite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9DD90726-4B1C-4568-AAB9-A1820149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uav_250m_to_satellite/sues200_uav_250m_to_satellite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8425AF09-8701-4BF6-8FB3-3E552EBA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uav_250m_to_satellite/sues200_uav_250m_to_satellite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5E4F60CB-B0B2-4FD0-96EC-5C78CBD6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250m_to_satellite/sues200_uav_250m_to_satellite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486AD536-F63F-4084-869F-494D123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uav_250m_to_satellite/sues200_uav_250m_to_satellite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271B82D4-597E-45F8-9B21-D75E2DE1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uav_250m_to_satellite/sues200_uav_250m_to_satellite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C4A20F35-B483-4942-8ACC-E3D8A7E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uav_250m_to_satellite/sues200_uav_250m_to_satellite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267A8214-1C66-4535-972D-C66EAC5F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uav_250m_to_satellite/sues200_uav_250m_to_satellite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FD884E80-7083-490B-86D9-1F8E8C09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uav_250m_to_satellite/sues200_uav_250m_to_satellite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B078A2E9-3FB1-4554-9C41-5CD0C4BC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uav_250m_to_satellite/sues200_uav_250m_to_satellite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D2640B40-AF01-4870-B2CB-409ECDCD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uav_250m_to_satellite/sues200_uav_250m_to_satellite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CE858466-4944-44A4-A911-0774957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uav_250m_to_satellite/sues200_uav_250m_to_satellite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D8BF1CB0-1985-4AF2-ACF1-D53500B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uav_250m_to_satellite/sues200_uav_250m_to_satellite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65C0BA7C-A089-4225-8E35-48D68712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uav_250m_to_satellite/sues200_uav_250m_to_satellite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AEFD658-0425-4489-8015-8872C636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885874"/>
            <a:ext cx="400050" cy="75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uav_250m_to_satellite/sues200_uav_250m_to_satellite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A4D243A-5D90-4AD0-B7F6-ED9F6BB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765918"/>
            <a:ext cx="400050" cy="119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uav_250m_to_satellite/sues200_uav_250m_to_satellite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F5047CE-AD33-48D8-BF11-69EC33B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584090"/>
            <a:ext cx="400050" cy="181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uav_250m_to_satellite/sues200_uav_250m_to_satellite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78B85955-BB53-460E-B13B-CB241B19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375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uav_250m_to_satellite/sues200_uav_250m_to_satellite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9E192DAA-AF7F-4FEE-80C8-900174C9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36.500</a:t>
            </a:r>
          </a:p>
        </p:txBody>
      </p:sp>
      <p:sp>
        <p:nvSpPr>
          <p:cNvPr id="241" name="sues200_uav_250m_to_satellite/sues200_uav_250m_to_satellite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A8E9393C-0C2E-492B-82D1-02A5695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8623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uav_250m_to_satellite/sues200_uav_250m_to_satellite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F2A0989D-491C-42F6-B2FA-6D6CF68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44.189</a:t>
            </a:r>
          </a:p>
        </p:txBody>
      </p:sp>
      <p:sp>
        <p:nvSpPr>
          <p:cNvPr id="243" name="sues200_uav_250m_to_satellite/sues200_uav_250m_to_satellite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9942B011-41E8-4B33-8796-20DAFAC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74242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uav_250m_to_satellite/sues200_uav_250m_to_satellite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5C9F82FD-4B38-43DE-8784-0CC1AA10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56.456</a:t>
            </a:r>
          </a:p>
        </p:txBody>
      </p:sp>
      <p:sp>
        <p:nvSpPr>
          <p:cNvPr id="245" name="sues200_uav_250m_to_satellite/sues200_uav_250m_to_satellite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E9C44606-6392-4EC5-95A6-D1AFEBE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56059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uav_250m_to_satellite/sues200_uav_250m_to_satellite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B264B4DB-0095-4CD0-BBB8-2C5BB88E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75.050</a:t>
            </a:r>
          </a:p>
        </p:txBody>
      </p:sp>
      <p:sp>
        <p:nvSpPr>
          <p:cNvPr id="247" name="sues200_uav_250m_to_satellite/sues200_uav_250m_to_satellite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F3F8845-5363-482E-8111-5B36FBE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uav_250m_to_satellite/sues200_uav_250m_to_satellite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D96882D9-FA32-46AB-B015-6011816C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914927"/>
            <a:ext cx="400050" cy="375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uav_250m_to_satellite/sues200_uav_250m_to_satellite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55174D0A-EA5A-4097-B832-26643600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855590"/>
            <a:ext cx="400050" cy="593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uav_250m_to_satellite/sues200_uav_250m_to_satellite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CCB0A2DA-ABA1-4E52-B848-AEF72CE9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739814"/>
            <a:ext cx="400050" cy="115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uav_250m_to_satellite/sues200_uav_250m_to_satellite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E423A5C2-335A-4562-910D-7A5FEC73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2895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uav_250m_to_satellite/sues200_uav_250m_to_satellite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F4C3139F-9A7B-4AF8-999F-4C6A4729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37.381</a:t>
            </a:r>
          </a:p>
        </p:txBody>
      </p:sp>
      <p:sp>
        <p:nvSpPr>
          <p:cNvPr id="253" name="sues200_uav_250m_to_satellite/sues200_uav_250m_to_satellite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BD9C9066-A0EF-40A2-ADD7-96E5D23E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89143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uav_250m_to_satellite/sues200_uav_250m_to_satellite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BDE0BDEA-12CE-4C4B-B5B8-BE949F31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41.218</a:t>
            </a:r>
          </a:p>
        </p:txBody>
      </p:sp>
      <p:sp>
        <p:nvSpPr>
          <p:cNvPr id="255" name="sues200_uav_250m_to_satellite/sues200_uav_250m_to_satellite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26451918-DD09-49A5-BFF3-504B8191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3209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uav_250m_to_satellite/sues200_uav_250m_to_satellite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5759C6C2-013D-45EE-B104-CEAFC042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47.286</a:t>
            </a:r>
          </a:p>
        </p:txBody>
      </p:sp>
      <p:sp>
        <p:nvSpPr>
          <p:cNvPr id="257" name="sues200_uav_250m_to_satellite/sues200_uav_250m_to_satellite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EF5258A9-E99E-446A-A271-4AB04141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71631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uav_250m_to_satellite/sues200_uav_250m_to_satellite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89E9A086-3C6C-48AF-A52C-9ED047E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59.125</a:t>
            </a:r>
          </a:p>
        </p:txBody>
      </p:sp>
      <p:sp>
        <p:nvSpPr>
          <p:cNvPr id="259" name="sues200_uav_250m_to_satellite/sues200_uav_250m_to_satellite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B8AEDEFE-42C9-4B58-931D-3884393A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uav_250m_to_satellite/sues200_uav_250m_to_satellite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F06FC890-51E1-4AB2-9FC3-6802F78E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uav_250m_to_satellite/sues200_uav_250m_to_satellite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3C00B3C3-645D-4A4C-8853-AB50BE8C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uav_250m_to_satellite/sues200_uav_250m_to_satellite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7B58A270-AD73-4241-8653-D2446ADB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uav_250m_to_satellite/sues200_uav_250m_to_satellite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DD02C8C2-DA2A-41C5-95F3-8EB491A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uav_250m_to_satellite/sues200_uav_250m_to_satellite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60EB2199-AE36-4A5A-B123-C8730738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uav_250m_to_satellite/sues200_uav_250m_to_satellite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CEF85242-3A23-446C-8457-626E5B4C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uav_250m_to_satellite/sues200_uav_250m_to_satellite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09B8E551-E72C-42B7-BE40-D23C2FCD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uav_250m_to_satellite/sues200_uav_250m_to_satellite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72F64323-1319-4A60-894F-55481AE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uav_250m_to_satellite/sues200_uav_250m_to_satellite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CAD92EE6-82B7-4C3A-99D1-8C579F37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uav_250m_to_satellite/sues200_uav_250m_to_satellite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14254AC1-E1AA-4DB8-A052-C4DEA890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uav_250m_to_satellite/sues200_uav_250m_to_satellite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B26A95C4-1F56-484E-B962-C245C3BF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uav_250m_to_satellite/sues200_uav_250m_to_satellite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7D4C4591-D283-4854-AF77-0DE61E89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uav_250m_to_satellite/sues200_uav_250m_to_satellite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893C5364-07A7-4311-85B9-9BA0E59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uav_250m_to_satellite/sues200_uav_250m_to_satellite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68D4B0F2-07F4-45B0-AB68-8A32ABBF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uav_250m_to_satellite/sues200_uav_250m_to_satellite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D8CC08F0-8EA6-4536-A33D-59E48DC7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uav_250m_to_satellite/sues200_uav_250m_to_satellite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347EBCEE-97EE-4D3C-93FF-10B4865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uav_250m_to_satellite/sues200_uav_250m_to_satellite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4FCEABE0-3041-458C-82F4-29F6FCA0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uav_250m_to_satellite/sues200_uav_250m_to_satellite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71BD9BB4-5DD3-481A-BA2C-1D737FD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uav_250m_to_satellite/sues200_uav_250m_to_satellite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C2920CC4-A19E-4CB9-B131-950846A8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uav_250m_to_satellite/sues200_uav_250m_to_satellite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61DF5582-0048-4E30-B9C3-B40D659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uav_250m_to_satellite/sues200_uav_250m_to_satellite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1C82079-888D-4A4F-BAB5-295DBCF2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854707"/>
            <a:ext cx="400050" cy="970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uav_250m_to_satellite/sues200_uav_250m_to_satellite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FFE0995-8741-4077-BEB5-AB335ED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742253"/>
            <a:ext cx="400050" cy="112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uav_250m_to_satellite/sues200_uav_250m_to_satellite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DC89126-24F7-42B0-8F87-0EFD113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573590"/>
            <a:ext cx="400050" cy="1686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uav_250m_to_satellite/sues200_uav_250m_to_satellite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0CE59F63-0DEC-40AF-9AA7-6E29B48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2825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uav_250m_to_satellite/sues200_uav_250m_to_satellite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8A2E4CDF-8FAD-4E65-A913-1F0CD048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37.453</a:t>
            </a:r>
          </a:p>
        </p:txBody>
      </p:sp>
      <p:sp>
        <p:nvSpPr>
          <p:cNvPr id="285" name="sues200_uav_250m_to_satellite/sues200_uav_250m_to_satellite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18BC6F86-9CAA-4566-A1CF-F40B68A5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3121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uav_250m_to_satellite/sues200_uav_250m_to_satellite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331074F0-1AB4-43AB-88D4-28AA5A2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47.376</a:t>
            </a:r>
          </a:p>
        </p:txBody>
      </p:sp>
      <p:sp>
        <p:nvSpPr>
          <p:cNvPr id="287" name="sues200_uav_250m_to_satellite/sues200_uav_250m_to_satellite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101B0725-B125-4521-8944-F529889D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71875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uav_250m_to_satellite/sues200_uav_250m_to_satellite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5FCF9437-0BFA-4349-A980-146A9BF4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58.876</a:t>
            </a:r>
          </a:p>
        </p:txBody>
      </p:sp>
      <p:sp>
        <p:nvSpPr>
          <p:cNvPr id="289" name="sues200_uav_250m_to_satellite/sues200_uav_250m_to_satellite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A773AC0E-45A4-4DAD-A914-926FCA0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55009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uav_250m_to_satellite/sues200_uav_250m_to_satellite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A489B83A-BC19-49DF-8FBA-0DC886B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76.123</a:t>
            </a:r>
          </a:p>
        </p:txBody>
      </p:sp>
      <p:sp>
        <p:nvSpPr>
          <p:cNvPr id="291" name="sues200_uav_250m_to_satellite/sues200_uav_250m_to_satellite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BB219421-D8C7-4BCD-9DE6-95829995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uav_250m_to_satellite/sues200_uav_250m_to_satellite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851C2C2-33F1-46C6-BD83-C44ED4F2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951502"/>
            <a:ext cx="400050" cy="13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uav_250m_to_satellite/sues200_uav_250m_to_satellite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79F9CF18-4B38-4C0A-A957-7D9FBAB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897762"/>
            <a:ext cx="400050" cy="537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uav_250m_to_satellite/sues200_uav_250m_to_satellite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CF69B190-FAF8-43FA-9E20-4004F138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772165"/>
            <a:ext cx="400050" cy="1255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uav_250m_to_satellite/sues200_uav_250m_to_satellite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A007A8C9-CC43-4640-959A-F776E6D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4182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uav_250m_to_satellite/sues200_uav_250m_to_satellite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9607EA00-C91A-42CB-9C17-310F5416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36.065</a:t>
            </a:r>
          </a:p>
        </p:txBody>
      </p:sp>
      <p:sp>
        <p:nvSpPr>
          <p:cNvPr id="297" name="sues200_uav_250m_to_satellite/sues200_uav_250m_to_satellite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CBF76A8B-2CCC-4A65-8C88-FAF62EA8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2800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uav_250m_to_satellite/sues200_uav_250m_to_satellite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3EBDA072-B307-44B3-8254-7459540F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37.478</a:t>
            </a:r>
          </a:p>
        </p:txBody>
      </p:sp>
      <p:sp>
        <p:nvSpPr>
          <p:cNvPr id="299" name="sues200_uav_250m_to_satellite/sues200_uav_250m_to_satellite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15C9DC21-BB2F-4624-AD54-505EE68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7426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uav_250m_to_satellite/sues200_uav_250m_to_satellite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AC4DB391-B664-4CA3-A61A-BE707EFC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42.974</a:t>
            </a:r>
          </a:p>
        </p:txBody>
      </p:sp>
      <p:sp>
        <p:nvSpPr>
          <p:cNvPr id="301" name="sues200_uav_250m_to_satellite/sues200_uav_250m_to_satellite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A451FAC7-468C-4640-84A7-870CE58C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7486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uav_250m_to_satellite/sues200_uav_250m_to_satellite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DE89F770-81FE-4541-B298-AB06E78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55.817</a:t>
            </a:r>
          </a:p>
        </p:txBody>
      </p:sp>
      <p:sp>
        <p:nvSpPr>
          <p:cNvPr id="303" name="sues200_uav_250m_to_satellite/sues200_uav_250m_to_satellite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B52335E1-F3F6-44C5-868F-7A70DF8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uav_250m_to_satellite/MRR/row-heading">
            <a:extLst xmlns:a="http://schemas.openxmlformats.org/drawingml/2006/main">
              <a:ext uri="{FF2B5EF4-FFF2-40B4-BE49-F238E27FC236}">
                <a16:creationId xmlns:a16="http://schemas.microsoft.com/office/drawing/2014/main" id="{8E415787-BD25-4528-AA5B-97CF274E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uav_250m_to_satellite/sues200_uav_250m_to_satellite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E1495E6D-05B0-4D50-8A45-7984C18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uav_250m_to_satellite/sues200_uav_250m_to_satellite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E9F8F4E0-0F82-4F59-A04B-0CCD3667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uav_250m_to_satellite/sues200_uav_250m_to_satellite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6125763B-DD70-4D3C-ACD5-9406F8C2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uav_250m_to_satellite/sues200_uav_250m_to_satellite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C668E34F-4A62-4F9D-A467-D1D020E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uav_250m_to_satellite/sues200_uav_250m_to_satellite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40390D58-379F-4F3B-94CC-5A8C546C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uav_250m_to_satellite/sues200_uav_250m_to_satellite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8BC76EA4-DA56-483A-A1B9-2D3FC82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uav_250m_to_satellite/sues200_uav_250m_to_satellite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732933D3-7E75-4BB6-A862-6F88F706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uav_250m_to_satellite/sues200_uav_250m_to_satellite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3B9F8CD1-BB95-41D8-B077-6E43CBC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uav_250m_to_satellite/sues200_uav_250m_to_satellite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D2CFAC59-46FC-4A93-9911-EF48050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uav_250m_to_satellite/sues200_uav_250m_to_satellite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A7D87686-566F-44AE-9EDE-CBADABF9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uav_250m_to_satellite/sues200_uav_250m_to_satellite/seed-1/MRR/y-axis">
            <a:extLst xmlns:a="http://schemas.openxmlformats.org/drawingml/2006/main">
              <a:ext uri="{FF2B5EF4-FFF2-40B4-BE49-F238E27FC236}">
                <a16:creationId xmlns:a16="http://schemas.microsoft.com/office/drawing/2014/main" id="{6E982B11-7D3D-42AB-A466-91082A16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uav_250m_to_satellite/sues200_uav_250m_to_satellite/seed-1/MRR/x-axis">
            <a:extLst xmlns:a="http://schemas.openxmlformats.org/drawingml/2006/main">
              <a:ext uri="{FF2B5EF4-FFF2-40B4-BE49-F238E27FC236}">
                <a16:creationId xmlns:a16="http://schemas.microsoft.com/office/drawing/2014/main" id="{723DE6A9-F57E-4E3F-A4F3-F43BEF35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uav_250m_to_satellite/sues200_uav_250m_to_satellite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EA91DC9F-7F4C-4393-88DC-66626B6C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uav_250m_to_satellite/sues200_uav_250m_to_satellite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B19147FB-1BC9-4069-BF13-B63D513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uav_250m_to_satellite/sues200_uav_250m_to_satellite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35AD5191-6DB8-40C0-ACA4-095974C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uav_250m_to_satellite/sues200_uav_250m_to_satellite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DB450DA3-E455-41B1-82BC-D2A3A51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uav_250m_to_satellite/sues200_uav_250m_to_satellite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678B1740-A8B3-4139-8654-2B9564E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uav_250m_to_satellite/sues200_uav_250m_to_satellite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5C80A7A9-F8EE-4E0D-8161-15760F51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uav_250m_to_satellite/sues200_uav_250m_to_satellite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DE2EAD5D-04C5-4D14-A859-4DD2483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uav_250m_to_satellite/sues200_uav_250m_to_satellite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B5CB95AB-CE41-456B-AF13-46ACD333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uav_250m_to_satellite/sues200_uav_250m_to_satellite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BA0D0A36-CEE3-4EDC-86A4-084221F3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459516"/>
            <a:ext cx="400050" cy="70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uav_250m_to_satellite/sues200_uav_250m_to_satellite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D416CCC-BD91-4DFD-9090-33BAF1CA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377039"/>
            <a:ext cx="400050" cy="824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uav_250m_to_satellite/sues200_uav_250m_to_satellite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B3301FAB-09E2-4BCB-BD29-A5913E63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267346"/>
            <a:ext cx="400050" cy="1096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uav_250m_to_satellite/sues200_uav_250m_to_satellite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CC1E203F-9298-424C-AB94-32D61D71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50620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uav_250m_to_satellite/sues200_uav_250m_to_satellite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0FA43211-D54E-4F7B-8F4D-45C3DDA6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51.417</a:t>
            </a:r>
          </a:p>
        </p:txBody>
      </p:sp>
      <p:sp>
        <p:nvSpPr>
          <p:cNvPr id="330" name="sues200_uav_250m_to_satellite/sues200_uav_250m_to_satellite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1CABB0D6-CA1B-48A1-8EBE-474CB447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3602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uav_250m_to_satellite/sues200_uav_250m_to_satellite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5FB90C3D-E190-4E07-8765-75E99678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58.593</a:t>
            </a:r>
          </a:p>
        </p:txBody>
      </p:sp>
      <p:sp>
        <p:nvSpPr>
          <p:cNvPr id="332" name="sues200_uav_250m_to_satellite/sues200_uav_250m_to_satellite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F199E0D1-5F34-42D6-85F4-85499C45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35354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uav_250m_to_satellite/sues200_uav_250m_to_satellite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23B05663-5E71-4BF0-B5E7-B56D201D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67.027</a:t>
            </a:r>
          </a:p>
        </p:txBody>
      </p:sp>
      <p:sp>
        <p:nvSpPr>
          <p:cNvPr id="334" name="sues200_uav_250m_to_satellite/sues200_uav_250m_to_satellite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95D4CEC5-8D3D-453E-9D92-237BD24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24385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uav_250m_to_satellite/sues200_uav_250m_to_satellite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C2304DDD-42FE-4032-9232-22A8945C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78.245</a:t>
            </a:r>
          </a:p>
        </p:txBody>
      </p:sp>
      <p:sp>
        <p:nvSpPr>
          <p:cNvPr id="336" name="sues200_uav_250m_to_satellite/sues200_uav_250m_to_satellite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0F1C362-07F4-4D0E-B714-AAB37C68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uav_250m_to_satellite/sues200_uav_250m_to_satellite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04534A4D-E434-41FA-93B5-ACFF4D40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572590"/>
            <a:ext cx="400050" cy="11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uav_250m_to_satellite/sues200_uav_250m_to_satellite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94812F9E-46D1-4388-9752-299F7CC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507259"/>
            <a:ext cx="400050" cy="76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uav_250m_to_satellite/sues200_uav_250m_to_satellite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C686AC0E-E1D8-4ABF-A8F5-B96B28B7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396997"/>
            <a:ext cx="400050" cy="1102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uav_250m_to_satellite/sues200_uav_250m_to_satellite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DE32CEB2-A03A-418C-BBB3-F92098C5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54909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uav_250m_to_satellite/sues200_uav_250m_to_satellite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563DAD30-4D9D-40C7-B067-921CFE5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47.030</a:t>
            </a:r>
          </a:p>
        </p:txBody>
      </p:sp>
      <p:sp>
        <p:nvSpPr>
          <p:cNvPr id="342" name="sues200_uav_250m_to_satellite/sues200_uav_250m_to_satellite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912E092E-E2F0-47AA-AC8C-B19C0030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56067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uav_250m_to_satellite/sues200_uav_250m_to_satellite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F9413B85-C252-4CA0-B1B9-7F5F414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45.846</a:t>
            </a:r>
          </a:p>
        </p:txBody>
      </p:sp>
      <p:sp>
        <p:nvSpPr>
          <p:cNvPr id="344" name="sues200_uav_250m_to_satellite/sues200_uav_250m_to_satellite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B5D28B09-FAEB-4983-8A72-A14A546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48376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uav_250m_to_satellite/sues200_uav_250m_to_satellite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60E2FEE1-692C-43FA-B765-FF27A6BE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63962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53.711</a:t>
            </a:r>
          </a:p>
        </p:txBody>
      </p:sp>
      <p:sp>
        <p:nvSpPr>
          <p:cNvPr id="346" name="sues200_uav_250m_to_satellite/sues200_uav_250m_to_satellite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8647AAF8-E861-4960-9D0A-D849C77A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7350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uav_250m_to_satellite/sues200_uav_250m_to_satellite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6E81BEA6-85AB-4C81-B834-7332857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64.987</a:t>
            </a:r>
          </a:p>
        </p:txBody>
      </p:sp>
      <p:sp>
        <p:nvSpPr>
          <p:cNvPr id="348" name="sues200_uav_250m_to_satellite/sues200_uav_250m_to_satellite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7598CAD1-90B1-41EB-9285-FE14F4CE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uav_250m_to_satellite/sues200_uav_250m_to_satellite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5031111E-BBFF-4B84-91CE-CA3018E8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uav_250m_to_satellite/sues200_uav_250m_to_satellite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DE7A81E7-14B9-4BFD-9586-488606D6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uav_250m_to_satellite/sues200_uav_250m_to_satellite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F9223B16-5A56-4C2E-9D8A-5B38596B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uav_250m_to_satellite/sues200_uav_250m_to_satellite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E93B1DA8-A37C-4FBF-9FF0-53468281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uav_250m_to_satellite/sues200_uav_250m_to_satellite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30148F8E-46E7-41D2-973A-47FBEFBB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uav_250m_to_satellite/sues200_uav_250m_to_satellite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C9DC1E66-B224-48A3-BC1C-EE16568A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uav_250m_to_satellite/sues200_uav_250m_to_satellite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B7158F5F-2A8B-4922-8DF7-AFFF240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uav_250m_to_satellite/sues200_uav_250m_to_satellite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B39C76B2-FE5F-42D1-AEFE-0C0FE43B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uav_250m_to_satellite/sues200_uav_250m_to_satellite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E94E643C-8541-40FC-A4B8-07776541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uav_250m_to_satellite/sues200_uav_250m_to_satellite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4C1340A5-581F-44A8-8AD2-8520FA4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uav_250m_to_satellite/sues200_uav_250m_to_satellite/seed-2/MRR/y-axis">
            <a:extLst xmlns:a="http://schemas.openxmlformats.org/drawingml/2006/main">
              <a:ext uri="{FF2B5EF4-FFF2-40B4-BE49-F238E27FC236}">
                <a16:creationId xmlns:a16="http://schemas.microsoft.com/office/drawing/2014/main" id="{EDCEA319-A83A-4BE7-A048-15FECC8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uav_250m_to_satellite/sues200_uav_250m_to_satellite/seed-2/MRR/x-axis">
            <a:extLst xmlns:a="http://schemas.openxmlformats.org/drawingml/2006/main">
              <a:ext uri="{FF2B5EF4-FFF2-40B4-BE49-F238E27FC236}">
                <a16:creationId xmlns:a16="http://schemas.microsoft.com/office/drawing/2014/main" id="{E3B531C6-AF9A-4FEB-AC68-4A98A5B2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uav_250m_to_satellite/sues200_uav_250m_to_satellite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763D4F02-F9A3-41DA-AA02-F86F2643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uav_250m_to_satellite/sues200_uav_250m_to_satellite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F8631E77-C461-4D00-BCFB-4BB78B75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uav_250m_to_satellite/sues200_uav_250m_to_satellite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5B61DBB5-2A28-469B-B399-28B212F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uav_250m_to_satellite/sues200_uav_250m_to_satellite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F80BB9BB-8602-421F-B629-3D25608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uav_250m_to_satellite/sues200_uav_250m_to_satellite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289B2836-D9E3-48D6-BFD6-4CE9F46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uav_250m_to_satellite/sues200_uav_250m_to_satellite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1D026746-BFF9-4AA2-AA22-7CC5F48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uav_250m_to_satellite/sues200_uav_250m_to_satellite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9365D646-9BE5-4796-8ACA-E4F2F99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uav_250m_to_satellite/sues200_uav_250m_to_satellite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6AD21DF0-CE65-4695-AD15-118E915A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uav_250m_to_satellite/sues200_uav_250m_to_satellite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12DF1B6-A005-4841-8943-AB0B8B26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512469"/>
            <a:ext cx="400050" cy="555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uav_250m_to_satellite/sues200_uav_250m_to_satellite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2686C6E-9BE1-47D9-879D-DF3652F1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14353"/>
            <a:ext cx="400050" cy="981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uav_250m_to_satellite/sues200_uav_250m_to_satellite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14CD4AE2-CF2A-4260-A50C-9DC0A4DD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262900"/>
            <a:ext cx="400050" cy="1514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uav_250m_to_satellite/sues200_uav_250m_to_satellite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6C8B63B2-5572-4E5E-BA8E-2E0C22F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4450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uav_250m_to_satellite/sues200_uav_250m_to_satellite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58AADCD6-2BFD-4566-9BB7-BC68884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47.499</a:t>
            </a:r>
          </a:p>
        </p:txBody>
      </p:sp>
      <p:sp>
        <p:nvSpPr>
          <p:cNvPr id="374" name="sues200_uav_250m_to_satellite/sues200_uav_250m_to_satellite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76869A29-D3F3-49D1-9603-120163C9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4889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uav_250m_to_satellite/sues200_uav_250m_to_satellite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E682C0C5-CD49-4EE7-AC0A-9027988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53.178</a:t>
            </a:r>
          </a:p>
        </p:txBody>
      </p:sp>
      <p:sp>
        <p:nvSpPr>
          <p:cNvPr id="376" name="sues200_uav_250m_to_satellite/sues200_uav_250m_to_satellite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0F1827C7-83D9-4189-B7E9-1352E2EE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9085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uav_250m_to_satellite/sues200_uav_250m_to_satellite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F1807D1A-4097-4F71-AE49-3C31917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63.212</a:t>
            </a:r>
          </a:p>
        </p:txBody>
      </p:sp>
      <p:sp>
        <p:nvSpPr>
          <p:cNvPr id="378" name="sues200_uav_250m_to_satellite/sues200_uav_250m_to_satellite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10DCE295-F2EA-41CF-AF77-4AD29D17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2394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uav_250m_to_satellite/sues200_uav_250m_to_satellite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2303DFDE-8C86-473F-84B1-F59998D7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78.699</a:t>
            </a:r>
          </a:p>
        </p:txBody>
      </p:sp>
      <p:sp>
        <p:nvSpPr>
          <p:cNvPr id="380" name="sues200_uav_250m_to_satellite/sues200_uav_250m_to_satellite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12BDE23-A5AD-4EFC-9B97-FC3CEBD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uav_250m_to_satellite/sues200_uav_250m_to_satellite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B1EB22F-555A-40CD-AE41-F38E0CF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547105"/>
            <a:ext cx="400050" cy="33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uav_250m_to_satellite/sues200_uav_250m_to_satellite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6A09B0C4-4833-45EE-9E77-CD6962C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92973"/>
            <a:ext cx="400050" cy="541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uav_250m_to_satellite/sues200_uav_250m_to_satellite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FEA0601-EBE4-49A6-9D84-49BE7468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399304"/>
            <a:ext cx="400050" cy="93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uav_250m_to_satellite/sues200_uav_250m_to_satellite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F6784DAC-2877-46BF-B56A-E2BA78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5759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uav_250m_to_satellite/sues200_uav_250m_to_satellite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67586DDD-A7EF-4EF6-9DF1-1A9361B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46.161</a:t>
            </a:r>
          </a:p>
        </p:txBody>
      </p:sp>
      <p:sp>
        <p:nvSpPr>
          <p:cNvPr id="386" name="sues200_uav_250m_to_satellite/sues200_uav_250m_to_satellite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33577705-EDB8-435F-93F8-D630C4B9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52361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uav_250m_to_satellite/sues200_uav_250m_to_satellite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AF7FE624-F92A-43DB-9065-901FE1A3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49.636</a:t>
            </a:r>
          </a:p>
        </p:txBody>
      </p:sp>
      <p:sp>
        <p:nvSpPr>
          <p:cNvPr id="388" name="sues200_uav_250m_to_satellite/sues200_uav_250m_to_satellite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FCC0EDC4-5C3E-442C-A614-9C31293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6947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uav_250m_to_satellite/sues200_uav_250m_to_satellite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321627E0-B8BC-415E-9E54-BD5BADA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55.172</a:t>
            </a:r>
          </a:p>
        </p:txBody>
      </p:sp>
      <p:sp>
        <p:nvSpPr>
          <p:cNvPr id="390" name="sues200_uav_250m_to_satellite/sues200_uav_250m_to_satellite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7C10A505-9205-4838-8B7E-F81845F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37580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uav_250m_to_satellite/sues200_uav_250m_to_satellite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617863EE-D376-472B-AEF9-3071A89C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64.751</a:t>
            </a:r>
          </a:p>
        </p:txBody>
      </p:sp>
      <p:sp>
        <p:nvSpPr>
          <p:cNvPr id="392" name="sues200_uav_250m_to_satellite/sues200_uav_250m_to_satellite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2D242B11-8BA0-48D7-A85F-91E1FFA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uav_250m_to_satellite/sues200_uav_250m_to_satellite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D8F1DE05-9507-477D-9093-70B4458C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uav_250m_to_satellite/sues200_uav_250m_to_satellite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09AE0A42-FB4C-486B-B009-D2F7E3D5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uav_250m_to_satellite/sues200_uav_250m_to_satellite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816E8B35-7B12-4D48-B02D-1C96447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uav_250m_to_satellite/sues200_uav_250m_to_satellite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90A264AF-C61F-4984-9403-F898F93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uav_250m_to_satellite/sues200_uav_250m_to_satellite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079A2833-782B-4773-B54B-46EB370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uav_250m_to_satellite/sues200_uav_250m_to_satellite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D25B114D-F4CC-4EE2-9D7F-523046E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uav_250m_to_satellite/sues200_uav_250m_to_satellite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73F19EA9-A8DD-4C40-80CA-1B4C878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uav_250m_to_satellite/sues200_uav_250m_to_satellite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40050EFB-0E3A-400C-91D5-5F83E8E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uav_250m_to_satellite/sues200_uav_250m_to_satellite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FBB1DB67-E0DB-475A-8E30-AC06BBEC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uav_250m_to_satellite/sues200_uav_250m_to_satellite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2DF9ECF2-37C9-4614-AB4B-C6C4DEF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uav_250m_to_satellite/sues200_uav_250m_to_satellite/seed-3/MRR/y-axis">
            <a:extLst xmlns:a="http://schemas.openxmlformats.org/drawingml/2006/main">
              <a:ext uri="{FF2B5EF4-FFF2-40B4-BE49-F238E27FC236}">
                <a16:creationId xmlns:a16="http://schemas.microsoft.com/office/drawing/2014/main" id="{E0A1155E-6D37-4244-89CF-E599D03A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uav_250m_to_satellite/sues200_uav_250m_to_satellite/seed-3/MRR/x-axis">
            <a:extLst xmlns:a="http://schemas.openxmlformats.org/drawingml/2006/main">
              <a:ext uri="{FF2B5EF4-FFF2-40B4-BE49-F238E27FC236}">
                <a16:creationId xmlns:a16="http://schemas.microsoft.com/office/drawing/2014/main" id="{422FBF1A-31BB-4E7D-84D0-DCE241BC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uav_250m_to_satellite/sues200_uav_250m_to_satellite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2962F648-296B-4B95-A861-70497D5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uav_250m_to_satellite/sues200_uav_250m_to_satellite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282811E5-3F1E-49FA-A446-8D4BC869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uav_250m_to_satellite/sues200_uav_250m_to_satellite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74332D38-F690-485A-B600-5439FDE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uav_250m_to_satellite/sues200_uav_250m_to_satellite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93F4E752-9F26-4F4A-9D0B-4402277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uav_250m_to_satellite/sues200_uav_250m_to_satellite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7DAC9681-10DF-4E38-A0AC-4045051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uav_250m_to_satellite/sues200_uav_250m_to_satellite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641CC992-8C17-4E21-B1FC-3DEC94A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uav_250m_to_satellite/sues200_uav_250m_to_satellite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B5D9D22B-EA9B-4B24-AB62-73F65D3B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uav_250m_to_satellite/sues200_uav_250m_to_satellite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8D4250D6-F084-4D3F-958B-23A6A2C5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uav_250m_to_satellite/sues200_uav_250m_to_satellite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9264F5B-C5F2-4108-BA2E-255E98F7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479472"/>
            <a:ext cx="400050" cy="757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uav_250m_to_satellite/sues200_uav_250m_to_satellite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5560B98-EE90-44B2-984C-FD21B331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392448"/>
            <a:ext cx="400050" cy="87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uav_250m_to_satellite/sues200_uav_250m_to_satellite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766241B-E335-4F6E-B3DC-B72464AF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254614"/>
            <a:ext cx="400050" cy="1378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uav_250m_to_satellite/sues200_uav_250m_to_satellite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57B7A726-E00A-4BE9-BA92-72114B8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53173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uav_250m_to_satellite/sues200_uav_250m_to_satellite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8F9936AC-F47E-4DAD-B6F1-9D17E71C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48.805</a:t>
            </a:r>
          </a:p>
        </p:txBody>
      </p:sp>
      <p:sp>
        <p:nvSpPr>
          <p:cNvPr id="418" name="sues200_uav_250m_to_satellite/sues200_uav_250m_to_satellite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441A69DA-3042-4D65-A831-0284FC9B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45597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uav_250m_to_satellite/sues200_uav_250m_to_satellite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12F5B662-970E-4C8C-BCFD-40143C37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56.553</a:t>
            </a:r>
          </a:p>
        </p:txBody>
      </p:sp>
      <p:sp>
        <p:nvSpPr>
          <p:cNvPr id="420" name="sues200_uav_250m_to_satellite/sues200_uav_250m_to_satellite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E1B3F2A4-4BE1-40E6-8B43-6D7E52A2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36895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uav_250m_to_satellite/sues200_uav_250m_to_satellite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F966D63B-60D8-464B-AA67-E9F18244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65.452</a:t>
            </a:r>
          </a:p>
        </p:txBody>
      </p:sp>
      <p:sp>
        <p:nvSpPr>
          <p:cNvPr id="422" name="sues200_uav_250m_to_satellite/sues200_uav_250m_to_satellite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F078F60F-3735-49F9-AD7B-AFB455D1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23111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uav_250m_to_satellite/sues200_uav_250m_to_satellite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177B44D3-BF4A-4CB5-8A85-96F7343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79.547</a:t>
            </a:r>
          </a:p>
        </p:txBody>
      </p:sp>
      <p:sp>
        <p:nvSpPr>
          <p:cNvPr id="424" name="sues200_uav_250m_to_satellite/sues200_uav_250m_to_satellite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867C43D0-4998-4134-A446-A77F526C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uav_250m_to_satellite/sues200_uav_250m_to_satellite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21B0180D-0FBE-4669-9437-3A7DFF8C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587984"/>
            <a:ext cx="400050" cy="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uav_250m_to_satellite/sues200_uav_250m_to_satellite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C4B94CC7-F629-468B-BF93-604C8173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538200"/>
            <a:ext cx="400050" cy="497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uav_250m_to_satellite/sues200_uav_250m_to_satellite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A822645-CCC3-4BAE-8163-F638AC8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428803"/>
            <a:ext cx="400050" cy="1093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uav_250m_to_satellite/sues200_uav_250m_to_satellite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3203195F-153C-464B-B5CB-0E288B4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57061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uav_250m_to_satellite/sues200_uav_250m_to_satellite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4C7F175B-866B-4A20-B95F-0108DDC5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44.830</a:t>
            </a:r>
          </a:p>
        </p:txBody>
      </p:sp>
      <p:sp>
        <p:nvSpPr>
          <p:cNvPr id="430" name="sues200_uav_250m_to_satellite/sues200_uav_250m_to_satellite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4CD64E21-2269-45B5-9C59-800D077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56448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uav_250m_to_satellite/sues200_uav_250m_to_satellite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9AB9C9FA-20E8-46C1-BBA1-B22F727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45.456</a:t>
            </a:r>
          </a:p>
        </p:txBody>
      </p:sp>
      <p:sp>
        <p:nvSpPr>
          <p:cNvPr id="432" name="sues200_uav_250m_to_satellite/sues200_uav_250m_to_satellite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944B804D-C2EA-4A8E-B413-8BFE540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5147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uav_250m_to_satellite/sues200_uav_250m_to_satellite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97A7C4FF-54D7-46E2-9618-B72854AF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50.547</a:t>
            </a:r>
          </a:p>
        </p:txBody>
      </p:sp>
      <p:sp>
        <p:nvSpPr>
          <p:cNvPr id="434" name="sues200_uav_250m_to_satellite/sues200_uav_250m_to_satellite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153B635C-9FDE-4844-B7B7-8554B87F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40530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uav_250m_to_satellite/sues200_uav_250m_to_satellite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AD0CAA00-BA45-4B0D-B20A-D8B61D1B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61.734</a:t>
            </a:r>
          </a:p>
        </p:txBody>
      </p:sp>
      <p:sp>
        <p:nvSpPr>
          <p:cNvPr id="436" name="sues200_uav_250m_to_satellite/sues200_uav_250m_to_satellite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09437CD5-AF67-403C-A5A7-B781354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uav_250m_to_satellite/footnote-1">
            <a:extLst xmlns:a="http://schemas.openxmlformats.org/drawingml/2006/main">
              <a:ext uri="{FF2B5EF4-FFF2-40B4-BE49-F238E27FC236}">
                <a16:creationId xmlns:a16="http://schemas.microsoft.com/office/drawing/2014/main" id="{FF311FC0-5E07-4692-B1A3-1107792C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uav_250m_to_satellite/footnote-2">
            <a:extLst xmlns:a="http://schemas.openxmlformats.org/drawingml/2006/main">
              <a:ext uri="{FF2B5EF4-FFF2-40B4-BE49-F238E27FC236}">
                <a16:creationId xmlns:a16="http://schemas.microsoft.com/office/drawing/2014/main" id="{EC7C3613-C8AA-4E4E-ADA0-9B11B5D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uav_250m_to_satellite/footnote-3">
            <a:extLst xmlns:a="http://schemas.openxmlformats.org/drawingml/2006/main">
              <a:ext uri="{FF2B5EF4-FFF2-40B4-BE49-F238E27FC236}">
                <a16:creationId xmlns:a16="http://schemas.microsoft.com/office/drawing/2014/main" id="{C7CA1438-27F2-49FD-BBC3-09F0653C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uav_250m_to_satellite/footnote-4">
            <a:extLst xmlns:a="http://schemas.openxmlformats.org/drawingml/2006/main">
              <a:ext uri="{FF2B5EF4-FFF2-40B4-BE49-F238E27FC236}">
                <a16:creationId xmlns:a16="http://schemas.microsoft.com/office/drawing/2014/main" id="{BD96F261-14F4-4C05-8DA9-44AFD4B2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uav_250m_to_satellite/footnote-5">
            <a:extLst xmlns:a="http://schemas.openxmlformats.org/drawingml/2006/main">
              <a:ext uri="{FF2B5EF4-FFF2-40B4-BE49-F238E27FC236}">
                <a16:creationId xmlns:a16="http://schemas.microsoft.com/office/drawing/2014/main" id="{B4B8D435-9B5B-4AFA-95A6-E6156D94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305803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satellite_to_uav_250m/title">
            <a:extLst xmlns:a="http://schemas.openxmlformats.org/drawingml/2006/main">
              <a:ext uri="{FF2B5EF4-FFF2-40B4-BE49-F238E27FC236}">
                <a16:creationId xmlns:a16="http://schemas.microsoft.com/office/drawing/2014/main" id="{209E0DD8-120A-467B-808B-F9159F42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250 m</a:t>
            </a:r>
          </a:p>
        </p:txBody>
      </p:sp>
      <p:sp>
        <p:nvSpPr>
          <p:cNvPr id="2" name="sues200_satellite_to_uav_250m/subtitle">
            <a:extLst xmlns:a="http://schemas.openxmlformats.org/drawingml/2006/main">
              <a:ext uri="{FF2B5EF4-FFF2-40B4-BE49-F238E27FC236}">
                <a16:creationId xmlns:a16="http://schemas.microsoft.com/office/drawing/2014/main" id="{D671F1FD-7B92-4F4C-8FE9-0F75EA43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satellite_to_uav_250m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80226E53-8255-47A9-876F-E62CDA74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250m/legend/visual/text">
            <a:extLst xmlns:a="http://schemas.openxmlformats.org/drawingml/2006/main">
              <a:ext uri="{FF2B5EF4-FFF2-40B4-BE49-F238E27FC236}">
                <a16:creationId xmlns:a16="http://schemas.microsoft.com/office/drawing/2014/main" id="{3B7A9826-4DA5-4204-8A48-6F801272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satellite_to_uav_250m/legend/full/marker">
            <a:extLst xmlns:a="http://schemas.openxmlformats.org/drawingml/2006/main">
              <a:ext uri="{FF2B5EF4-FFF2-40B4-BE49-F238E27FC236}">
                <a16:creationId xmlns:a16="http://schemas.microsoft.com/office/drawing/2014/main" id="{44A42D11-A95B-4803-9C75-792A49C0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250m/legend/full/text">
            <a:extLst xmlns:a="http://schemas.openxmlformats.org/drawingml/2006/main">
              <a:ext uri="{FF2B5EF4-FFF2-40B4-BE49-F238E27FC236}">
                <a16:creationId xmlns:a16="http://schemas.microsoft.com/office/drawing/2014/main" id="{93D522D7-7185-4BBA-A406-D67CF9E6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satellite_to_uav_250m/legend/values">
            <a:extLst xmlns:a="http://schemas.openxmlformats.org/drawingml/2006/main">
              <a:ext uri="{FF2B5EF4-FFF2-40B4-BE49-F238E27FC236}">
                <a16:creationId xmlns:a16="http://schemas.microsoft.com/office/drawing/2014/main" id="{C2E12E82-DC18-438E-9F9A-C7ED097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satellite_to_uav_250m/seed-1/heading">
            <a:extLst xmlns:a="http://schemas.openxmlformats.org/drawingml/2006/main">
              <a:ext uri="{FF2B5EF4-FFF2-40B4-BE49-F238E27FC236}">
                <a16:creationId xmlns:a16="http://schemas.microsoft.com/office/drawing/2014/main" id="{90467391-FDAD-4FAE-9014-3AF7291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satellite_to_uav_250m/seed-1/N-label">
            <a:extLst xmlns:a="http://schemas.openxmlformats.org/drawingml/2006/main">
              <a:ext uri="{FF2B5EF4-FFF2-40B4-BE49-F238E27FC236}">
                <a16:creationId xmlns:a16="http://schemas.microsoft.com/office/drawing/2014/main" id="{A445A167-F37B-4F35-AA29-7FF7B1E8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satellite_to_uav_250m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2CBF4A80-1C4D-4E0E-97E5-36FC41A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satellite_to_uav_250m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13B06DD1-867E-432B-A9FC-290BC08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2" name="sues200_satellite_to_uav_250m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A923F2DD-610F-466A-A9EE-1F755A99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satellite_to_uav_250m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D186AB0A-91D3-4A77-99F5-E2AFBB2E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4" name="sues200_satellite_to_uav_250m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E1822499-1AD6-4AEB-A3B3-2201489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satellite_to_uav_250m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589C1DA7-ED6C-41FD-8465-60355A83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6" name="sues200_satellite_to_uav_250m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CF140564-0F45-4902-B74D-CD1D1C9A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satellite_to_uav_250m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BFB73B4C-B853-41F0-9F86-091E3EE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8" name="sues200_satellite_to_uav_250m/seed-2/heading">
            <a:extLst xmlns:a="http://schemas.openxmlformats.org/drawingml/2006/main">
              <a:ext uri="{FF2B5EF4-FFF2-40B4-BE49-F238E27FC236}">
                <a16:creationId xmlns:a16="http://schemas.microsoft.com/office/drawing/2014/main" id="{5C348A0F-ADFD-40C1-990D-3BEC23ED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satellite_to_uav_250m/seed-2/N-label">
            <a:extLst xmlns:a="http://schemas.openxmlformats.org/drawingml/2006/main">
              <a:ext uri="{FF2B5EF4-FFF2-40B4-BE49-F238E27FC236}">
                <a16:creationId xmlns:a16="http://schemas.microsoft.com/office/drawing/2014/main" id="{05E4F420-A8F1-40DB-B0AC-89F16DB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satellite_to_uav_250m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288A91E1-8470-45FA-81A2-7FF2867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satellite_to_uav_250m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474A30EC-854F-43AD-AA47-7AA24C7F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2" name="sues200_satellite_to_uav_250m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E7FA7D5D-F048-4579-94E9-4ADB12FD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satellite_to_uav_250m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D1751460-A4F9-4C7A-9CF4-4431DF6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6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4" name="sues200_satellite_to_uav_250m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EE063BF3-65E7-42D9-B3F1-6BB8617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satellite_to_uav_250m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06EF72CB-7125-406A-963B-5B407D03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6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6" name="sues200_satellite_to_uav_250m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E6ADCD03-BAB2-452C-AD2B-C694334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satellite_to_uav_250m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8E17C120-6095-4A0E-9E67-C7D32817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8" name="sues200_satellite_to_uav_250m/seed-3/heading">
            <a:extLst xmlns:a="http://schemas.openxmlformats.org/drawingml/2006/main">
              <a:ext uri="{FF2B5EF4-FFF2-40B4-BE49-F238E27FC236}">
                <a16:creationId xmlns:a16="http://schemas.microsoft.com/office/drawing/2014/main" id="{EF0E694C-8F89-4116-9DB3-A537B10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satellite_to_uav_250m/seed-3/N-label">
            <a:extLst xmlns:a="http://schemas.openxmlformats.org/drawingml/2006/main">
              <a:ext uri="{FF2B5EF4-FFF2-40B4-BE49-F238E27FC236}">
                <a16:creationId xmlns:a16="http://schemas.microsoft.com/office/drawing/2014/main" id="{062BE362-B19F-4473-826C-E22E2F39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satellite_to_uav_250m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D78887CC-3673-4AD7-B0CB-CCDBC872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satellite_to_uav_250m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2DD71620-E1E3-494D-8DFD-9ECAAF2C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1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2" name="sues200_satellite_to_uav_250m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4B75C941-0A52-4BDA-9B8D-221D9EEA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satellite_to_uav_250m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1B0F15BD-014E-4917-8337-8DA57D6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2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4" name="sues200_satellite_to_uav_250m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75CF33B3-02CF-4988-ACAD-FC5B707A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satellite_to_uav_250m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137953B5-5137-4951-8DBC-8F932E67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6" name="sues200_satellite_to_uav_250m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DED32545-9663-41CD-AF11-39383D7A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satellite_to_uav_250m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3D8E3943-88C6-483C-BA17-64D721FC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3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8" name="sues200_satellite_to_uav_250m/r_at_1/row-heading">
            <a:extLst xmlns:a="http://schemas.openxmlformats.org/drawingml/2006/main">
              <a:ext uri="{FF2B5EF4-FFF2-40B4-BE49-F238E27FC236}">
                <a16:creationId xmlns:a16="http://schemas.microsoft.com/office/drawing/2014/main" id="{97280448-7338-4174-88F7-6E9173F5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satellite_to_uav_250m/sues200_satellite_to_uav_250m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BE2775C1-C6B2-46C2-A189-07095057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satellite_to_uav_250m/sues200_satellite_to_uav_250m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1F17DDE8-C531-4793-9129-9E455B10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satellite_to_uav_250m/sues200_satellite_to_uav_250m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B0CFFCFD-BB1F-4B02-BAD3-446A2010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satellite_to_uav_250m/sues200_satellite_to_uav_250m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40BF2454-B547-4502-998C-0B5BD82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satellite_to_uav_250m/sues200_satellite_to_uav_250m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032F00F9-FF77-46F8-A246-AC192AC1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satellite_to_uav_250m/sues200_satellite_to_uav_250m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45A2A955-5D27-456B-A76C-4D6B5ED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satellite_to_uav_250m/sues200_satellite_to_uav_250m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7D12F16B-971D-4EC5-8DE6-6B5775F6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satellite_to_uav_250m/sues200_satellite_to_uav_250m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2BE01FA0-1608-4154-A96B-8050870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satellite_to_uav_250m/sues200_satellite_to_uav_250m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43F124E7-28C5-49C0-9644-06E29A06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satellite_to_uav_250m/sues200_satellite_to_uav_250m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76174DCF-839F-40C0-B3E6-4D136D8A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satellite_to_uav_250m/sues200_satellite_to_uav_250m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9BE774A5-FCD3-4C9E-B9FE-A967D6F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satellite_to_uav_250m/sues200_satellite_to_uav_250m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B1438137-6B3E-4922-971D-998EAA6D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satellite_to_uav_250m/sues200_satellite_to_uav_250m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99FDBC84-F2FF-4EE3-BC67-7AC7B344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satellite_to_uav_250m/sues200_satellite_to_uav_250m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81B5F5F4-7452-4085-96E2-9BB12B15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satellite_to_uav_250m/sues200_satellite_to_uav_250m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0E33DA7E-F035-48EB-B681-269337A9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satellite_to_uav_250m/sues200_satellite_to_uav_250m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082A8DA5-701F-4D09-AF45-0B4A386D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satellite_to_uav_250m/sues200_satellite_to_uav_250m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7AB7A17E-8DF7-4E3D-B0E6-EDEE166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satellite_to_uav_250m/sues200_satellite_to_uav_250m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EDE5435C-366D-4AF3-AAC7-B302D7DE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satellite_to_uav_250m/sues200_satellite_to_uav_250m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35D0A657-C112-46F5-802E-B6036DF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satellite_to_uav_250m/sues200_satellite_to_uav_250m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4330A888-A158-47B7-A4A2-C14FE776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satellite_to_uav_250m/sues200_satellite_to_uav_250m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D8C7F00-9874-4577-B70F-E45D754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1918970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satellite_to_uav_250m/sues200_satellite_to_uav_250m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CEAE4965-157C-4544-8E09-28D4ADCE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1821180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satellite_to_uav_250m/sues200_satellite_to_uav_250m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AB7643AE-0ADA-4CF6-9C6D-251C469B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182118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satellite_to_uav_250m/sues200_satellite_to_uav_250m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4B64C5D5-14DB-41AE-B53C-94674726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09105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satellite_to_uav_250m/sues200_satellite_to_uav_250m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17275AF7-CC8C-4A3B-B119-1BD1246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64" name="sues200_satellite_to_uav_250m/sues200_satellite_to_uav_250m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E8A38216-7DC5-4CDE-8B05-ACD5A66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18954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satellite_to_uav_250m/sues200_satellite_to_uav_250m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7CF9405D-D1AD-4D41-BC04-0FD8C89A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66" name="sues200_satellite_to_uav_250m/sues200_satellite_to_uav_250m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330CD23E-2A31-4449-9307-42094010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1797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satellite_to_uav_250m/sues200_satellite_to_uav_250m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6A62E102-FDD1-4F71-B52E-6AD6E388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80.000</a:t>
            </a:r>
          </a:p>
        </p:txBody>
      </p:sp>
      <p:sp>
        <p:nvSpPr>
          <p:cNvPr id="68" name="sues200_satellite_to_uav_250m/sues200_satellite_to_uav_250m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CEF00E6E-87BE-444F-AC17-5E642890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satellite_to_uav_250m/sues200_satellite_to_uav_250m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AB2CD183-5503-42D7-8500-D375191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70" name="sues200_satellite_to_uav_250m/sues200_satellite_to_uav_250m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8833CD53-9207-4551-BD21-7387E0BB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satellite_to_uav_250m/sues200_satellite_to_uav_250m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F180C2E-C6AD-4193-86DD-56FC25A0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satellite_to_uav_250m/sues200_satellite_to_uav_250m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7EF451F0-9657-4AD5-B7CB-C37B1C7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1967865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satellite_to_uav_250m/sues200_satellite_to_uav_250m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46EC1C26-E0FF-4875-BD57-2F38ACF0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196786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satellite_to_uav_250m/sues200_satellite_to_uav_250m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96B1E3AC-5A23-483D-8A9B-C113E492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satellite_to_uav_250m/sues200_satellite_to_uav_250m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452EF698-0777-45CE-9535-EF08CA1C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76" name="sues200_satellite_to_uav_250m/sues200_satellite_to_uav_250m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3BEAF26F-55C4-412D-8B78-1B6B7A58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satellite_to_uav_250m/sues200_satellite_to_uav_250m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4F893E4E-08B4-4513-A1AC-5E4D7085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78" name="sues200_satellite_to_uav_250m/sues200_satellite_to_uav_250m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CFF552F3-CC9E-4E33-B19A-EE7826E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satellite_to_uav_250m/sues200_satellite_to_uav_250m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E363AF6D-A780-4B48-95F3-8A0D7F13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80" name="sues200_satellite_to_uav_250m/sues200_satellite_to_uav_250m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576551AB-FCDE-4D58-925B-0D84C07D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satellite_to_uav_250m/sues200_satellite_to_uav_250m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1DEB6432-52E1-4354-8724-D43322F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82" name="sues200_satellite_to_uav_250m/sues200_satellite_to_uav_250m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AB1AD93E-A23A-4B57-AB73-909F55C7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satellite_to_uav_250m/sues200_satellite_to_uav_250m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6FB40604-6448-4D2E-B28D-0405F9A9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satellite_to_uav_250m/sues200_satellite_to_uav_250m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CC145F2F-1ADC-45D1-9BFD-86E8080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satellite_to_uav_250m/sues200_satellite_to_uav_250m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B76B2C2D-8611-4CE6-8575-330F6433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satellite_to_uav_250m/sues200_satellite_to_uav_250m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31AA6649-2357-47EC-80F8-ED0564EC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satellite_to_uav_250m/sues200_satellite_to_uav_250m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D6D2247D-070F-46D7-842D-4EA60BB1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satellite_to_uav_250m/sues200_satellite_to_uav_250m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D73BD441-9907-4288-B07B-13259FE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satellite_to_uav_250m/sues200_satellite_to_uav_250m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1A9810DD-3228-43E1-AB78-0875F198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satellite_to_uav_250m/sues200_satellite_to_uav_250m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FE320615-705B-46C7-A42B-444C74C5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satellite_to_uav_250m/sues200_satellite_to_uav_250m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E3662BD9-39D6-44FC-B832-A36223CF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satellite_to_uav_250m/sues200_satellite_to_uav_250m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4D3B95F8-9DD1-4D9E-8DA1-4A5F337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satellite_to_uav_250m/sues200_satellite_to_uav_250m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52E0BE87-9FF2-4921-854D-79015A24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satellite_to_uav_250m/sues200_satellite_to_uav_250m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16FABC82-02CD-4C81-978D-65966993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satellite_to_uav_250m/sues200_satellite_to_uav_250m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C3E9F8EB-9E7E-43B9-9F60-D5FB2D17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satellite_to_uav_250m/sues200_satellite_to_uav_250m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7B72DB64-ACD9-4CCC-8C7A-257A1E14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satellite_to_uav_250m/sues200_satellite_to_uav_250m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26775952-17C2-4B50-9580-FB33518A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satellite_to_uav_250m/sues200_satellite_to_uav_250m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6EEE6183-58D5-45BF-9F79-E15270F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satellite_to_uav_250m/sues200_satellite_to_uav_250m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938B9072-B7C5-48ED-86FF-5BEF5720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satellite_to_uav_250m/sues200_satellite_to_uav_250m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6F280F53-80BE-4825-8371-C6F25A4B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satellite_to_uav_250m/sues200_satellite_to_uav_250m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DCC1F984-7B0A-4FA7-89C0-74EE1D6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satellite_to_uav_250m/sues200_satellite_to_uav_250m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64506095-4A6E-420A-BB6E-F95DE052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satellite_to_uav_250m/sues200_satellite_to_uav_250m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A7412F6D-EF23-4D8C-BE09-78CA3650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1772285"/>
            <a:ext cx="400050" cy="2933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satellite_to_uav_250m/sues200_satellite_to_uav_250m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4C5ED46-204B-4016-89CE-5FA25F2C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1772285"/>
            <a:ext cx="400050" cy="24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satellite_to_uav_250m/sues200_satellite_to_uav_250m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81C5C7A2-68A3-4003-9C16-E10148F8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196786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satellite_to_uav_250m/sues200_satellite_to_uav_250m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10CC3C63-D657-4A8B-A212-F0C93F30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04216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250m/sues200_satellite_to_uav_250m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94DBE932-1568-406C-9EE1-02EAF8F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08" name="sues200_satellite_to_uav_250m/sues200_satellite_to_uav_250m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9AC41C73-73EE-4FD6-86A3-2ECEF93C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174879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250m/sues200_satellite_to_uav_250m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48A6CE3C-5307-400E-9B20-E5AF1395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85.000</a:t>
            </a:r>
          </a:p>
        </p:txBody>
      </p:sp>
      <p:sp>
        <p:nvSpPr>
          <p:cNvPr id="110" name="sues200_satellite_to_uav_250m/sues200_satellite_to_uav_250m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4F5C6791-9D77-46DD-9F11-F6978B0E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1993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250m/sues200_satellite_to_uav_250m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B617E5A2-2691-40F1-8F96-FBB9F19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12" name="sues200_satellite_to_uav_250m/sues200_satellite_to_uav_250m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C7C736A7-BBD6-413A-997A-040148D2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satellite_to_uav_250m/sues200_satellite_to_uav_250m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D3492429-44D4-4544-9023-1D4C8A3B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14" name="sues200_satellite_to_uav_250m/sues200_satellite_to_uav_250m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9EA267CE-A676-4E08-A8C5-27C43204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satellite_to_uav_250m/sues200_satellite_to_uav_250m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352A0AB-4582-4B32-A6B0-EB80AD1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191897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satellite_to_uav_250m/sues200_satellite_to_uav_250m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560E9CE3-B30D-4D5F-B566-9E9C401A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1918970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satellite_to_uav_250m/sues200_satellite_to_uav_250m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0D80F3F9-CF02-42B3-A65E-9F51398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065655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satellite_to_uav_250m/sues200_satellite_to_uav_250m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1F3CFAD7-8D90-4746-A13E-EFE9927C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89547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satellite_to_uav_250m/sues200_satellite_to_uav_250m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0BFE25CF-4FBC-4301-B2FF-B6B132B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120" name="sues200_satellite_to_uav_250m/sues200_satellite_to_uav_250m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66A7AAAA-9243-49D9-9AE1-DFB9F02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189547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satellite_to_uav_250m/sues200_satellite_to_uav_250m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73D07C2A-1012-43B1-848F-53051515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122" name="sues200_satellite_to_uav_250m/sues200_satellite_to_uav_250m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58892898-B03F-4F48-9CA2-ECC78EB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satellite_to_uav_250m/sues200_satellite_to_uav_250m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0957DD99-3C74-4993-87C9-EAF3958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24" name="sues200_satellite_to_uav_250m/sues200_satellite_to_uav_250m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F790696E-385C-40B9-A241-F86D0172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18884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satellite_to_uav_250m/sues200_satellite_to_uav_250m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1449542D-BE35-4D5B-836C-A234ED7B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40.000</a:t>
            </a:r>
          </a:p>
        </p:txBody>
      </p:sp>
      <p:sp>
        <p:nvSpPr>
          <p:cNvPr id="126" name="sues200_satellite_to_uav_250m/sues200_satellite_to_uav_250m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1C1EBBA6-509C-4E5A-AB48-E66ECB3C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satellite_to_uav_250m/sues200_satellite_to_uav_250m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A0D84B2A-1537-449B-96DA-83E00605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satellite_to_uav_250m/sues200_satellite_to_uav_250m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852DB2EB-690F-4FA0-89A7-503E331E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satellite_to_uav_250m/sues200_satellite_to_uav_250m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4554B757-DDEB-4713-A144-B970AACB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satellite_to_uav_250m/sues200_satellite_to_uav_250m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E7BCE4C0-AEC5-4F24-9D01-2240BD0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satellite_to_uav_250m/sues200_satellite_to_uav_250m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63B7DFBC-EE52-4565-B273-00B207D4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satellite_to_uav_250m/sues200_satellite_to_uav_250m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FD6E7681-DEBC-4D34-97ED-347166CD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satellite_to_uav_250m/sues200_satellite_to_uav_250m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1C5361FB-B58C-4A48-8400-F1065F17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satellite_to_uav_250m/sues200_satellite_to_uav_250m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DC37B120-AA94-44D8-A1FA-EE700205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satellite_to_uav_250m/sues200_satellite_to_uav_250m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2E638994-112A-4F37-B6AD-F9A8648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satellite_to_uav_250m/sues200_satellite_to_uav_250m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698E3B4E-243D-4095-93FF-C213734B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satellite_to_uav_250m/sues200_satellite_to_uav_250m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AA310E1C-1414-4564-AC6C-C98A985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satellite_to_uav_250m/sues200_satellite_to_uav_250m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1F8471F8-9CA5-48A7-9681-9E1067AF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satellite_to_uav_250m/sues200_satellite_to_uav_250m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80E2FF0D-D910-43FC-8612-178D78F7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satellite_to_uav_250m/sues200_satellite_to_uav_250m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F4D89A95-BC48-4F5B-A3DE-790F8B1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satellite_to_uav_250m/sues200_satellite_to_uav_250m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332C1779-7069-4104-B405-FAA5996D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satellite_to_uav_250m/sues200_satellite_to_uav_250m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22F2BFDE-9A08-40EF-8816-4EB3B5F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satellite_to_uav_250m/sues200_satellite_to_uav_250m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186317FE-7EA2-4A5A-A0C3-50A4E56F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satellite_to_uav_250m/sues200_satellite_to_uav_250m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4812C319-69D3-41C1-9763-7147CF8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satellite_to_uav_250m/sues200_satellite_to_uav_250m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484C851B-DB66-4B8C-9C5C-12713CFF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satellite_to_uav_250m/sues200_satellite_to_uav_250m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EEDBC439-60F8-4E5C-85E3-372BC68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satellite_to_uav_250m/sues200_satellite_to_uav_250m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2715F376-2660-400E-B13A-B02F06DE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196786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satellite_to_uav_250m/sues200_satellite_to_uav_250m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2CA517D-A7A9-4EF7-B3AF-A943696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1821180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satellite_to_uav_250m/sues200_satellite_to_uav_250m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A5923239-6B96-4DAC-94EA-A34E8FCC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182118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satellite_to_uav_250m/sues200_satellite_to_uav_250m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28F1569D-FA7F-40BB-93F2-6BCBC8AA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250m/sues200_satellite_to_uav_250m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45AFE4A3-B7C0-43E0-8AF2-95B687CF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52" name="sues200_satellite_to_uav_250m/sues200_satellite_to_uav_250m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D38F55FC-BEA8-4D3D-B613-F137DD10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satellite_to_uav_250m/sues200_satellite_to_uav_250m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0FB7A0EF-F4AB-462A-ACF2-20A8418B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54" name="sues200_satellite_to_uav_250m/sues200_satellite_to_uav_250m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936E2ACF-FD36-432C-A896-969D406B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1797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satellite_to_uav_250m/sues200_satellite_to_uav_250m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69BAD346-363E-4F74-8D9F-EF143E9D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80.000</a:t>
            </a:r>
          </a:p>
        </p:txBody>
      </p:sp>
      <p:sp>
        <p:nvSpPr>
          <p:cNvPr id="156" name="sues200_satellite_to_uav_250m/sues200_satellite_to_uav_250m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0A585892-C70C-459E-BBF5-C20ED0C3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797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250m/sues200_satellite_to_uav_250m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013954BF-FD0F-49D0-AAF8-9B77C351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80.000</a:t>
            </a:r>
          </a:p>
        </p:txBody>
      </p:sp>
      <p:sp>
        <p:nvSpPr>
          <p:cNvPr id="158" name="sues200_satellite_to_uav_250m/sues200_satellite_to_uav_250m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A144CA0-D57C-4823-935C-949BF7A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satellite_to_uav_250m/sues200_satellite_to_uav_250m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6D2AB99-EFD3-40C1-9700-ABD2F77A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1967865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satellite_to_uav_250m/sues200_satellite_to_uav_250m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460A5B8A-BA3F-47E5-B350-BEA7E4AD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1967865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satellite_to_uav_250m/sues200_satellite_to_uav_250m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265BCFB-D138-4CCC-8A5C-58BA4709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1967865"/>
            <a:ext cx="400050" cy="2933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satellite_to_uav_250m/sues200_satellite_to_uav_250m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E5F21158-6E4A-4BB3-A7AC-96E39FD7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satellite_to_uav_250m/sues200_satellite_to_uav_250m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9A2E40B4-6DE7-441F-AC62-5B0F3E71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64" name="sues200_satellite_to_uav_250m/sues200_satellite_to_uav_250m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804D8074-927D-436F-A9A9-CD9A4E39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1399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satellite_to_uav_250m/sues200_satellite_to_uav_250m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55C93744-E0AD-49A6-B233-DEF6DDF0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45.000</a:t>
            </a:r>
          </a:p>
        </p:txBody>
      </p:sp>
      <p:sp>
        <p:nvSpPr>
          <p:cNvPr id="166" name="sues200_satellite_to_uav_250m/sues200_satellite_to_uav_250m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AD19CAD9-B808-4D76-880F-2DF63064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satellite_to_uav_250m/sues200_satellite_to_uav_250m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E1679244-8270-436C-85EC-04300615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68" name="sues200_satellite_to_uav_250m/sues200_satellite_to_uav_250m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E5C83947-41F2-41BA-B10D-60472DCB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23774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satellite_to_uav_250m/sues200_satellite_to_uav_250m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903F7415-F335-46B6-922F-A55E7E29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35.000</a:t>
            </a:r>
          </a:p>
        </p:txBody>
      </p:sp>
      <p:sp>
        <p:nvSpPr>
          <p:cNvPr id="170" name="sues200_satellite_to_uav_250m/sues200_satellite_to_uav_250m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CAAF9F16-340B-4526-8435-303B6209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satellite_to_uav_250m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537354D2-CD1B-4410-A973-B46E7736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satellite_to_uav_250m/sues200_satellite_to_uav_250m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6ACE7496-FD31-47FA-AE26-8602C1D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satellite_to_uav_250m/sues200_satellite_to_uav_250m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D83B9B65-B50F-4679-8962-804A5897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satellite_to_uav_250m/sues200_satellite_to_uav_250m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317000C0-C011-4645-A195-FF450FD9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satellite_to_uav_250m/sues200_satellite_to_uav_250m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F7B227A9-EFA2-4C04-A4E0-F49DAFFD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satellite_to_uav_250m/sues200_satellite_to_uav_250m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6AC2E379-8B89-4FB1-8D26-F0AFC6C6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satellite_to_uav_250m/sues200_satellite_to_uav_250m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23373FBE-0F87-46A0-B184-134FDE7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satellite_to_uav_250m/sues200_satellite_to_uav_250m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3FB3ADBB-9066-4362-BFB9-437DC84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satellite_to_uav_250m/sues200_satellite_to_uav_250m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7BD3873E-1B39-4647-A7D4-D8CEDAA5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satellite_to_uav_250m/sues200_satellite_to_uav_250m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F85D726B-F105-44B6-A796-82327139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satellite_to_uav_250m/sues200_satellite_to_uav_250m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22639B18-CC0C-4991-A146-2343740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satellite_to_uav_250m/sues200_satellite_to_uav_250m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90EDB31D-D65D-446D-9BA7-1DFA5587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satellite_to_uav_250m/sues200_satellite_to_uav_250m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025F7E1C-43B7-4842-B0C6-52A431A7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satellite_to_uav_250m/sues200_satellite_to_uav_250m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1B129DFF-A9A7-4C1F-A63C-315685C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satellite_to_uav_250m/sues200_satellite_to_uav_250m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4100AA9F-2BE0-479E-8C87-6D1C300D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satellite_to_uav_250m/sues200_satellite_to_uav_250m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F6591679-781A-4C1D-B471-A5E4BEBC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satellite_to_uav_250m/sues200_satellite_to_uav_250m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968C8FEC-DCAA-4793-9840-349654FE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satellite_to_uav_250m/sues200_satellite_to_uav_250m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AF0C9913-9588-4258-A59D-CD1CAE93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satellite_to_uav_250m/sues200_satellite_to_uav_250m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15F9955A-B43D-4659-8EBA-6038A809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satellite_to_uav_250m/sues200_satellite_to_uav_250m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A55F686F-4B29-4C0B-AFFC-DD619E75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satellite_to_uav_250m/sues200_satellite_to_uav_250m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BBA76DE1-BC29-4D8A-BAC4-4D180F29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satellite_to_uav_250m/sues200_satellite_to_uav_250m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E0EED06-0D67-44CE-A4B7-EBFBBE98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810378"/>
            <a:ext cx="400050" cy="489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satellite_to_uav_250m/sues200_satellite_to_uav_250m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A3DAF8BC-32E0-46B5-976B-FD1FCA4D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655906"/>
            <a:ext cx="400050" cy="154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satellite_to_uav_250m/sues200_satellite_to_uav_250m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EBE892E3-90EC-4C5F-9796-431736D1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655906"/>
            <a:ext cx="400050" cy="223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satellite_to_uav_250m/sues200_satellite_to_uav_250m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F3647E11-4C4D-4300-974A-4CF1A19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83579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satellite_to_uav_250m/sues200_satellite_to_uav_250m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649D3C53-6888-4E55-A05A-ACA37BA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46.908</a:t>
            </a:r>
          </a:p>
        </p:txBody>
      </p:sp>
      <p:sp>
        <p:nvSpPr>
          <p:cNvPr id="197" name="sues200_satellite_to_uav_250m/sues200_satellite_to_uav_250m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09C9A4CF-B91D-43C5-9156-F99BE75B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78688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250m/sues200_satellite_to_uav_250m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D642BB61-150D-4DA8-ACBF-26643B03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51.909</a:t>
            </a:r>
          </a:p>
        </p:txBody>
      </p:sp>
      <p:sp>
        <p:nvSpPr>
          <p:cNvPr id="199" name="sues200_satellite_to_uav_250m/sues200_satellite_to_uav_250m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FEB7D8AB-1B9E-41DC-B233-601B6212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63241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250m/sues200_satellite_to_uav_250m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EDE1D7F4-272D-41EB-AB4C-91ADCB7C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67.706</a:t>
            </a:r>
          </a:p>
        </p:txBody>
      </p:sp>
      <p:sp>
        <p:nvSpPr>
          <p:cNvPr id="201" name="sues200_satellite_to_uav_250m/sues200_satellite_to_uav_250m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EAE4BA6A-B2A7-465C-97BA-E15D7DB1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85599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250m/sues200_satellite_to_uav_250m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A6F8228B-39AA-41DF-A238-9C4D9764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44.842</a:t>
            </a:r>
          </a:p>
        </p:txBody>
      </p:sp>
      <p:sp>
        <p:nvSpPr>
          <p:cNvPr id="203" name="sues200_satellite_to_uav_250m/sues200_satellite_to_uav_250m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340C124E-8A14-48E0-B5C9-5030A8EE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satellite_to_uav_250m/sues200_satellite_to_uav_250m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6423DAC6-D1BA-4526-AB44-0C243484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3845467"/>
            <a:ext cx="400050" cy="83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satellite_to_uav_250m/sues200_satellite_to_uav_250m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D9713BD6-0616-44A2-A24B-13791AB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799682"/>
            <a:ext cx="400050" cy="129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satellite_to_uav_250m/sues200_satellite_to_uav_250m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E102E887-9C84-4BB1-B44E-85D10DB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799682"/>
            <a:ext cx="400050" cy="176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satellite_to_uav_250m/sues200_satellite_to_uav_250m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9EA583CF-00C0-4535-B80F-6E59F613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82197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250m/sues200_satellite_to_uav_250m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32C4BB23-FB82-4179-AE72-1A4401BB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48.321</a:t>
            </a:r>
          </a:p>
        </p:txBody>
      </p:sp>
      <p:sp>
        <p:nvSpPr>
          <p:cNvPr id="209" name="sues200_satellite_to_uav_250m/sues200_satellite_to_uav_250m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363FC1EC-E500-42D4-8C19-D4F72FCE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90590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250m/sues200_satellite_to_uav_250m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5A6E4435-7474-4DE0-9073-4C48D872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39.739</a:t>
            </a:r>
          </a:p>
        </p:txBody>
      </p:sp>
      <p:sp>
        <p:nvSpPr>
          <p:cNvPr id="211" name="sues200_satellite_to_uav_250m/sues200_satellite_to_uav_250m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2B0FFF16-2EA4-4568-9605-B8E6144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77618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250m/sues200_satellite_to_uav_250m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B7CE588C-B276-4FE5-904C-DBC6495B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53.003</a:t>
            </a:r>
          </a:p>
        </p:txBody>
      </p:sp>
      <p:sp>
        <p:nvSpPr>
          <p:cNvPr id="213" name="sues200_satellite_to_uav_250m/sues200_satellite_to_uav_250m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0439460C-5EB0-4C66-A7A9-7237516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95300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satellite_to_uav_250m/sues200_satellite_to_uav_250m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A71969E6-BAD4-4E4E-A107-862FEFEB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34.922</a:t>
            </a:r>
          </a:p>
        </p:txBody>
      </p:sp>
      <p:sp>
        <p:nvSpPr>
          <p:cNvPr id="215" name="sues200_satellite_to_uav_250m/sues200_satellite_to_uav_250m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B2FCC697-FF27-4124-8553-1DBA08E1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satellite_to_uav_250m/sues200_satellite_to_uav_250m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54304725-C6DA-4AB0-A15F-47B03540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satellite_to_uav_250m/sues200_satellite_to_uav_250m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DF192C15-9F42-4E51-AED7-EA73F6F9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satellite_to_uav_250m/sues200_satellite_to_uav_250m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1716150B-8DD9-43A7-A6A8-C669ABAE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satellite_to_uav_250m/sues200_satellite_to_uav_250m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8F13959F-26C5-4C2E-8739-8A0B7A2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satellite_to_uav_250m/sues200_satellite_to_uav_250m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CAE87269-2B0D-40E3-A513-2AFE7720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satellite_to_uav_250m/sues200_satellite_to_uav_250m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5B707C92-3FC4-4D05-8B10-D2ABB0D1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satellite_to_uav_250m/sues200_satellite_to_uav_250m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D19F2B44-0A03-4783-A11A-880F3BDE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satellite_to_uav_250m/sues200_satellite_to_uav_250m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BF6F02C9-2DC5-4360-B540-843C05C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satellite_to_uav_250m/sues200_satellite_to_uav_250m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9B3730AA-F2C4-46CC-956B-6C4FF2FB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satellite_to_uav_250m/sues200_satellite_to_uav_250m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DE8A6DA7-871A-4CB4-A100-776C3B27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250m/sues200_satellite_to_uav_250m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C6534B8C-F1C4-4459-B922-B52279AF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satellite_to_uav_250m/sues200_satellite_to_uav_250m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3EE64FC7-356E-44B7-BB19-432B354F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satellite_to_uav_250m/sues200_satellite_to_uav_250m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8945E510-7499-4525-B526-40E6096E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satellite_to_uav_250m/sues200_satellite_to_uav_250m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DD622D23-5877-4B55-8196-5B654EBA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satellite_to_uav_250m/sues200_satellite_to_uav_250m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014EFFFB-06EE-4F44-BBBF-98A5BAE2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satellite_to_uav_250m/sues200_satellite_to_uav_250m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3117D774-E793-4E8D-8809-09F11007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satellite_to_uav_250m/sues200_satellite_to_uav_250m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115D77DD-6D2E-4155-8CEC-9C8E390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satellite_to_uav_250m/sues200_satellite_to_uav_250m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14698655-186C-4ECD-929D-E212BC73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satellite_to_uav_250m/sues200_satellite_to_uav_250m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C94B5F40-4DAE-4A29-86F2-0AA5F75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satellite_to_uav_250m/sues200_satellite_to_uav_250m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C720181A-0470-4F89-8569-7A732BD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satellite_to_uav_250m/sues200_satellite_to_uav_250m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3051C59-A9AF-4E4A-9C3A-D4DC45D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697769"/>
            <a:ext cx="400050" cy="14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satellite_to_uav_250m/sues200_satellite_to_uav_250m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33DD6E2-8819-41AE-B05F-41B78466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697769"/>
            <a:ext cx="400050" cy="1329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satellite_to_uav_250m/sues200_satellite_to_uav_250m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69FB9388-B02A-4C7E-9DBE-263F4712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3830687"/>
            <a:ext cx="400050" cy="93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satellite_to_uav_250m/sues200_satellite_to_uav_250m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A4DC38CD-3C37-49B3-A06D-C501B17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81939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satellite_to_uav_250m/sues200_satellite_to_uav_250m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B021FD06-F005-478A-8749-5358661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48.584</a:t>
            </a:r>
          </a:p>
        </p:txBody>
      </p:sp>
      <p:sp>
        <p:nvSpPr>
          <p:cNvPr id="241" name="sues200_satellite_to_uav_250m/sues200_satellite_to_uav_250m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AC7F130E-B352-48FF-9A53-CBF8B965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6742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satellite_to_uav_250m/sues200_satellite_to_uav_250m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FD3A326C-35AF-44BC-8D20-262F3CE9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63.425</a:t>
            </a:r>
          </a:p>
        </p:txBody>
      </p:sp>
      <p:sp>
        <p:nvSpPr>
          <p:cNvPr id="243" name="sues200_satellite_to_uav_250m/sues200_satellite_to_uav_250m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93198ED1-C25B-44F1-B0F7-048F058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0719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satellite_to_uav_250m/sues200_satellite_to_uav_250m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68A916C4-2424-46AD-B723-CA5F17A5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49.833</a:t>
            </a:r>
          </a:p>
        </p:txBody>
      </p:sp>
      <p:sp>
        <p:nvSpPr>
          <p:cNvPr id="245" name="sues200_satellite_to_uav_250m/sues200_satellite_to_uav_250m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3C44053C-2EF2-4ECF-8ACD-3A6AC2E0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90064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satellite_to_uav_250m/sues200_satellite_to_uav_250m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D2B1A7FC-8ED1-486A-8E43-DE1932C2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40.276</a:t>
            </a:r>
          </a:p>
        </p:txBody>
      </p:sp>
      <p:sp>
        <p:nvSpPr>
          <p:cNvPr id="247" name="sues200_satellite_to_uav_250m/sues200_satellite_to_uav_250m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8E8A30B7-0652-4375-8A7E-DE9F067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satellite_to_uav_250m/sues200_satellite_to_uav_250m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5D53744-D190-412D-AE27-F9F4958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801792"/>
            <a:ext cx="400050" cy="35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satellite_to_uav_250m/sues200_satellite_to_uav_250m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21E5F4D5-BF33-487B-B2E3-C5B8A229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801792"/>
            <a:ext cx="400050" cy="1542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satellite_to_uav_250m/sues200_satellite_to_uav_250m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7DB2D5DB-2722-441E-A15E-D6751AAB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3956033"/>
            <a:ext cx="400050" cy="40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satellite_to_uav_250m/sues200_satellite_to_uav_250m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33F69C45-F170-438C-B6AF-186A6BB6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81409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250m/sues200_satellite_to_uav_250m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EF06ADC2-83CC-436A-B3AE-AB7FC1C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49.127</a:t>
            </a:r>
          </a:p>
        </p:txBody>
      </p:sp>
      <p:sp>
        <p:nvSpPr>
          <p:cNvPr id="253" name="sues200_satellite_to_uav_250m/sues200_satellite_to_uav_250m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7D65C541-A50C-4928-8961-31B729E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77829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satellite_to_uav_250m/sues200_satellite_to_uav_250m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4196389B-2944-4602-AB87-CD2F5EEA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52.787</a:t>
            </a:r>
          </a:p>
        </p:txBody>
      </p:sp>
      <p:sp>
        <p:nvSpPr>
          <p:cNvPr id="255" name="sues200_satellite_to_uav_250m/sues200_satellite_to_uav_250m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E4A353E5-CC33-415F-B378-DCD56627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93253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satellite_to_uav_250m/sues200_satellite_to_uav_250m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5D195DC2-D8D7-40EF-8789-1D5F182A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37.015</a:t>
            </a:r>
          </a:p>
        </p:txBody>
      </p:sp>
      <p:sp>
        <p:nvSpPr>
          <p:cNvPr id="257" name="sues200_satellite_to_uav_250m/sues200_satellite_to_uav_250m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98B0F1E5-28DD-4E9E-B9AC-4C23205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97326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satellite_to_uav_250m/sues200_satellite_to_uav_250m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601BB8DF-7BC9-48FF-8277-C47E2BF0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32.850</a:t>
            </a:r>
          </a:p>
        </p:txBody>
      </p:sp>
      <p:sp>
        <p:nvSpPr>
          <p:cNvPr id="259" name="sues200_satellite_to_uav_250m/sues200_satellite_to_uav_250m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28BB4C3A-EB85-45FB-89DA-BC7D7789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satellite_to_uav_250m/sues200_satellite_to_uav_250m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431CCCCC-7B78-44FE-8F42-F6F694A8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satellite_to_uav_250m/sues200_satellite_to_uav_250m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4B54A08F-AF5F-4966-B49A-993D0F2F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satellite_to_uav_250m/sues200_satellite_to_uav_250m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B48717CB-3D3D-46C0-BBCF-C1F0671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satellite_to_uav_250m/sues200_satellite_to_uav_250m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A773268C-655A-4609-B2CB-86BBA209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satellite_to_uav_250m/sues200_satellite_to_uav_250m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BB312640-D90D-459F-AB10-92C8379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satellite_to_uav_250m/sues200_satellite_to_uav_250m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914A0500-C106-4981-854B-D65D0FB4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satellite_to_uav_250m/sues200_satellite_to_uav_250m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ACFF48A3-D427-4110-AD4A-7B3A0FED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satellite_to_uav_250m/sues200_satellite_to_uav_250m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1F3C1D6F-6BD1-4626-BFA8-658F14BA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satellite_to_uav_250m/sues200_satellite_to_uav_250m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8123E103-ECB6-4B3B-BE38-33C07649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satellite_to_uav_250m/sues200_satellite_to_uav_250m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D101D1E4-687D-44F8-8F91-486C314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satellite_to_uav_250m/sues200_satellite_to_uav_250m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CF86C072-59BB-44B1-8F1F-97D65C64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satellite_to_uav_250m/sues200_satellite_to_uav_250m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B7B6999D-E217-498C-9956-AE69DC34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satellite_to_uav_250m/sues200_satellite_to_uav_250m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7AFAD3CE-0650-499D-8D7E-A114EC1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satellite_to_uav_250m/sues200_satellite_to_uav_250m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71CAB154-F4AA-40FF-BEB7-5061EC8F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satellite_to_uav_250m/sues200_satellite_to_uav_250m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3AB1B48C-A403-4C7A-821F-495FC309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satellite_to_uav_250m/sues200_satellite_to_uav_250m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4D0383A8-0BAD-4B54-BF0D-0EAFF46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satellite_to_uav_250m/sues200_satellite_to_uav_250m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4D0781A8-F7EA-44A4-AA6D-A740D282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satellite_to_uav_250m/sues200_satellite_to_uav_250m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ABBCAE13-E435-4F76-A602-48979173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satellite_to_uav_250m/sues200_satellite_to_uav_250m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CD548F6B-1923-46C3-B648-432B9981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satellite_to_uav_250m/sues200_satellite_to_uav_250m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46C9E37A-3114-4CDC-822F-2B302089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satellite_to_uav_250m/sues200_satellite_to_uav_250m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058EFA49-1094-4834-B70E-0C61D810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3762508"/>
            <a:ext cx="400050" cy="1217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satellite_to_uav_250m/sues200_satellite_to_uav_250m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6FBBC73-9F0C-4D54-BF23-3343997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681074"/>
            <a:ext cx="400050" cy="203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satellite_to_uav_250m/sues200_satellite_to_uav_250m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6879B96-0B9F-4E99-9AB9-C6B2AA6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681074"/>
            <a:ext cx="400050" cy="1694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satellite_to_uav_250m/sues200_satellite_to_uav_250m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2FD260DD-B567-495F-B9B6-B25E3AD5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73901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satellite_to_uav_250m/sues200_satellite_to_uav_250m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BB56A933-B391-4BD3-B2BF-92B19842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56.805</a:t>
            </a:r>
          </a:p>
        </p:txBody>
      </p:sp>
      <p:sp>
        <p:nvSpPr>
          <p:cNvPr id="285" name="sues200_satellite_to_uav_250m/sues200_satellite_to_uav_250m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600E7D7A-BB18-4AB3-B026-7743EA5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6080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satellite_to_uav_250m/sues200_satellite_to_uav_250m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274840F9-EEBC-411D-A28A-F0E084D5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44.350</a:t>
            </a:r>
          </a:p>
        </p:txBody>
      </p:sp>
      <p:sp>
        <p:nvSpPr>
          <p:cNvPr id="287" name="sues200_satellite_to_uav_250m/sues200_satellite_to_uav_250m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01868FAF-49BC-4F8A-A4AC-275E036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6575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satellite_to_uav_250m/sues200_satellite_to_uav_250m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9409BF96-0E91-4EA3-8047-4A58E728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65.132</a:t>
            </a:r>
          </a:p>
        </p:txBody>
      </p:sp>
      <p:sp>
        <p:nvSpPr>
          <p:cNvPr id="289" name="sues200_satellite_to_uav_250m/sues200_satellite_to_uav_250m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4B870728-8936-411C-8ECB-76C101E5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82699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satellite_to_uav_250m/sues200_satellite_to_uav_250m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D7274FD4-1222-44D7-A00F-48B4FBEC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47.807</a:t>
            </a:r>
          </a:p>
        </p:txBody>
      </p:sp>
      <p:sp>
        <p:nvSpPr>
          <p:cNvPr id="291" name="sues200_satellite_to_uav_250m/sues200_satellite_to_uav_250m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738EC772-C78D-48A0-9CE3-6067E713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satellite_to_uav_250m/sues200_satellite_to_uav_250m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0A469776-B75F-480D-9FA6-C45EC1AF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3791615"/>
            <a:ext cx="400050" cy="187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satellite_to_uav_250m/sues200_satellite_to_uav_250m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195A992F-A7CC-4D4C-BDAA-2C8935B4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830867"/>
            <a:ext cx="400050" cy="148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satellite_to_uav_250m/sues200_satellite_to_uav_250m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EB7ED73-5796-42F0-B6F4-A5038B10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830867"/>
            <a:ext cx="400050" cy="2242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satellite_to_uav_250m/sues200_satellite_to_uav_250m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1CEAC14F-F778-4BD8-9154-F8D4384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76812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satellite_to_uav_250m/sues200_satellite_to_uav_250m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4754846D-CAF1-402E-B9DB-EAE283A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53.828</a:t>
            </a:r>
          </a:p>
        </p:txBody>
      </p:sp>
      <p:sp>
        <p:nvSpPr>
          <p:cNvPr id="297" name="sues200_satellite_to_uav_250m/sues200_satellite_to_uav_250m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AD82A2B3-626F-4020-828F-479C7B0F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5547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satellite_to_uav_250m/sues200_satellite_to_uav_250m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38AC60EB-7709-421A-A17F-5EFC1E37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34.670</a:t>
            </a:r>
          </a:p>
        </p:txBody>
      </p:sp>
      <p:sp>
        <p:nvSpPr>
          <p:cNvPr id="299" name="sues200_satellite_to_uav_250m/sues200_satellite_to_uav_250m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405E4EEE-646C-4A35-9FB4-288259B7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0737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250m/sues200_satellite_to_uav_250m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B2EF051C-0B28-4FFE-866A-23071419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49.814</a:t>
            </a:r>
          </a:p>
        </p:txBody>
      </p:sp>
      <p:sp>
        <p:nvSpPr>
          <p:cNvPr id="301" name="sues200_satellite_to_uav_250m/sues200_satellite_to_uav_250m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18811D59-2782-4EE3-8971-E3459183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403164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250m/sues200_satellite_to_uav_250m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195F8336-F436-4A2E-9697-A05C705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26.881</a:t>
            </a:r>
          </a:p>
        </p:txBody>
      </p:sp>
      <p:sp>
        <p:nvSpPr>
          <p:cNvPr id="303" name="sues200_satellite_to_uav_250m/sues200_satellite_to_uav_250m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B8204FF0-047A-4F0F-AB1D-7828254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satellite_to_uav_250m/MRR/row-heading">
            <a:extLst xmlns:a="http://schemas.openxmlformats.org/drawingml/2006/main">
              <a:ext uri="{FF2B5EF4-FFF2-40B4-BE49-F238E27FC236}">
                <a16:creationId xmlns:a16="http://schemas.microsoft.com/office/drawing/2014/main" id="{A10CD682-4CBB-4F4E-913B-BCDDDF62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satellite_to_uav_250m/sues200_satellite_to_uav_250m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3770F37E-168B-4D78-8A2E-B9F1594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satellite_to_uav_250m/sues200_satellite_to_uav_250m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5E37988D-5448-4646-80BD-8700CA65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satellite_to_uav_250m/sues200_satellite_to_uav_250m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4B9B6F8D-2FEA-4082-8383-A4D82922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satellite_to_uav_250m/sues200_satellite_to_uav_250m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A3E73C37-D15F-4DA0-9F51-DC628B03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satellite_to_uav_250m/sues200_satellite_to_uav_250m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2358F2FC-FB3D-4A77-BBA7-9F94AF59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satellite_to_uav_250m/sues200_satellite_to_uav_250m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6E92CBC3-31AB-4C38-9E5B-A1443AD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satellite_to_uav_250m/sues200_satellite_to_uav_250m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6F725E6F-8310-4A49-89D2-DE8309EF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satellite_to_uav_250m/sues200_satellite_to_uav_250m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9AD662E0-C522-46D7-BC42-06B5CD5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satellite_to_uav_250m/sues200_satellite_to_uav_250m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22FBC7D4-2C6E-4EB5-A685-C2149684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satellite_to_uav_250m/sues200_satellite_to_uav_250m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A6408E29-1821-41BE-914D-8DFFA000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satellite_to_uav_250m/sues200_satellite_to_uav_250m/seed-1/MRR/y-axis">
            <a:extLst xmlns:a="http://schemas.openxmlformats.org/drawingml/2006/main">
              <a:ext uri="{FF2B5EF4-FFF2-40B4-BE49-F238E27FC236}">
                <a16:creationId xmlns:a16="http://schemas.microsoft.com/office/drawing/2014/main" id="{D23ED08D-2B08-49D2-A8BC-E0FD28E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satellite_to_uav_250m/sues200_satellite_to_uav_250m/seed-1/MRR/x-axis">
            <a:extLst xmlns:a="http://schemas.openxmlformats.org/drawingml/2006/main">
              <a:ext uri="{FF2B5EF4-FFF2-40B4-BE49-F238E27FC236}">
                <a16:creationId xmlns:a16="http://schemas.microsoft.com/office/drawing/2014/main" id="{8CB7E7A8-B63F-4291-881B-FE67B3ED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satellite_to_uav_250m/sues200_satellite_to_uav_250m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F68B67F8-21BD-42CB-9991-9F1BED5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satellite_to_uav_250m/sues200_satellite_to_uav_250m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CEA4639C-7F6E-49F2-BD77-56086A37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satellite_to_uav_250m/sues200_satellite_to_uav_250m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3666AF68-A546-49A5-89DE-4899D97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satellite_to_uav_250m/sues200_satellite_to_uav_250m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9AE9D47F-AA10-4F25-8C59-C2EDA365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satellite_to_uav_250m/sues200_satellite_to_uav_250m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A3F2DCA9-ECFD-42D4-B342-165B33C4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satellite_to_uav_250m/sues200_satellite_to_uav_250m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9C22714D-DC3E-43DD-BE4B-30E3EE6D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satellite_to_uav_250m/sues200_satellite_to_uav_250m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3B3E2827-6F56-4039-8423-9EF3784B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satellite_to_uav_250m/sues200_satellite_to_uav_250m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12A51FA8-9BA2-40AE-8F85-FF14F804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satellite_to_uav_250m/sues200_satellite_to_uav_250m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997C9D68-4B85-4BC0-95F2-0A55D03F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303374"/>
            <a:ext cx="400050" cy="1680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satellite_to_uav_250m/sues200_satellite_to_uav_250m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580C8868-EC36-43A8-818A-4893F54A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214302"/>
            <a:ext cx="400050" cy="89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satellite_to_uav_250m/sues200_satellite_to_uav_250m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FC5DBE2F-0731-47CA-8321-91C8F068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214302"/>
            <a:ext cx="400050" cy="70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satellite_to_uav_250m/sues200_satellite_to_uav_250m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2155A7B9-3952-4DB7-BE44-C81878A2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44794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satellite_to_uav_250m/sues200_satellite_to_uav_250m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3ACF338F-74B1-4960-B01B-2ED864F7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57.374</a:t>
            </a:r>
          </a:p>
        </p:txBody>
      </p:sp>
      <p:sp>
        <p:nvSpPr>
          <p:cNvPr id="330" name="sues200_satellite_to_uav_250m/sues200_satellite_to_uav_250m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1808555B-B898-4D5E-BE0B-793CFB24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2798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satellite_to_uav_250m/sues200_satellite_to_uav_250m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0095BBB2-C51D-4647-8BE9-F3B54D96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74.560</a:t>
            </a:r>
          </a:p>
        </p:txBody>
      </p:sp>
      <p:sp>
        <p:nvSpPr>
          <p:cNvPr id="332" name="sues200_satellite_to_uav_250m/sues200_satellite_to_uav_250m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319B1A9A-9302-477F-8699-862F3707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19080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satellite_to_uav_250m/sues200_satellite_to_uav_250m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CAE92225-ABFE-4425-AF99-89CF2A14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83.669</a:t>
            </a:r>
          </a:p>
        </p:txBody>
      </p:sp>
      <p:sp>
        <p:nvSpPr>
          <p:cNvPr id="334" name="sues200_satellite_to_uav_250m/sues200_satellite_to_uav_250m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5A6722D8-C3FA-472E-9CD0-C0BF3C6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26150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satellite_to_uav_250m/sues200_satellite_to_uav_250m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DFAA2731-53CF-42BB-B6A6-043AD503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76.439</a:t>
            </a:r>
          </a:p>
        </p:txBody>
      </p:sp>
      <p:sp>
        <p:nvSpPr>
          <p:cNvPr id="336" name="sues200_satellite_to_uav_250m/sues200_satellite_to_uav_250m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2E5599E9-D867-40A0-9FEC-4DCF8A1C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satellite_to_uav_250m/sues200_satellite_to_uav_250m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522FB8F-A53F-4B71-BC39-A74AB65A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351796"/>
            <a:ext cx="400050" cy="128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satellite_to_uav_250m/sues200_satellite_to_uav_250m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948EF82A-338A-477C-BC62-198145EB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296055"/>
            <a:ext cx="400050" cy="184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satellite_to_uav_250m/sues200_satellite_to_uav_250m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A5143525-A4A6-41CC-A8E1-95677974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296055"/>
            <a:ext cx="400050" cy="1014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satellite_to_uav_250m/sues200_satellite_to_uav_250m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E8D5437D-7A4B-4A4B-AECD-EA8E9B10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32830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satellite_to_uav_250m/sues200_satellite_to_uav_250m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AD0E96B9-59C7-4908-82C8-385A622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69.609</a:t>
            </a:r>
          </a:p>
        </p:txBody>
      </p:sp>
      <p:sp>
        <p:nvSpPr>
          <p:cNvPr id="342" name="sues200_satellite_to_uav_250m/sues200_satellite_to_uav_250m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6939F9DA-7360-41B5-8C2C-8729BA99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5662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satellite_to_uav_250m/sues200_satellite_to_uav_250m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C45FB229-0A14-49B0-AE64-06B6AF92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56.487</a:t>
            </a:r>
          </a:p>
        </p:txBody>
      </p:sp>
      <p:sp>
        <p:nvSpPr>
          <p:cNvPr id="344" name="sues200_satellite_to_uav_250m/sues200_satellite_to_uav_250m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918C8877-5965-462C-9447-3AC83DF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2725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satellite_to_uav_250m/sues200_satellite_to_uav_250m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F2D3E05B-A551-4AC5-9E6F-F2A2FDE6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75.309</a:t>
            </a:r>
          </a:p>
        </p:txBody>
      </p:sp>
      <p:sp>
        <p:nvSpPr>
          <p:cNvPr id="346" name="sues200_satellite_to_uav_250m/sues200_satellite_to_uav_250m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A6F24C4E-12F4-48E8-9A7B-6B2E70F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7400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satellite_to_uav_250m/sues200_satellite_to_uav_250m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03EB33BF-DB09-45A4-9EB6-5563872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64.935</a:t>
            </a:r>
          </a:p>
        </p:txBody>
      </p:sp>
      <p:sp>
        <p:nvSpPr>
          <p:cNvPr id="348" name="sues200_satellite_to_uav_250m/sues200_satellite_to_uav_250m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09EA6200-22F9-4572-89BC-1B8F027F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satellite_to_uav_250m/sues200_satellite_to_uav_250m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0BFC97E7-2490-47B2-B0FC-8ECDE0C2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satellite_to_uav_250m/sues200_satellite_to_uav_250m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8965D963-4BE3-4119-A021-70FBE27C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satellite_to_uav_250m/sues200_satellite_to_uav_250m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11963841-CCE2-40D3-B9ED-CE0F0ED8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satellite_to_uav_250m/sues200_satellite_to_uav_250m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18E32CD8-AAD2-49F7-87B2-7F4D3CC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satellite_to_uav_250m/sues200_satellite_to_uav_250m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6FB2139E-D81E-4152-9B78-73D0583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satellite_to_uav_250m/sues200_satellite_to_uav_250m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0D68B69C-85BB-4991-BB70-12E5C46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satellite_to_uav_250m/sues200_satellite_to_uav_250m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7ADA2F1E-FF0F-4437-BE86-04C31FC7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satellite_to_uav_250m/sues200_satellite_to_uav_250m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AB8C4E12-08E1-4758-B59A-FACD272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satellite_to_uav_250m/sues200_satellite_to_uav_250m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03E0DB9F-1CFD-4343-9C39-9E3AD45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satellite_to_uav_250m/sues200_satellite_to_uav_250m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1799B31F-60DA-41ED-AFDE-B64D62D3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satellite_to_uav_250m/sues200_satellite_to_uav_250m/seed-2/MRR/y-axis">
            <a:extLst xmlns:a="http://schemas.openxmlformats.org/drawingml/2006/main">
              <a:ext uri="{FF2B5EF4-FFF2-40B4-BE49-F238E27FC236}">
                <a16:creationId xmlns:a16="http://schemas.microsoft.com/office/drawing/2014/main" id="{6EAB42B0-798F-4E7B-84CB-C96FEF7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satellite_to_uav_250m/sues200_satellite_to_uav_250m/seed-2/MRR/x-axis">
            <a:extLst xmlns:a="http://schemas.openxmlformats.org/drawingml/2006/main">
              <a:ext uri="{FF2B5EF4-FFF2-40B4-BE49-F238E27FC236}">
                <a16:creationId xmlns:a16="http://schemas.microsoft.com/office/drawing/2014/main" id="{986CD2BE-FC2F-4E44-86E8-A46263C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satellite_to_uav_250m/sues200_satellite_to_uav_250m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8760F98D-72D2-4552-B430-28DAF3D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satellite_to_uav_250m/sues200_satellite_to_uav_250m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813326B1-A2D8-4A4E-B67C-FF68685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satellite_to_uav_250m/sues200_satellite_to_uav_250m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A9937FFB-7B84-4064-9229-0DC4C43F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satellite_to_uav_250m/sues200_satellite_to_uav_250m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6E741288-C61D-43AD-B57E-13E6C7F7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satellite_to_uav_250m/sues200_satellite_to_uav_250m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3553C5EA-F3C8-4AE5-85AC-DE176F91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satellite_to_uav_250m/sues200_satellite_to_uav_250m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610926A0-0ABE-4727-92FE-B9A79C50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satellite_to_uav_250m/sues200_satellite_to_uav_250m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95569FC2-D41A-438B-BFF5-7B359F76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satellite_to_uav_250m/sues200_satellite_to_uav_250m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1EB14EFF-8D0B-4D91-9FE6-8987C92C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satellite_to_uav_250m/sues200_satellite_to_uav_250m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35FAFAD-1C6C-4514-AF8F-BCB8240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187889"/>
            <a:ext cx="400050" cy="180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satellite_to_uav_250m/sues200_satellite_to_uav_250m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997527EB-015C-48DF-B09A-66C9926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5187889"/>
            <a:ext cx="400050" cy="1935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satellite_to_uav_250m/sues200_satellite_to_uav_250m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D4DAECA-DD4F-4F08-B970-9C76F100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341966"/>
            <a:ext cx="400050" cy="395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satellite_to_uav_250m/sues200_satellite_to_uav_250m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4ED0A074-178F-444A-80B8-744680BC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34484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satellite_to_uav_250m/sues200_satellite_to_uav_250m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91449345-46AF-4B16-BAF6-6F7F7581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67.917</a:t>
            </a:r>
          </a:p>
        </p:txBody>
      </p:sp>
      <p:sp>
        <p:nvSpPr>
          <p:cNvPr id="374" name="sues200_satellite_to_uav_250m/sues200_satellite_to_uav_250m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4DB67DDE-1D4E-479C-955D-F3EE27E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16439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satellite_to_uav_250m/sues200_satellite_to_uav_250m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7523EFC2-F9DC-4001-B964-FDEEB688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86.370</a:t>
            </a:r>
          </a:p>
        </p:txBody>
      </p:sp>
      <p:sp>
        <p:nvSpPr>
          <p:cNvPr id="376" name="sues200_satellite_to_uav_250m/sues200_satellite_to_uav_250m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D1022B2E-3DEB-46CE-97E4-15F2FD5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5799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satellite_to_uav_250m/sues200_satellite_to_uav_250m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27C5E6E1-29FD-484C-9FBF-AEE9AA6D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66.573</a:t>
            </a:r>
          </a:p>
        </p:txBody>
      </p:sp>
      <p:sp>
        <p:nvSpPr>
          <p:cNvPr id="378" name="sues200_satellite_to_uav_250m/sues200_satellite_to_uav_250m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2DF089D5-F1AF-4AD3-A42A-A07B4243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31847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satellite_to_uav_250m/sues200_satellite_to_uav_250m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7C1FAF86-3D90-4733-9D0E-8196BFFB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70.614</a:t>
            </a:r>
          </a:p>
        </p:txBody>
      </p:sp>
      <p:sp>
        <p:nvSpPr>
          <p:cNvPr id="380" name="sues200_satellite_to_uav_250m/sues200_satellite_to_uav_250m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C8EC094E-AF29-4B29-94E6-586743D5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satellite_to_uav_250m/sues200_satellite_to_uav_250m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25842120-A3C2-44F8-AED0-69266F13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5281718"/>
            <a:ext cx="400050" cy="32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satellite_to_uav_250m/sues200_satellite_to_uav_250m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ACBD7095-0AFE-4C43-A9CA-53DC445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5314328"/>
            <a:ext cx="400050" cy="1229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satellite_to_uav_250m/sues200_satellite_to_uav_250m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80D1CEB5-CE16-4CAA-A2C3-A18B34F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5437326"/>
            <a:ext cx="400050" cy="153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satellite_to_uav_250m/sues200_satellite_to_uav_250m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3CFDCDA0-3BD3-4E22-B42F-8627259D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25822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satellite_to_uav_250m/sues200_satellite_to_uav_250m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53C6A0BA-16B6-4847-81DB-FEFD1256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76.775</a:t>
            </a:r>
          </a:p>
        </p:txBody>
      </p:sp>
      <p:sp>
        <p:nvSpPr>
          <p:cNvPr id="386" name="sues200_satellite_to_uav_250m/sues200_satellite_to_uav_250m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10340154-2050-4695-AAE1-6D7A71F4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29083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satellite_to_uav_250m/sues200_satellite_to_uav_250m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1B0E8603-2B4A-4663-8ED1-848CF72D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73.440</a:t>
            </a:r>
          </a:p>
        </p:txBody>
      </p:sp>
      <p:sp>
        <p:nvSpPr>
          <p:cNvPr id="388" name="sues200_satellite_to_uav_250m/sues200_satellite_to_uav_250m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A395335E-1B88-4652-AD5F-48D18FAF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1383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satellite_to_uav_250m/sues200_satellite_to_uav_250m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1BF03EF1-3917-472A-8CFA-61C4603B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60.862</a:t>
            </a:r>
          </a:p>
        </p:txBody>
      </p:sp>
      <p:sp>
        <p:nvSpPr>
          <p:cNvPr id="390" name="sues200_satellite_to_uav_250m/sues200_satellite_to_uav_250m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13E327BF-C10E-4A58-8D58-90F8C28F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56716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satellite_to_uav_250m/sues200_satellite_to_uav_250m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E79926FF-E821-4063-9B22-FFB12172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45.183</a:t>
            </a:r>
          </a:p>
        </p:txBody>
      </p:sp>
      <p:sp>
        <p:nvSpPr>
          <p:cNvPr id="392" name="sues200_satellite_to_uav_250m/sues200_satellite_to_uav_250m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132CE401-CF29-4568-BF8B-644041D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satellite_to_uav_250m/sues200_satellite_to_uav_250m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F16CD7F0-C167-458C-92AB-DC6EB8BF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satellite_to_uav_250m/sues200_satellite_to_uav_250m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DE4704D6-47AB-477E-91D2-A08D4D80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satellite_to_uav_250m/sues200_satellite_to_uav_250m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A718468F-7B5A-4B1D-8480-93E91FE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satellite_to_uav_250m/sues200_satellite_to_uav_250m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14CB0ACD-6CFB-48E3-BDF6-0274F76C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satellite_to_uav_250m/sues200_satellite_to_uav_250m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E16D7810-7D61-475D-BF02-43157E99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satellite_to_uav_250m/sues200_satellite_to_uav_250m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F9817A50-13AB-4D9D-8AF5-FD3BB6CD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satellite_to_uav_250m/sues200_satellite_to_uav_250m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59478679-254F-479C-8842-42278C38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satellite_to_uav_250m/sues200_satellite_to_uav_250m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C0E6661F-138B-4276-8BD2-F05CE57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satellite_to_uav_250m/sues200_satellite_to_uav_250m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0B32F447-DD92-41C3-988F-DEBB97C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satellite_to_uav_250m/sues200_satellite_to_uav_250m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A5728276-78CD-459F-B82A-6809387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satellite_to_uav_250m/sues200_satellite_to_uav_250m/seed-3/MRR/y-axis">
            <a:extLst xmlns:a="http://schemas.openxmlformats.org/drawingml/2006/main">
              <a:ext uri="{FF2B5EF4-FFF2-40B4-BE49-F238E27FC236}">
                <a16:creationId xmlns:a16="http://schemas.microsoft.com/office/drawing/2014/main" id="{EB12AD53-8F79-4129-A5AC-21F6123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satellite_to_uav_250m/sues200_satellite_to_uav_250m/seed-3/MRR/x-axis">
            <a:extLst xmlns:a="http://schemas.openxmlformats.org/drawingml/2006/main">
              <a:ext uri="{FF2B5EF4-FFF2-40B4-BE49-F238E27FC236}">
                <a16:creationId xmlns:a16="http://schemas.microsoft.com/office/drawing/2014/main" id="{0939ECBD-E121-4FF2-A4BE-ADED30DE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satellite_to_uav_250m/sues200_satellite_to_uav_250m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05292041-E12B-4539-8F7D-AEF2994F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satellite_to_uav_250m/sues200_satellite_to_uav_250m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9F7EDFFF-E5EA-4677-B356-178EFC8E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satellite_to_uav_250m/sues200_satellite_to_uav_250m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0D7E1E69-042E-4255-B19A-8C22DCA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satellite_to_uav_250m/sues200_satellite_to_uav_250m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A8F5C269-24C1-49F0-9A5F-C7AC8954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satellite_to_uav_250m/sues200_satellite_to_uav_250m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CDED2F02-FA5B-45AD-B005-C3D65C33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satellite_to_uav_250m/sues200_satellite_to_uav_250m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5054E409-3FF1-4A7E-9858-500B57D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satellite_to_uav_250m/sues200_satellite_to_uav_250m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42B3584A-0977-4825-9C89-58099097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satellite_to_uav_250m/sues200_satellite_to_uav_250m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14133E9F-AD8A-4ECA-8A59-A3EECC6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satellite_to_uav_250m/sues200_satellite_to_uav_250m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6FAE1FA4-9163-480F-8AA2-108EAE2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5298000"/>
            <a:ext cx="400050" cy="46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satellite_to_uav_250m/sues200_satellite_to_uav_250m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8BF0EDE2-26A8-4906-899D-AADE68E8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224081"/>
            <a:ext cx="400050" cy="1203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satellite_to_uav_250m/sues200_satellite_to_uav_250m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6F2640A-BCFD-4AC3-B9B3-3E3EB2AF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200509"/>
            <a:ext cx="400050" cy="23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satellite_to_uav_250m/sues200_satellite_to_uav_250m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913CF445-1309-4F43-9D47-E528E40D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2745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satellite_to_uav_250m/sues200_satellite_to_uav_250m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99237DD1-3746-4D69-9F03-F08C57F5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15" y="62565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75.110</a:t>
            </a:r>
          </a:p>
        </p:txBody>
      </p:sp>
      <p:sp>
        <p:nvSpPr>
          <p:cNvPr id="418" name="sues200_satellite_to_uav_250m/sues200_satellite_to_uav_250m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2D1B54FD-71A4-4A88-A058-1381118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32097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satellite_to_uav_250m/sues200_satellite_to_uav_250m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65C9990E-3B70-43D4-8F81-E3CF3180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70.358</a:t>
            </a:r>
          </a:p>
        </p:txBody>
      </p:sp>
      <p:sp>
        <p:nvSpPr>
          <p:cNvPr id="420" name="sues200_satellite_to_uav_250m/sues200_satellite_to_uav_250m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1B51362D-4107-479D-ACB8-850BEAD9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20058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satellite_to_uav_250m/sues200_satellite_to_uav_250m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D6D15F19-8AB3-41DA-BE4D-B0AE6557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82.669</a:t>
            </a:r>
          </a:p>
        </p:txBody>
      </p:sp>
      <p:sp>
        <p:nvSpPr>
          <p:cNvPr id="422" name="sues200_satellite_to_uav_250m/sues200_satellite_to_uav_250m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85A714FB-D072-47F6-AE1D-97F57B8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17701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satellite_to_uav_250m/sues200_satellite_to_uav_250m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8D5891B7-7C24-465E-828E-435A4A2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85.079</a:t>
            </a:r>
          </a:p>
        </p:txBody>
      </p:sp>
      <p:sp>
        <p:nvSpPr>
          <p:cNvPr id="424" name="sues200_satellite_to_uav_250m/sues200_satellite_to_uav_250m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EB1D9C0E-9C82-43EF-A751-FB692B3A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satellite_to_uav_250m/sues200_satellite_to_uav_250m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A80A077-D416-4FE8-88B9-C20DA31F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5304734"/>
            <a:ext cx="400050" cy="2511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satellite_to_uav_250m/sues200_satellite_to_uav_250m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6FF2ED8-E5B9-4796-8612-E5D175AF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371036"/>
            <a:ext cx="400050" cy="1848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satellite_to_uav_250m/sues200_satellite_to_uav_250m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44F9220F-E006-49D7-99A9-05A1770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371036"/>
            <a:ext cx="400050" cy="2353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satellite_to_uav_250m/sues200_satellite_to_uav_250m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FB332119-85E2-4FC3-AF71-76B1BFD7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28123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satellite_to_uav_250m/sues200_satellite_to_uav_250m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39062697-84F3-43B6-A33F-989BE783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74.421</a:t>
            </a:r>
          </a:p>
        </p:txBody>
      </p:sp>
      <p:sp>
        <p:nvSpPr>
          <p:cNvPr id="430" name="sues200_satellite_to_uav_250m/sues200_satellite_to_uav_250m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43CCEE32-DAF8-491F-842D-442534C2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53241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satellite_to_uav_250m/sues200_satellite_to_uav_250m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809C603D-63EA-4550-861A-8282D17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48.736</a:t>
            </a:r>
          </a:p>
        </p:txBody>
      </p:sp>
      <p:sp>
        <p:nvSpPr>
          <p:cNvPr id="432" name="sues200_satellite_to_uav_250m/sues200_satellite_to_uav_250m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2AB2233F-A0CD-4E01-BDF6-0FA033F8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34754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satellite_to_uav_250m/sues200_satellite_to_uav_250m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7477DCE1-8CB0-4FC6-B25C-4DA9674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67.641</a:t>
            </a:r>
          </a:p>
        </p:txBody>
      </p:sp>
      <p:sp>
        <p:nvSpPr>
          <p:cNvPr id="434" name="sues200_satellite_to_uav_250m/sues200_satellite_to_uav_250m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309CB1CB-0AC7-473D-AE5D-07B1F4E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58284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satellite_to_uav_250m/sues200_satellite_to_uav_250m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4E2421F3-5DBC-4CF2-94C9-3C5C71F0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43.579</a:t>
            </a:r>
          </a:p>
        </p:txBody>
      </p:sp>
      <p:sp>
        <p:nvSpPr>
          <p:cNvPr id="436" name="sues200_satellite_to_uav_250m/sues200_satellite_to_uav_250m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31568E3D-EAA2-401D-88C8-F75AF25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satellite_to_uav_250m/footnote-1">
            <a:extLst xmlns:a="http://schemas.openxmlformats.org/drawingml/2006/main">
              <a:ext uri="{FF2B5EF4-FFF2-40B4-BE49-F238E27FC236}">
                <a16:creationId xmlns:a16="http://schemas.microsoft.com/office/drawing/2014/main" id="{B1572AAC-DCAD-4331-9E02-4FB781B9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satellite_to_uav_250m/footnote-2">
            <a:extLst xmlns:a="http://schemas.openxmlformats.org/drawingml/2006/main">
              <a:ext uri="{FF2B5EF4-FFF2-40B4-BE49-F238E27FC236}">
                <a16:creationId xmlns:a16="http://schemas.microsoft.com/office/drawing/2014/main" id="{3F5FF272-3EC8-4390-A7C2-13F347CD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satellite_to_uav_250m/footnote-3">
            <a:extLst xmlns:a="http://schemas.openxmlformats.org/drawingml/2006/main">
              <a:ext uri="{FF2B5EF4-FFF2-40B4-BE49-F238E27FC236}">
                <a16:creationId xmlns:a16="http://schemas.microsoft.com/office/drawing/2014/main" id="{36F88F48-81AC-4E10-9835-49062532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satellite_to_uav_250m/footnote-4">
            <a:extLst xmlns:a="http://schemas.openxmlformats.org/drawingml/2006/main">
              <a:ext uri="{FF2B5EF4-FFF2-40B4-BE49-F238E27FC236}">
                <a16:creationId xmlns:a16="http://schemas.microsoft.com/office/drawing/2014/main" id="{7B4396DF-33B5-4B75-8965-2A063830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satellite_to_uav_250m/footnote-5">
            <a:extLst xmlns:a="http://schemas.openxmlformats.org/drawingml/2006/main">
              <a:ext uri="{FF2B5EF4-FFF2-40B4-BE49-F238E27FC236}">
                <a16:creationId xmlns:a16="http://schemas.microsoft.com/office/drawing/2014/main" id="{DA814DC4-2BD0-4F10-9C42-3BC081EF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1734321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uav_300m_to_satellite/title">
            <a:extLst xmlns:a="http://schemas.openxmlformats.org/drawingml/2006/main">
              <a:ext uri="{FF2B5EF4-FFF2-40B4-BE49-F238E27FC236}">
                <a16:creationId xmlns:a16="http://schemas.microsoft.com/office/drawing/2014/main" id="{13C7594C-D65E-425C-B868-3A47E873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300 m → satellite</a:t>
            </a:r>
          </a:p>
        </p:txBody>
      </p:sp>
      <p:sp>
        <p:nvSpPr>
          <p:cNvPr id="2" name="sues200_uav_300m_to_satellite/subtitle">
            <a:extLst xmlns:a="http://schemas.openxmlformats.org/drawingml/2006/main">
              <a:ext uri="{FF2B5EF4-FFF2-40B4-BE49-F238E27FC236}">
                <a16:creationId xmlns:a16="http://schemas.microsoft.com/office/drawing/2014/main" id="{74984794-6877-4052-90C0-566D5F6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uav_300m_to_satellite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82293576-EBA0-4A4F-9767-0AD9D5E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300m_to_satellite/legend/visual/text">
            <a:extLst xmlns:a="http://schemas.openxmlformats.org/drawingml/2006/main">
              <a:ext uri="{FF2B5EF4-FFF2-40B4-BE49-F238E27FC236}">
                <a16:creationId xmlns:a16="http://schemas.microsoft.com/office/drawing/2014/main" id="{66955343-CC12-4F6D-A2B1-5AED45B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uav_300m_to_satellite/legend/full/marker">
            <a:extLst xmlns:a="http://schemas.openxmlformats.org/drawingml/2006/main">
              <a:ext uri="{FF2B5EF4-FFF2-40B4-BE49-F238E27FC236}">
                <a16:creationId xmlns:a16="http://schemas.microsoft.com/office/drawing/2014/main" id="{61657BCD-0397-40AE-930F-FA41C85D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300m_to_satellite/legend/full/text">
            <a:extLst xmlns:a="http://schemas.openxmlformats.org/drawingml/2006/main">
              <a:ext uri="{FF2B5EF4-FFF2-40B4-BE49-F238E27FC236}">
                <a16:creationId xmlns:a16="http://schemas.microsoft.com/office/drawing/2014/main" id="{057E79E9-25D8-473D-89FF-F21DF8FA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uav_300m_to_satellite/legend/values">
            <a:extLst xmlns:a="http://schemas.openxmlformats.org/drawingml/2006/main">
              <a:ext uri="{FF2B5EF4-FFF2-40B4-BE49-F238E27FC236}">
                <a16:creationId xmlns:a16="http://schemas.microsoft.com/office/drawing/2014/main" id="{5678F4BA-447A-4785-8544-8B7B4133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uav_300m_to_satellite/seed-1/heading">
            <a:extLst xmlns:a="http://schemas.openxmlformats.org/drawingml/2006/main">
              <a:ext uri="{FF2B5EF4-FFF2-40B4-BE49-F238E27FC236}">
                <a16:creationId xmlns:a16="http://schemas.microsoft.com/office/drawing/2014/main" id="{44783701-FCAE-493B-BAA8-C966D531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uav_300m_to_satellite/seed-1/N-label">
            <a:extLst xmlns:a="http://schemas.openxmlformats.org/drawingml/2006/main">
              <a:ext uri="{FF2B5EF4-FFF2-40B4-BE49-F238E27FC236}">
                <a16:creationId xmlns:a16="http://schemas.microsoft.com/office/drawing/2014/main" id="{48C1658B-B368-48A8-8744-AA2A567D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uav_300m_to_satellite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B3D9C631-4B2C-48FB-83F2-47669654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uav_300m_to_satellite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FCF0C32D-C972-4EBF-8FFC-184282FA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2" name="sues200_uav_300m_to_satellite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7024988B-E660-4E45-9CD8-442E7AC0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uav_300m_to_satellite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464A696B-C96A-4A09-8988-83430135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4" name="sues200_uav_300m_to_satellite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08C89C9D-AEEE-4596-ABB1-E4217121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uav_300m_to_satellite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2CEC316E-CE0F-408F-9D24-063419F6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6" name="sues200_uav_300m_to_satellite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E67CE636-89B8-443A-9A9C-95A51C5C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uav_300m_to_satellite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9A1F46B4-2AE0-4BDD-8657-A7628785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8" name="sues200_uav_300m_to_satellite/seed-2/heading">
            <a:extLst xmlns:a="http://schemas.openxmlformats.org/drawingml/2006/main">
              <a:ext uri="{FF2B5EF4-FFF2-40B4-BE49-F238E27FC236}">
                <a16:creationId xmlns:a16="http://schemas.microsoft.com/office/drawing/2014/main" id="{EBA5BC1D-2CF5-48EB-86C9-BA7E7454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uav_300m_to_satellite/seed-2/N-label">
            <a:extLst xmlns:a="http://schemas.openxmlformats.org/drawingml/2006/main">
              <a:ext uri="{FF2B5EF4-FFF2-40B4-BE49-F238E27FC236}">
                <a16:creationId xmlns:a16="http://schemas.microsoft.com/office/drawing/2014/main" id="{E2719133-2096-4276-843C-6AA6EE2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uav_300m_to_satellite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627AD854-6297-45A3-8197-205B5FA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uav_300m_to_satellite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ECD11D91-13AA-4559-B16D-BEBF609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2" name="sues200_uav_300m_to_satellite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3CA4983A-DDE7-4AB4-921E-18AEEB56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uav_300m_to_satellite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B288DC16-7ADE-456D-8DC7-F53043E1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4" name="sues200_uav_300m_to_satellite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885653B9-78E2-4734-B004-CF66287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uav_300m_to_satellite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8DDEA2EE-6A1F-4B5A-A8FC-47BFE34A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4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6" name="sues200_uav_300m_to_satellite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B366B2E2-1314-4DBA-8D78-9FF84D1E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uav_300m_to_satellite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6DDAAD87-BEFA-4365-9FE9-0B49CE4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4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28" name="sues200_uav_300m_to_satellite/seed-3/heading">
            <a:extLst xmlns:a="http://schemas.openxmlformats.org/drawingml/2006/main">
              <a:ext uri="{FF2B5EF4-FFF2-40B4-BE49-F238E27FC236}">
                <a16:creationId xmlns:a16="http://schemas.microsoft.com/office/drawing/2014/main" id="{D6348F7F-BC63-4605-A19D-DE92565E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uav_300m_to_satellite/seed-3/N-label">
            <a:extLst xmlns:a="http://schemas.openxmlformats.org/drawingml/2006/main">
              <a:ext uri="{FF2B5EF4-FFF2-40B4-BE49-F238E27FC236}">
                <a16:creationId xmlns:a16="http://schemas.microsoft.com/office/drawing/2014/main" id="{4DF9CA77-80BE-4667-A3A1-1320A7CF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uav_300m_to_satellite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B9F0D1ED-ADB6-48F7-87B8-54213DF5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uav_300m_to_satellite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C00FCAA5-A923-4AC0-9D6F-AD5881BA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9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2" name="sues200_uav_300m_to_satellite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FF9FD59E-1E00-40BB-907E-A58BA010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uav_300m_to_satellite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C383F291-940C-4E45-85E7-FE49AB8F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9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4" name="sues200_uav_300m_to_satellite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03070648-72C7-4C72-86F5-8467EE64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uav_300m_to_satellite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6A7CA73C-83A2-4881-853D-5B3DA5D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04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6" name="sues200_uav_300m_to_satellite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936EA5DE-1372-40AE-9576-9E2EAD8C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uav_300m_to_satellite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E22AAE84-B0AE-42EB-AF0D-C14965B3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094" y="1138428"/>
            <a:ext cx="23536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8" name="sues200_uav_300m_to_satellite/r_at_1/row-heading">
            <a:extLst xmlns:a="http://schemas.openxmlformats.org/drawingml/2006/main">
              <a:ext uri="{FF2B5EF4-FFF2-40B4-BE49-F238E27FC236}">
                <a16:creationId xmlns:a16="http://schemas.microsoft.com/office/drawing/2014/main" id="{BF4FAC6B-2ADC-4380-9872-67F51C14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uav_300m_to_satellite/sues200_uav_300m_to_satellite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40CD7D70-E41F-44FA-A5EB-09EA2321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uav_300m_to_satellite/sues200_uav_300m_to_satellite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72BEFD8F-7902-4B1E-8CC1-BD124BB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uav_300m_to_satellite/sues200_uav_300m_to_satellite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7E1B6EEB-EEE5-4032-A159-6392998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uav_300m_to_satellite/sues200_uav_300m_to_satellite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628990BE-0635-40D4-AD1A-B694DF80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uav_300m_to_satellite/sues200_uav_300m_to_satellite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2ADB03EF-ABC6-4729-BFEA-56D170A5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uav_300m_to_satellite/sues200_uav_300m_to_satellite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29391D1F-712B-4FAD-AF72-55245F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uav_300m_to_satellite/sues200_uav_300m_to_satellite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C3F6C916-0649-4D35-B595-2EE7135A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uav_300m_to_satellite/sues200_uav_300m_to_satellite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D78582C0-A8DA-4D1F-93F4-0FE2B267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uav_300m_to_satellite/sues200_uav_300m_to_satellite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333629ED-CE91-4754-A20F-481D2FDD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uav_300m_to_satellite/sues200_uav_300m_to_satellite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B453D72D-F503-4112-B7E3-A6F2F99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uav_300m_to_satellite/sues200_uav_300m_to_satellite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20638267-1C91-4D7E-9B29-5A992C51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uav_300m_to_satellite/sues200_uav_300m_to_satellite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681527AB-C85D-4FF5-9F88-BB3B45D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uav_300m_to_satellite/sues200_uav_300m_to_satellite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E3A0ADF4-7899-4F6E-AF42-3C706AD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uav_300m_to_satellite/sues200_uav_300m_to_satellite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0D33EB84-56BE-4745-8554-76919027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uav_300m_to_satellite/sues200_uav_300m_to_satellite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D23120CB-0B23-406D-AD5C-59A9CE1F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uav_300m_to_satellite/sues200_uav_300m_to_satellite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E2A964B0-229B-43C1-9786-D12C9FA3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uav_300m_to_satellite/sues200_uav_300m_to_satellite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3A6B4880-9A4E-4DDD-AF35-7462F24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uav_300m_to_satellite/sues200_uav_300m_to_satellite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10DF7A18-3DF4-4D0A-8A2A-D1623907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uav_300m_to_satellite/sues200_uav_300m_to_satellite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5F5FBC5A-5348-4952-8E84-C675BBD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uav_300m_to_satellite/sues200_uav_300m_to_satellite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3F229E81-ABA1-4238-A44D-D804243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uav_300m_to_satellite/sues200_uav_300m_to_satellite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DDF49499-8EAA-4785-8559-0F1688E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231898"/>
            <a:ext cx="400050" cy="80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uav_300m_to_satellite/sues200_uav_300m_to_satellite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7E93D59C-D684-462E-BF0C-F57B45FB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072500"/>
            <a:ext cx="400050" cy="159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uav_300m_to_satellite/sues200_uav_300m_to_satellite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D4A06326-3592-4D64-BEAE-21CE3A9C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1854429"/>
            <a:ext cx="400050" cy="218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uav_300m_to_satellite/sues200_uav_300m_to_satellite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B049E39B-A1C5-4CC8-BFD7-14C402CA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28859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uav_300m_to_satellite/sues200_uav_300m_to_satellite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0C19BD46-3B4C-4A1F-8CAC-87AF410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29.800</a:t>
            </a:r>
          </a:p>
        </p:txBody>
      </p:sp>
      <p:sp>
        <p:nvSpPr>
          <p:cNvPr id="64" name="sues200_uav_300m_to_satellite/sues200_uav_300m_to_satellite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F50550B9-9CF0-400C-BC4C-FDDF796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20840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uav_300m_to_satellite/sues200_uav_300m_to_satellite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F54BCCD2-84DC-46C8-A77D-B763BC62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38.000</a:t>
            </a:r>
          </a:p>
        </p:txBody>
      </p:sp>
      <p:sp>
        <p:nvSpPr>
          <p:cNvPr id="66" name="sues200_uav_300m_to_satellite/sues200_uav_300m_to_satellite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1413D8C3-15BA-4396-9464-AEAF067D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0490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uav_300m_to_satellite/sues200_uav_300m_to_satellite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06B17612-EF5D-449D-B698-46CF4023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54.300</a:t>
            </a:r>
          </a:p>
        </p:txBody>
      </p:sp>
      <p:sp>
        <p:nvSpPr>
          <p:cNvPr id="68" name="sues200_uav_300m_to_satellite/sues200_uav_300m_to_satellite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4D952E84-D490-41D5-91DC-C1B822F5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83093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uav_300m_to_satellite/sues200_uav_300m_to_satellite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42EE56F4-464F-4F7C-99D3-CF2738D2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76.600</a:t>
            </a:r>
          </a:p>
        </p:txBody>
      </p:sp>
      <p:sp>
        <p:nvSpPr>
          <p:cNvPr id="70" name="sues200_uav_300m_to_satellite/sues200_uav_300m_to_satellite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C3279D0-C9DA-447B-A940-4BCB6ED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uav_300m_to_satellite/sues200_uav_300m_to_satellite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806673B2-62C8-4FC3-9C8E-826968E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2289594"/>
            <a:ext cx="400050" cy="224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uav_300m_to_satellite/sues200_uav_300m_to_satellite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7A2C129-49BD-441D-A20E-CF65231D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2225053"/>
            <a:ext cx="400050" cy="645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uav_300m_to_satellite/sues200_uav_300m_to_satellite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22067D4B-04C0-44C9-80C7-BE30713B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2070545"/>
            <a:ext cx="400050" cy="1545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uav_300m_to_satellite/sues200_uav_300m_to_satellite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582D27D8-9A20-40EA-864C-66136F42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228859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uav_300m_to_satellite/sues200_uav_300m_to_satellite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02F99970-B032-4F42-8EAE-CC6AFE35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29.800</a:t>
            </a:r>
          </a:p>
        </p:txBody>
      </p:sp>
      <p:sp>
        <p:nvSpPr>
          <p:cNvPr id="76" name="sues200_uav_300m_to_satellite/sues200_uav_300m_to_satellite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C973CF1C-2356-4342-AE77-768DF4F4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26609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uav_300m_to_satellite/sues200_uav_300m_to_satellite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BDF66A3C-BB37-4E18-851D-09D31A0D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32.100</a:t>
            </a:r>
          </a:p>
        </p:txBody>
      </p:sp>
      <p:sp>
        <p:nvSpPr>
          <p:cNvPr id="78" name="sues200_uav_300m_to_satellite/sues200_uav_300m_to_satellite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6A48EBE3-4A13-4CC1-950C-81FC5683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220155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uav_300m_to_satellite/sues200_uav_300m_to_satellite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4E41765D-9D22-4982-8E6A-B897940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38.700</a:t>
            </a:r>
          </a:p>
        </p:txBody>
      </p:sp>
      <p:sp>
        <p:nvSpPr>
          <p:cNvPr id="80" name="sues200_uav_300m_to_satellite/sues200_uav_300m_to_satellite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AC1A537D-7131-48A6-BD35-3BB66FD0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0470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uav_300m_to_satellite/sues200_uav_300m_to_satellite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D7599B5C-7BCA-4793-930E-C06360D2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54.500</a:t>
            </a:r>
          </a:p>
        </p:txBody>
      </p:sp>
      <p:sp>
        <p:nvSpPr>
          <p:cNvPr id="82" name="sues200_uav_300m_to_satellite/sues200_uav_300m_to_satellite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7546C908-65E9-4E52-B5B4-5FB856DE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uav_300m_to_satellite/sues200_uav_300m_to_satellite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0BAC9954-9BE2-4086-ADD2-BBD68902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uav_300m_to_satellite/sues200_uav_300m_to_satellite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F4D5E412-5497-487E-AE34-3243C7B8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uav_300m_to_satellite/sues200_uav_300m_to_satellite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A9D68180-09E5-43B1-B7DB-F75EF5D3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uav_300m_to_satellite/sues200_uav_300m_to_satellite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55DEB104-FE15-49C0-997E-D2A44400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uav_300m_to_satellite/sues200_uav_300m_to_satellite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66E97CC1-46E3-4BB7-977A-8BA80D8C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uav_300m_to_satellite/sues200_uav_300m_to_satellite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1F69E0E0-51E2-4760-8CCE-800278D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uav_300m_to_satellite/sues200_uav_300m_to_satellite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C74AF6B4-07A3-45FF-B88A-7CD920D3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uav_300m_to_satellite/sues200_uav_300m_to_satellite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DA3E417F-CAEA-4775-9415-27C57FFE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uav_300m_to_satellite/sues200_uav_300m_to_satellite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CDC41E6E-A28D-4E82-8EF7-F574057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uav_300m_to_satellite/sues200_uav_300m_to_satellite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8748950D-2283-46DE-BF1A-EFA6B321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uav_300m_to_satellite/sues200_uav_300m_to_satellite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AC00201A-EE4C-4DA8-AD3E-26E2CB45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uav_300m_to_satellite/sues200_uav_300m_to_satellite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76EA3105-6D87-43C6-A055-3ECBB2EA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uav_300m_to_satellite/sues200_uav_300m_to_satellite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E1025FDD-30AC-4BD1-9C1E-7B21C34A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uav_300m_to_satellite/sues200_uav_300m_to_satellite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A8242CE6-16DB-4C00-81BB-81B2CAD4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uav_300m_to_satellite/sues200_uav_300m_to_satellite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19C53CFA-E0E2-4106-A177-D67629C4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uav_300m_to_satellite/sues200_uav_300m_to_satellite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6186FD44-21C3-47BD-A9E0-2E09EB0A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uav_300m_to_satellite/sues200_uav_300m_to_satellite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305050E7-14F0-44BF-9FAE-CFA3EFC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uav_300m_to_satellite/sues200_uav_300m_to_satellite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1A91B4AE-6B7F-44B5-82D7-63E59F99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uav_300m_to_satellite/sues200_uav_300m_to_satellite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FFCF8AA2-D8AD-4AC8-B6D7-3EFDF829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uav_300m_to_satellite/sues200_uav_300m_to_satellite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E1D67E66-2AE3-47BF-9105-44B8A2DF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uav_300m_to_satellite/sues200_uav_300m_to_satellite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A6963513-3747-4B68-B0A5-EFEECCD7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208428"/>
            <a:ext cx="400050" cy="119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uav_300m_to_satellite/sues200_uav_300m_to_satellite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2EB9F58A-34EB-4C55-B965-B4A7C095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075434"/>
            <a:ext cx="400050" cy="1329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uav_300m_to_satellite/sues200_uav_300m_to_satellite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18F372B-835E-4484-A850-623853E9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1870075"/>
            <a:ext cx="400050" cy="2053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uav_300m_to_satellite/sues200_uav_300m_to_satellite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DD01CF7A-4AD1-4E2E-B005-24136AB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0423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uav_300m_to_satellite/sues200_uav_300m_to_satellite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E25D46BA-7D3A-4955-8130-D00D93C5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28.200</a:t>
            </a:r>
          </a:p>
        </p:txBody>
      </p:sp>
      <p:sp>
        <p:nvSpPr>
          <p:cNvPr id="108" name="sues200_uav_300m_to_satellite/sues200_uav_300m_to_satellite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78A8C40A-2242-476E-B527-1F416990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8493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uav_300m_to_satellite/sues200_uav_300m_to_satellite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2694EA28-6731-4D57-81A8-389FA503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40.400</a:t>
            </a:r>
          </a:p>
        </p:txBody>
      </p:sp>
      <p:sp>
        <p:nvSpPr>
          <p:cNvPr id="110" name="sues200_uav_300m_to_satellite/sues200_uav_300m_to_satellite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03877C95-F263-4450-9C90-4CB2F337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05193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uav_300m_to_satellite/sues200_uav_300m_to_satellite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3FF536EB-E2A8-4752-94E0-84228A86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54.000</a:t>
            </a:r>
          </a:p>
        </p:txBody>
      </p:sp>
      <p:sp>
        <p:nvSpPr>
          <p:cNvPr id="112" name="sues200_uav_300m_to_satellite/sues200_uav_300m_to_satellite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C11F8F7C-03F4-4814-9D7E-AAEB489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uav_300m_to_satellite/sues200_uav_300m_to_satellite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2D863180-F70B-4625-BEBD-7D88D237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114" name="sues200_uav_300m_to_satellite/sues200_uav_300m_to_satellite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28BB17CE-7C12-4DE0-8D61-E01D11F5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uav_300m_to_satellite/sues200_uav_300m_to_satellite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1DD364C8-4C50-407B-8CA5-74CBEA6F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277859"/>
            <a:ext cx="400050" cy="47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uav_300m_to_satellite/sues200_uav_300m_to_satellite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E02F496D-54A9-4302-B1E8-7DAA91FC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2213318"/>
            <a:ext cx="400050" cy="645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uav_300m_to_satellite/sues200_uav_300m_to_satellite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BFE5023B-E8C8-436E-A341-B5FF17C8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2070545"/>
            <a:ext cx="400050" cy="1427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uav_300m_to_satellite/sues200_uav_300m_to_satellite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E4A69AF8-B25A-4B9F-BA35-D2AAE506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30228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uav_300m_to_satellite/sues200_uav_300m_to_satellite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4044EC60-8611-42C2-8064-6A7DB28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28.400</a:t>
            </a:r>
          </a:p>
        </p:txBody>
      </p:sp>
      <p:sp>
        <p:nvSpPr>
          <p:cNvPr id="120" name="sues200_uav_300m_to_satellite/sues200_uav_300m_to_satellite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FD202599-A0C2-4D27-873D-C95AC00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25436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uav_300m_to_satellite/sues200_uav_300m_to_satellite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BD509158-F122-42F4-9783-6F4ECAA7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33.300</a:t>
            </a:r>
          </a:p>
        </p:txBody>
      </p:sp>
      <p:sp>
        <p:nvSpPr>
          <p:cNvPr id="122" name="sues200_uav_300m_to_satellite/sues200_uav_300m_to_satellite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B302A4D3-5B80-4C73-A6BE-63DBA5F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218982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uav_300m_to_satellite/sues200_uav_300m_to_satellite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35EA2867-8529-4A68-93BE-BC36E14E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39.900</a:t>
            </a:r>
          </a:p>
        </p:txBody>
      </p:sp>
      <p:sp>
        <p:nvSpPr>
          <p:cNvPr id="124" name="sues200_uav_300m_to_satellite/sues200_uav_300m_to_satellite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D7489A94-50B4-4D20-8379-371477D4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0470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uav_300m_to_satellite/sues200_uav_300m_to_satellite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1C82B306-961D-4D23-A933-B7671120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54.500</a:t>
            </a:r>
          </a:p>
        </p:txBody>
      </p:sp>
      <p:sp>
        <p:nvSpPr>
          <p:cNvPr id="126" name="sues200_uav_300m_to_satellite/sues200_uav_300m_to_satellite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00A7774E-0E12-4042-9A63-B7CF3818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uav_300m_to_satellite/sues200_uav_300m_to_satellite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CF89FA9C-C63B-4090-9462-0475F041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uav_300m_to_satellite/sues200_uav_300m_to_satellite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3CF91BA4-3B03-49A2-877E-E67A066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uav_300m_to_satellite/sues200_uav_300m_to_satellite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F3FB00E5-ACC3-49FA-A1BC-DE36A599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uav_300m_to_satellite/sues200_uav_300m_to_satellite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C1B79E8A-9E90-458D-88BE-F0C7867A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uav_300m_to_satellite/sues200_uav_300m_to_satellite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F9A64C33-E55A-46DA-9440-F9287261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uav_300m_to_satellite/sues200_uav_300m_to_satellite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339D2EC1-89FE-4551-ADA8-89E2845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uav_300m_to_satellite/sues200_uav_300m_to_satellite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2EDC1D05-CCA3-492D-A8D9-89B6F19F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uav_300m_to_satellite/sues200_uav_300m_to_satellite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2A155234-B01B-478C-AE6B-A69146AB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uav_300m_to_satellite/sues200_uav_300m_to_satellite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00B7A0F0-92B9-48EE-A591-ED7A2B44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uav_300m_to_satellite/sues200_uav_300m_to_satellite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9BCCFD71-7847-46DA-9D3D-F367D844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uav_300m_to_satellite/sues200_uav_300m_to_satellite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BB68686E-6A30-4EA7-9CA3-473C1BA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uav_300m_to_satellite/sues200_uav_300m_to_satellite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48EB12DD-AE1C-4981-A703-AE465F3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uav_300m_to_satellite/sues200_uav_300m_to_satellite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53ED9F51-49D1-46B5-A023-8F3C8258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uav_300m_to_satellite/sues200_uav_300m_to_satellite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6D880C87-537B-4725-B7F8-81435052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uav_300m_to_satellite/sues200_uav_300m_to_satellite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88782B3A-E354-4A3F-AFDC-68EE8F56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uav_300m_to_satellite/sues200_uav_300m_to_satellite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4D7F0263-C01E-4A22-8DB8-60F428A7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uav_300m_to_satellite/sues200_uav_300m_to_satellite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B6077975-92B6-45F8-926A-FB1317B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uav_300m_to_satellite/sues200_uav_300m_to_satellite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353FE5F5-FF59-4FBB-95CD-CAE0733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uav_300m_to_satellite/sues200_uav_300m_to_satellite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29B8A181-5F92-432A-B7B8-510880F6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uav_300m_to_satellite/sues200_uav_300m_to_satellite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AFE3637F-B44D-4D72-9FEC-0D4738DB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uav_300m_to_satellite/sues200_uav_300m_to_satellite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18B52FD7-A741-4D28-A51C-23614D23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227009"/>
            <a:ext cx="400050" cy="88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uav_300m_to_satellite/sues200_uav_300m_to_satellite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1B06A445-0EA2-445B-A9BB-4C1881FB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074456"/>
            <a:ext cx="400050" cy="152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uav_300m_to_satellite/sues200_uav_300m_to_satellite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71BF6FA-6FB4-4317-A0A6-4AF4F319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1839760"/>
            <a:ext cx="400050" cy="234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uav_300m_to_satellite/sues200_uav_300m_to_satellite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3EDE28C3-DF36-417A-8E61-63BFC721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29152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300m_to_satellite/sues200_uav_300m_to_satellite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FD151058-AEE2-4493-8168-D4312B6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29.500</a:t>
            </a:r>
          </a:p>
        </p:txBody>
      </p:sp>
      <p:sp>
        <p:nvSpPr>
          <p:cNvPr id="152" name="sues200_uav_300m_to_satellite/sues200_uav_300m_to_satellite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22053EE5-56A4-485A-8041-8A79B4AE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20351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uav_300m_to_satellite/sues200_uav_300m_to_satellite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DFC525ED-8DE2-4B32-9432-E3B0B87D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38.500</a:t>
            </a:r>
          </a:p>
        </p:txBody>
      </p:sp>
      <p:sp>
        <p:nvSpPr>
          <p:cNvPr id="154" name="sues200_uav_300m_to_satellite/sues200_uav_300m_to_satellite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1C784A79-DA5D-4B58-837C-76543E08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05096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uav_300m_to_satellite/sues200_uav_300m_to_satellite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D96188A2-DFA4-4BC6-9B84-3C9129E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54.100</a:t>
            </a:r>
          </a:p>
        </p:txBody>
      </p:sp>
      <p:sp>
        <p:nvSpPr>
          <p:cNvPr id="156" name="sues200_uav_300m_to_satellite/sues200_uav_300m_to_satellite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D01D9A8F-928C-4C39-B0FE-701528D9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81626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uav_300m_to_satellite/sues200_uav_300m_to_satellite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BA03C929-7F07-48BC-A8E3-39B7DC03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78.100</a:t>
            </a:r>
          </a:p>
        </p:txBody>
      </p:sp>
      <p:sp>
        <p:nvSpPr>
          <p:cNvPr id="158" name="sues200_uav_300m_to_satellite/sues200_uav_300m_to_satellite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238C6F2A-3A0C-41F7-BDFE-B14DA8E2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uav_300m_to_satellite/sues200_uav_300m_to_satellite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3CF80962-85BB-4142-AC55-04A41AF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317953"/>
            <a:ext cx="400050" cy="9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uav_300m_to_satellite/sues200_uav_300m_to_satellite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F6C0EE62-DEFA-4640-8FCC-7D9F7AF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2253412"/>
            <a:ext cx="400050" cy="645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uav_300m_to_satellite/sues200_uav_300m_to_satellite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822FB890-D7EF-4685-9BA2-1503199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2056854"/>
            <a:ext cx="400050" cy="1965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uav_300m_to_satellite/sues200_uav_300m_to_satellite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FB3A0569-8B2E-4F73-9EDC-8EF77C0D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29543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uav_300m_to_satellite/sues200_uav_300m_to_satellite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E82A1A28-F4C3-4207-9FCB-7254A339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29.100</a:t>
            </a:r>
          </a:p>
        </p:txBody>
      </p:sp>
      <p:sp>
        <p:nvSpPr>
          <p:cNvPr id="164" name="sues200_uav_300m_to_satellite/sues200_uav_300m_to_satellite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11EE4740-C40C-44E6-83B4-9B78E096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229445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uav_300m_to_satellite/sues200_uav_300m_to_satellite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E74253F8-85B6-4901-B0FA-B470BB6C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29.200</a:t>
            </a:r>
          </a:p>
        </p:txBody>
      </p:sp>
      <p:sp>
        <p:nvSpPr>
          <p:cNvPr id="166" name="sues200_uav_300m_to_satellite/sues200_uav_300m_to_satellite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DEC23382-0B76-4551-90AE-95062B76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222991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uav_300m_to_satellite/sues200_uav_300m_to_satellite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F8D4814E-1595-428E-B2C0-99D67EC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35.800</a:t>
            </a:r>
          </a:p>
        </p:txBody>
      </p:sp>
      <p:sp>
        <p:nvSpPr>
          <p:cNvPr id="168" name="sues200_uav_300m_to_satellite/sues200_uav_300m_to_satellite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97644997-1682-49A3-AD34-C500DFFC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203335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uav_300m_to_satellite/sues200_uav_300m_to_satellite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83B80138-3A19-42A5-911D-93B4BC0F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55.900</a:t>
            </a:r>
          </a:p>
        </p:txBody>
      </p:sp>
      <p:sp>
        <p:nvSpPr>
          <p:cNvPr id="170" name="sues200_uav_300m_to_satellite/sues200_uav_300m_to_satellite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546A4871-A39E-4967-99E7-27F6A5F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uav_300m_to_satellite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A0943E7C-6F16-41BB-9442-28C37C35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uav_300m_to_satellite/sues200_uav_300m_to_satellite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F933E369-419E-4F99-8753-9604D5A9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uav_300m_to_satellite/sues200_uav_300m_to_satellite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3E52B5A9-8B75-446A-8344-2B3E3914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uav_300m_to_satellite/sues200_uav_300m_to_satellite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7B94D84E-00B6-4100-BC37-E37B3E6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uav_300m_to_satellite/sues200_uav_300m_to_satellite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5B518C12-87BB-4F5A-923B-92B4E016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uav_300m_to_satellite/sues200_uav_300m_to_satellite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3A681A69-9FF4-4B49-B00F-D12E854C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uav_300m_to_satellite/sues200_uav_300m_to_satellite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80F6F87B-56C7-46D2-BA69-A1F9741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uav_300m_to_satellite/sues200_uav_300m_to_satellite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C065FD5B-13BB-49A3-AFB5-E73E64B5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uav_300m_to_satellite/sues200_uav_300m_to_satellite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76E1CC8E-5BBC-469E-A101-786BA78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uav_300m_to_satellite/sues200_uav_300m_to_satellite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EE72F327-0B03-4988-B590-4B8E93CC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uav_300m_to_satellite/sues200_uav_300m_to_satellite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B383BDCB-025B-4275-A622-94C3EACF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uav_300m_to_satellite/sues200_uav_300m_to_satellite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1757E018-0B43-4676-A1BD-A6104E7E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uav_300m_to_satellite/sues200_uav_300m_to_satellite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AC4BC0A2-E235-48B7-B8C3-DB94ECF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uav_300m_to_satellite/sues200_uav_300m_to_satellite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A8432038-DF08-4645-96E8-5F2B1A39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uav_300m_to_satellite/sues200_uav_300m_to_satellite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AA8F016F-723C-4E7A-B004-1376AF54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uav_300m_to_satellite/sues200_uav_300m_to_satellite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9AA2FDBA-B203-42B2-8248-743B5F89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uav_300m_to_satellite/sues200_uav_300m_to_satellite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ADD738DC-75A9-430D-95F3-7882BB8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uav_300m_to_satellite/sues200_uav_300m_to_satellite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7416AFB1-31CA-4809-8B61-1F713D08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uav_300m_to_satellite/sues200_uav_300m_to_satellite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806E4A47-A93C-442C-B196-67AC77F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uav_300m_to_satellite/sues200_uav_300m_to_satellite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918D5BB0-4E37-4504-8C94-D4050D70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uav_300m_to_satellite/sues200_uav_300m_to_satellite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C10E6548-88C0-4384-B32B-C17F3829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uav_300m_to_satellite/sues200_uav_300m_to_satellite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8CBB44F1-BC6B-4919-84F0-3567F0D3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850924"/>
            <a:ext cx="400050" cy="656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uav_300m_to_satellite/sues200_uav_300m_to_satellite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819D487D-E4F0-4E43-849B-5D728A51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719339"/>
            <a:ext cx="400050" cy="13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uav_300m_to_satellite/sues200_uav_300m_to_satellite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11AA3DDD-A8ED-4A47-85F1-21D327ED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531751"/>
            <a:ext cx="400050" cy="187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uav_300m_to_satellite/sues200_uav_300m_to_satellite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C40644B5-C940-4004-99E3-59616737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89304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uav_300m_to_satellite/sues200_uav_300m_to_satellite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92B2A74B-5ACA-49C6-9D64-1E44FBD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41.053</a:t>
            </a:r>
          </a:p>
        </p:txBody>
      </p:sp>
      <p:sp>
        <p:nvSpPr>
          <p:cNvPr id="197" name="sues200_uav_300m_to_satellite/sues200_uav_300m_to_satellite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7402490F-1F0A-4376-8C36-D09D3A90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2742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300m_to_satellite/sues200_uav_300m_to_satellite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7B9F05E2-6DE6-404F-B232-3155CE6B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47.763</a:t>
            </a:r>
          </a:p>
        </p:txBody>
      </p:sp>
      <p:sp>
        <p:nvSpPr>
          <p:cNvPr id="199" name="sues200_uav_300m_to_satellite/sues200_uav_300m_to_satellite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EC2CD0BD-F102-4139-9007-D1EA24A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69584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300m_to_satellite/sues200_uav_300m_to_satellite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BEBCA3B3-AFEE-482E-B9EE-C53BD0B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61.219</a:t>
            </a:r>
          </a:p>
        </p:txBody>
      </p:sp>
      <p:sp>
        <p:nvSpPr>
          <p:cNvPr id="201" name="sues200_uav_300m_to_satellite/sues200_uav_300m_to_satellite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F0FAFA6B-AC78-4E1F-BF55-4B4A050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50825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300m_to_satellite/sues200_uav_300m_to_satellite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A0CF22C3-184D-4659-B97E-7699B72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80.402</a:t>
            </a:r>
          </a:p>
        </p:txBody>
      </p:sp>
      <p:sp>
        <p:nvSpPr>
          <p:cNvPr id="203" name="sues200_uav_300m_to_satellite/sues200_uav_300m_to_satellite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6D6BEA9-C278-42A3-9CE9-6F386EA4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uav_300m_to_satellite/sues200_uav_300m_to_satellite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408DF3D6-6C27-4B63-8652-0678A83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3918436"/>
            <a:ext cx="400050" cy="16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uav_300m_to_satellite/sues200_uav_300m_to_satellite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56B532F2-2A60-4D06-8CD7-31491DE7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857362"/>
            <a:ext cx="400050" cy="610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uav_300m_to_satellite/sues200_uav_300m_to_satellite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9CF6D665-0AE4-4BF8-8408-630ABD63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3718882"/>
            <a:ext cx="400050" cy="138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uav_300m_to_satellite/sues200_uav_300m_to_satellite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5B0B1332-7FC7-4C9F-8C0B-380C1A9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91116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300m_to_satellite/sues200_uav_300m_to_satellite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A8726A0B-0AEB-44A2-8B0C-75957276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39.201</a:t>
            </a:r>
          </a:p>
        </p:txBody>
      </p:sp>
      <p:sp>
        <p:nvSpPr>
          <p:cNvPr id="209" name="sues200_uav_300m_to_satellite/sues200_uav_300m_to_satellite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AB158E4D-7804-4A83-B71F-E449BEEA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9494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300m_to_satellite/sues200_uav_300m_to_satellite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19F0DD18-A2CE-4C02-B623-03F143BB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40.859</a:t>
            </a:r>
          </a:p>
        </p:txBody>
      </p:sp>
      <p:sp>
        <p:nvSpPr>
          <p:cNvPr id="211" name="sues200_uav_300m_to_satellite/sues200_uav_300m_to_satellite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1A689FC3-823B-401E-ADAD-765A725D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83386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300m_to_satellite/sues200_uav_300m_to_satellite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C1F80083-58E7-4A6D-9CA1-40AE2740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47.105</a:t>
            </a:r>
          </a:p>
        </p:txBody>
      </p:sp>
      <p:sp>
        <p:nvSpPr>
          <p:cNvPr id="213" name="sues200_uav_300m_to_satellite/sues200_uav_300m_to_satellite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C57BAD46-C66F-4A7F-ABCA-917244CC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69538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uav_300m_to_satellite/sues200_uav_300m_to_satellite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6A32758F-F070-4693-BE34-CDC1F24E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61.266</a:t>
            </a:r>
          </a:p>
        </p:txBody>
      </p:sp>
      <p:sp>
        <p:nvSpPr>
          <p:cNvPr id="215" name="sues200_uav_300m_to_satellite/sues200_uav_300m_to_satellite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D6278428-6CD3-4673-A601-91BF4CA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uav_300m_to_satellite/sues200_uav_300m_to_satellite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9621C5A2-2A7D-4FC9-B7A6-218162DB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uav_300m_to_satellite/sues200_uav_300m_to_satellite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B9B4FC62-E5E4-47FF-9358-D258DAE0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uav_300m_to_satellite/sues200_uav_300m_to_satellite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2601353D-6275-45D2-AE64-6F64EBEA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uav_300m_to_satellite/sues200_uav_300m_to_satellite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2E74EC2B-7E5C-4581-B35F-1E667312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uav_300m_to_satellite/sues200_uav_300m_to_satellite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FDB7B08B-71B1-4326-9079-168B6952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uav_300m_to_satellite/sues200_uav_300m_to_satellite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ACC7E05E-DCBD-4323-AC35-63879C2D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uav_300m_to_satellite/sues200_uav_300m_to_satellite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1B5F232F-543D-4E2B-B0EE-AA63E9E6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uav_300m_to_satellite/sues200_uav_300m_to_satellite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DC9E88C0-C07C-4431-86E4-1993F532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uav_300m_to_satellite/sues200_uav_300m_to_satellite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EE73B86C-8AE0-488F-AB73-866B2A86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uav_300m_to_satellite/sues200_uav_300m_to_satellite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EF962299-99F7-4C21-B51B-DDDACACE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300m_to_satellite/sues200_uav_300m_to_satellite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9C38FE62-EA58-4FA1-A3DC-5861462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uav_300m_to_satellite/sues200_uav_300m_to_satellite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ACF3DC80-FB86-4DE1-979E-FB3504C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uav_300m_to_satellite/sues200_uav_300m_to_satellite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6638A885-6068-46FF-B5D6-9A06908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uav_300m_to_satellite/sues200_uav_300m_to_satellite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902CA0A5-0D6A-4BA9-BF37-AE65367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uav_300m_to_satellite/sues200_uav_300m_to_satellite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06F74C94-68A0-4312-B09E-D233905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uav_300m_to_satellite/sues200_uav_300m_to_satellite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6B1BA94B-A785-439D-9D3F-5453103A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uav_300m_to_satellite/sues200_uav_300m_to_satellite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D45BDFBE-DC50-414B-A354-E6569EA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uav_300m_to_satellite/sues200_uav_300m_to_satellite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C64B30E1-5641-4822-BBE8-4205BB43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uav_300m_to_satellite/sues200_uav_300m_to_satellite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ACDDB7B3-8BB9-4A07-9221-10FE56B0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uav_300m_to_satellite/sues200_uav_300m_to_satellite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B07327BC-A2FA-4935-87D4-862145E8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uav_300m_to_satellite/sues200_uav_300m_to_satellite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E8DDB0EF-1CA9-444A-9D71-D51A7D5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841325"/>
            <a:ext cx="400050" cy="968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uav_300m_to_satellite/sues200_uav_300m_to_satellite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C48D5937-1073-4516-BA8D-E7C71844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730777"/>
            <a:ext cx="400050" cy="110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uav_300m_to_satellite/sues200_uav_300m_to_satellite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7C4F3C2E-366B-42D7-B098-AE0B74FC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552205"/>
            <a:ext cx="400050" cy="178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uav_300m_to_satellite/sues200_uav_300m_to_satellite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C5DEB8D9-8EBF-427D-B193-798BB4F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1463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uav_300m_to_satellite/sues200_uav_300m_to_satellite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FB3F01E6-7685-4EF9-86C3-69DAFCE1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38.846</a:t>
            </a:r>
          </a:p>
        </p:txBody>
      </p:sp>
      <p:sp>
        <p:nvSpPr>
          <p:cNvPr id="241" name="sues200_uav_300m_to_satellite/sues200_uav_300m_to_satellite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66D4FBBE-7F7F-463D-B2AD-8DD17B5E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81783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uav_300m_to_satellite/sues200_uav_300m_to_satellite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9B0DEB2A-90BE-45DA-A90B-32BA90FF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48.745</a:t>
            </a:r>
          </a:p>
        </p:txBody>
      </p:sp>
      <p:sp>
        <p:nvSpPr>
          <p:cNvPr id="243" name="sues200_uav_300m_to_satellite/sues200_uav_300m_to_satellite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5D7EBA8C-5F17-4A40-B028-DC40C005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70728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uav_300m_to_satellite/sues200_uav_300m_to_satellite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982C58E8-0745-4E18-8A6E-E7BD71D3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60.049</a:t>
            </a:r>
          </a:p>
        </p:txBody>
      </p:sp>
      <p:sp>
        <p:nvSpPr>
          <p:cNvPr id="245" name="sues200_uav_300m_to_satellite/sues200_uav_300m_to_satellite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5B434455-436B-41BC-979C-0304C361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52871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uav_300m_to_satellite/sues200_uav_300m_to_satellite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4D6925E0-BEC4-4174-98C8-7D025928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78.310</a:t>
            </a:r>
          </a:p>
        </p:txBody>
      </p:sp>
      <p:sp>
        <p:nvSpPr>
          <p:cNvPr id="247" name="sues200_uav_300m_to_satellite/sues200_uav_300m_to_satellite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17EFFBAE-70A9-4C41-9297-791BA0A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uav_300m_to_satellite/sues200_uav_300m_to_satellite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733DE30-ABD5-4E0A-9C19-92F5DDAA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906688"/>
            <a:ext cx="400050" cy="376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uav_300m_to_satellite/sues200_uav_300m_to_satellite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4F2E58E5-1561-4AF7-881E-BCF6D6B3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3852177"/>
            <a:ext cx="400050" cy="545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uav_300m_to_satellite/sues200_uav_300m_to_satellite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279C2C69-4BC9-4237-BAB6-E9868821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3722823"/>
            <a:ext cx="400050" cy="129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uav_300m_to_satellite/sues200_uav_300m_to_satellite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44D4F1D3-0E1F-42D4-AFF4-8D731754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92083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uav_300m_to_satellite/sues200_uav_300m_to_satellite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1D8EDBA8-E291-49E7-93CF-D246805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815" y="46817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38.211</a:t>
            </a:r>
          </a:p>
        </p:txBody>
      </p:sp>
      <p:sp>
        <p:nvSpPr>
          <p:cNvPr id="253" name="sues200_uav_300m_to_satellite/sues200_uav_300m_to_satellite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938967E1-3DC8-4EA7-ADF8-D669110D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88319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uav_300m_to_satellite/sues200_uav_300m_to_satellite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2B6673B5-D2B9-44BA-A83E-C698E0E9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42.061</a:t>
            </a:r>
          </a:p>
        </p:txBody>
      </p:sp>
      <p:sp>
        <p:nvSpPr>
          <p:cNvPr id="255" name="sues200_uav_300m_to_satellite/sues200_uav_300m_to_satellite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0B0CDD5E-7A05-4D5D-81B4-AB41680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2868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uav_300m_to_satellite/sues200_uav_300m_to_satellite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C548B67E-361B-4A9E-86E7-A086D15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47.635</a:t>
            </a:r>
          </a:p>
        </p:txBody>
      </p:sp>
      <p:sp>
        <p:nvSpPr>
          <p:cNvPr id="257" name="sues200_uav_300m_to_satellite/sues200_uav_300m_to_satellite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2E75687F-A4E9-4227-A09C-7A4A5533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69932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uav_300m_to_satellite/sues200_uav_300m_to_satellite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F68946A2-EE9B-46B3-9AE7-F0FFC29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60.863</a:t>
            </a:r>
          </a:p>
        </p:txBody>
      </p:sp>
      <p:sp>
        <p:nvSpPr>
          <p:cNvPr id="259" name="sues200_uav_300m_to_satellite/sues200_uav_300m_to_satellite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FFBE9F2F-5455-496A-8C29-7D369020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uav_300m_to_satellite/sues200_uav_300m_to_satellite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BDDE4126-6DB0-4CD5-8FF0-50704F11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uav_300m_to_satellite/sues200_uav_300m_to_satellite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5F8FB6B1-C792-4395-9290-662A416F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uav_300m_to_satellite/sues200_uav_300m_to_satellite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5DCBA1C3-3C18-45C7-8465-71053865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uav_300m_to_satellite/sues200_uav_300m_to_satellite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B6E64AAF-113E-4033-9B23-DD601618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uav_300m_to_satellite/sues200_uav_300m_to_satellite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5A608976-315F-4512-AEEB-5C5663EA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uav_300m_to_satellite/sues200_uav_300m_to_satellite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8BB7F90C-A65F-42D7-A93F-85109BAF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uav_300m_to_satellite/sues200_uav_300m_to_satellite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F2259A93-7F34-40D0-B5E7-B6B19D73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uav_300m_to_satellite/sues200_uav_300m_to_satellite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227E29A7-D637-4BDE-A65D-CA09B9E7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uav_300m_to_satellite/sues200_uav_300m_to_satellite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81DADF90-DE52-4CFD-B1AA-98BC6978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uav_300m_to_satellite/sues200_uav_300m_to_satellite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149A9956-2080-4CCC-8EE7-BFB79A7A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uav_300m_to_satellite/sues200_uav_300m_to_satellite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278FC9E0-6686-45E3-99A4-0699F75E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uav_300m_to_satellite/sues200_uav_300m_to_satellite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31C072CE-FBD8-4D4B-A360-515A83EB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uav_300m_to_satellite/sues200_uav_300m_to_satellite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675D5A84-706E-4621-9BB7-423D9E7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uav_300m_to_satellite/sues200_uav_300m_to_satellite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544F246D-CF8C-4505-8756-426F4A7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uav_300m_to_satellite/sues200_uav_300m_to_satellite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0CE5527B-E2C3-4E6A-A9B7-20D0211A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uav_300m_to_satellite/sues200_uav_300m_to_satellite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6702C1E4-C8B5-473A-9C87-F8E5D229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uav_300m_to_satellite/sues200_uav_300m_to_satellite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4980E42E-87A5-4E7B-A240-1CF3CB06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uav_300m_to_satellite/sues200_uav_300m_to_satellite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C4CE458F-AB6A-49CA-923F-7E53B980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uav_300m_to_satellite/sues200_uav_300m_to_satellite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1F0FB1A7-9EEF-4C96-B053-2F02B6B5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uav_300m_to_satellite/sues200_uav_300m_to_satellite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4B5863B9-37FC-48B8-B28E-177B20BC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uav_300m_to_satellite/sues200_uav_300m_to_satellite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CCC23A89-1D4C-402C-989D-3D0EB63C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853562"/>
            <a:ext cx="400050" cy="65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uav_300m_to_satellite/sues200_uav_300m_to_satellite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10AA4543-040A-4D4A-BA9C-0CC456E6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724637"/>
            <a:ext cx="400050" cy="12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uav_300m_to_satellite/sues200_uav_300m_to_satellite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5E666D7C-6FCE-43F7-BF29-0541171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525304"/>
            <a:ext cx="400050" cy="1993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uav_300m_to_satellite/sues200_uav_300m_to_satellite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2CEE1D6E-862B-489C-A3CA-403D8346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89529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uav_300m_to_satellite/sues200_uav_300m_to_satellite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8075EAAD-3806-4773-B47C-DEF8022E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40.823</a:t>
            </a:r>
          </a:p>
        </p:txBody>
      </p:sp>
      <p:sp>
        <p:nvSpPr>
          <p:cNvPr id="285" name="sues200_uav_300m_to_satellite/sues200_uav_300m_to_satellite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2378AAC6-7174-4A42-A18C-B7BA86D0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3006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uav_300m_to_satellite/sues200_uav_300m_to_satellite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26C58635-A032-4B58-B4B4-A19AC78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47.493</a:t>
            </a:r>
          </a:p>
        </p:txBody>
      </p:sp>
      <p:sp>
        <p:nvSpPr>
          <p:cNvPr id="287" name="sues200_uav_300m_to_satellite/sues200_uav_300m_to_satellite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DB4D20E6-D292-4959-AD58-88C24A6E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70114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uav_300m_to_satellite/sues200_uav_300m_to_satellite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28750D29-A561-45E4-901E-A1DFCCF7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60.677</a:t>
            </a:r>
          </a:p>
        </p:txBody>
      </p:sp>
      <p:sp>
        <p:nvSpPr>
          <p:cNvPr id="289" name="sues200_uav_300m_to_satellite/sues200_uav_300m_to_satellite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DFF22F72-B2E0-490B-A830-5014477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50180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uav_300m_to_satellite/sues200_uav_300m_to_satellite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D12CFF8B-BCFE-453B-8BC4-E0406CC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81.061</a:t>
            </a:r>
          </a:p>
        </p:txBody>
      </p:sp>
      <p:sp>
        <p:nvSpPr>
          <p:cNvPr id="291" name="sues200_uav_300m_to_satellite/sues200_uav_300m_to_satellite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5BE9A1C-FEFB-4CD9-AA96-509FD0D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uav_300m_to_satellite/sues200_uav_300m_to_satellite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DDC892C7-891D-4540-9EFA-B1A6702B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3947307"/>
            <a:ext cx="400050" cy="77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uav_300m_to_satellite/sues200_uav_300m_to_satellite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0D854F9A-2757-4D9E-8798-D16E428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3895467"/>
            <a:ext cx="400050" cy="595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uav_300m_to_satellite/sues200_uav_300m_to_satellite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91252448-E75D-47CA-A5E8-0A3ADDAB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3716477"/>
            <a:ext cx="400050" cy="178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uav_300m_to_satellite/sues200_uav_300m_to_satellite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75B1A0A1-A663-4FA7-8636-612FA817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92381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uav_300m_to_satellite/sues200_uav_300m_to_satellite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3BF69E67-D7D0-4301-A88B-F29D318B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37.907</a:t>
            </a:r>
          </a:p>
        </p:txBody>
      </p:sp>
      <p:sp>
        <p:nvSpPr>
          <p:cNvPr id="297" name="sues200_uav_300m_to_satellite/sues200_uav_300m_to_satellite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DDD909A8-E8B9-4A52-8157-4C6513F9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9315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uav_300m_to_satellite/sues200_uav_300m_to_satellite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807EFC7B-7DBD-492B-B637-7B50CEE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465" y="4681728"/>
            <a:ext cx="31242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37.114</a:t>
            </a:r>
          </a:p>
        </p:txBody>
      </p:sp>
      <p:sp>
        <p:nvSpPr>
          <p:cNvPr id="299" name="sues200_uav_300m_to_satellite/sues200_uav_300m_to_satellite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EF02EFC8-F6DB-4D2E-89CD-3347E0C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7197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uav_300m_to_satellite/sues200_uav_300m_to_satellite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746B7186-0A2B-4B83-A629-E5983FE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43.208</a:t>
            </a:r>
          </a:p>
        </p:txBody>
      </p:sp>
      <p:sp>
        <p:nvSpPr>
          <p:cNvPr id="301" name="sues200_uav_300m_to_satellite/sues200_uav_300m_to_satellite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5197AF2B-A35F-408F-AA1F-DC030A6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69298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uav_300m_to_satellite/sues200_uav_300m_to_satellite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4C71A316-7C6B-4CFE-A2A9-ED4FEAF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61.512</a:t>
            </a:r>
          </a:p>
        </p:txBody>
      </p:sp>
      <p:sp>
        <p:nvSpPr>
          <p:cNvPr id="303" name="sues200_uav_300m_to_satellite/sues200_uav_300m_to_satellite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A2AEF545-B4A2-486B-B3E0-EEA4A59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uav_300m_to_satellite/MRR/row-heading">
            <a:extLst xmlns:a="http://schemas.openxmlformats.org/drawingml/2006/main">
              <a:ext uri="{FF2B5EF4-FFF2-40B4-BE49-F238E27FC236}">
                <a16:creationId xmlns:a16="http://schemas.microsoft.com/office/drawing/2014/main" id="{8A415811-4FB6-4FF8-A13A-DCCCCD86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uav_300m_to_satellite/sues200_uav_300m_to_satellite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40BF898C-B736-4CF7-B121-6FCA22E6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uav_300m_to_satellite/sues200_uav_300m_to_satellite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85541653-3138-468B-AFC6-16AFA660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uav_300m_to_satellite/sues200_uav_300m_to_satellite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1A48AF1C-B4D9-4574-B8A0-8EC49C0C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uav_300m_to_satellite/sues200_uav_300m_to_satellite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E1ABBC74-ACFE-495F-8201-9463C4A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uav_300m_to_satellite/sues200_uav_300m_to_satellite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2D633323-5829-4767-B79F-16889B8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uav_300m_to_satellite/sues200_uav_300m_to_satellite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444BE4BD-50F1-4249-ABE4-CA6D0E5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uav_300m_to_satellite/sues200_uav_300m_to_satellite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ECC36E19-4D2C-48EC-85AF-D4BCCABF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uav_300m_to_satellite/sues200_uav_300m_to_satellite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48E51675-8F7C-47C4-88BE-16B34509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uav_300m_to_satellite/sues200_uav_300m_to_satellite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B74D9E2D-4A5E-4BEB-BE04-53275AB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uav_300m_to_satellite/sues200_uav_300m_to_satellite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13DE32DD-6293-4C21-907F-80A41FFD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uav_300m_to_satellite/sues200_uav_300m_to_satellite/seed-1/MRR/y-axis">
            <a:extLst xmlns:a="http://schemas.openxmlformats.org/drawingml/2006/main">
              <a:ext uri="{FF2B5EF4-FFF2-40B4-BE49-F238E27FC236}">
                <a16:creationId xmlns:a16="http://schemas.microsoft.com/office/drawing/2014/main" id="{750D6F16-602E-4078-8BC6-5D4332E0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uav_300m_to_satellite/sues200_uav_300m_to_satellite/seed-1/MRR/x-axis">
            <a:extLst xmlns:a="http://schemas.openxmlformats.org/drawingml/2006/main">
              <a:ext uri="{FF2B5EF4-FFF2-40B4-BE49-F238E27FC236}">
                <a16:creationId xmlns:a16="http://schemas.microsoft.com/office/drawing/2014/main" id="{BD737C47-4E94-48CF-8FB7-E459D059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uav_300m_to_satellite/sues200_uav_300m_to_satellite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6B1DE719-B9CC-4CFE-B94A-E01723C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uav_300m_to_satellite/sues200_uav_300m_to_satellite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7AC2D2C5-D355-45DA-B138-DBE2FAE3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uav_300m_to_satellite/sues200_uav_300m_to_satellite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ED6C6EB8-88C8-4AC6-B749-6DCBF5C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uav_300m_to_satellite/sues200_uav_300m_to_satellite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646CD323-7BC0-401B-8FA0-07350383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uav_300m_to_satellite/sues200_uav_300m_to_satellite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6350458D-F83F-4E0D-A555-98F288D9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uav_300m_to_satellite/sues200_uav_300m_to_satellite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45BBB863-7A5E-45FA-B94D-CBC57E1B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uav_300m_to_satellite/sues200_uav_300m_to_satellite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0055A035-51F7-4E39-9435-27662EB8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uav_300m_to_satellite/sues200_uav_300m_to_satellite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1E067A34-A68A-4C01-BAB0-6279BC39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uav_300m_to_satellite/sues200_uav_300m_to_satellite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CC0D34A4-5C0F-42A9-BFEA-A04B135B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469950"/>
            <a:ext cx="400050" cy="51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uav_300m_to_satellite/sues200_uav_300m_to_satellite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95DABDD5-45EC-493E-AB9D-90F538A5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366178"/>
            <a:ext cx="400050" cy="103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uav_300m_to_satellite/sues200_uav_300m_to_satellite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1736533-F821-46AB-8FE5-188D2F9C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209074"/>
            <a:ext cx="400050" cy="1571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uav_300m_to_satellite/sues200_uav_300m_to_satellite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3DEEF30F-517F-49FA-9478-7A4B934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49750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uav_300m_to_satellite/sues200_uav_300m_to_satellite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A4AFEFAA-CF48-4A0C-82E1-6494375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52.306</a:t>
            </a:r>
          </a:p>
        </p:txBody>
      </p:sp>
      <p:sp>
        <p:nvSpPr>
          <p:cNvPr id="330" name="sues200_uav_300m_to_satellite/sues200_uav_300m_to_satellite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C53786D3-2ED3-4F51-B2C1-F50A6C97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4645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uav_300m_to_satellite/sues200_uav_300m_to_satellite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4A471D93-3E40-446A-8F9F-F2DFA7B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57.526</a:t>
            </a:r>
          </a:p>
        </p:txBody>
      </p:sp>
      <p:sp>
        <p:nvSpPr>
          <p:cNvPr id="332" name="sues200_uav_300m_to_satellite/sues200_uav_300m_to_satellite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71FAD863-4AC8-4223-BB41-50D9C91F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34268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uav_300m_to_satellite/sues200_uav_300m_to_satellite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D8DC6E70-DD8E-44B2-8535-05F9C760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68.138</a:t>
            </a:r>
          </a:p>
        </p:txBody>
      </p:sp>
      <p:sp>
        <p:nvSpPr>
          <p:cNvPr id="334" name="sues200_uav_300m_to_satellite/sues200_uav_300m_to_satellite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7B874091-95E7-4BCF-B6FA-E404638F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18557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uav_300m_to_satellite/sues200_uav_300m_to_satellite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0AE2BAF6-AAD9-48F5-AF50-054D49EE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84.204</a:t>
            </a:r>
          </a:p>
        </p:txBody>
      </p:sp>
      <p:sp>
        <p:nvSpPr>
          <p:cNvPr id="336" name="sues200_uav_300m_to_satellite/sues200_uav_300m_to_satellite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9739DC0C-C008-47C5-BF69-9732A4B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uav_300m_to_satellite/sues200_uav_300m_to_satellite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57A416C-2B4A-4BAF-A9B1-6E3B1C72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3425" y="5547279"/>
            <a:ext cx="400050" cy="99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uav_300m_to_satellite/sues200_uav_300m_to_satellite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112E8E8D-20E9-447D-ACF0-F327DB6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489671"/>
            <a:ext cx="400050" cy="576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uav_300m_to_satellite/sues200_uav_300m_to_satellite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EA811320-4622-4896-AF84-DCC722EB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33525" y="5367219"/>
            <a:ext cx="400050" cy="1224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uav_300m_to_satellite/sues200_uav_300m_to_satellite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6D90BCCC-DB19-40C3-8824-52D7B9B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53373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uav_300m_to_satellite/sues200_uav_300m_to_satellite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022909FF-DFEF-4B33-B485-B80CD60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48.601</a:t>
            </a:r>
          </a:p>
        </p:txBody>
      </p:sp>
      <p:sp>
        <p:nvSpPr>
          <p:cNvPr id="342" name="sues200_uav_300m_to_satellite/sues200_uav_300m_to_satellite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FA4B525F-3889-4341-90C2-F98D1D3A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52378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uav_300m_to_satellite/sues200_uav_300m_to_satellite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980043FD-78A3-42A6-ABDE-1E221268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49.619</a:t>
            </a:r>
          </a:p>
        </p:txBody>
      </p:sp>
      <p:sp>
        <p:nvSpPr>
          <p:cNvPr id="344" name="sues200_uav_300m_to_satellite/sues200_uav_300m_to_satellite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A3004402-2D2E-420B-91BC-17BDB6E8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46617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uav_300m_to_satellite/sues200_uav_300m_to_satellite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F3DA707E-59DE-40C6-A9BB-40D43C7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55.510</a:t>
            </a:r>
          </a:p>
        </p:txBody>
      </p:sp>
      <p:sp>
        <p:nvSpPr>
          <p:cNvPr id="346" name="sues200_uav_300m_to_satellite/sues200_uav_300m_to_satellite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539255FF-532D-4EDC-8396-2B881B5E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34372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uav_300m_to_satellite/sues200_uav_300m_to_satellite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EE6038FE-6798-4534-8AFE-03BF3568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68.032</a:t>
            </a:r>
          </a:p>
        </p:txBody>
      </p:sp>
      <p:sp>
        <p:nvSpPr>
          <p:cNvPr id="348" name="sues200_uav_300m_to_satellite/sues200_uav_300m_to_satellite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C0D5E618-6B46-41FE-A60B-5149418B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uav_300m_to_satellite/sues200_uav_300m_to_satellite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2420975A-27CB-4F75-BC64-1C6079F7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uav_300m_to_satellite/sues200_uav_300m_to_satellite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5651C134-3402-43A0-B277-FB557AC5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uav_300m_to_satellite/sues200_uav_300m_to_satellite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1EEF8194-F8BE-4FEE-84C4-825342E3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uav_300m_to_satellite/sues200_uav_300m_to_satellite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62ED2AB1-352B-4A38-B92C-DDED9C72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uav_300m_to_satellite/sues200_uav_300m_to_satellite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9404423C-CA62-47D0-86BB-87EE0597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uav_300m_to_satellite/sues200_uav_300m_to_satellite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6FDBA4DD-285C-46B9-9E8B-9AF8C0D7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uav_300m_to_satellite/sues200_uav_300m_to_satellite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C446F341-C5A6-4D10-8C0D-025B5AEB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uav_300m_to_satellite/sues200_uav_300m_to_satellite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2C93836A-139E-4443-A9B6-E4CC4174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uav_300m_to_satellite/sues200_uav_300m_to_satellite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DBEEFE9D-899F-4D92-97DB-0CA67AE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uav_300m_to_satellite/sues200_uav_300m_to_satellite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52FA8581-DB1A-414E-A566-1E365895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uav_300m_to_satellite/sues200_uav_300m_to_satellite/seed-2/MRR/y-axis">
            <a:extLst xmlns:a="http://schemas.openxmlformats.org/drawingml/2006/main">
              <a:ext uri="{FF2B5EF4-FFF2-40B4-BE49-F238E27FC236}">
                <a16:creationId xmlns:a16="http://schemas.microsoft.com/office/drawing/2014/main" id="{7E911F8B-0405-4453-AA4F-2D8839AD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uav_300m_to_satellite/sues200_uav_300m_to_satellite/seed-2/MRR/x-axis">
            <a:extLst xmlns:a="http://schemas.openxmlformats.org/drawingml/2006/main">
              <a:ext uri="{FF2B5EF4-FFF2-40B4-BE49-F238E27FC236}">
                <a16:creationId xmlns:a16="http://schemas.microsoft.com/office/drawing/2014/main" id="{E81F61D1-53EE-4C52-9339-FD1E2B6F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uav_300m_to_satellite/sues200_uav_300m_to_satellite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7A12B846-AFEA-45A9-97FD-999EE24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uav_300m_to_satellite/sues200_uav_300m_to_satellite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62D20D7C-D469-476C-A5FB-AC5011F9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uav_300m_to_satellite/sues200_uav_300m_to_satellite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F2F48167-F3AB-44A8-B7F7-53258FD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uav_300m_to_satellite/sues200_uav_300m_to_satellite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04CE5FB9-E00D-473E-8724-F9F04E5E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uav_300m_to_satellite/sues200_uav_300m_to_satellite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AECD2484-D794-4682-8D85-B4093C42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uav_300m_to_satellite/sues200_uav_300m_to_satellite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5C135AC0-5079-4D87-A081-2B7095AF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uav_300m_to_satellite/sues200_uav_300m_to_satellite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9C99E5D9-1C65-4258-A143-D6059F0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uav_300m_to_satellite/sues200_uav_300m_to_satellite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99362A50-3C4E-47E8-8436-E5881DB9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uav_300m_to_satellite/sues200_uav_300m_to_satellite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B4762E84-7F4C-4D95-9436-EB25A5B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474221"/>
            <a:ext cx="400050" cy="74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uav_300m_to_satellite/sues200_uav_300m_to_satellite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0C13E9E-C15C-4565-97F8-CCCF42A2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386119"/>
            <a:ext cx="400050" cy="881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uav_300m_to_satellite/sues200_uav_300m_to_satellite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FB614D9-70E6-408E-A0DF-9416AC8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234334"/>
            <a:ext cx="400050" cy="151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uav_300m_to_satellite/sues200_uav_300m_to_satellite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A97AFD65-E6B8-44D0-A3AF-AB49CE0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2502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uav_300m_to_satellite/sues200_uav_300m_to_satellite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330989AF-E5E3-4034-88FF-55A01FC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49.491</a:t>
            </a:r>
          </a:p>
        </p:txBody>
      </p:sp>
      <p:sp>
        <p:nvSpPr>
          <p:cNvPr id="374" name="sues200_uav_300m_to_satellite/sues200_uav_300m_to_satellite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B6A19F4E-2F9D-4D6A-B6F9-784F3953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45072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uav_300m_to_satellite/sues200_uav_300m_to_satellite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57DCD73D-6838-4436-891D-A24B4D7B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57.090</a:t>
            </a:r>
          </a:p>
        </p:txBody>
      </p:sp>
      <p:sp>
        <p:nvSpPr>
          <p:cNvPr id="376" name="sues200_uav_300m_to_satellite/sues200_uav_300m_to_satellite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B9CBDAB7-7335-4D4F-BE47-6C8A759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626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uav_300m_to_satellite/sues200_uav_300m_to_satellite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CAEE6CA2-B745-4FB6-8F25-EEC85C5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66.099</a:t>
            </a:r>
          </a:p>
        </p:txBody>
      </p:sp>
      <p:sp>
        <p:nvSpPr>
          <p:cNvPr id="378" name="sues200_uav_300m_to_satellite/sues200_uav_300m_to_satellite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FEE9E8F9-9581-471E-A168-FEC8AA1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21083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uav_300m_to_satellite/sues200_uav_300m_to_satellite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495DE50F-D216-463A-A247-15C4F991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81.620</a:t>
            </a:r>
          </a:p>
        </p:txBody>
      </p:sp>
      <p:sp>
        <p:nvSpPr>
          <p:cNvPr id="380" name="sues200_uav_300m_to_satellite/sues200_uav_300m_to_satellite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94B666F6-9499-40CE-ACE1-3449D619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uav_300m_to_satellite/sues200_uav_300m_to_satellite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F86E13A1-9B47-4FD0-9813-5C0FF4D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535517"/>
            <a:ext cx="400050" cy="273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uav_300m_to_satellite/sues200_uav_300m_to_satellite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EAE6CC2F-A3F6-47DD-8B4E-505DD02A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40075" y="5491036"/>
            <a:ext cx="400050" cy="444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uav_300m_to_satellite/sues200_uav_300m_to_satellite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3054A8BB-F4D4-4868-96A5-E2B00CD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375102"/>
            <a:ext cx="400050" cy="1159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uav_300m_to_satellite/sues200_uav_300m_to_satellite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90132E1E-C73F-4FD6-9288-85835718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53939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uav_300m_to_satellite/sues200_uav_300m_to_satellite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C28759F8-895F-4E1C-8581-D373CA6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48.022</a:t>
            </a:r>
          </a:p>
        </p:txBody>
      </p:sp>
      <p:sp>
        <p:nvSpPr>
          <p:cNvPr id="386" name="sues200_uav_300m_to_satellite/sues200_uav_300m_to_satellite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8BDBF0D0-06B7-4D70-9122-26C80F73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51202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uav_300m_to_satellite/sues200_uav_300m_to_satellite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25864DA3-AC46-4121-B980-E83A6333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50.822</a:t>
            </a:r>
          </a:p>
        </p:txBody>
      </p:sp>
      <p:sp>
        <p:nvSpPr>
          <p:cNvPr id="388" name="sues200_uav_300m_to_satellite/sues200_uav_300m_to_satellite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DA99788B-0ADC-4D6A-8733-89F3898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46754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uav_300m_to_satellite/sues200_uav_300m_to_satellite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DB67CC91-7835-4A93-A3DA-DE6CA7F9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55.370</a:t>
            </a:r>
          </a:p>
        </p:txBody>
      </p:sp>
      <p:sp>
        <p:nvSpPr>
          <p:cNvPr id="390" name="sues200_uav_300m_to_satellite/sues200_uav_300m_to_satellite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883A221B-C734-428B-8887-9733213C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35160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uav_300m_to_satellite/sues200_uav_300m_to_satellite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598128A2-50E5-4F91-9DE0-2791660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67.226</a:t>
            </a:r>
          </a:p>
        </p:txBody>
      </p:sp>
      <p:sp>
        <p:nvSpPr>
          <p:cNvPr id="392" name="sues200_uav_300m_to_satellite/sues200_uav_300m_to_satellite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804B51B6-1AEB-43EF-97DD-2B5D06A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uav_300m_to_satellite/sues200_uav_300m_to_satellite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115D89F2-EB80-4E7E-AE0C-AD48BA1D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uav_300m_to_satellite/sues200_uav_300m_to_satellite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4569680C-B142-4A3B-801C-16869E77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uav_300m_to_satellite/sues200_uav_300m_to_satellite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542F7112-7138-4989-9E96-BFF9B127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uav_300m_to_satellite/sues200_uav_300m_to_satellite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1DA43CEC-801E-46DC-83BB-F9F36D97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uav_300m_to_satellite/sues200_uav_300m_to_satellite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C02234F6-E895-45B5-B66D-F1CD2FB3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uav_300m_to_satellite/sues200_uav_300m_to_satellite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59E16E54-C765-41F5-B008-09FFC73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uav_300m_to_satellite/sues200_uav_300m_to_satellite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957D6558-4777-4B72-BC4E-A016B643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uav_300m_to_satellite/sues200_uav_300m_to_satellite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6CAA714A-396E-4372-A74A-C2681C62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uav_300m_to_satellite/sues200_uav_300m_to_satellite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377E8651-F2B1-4737-B1A1-F2A00062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uav_300m_to_satellite/sues200_uav_300m_to_satellite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819382A9-086B-47B3-937D-8C11131E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uav_300m_to_satellite/sues200_uav_300m_to_satellite/seed-3/MRR/y-axis">
            <a:extLst xmlns:a="http://schemas.openxmlformats.org/drawingml/2006/main">
              <a:ext uri="{FF2B5EF4-FFF2-40B4-BE49-F238E27FC236}">
                <a16:creationId xmlns:a16="http://schemas.microsoft.com/office/drawing/2014/main" id="{294DE121-6D20-4A19-857F-23E90A72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uav_300m_to_satellite/sues200_uav_300m_to_satellite/seed-3/MRR/x-axis">
            <a:extLst xmlns:a="http://schemas.openxmlformats.org/drawingml/2006/main">
              <a:ext uri="{FF2B5EF4-FFF2-40B4-BE49-F238E27FC236}">
                <a16:creationId xmlns:a16="http://schemas.microsoft.com/office/drawing/2014/main" id="{1AB6B571-EED7-429B-9BA8-78B6BF5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uav_300m_to_satellite/sues200_uav_300m_to_satellite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BCDF0619-ADBA-47E5-AEC9-6D2F732F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uav_300m_to_satellite/sues200_uav_300m_to_satellite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04ECD9F2-F8C5-4680-85E0-813C13A0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uav_300m_to_satellite/sues200_uav_300m_to_satellite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C03162B9-6200-4B9A-BCEC-EBD0AA1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uav_300m_to_satellite/sues200_uav_300m_to_satellite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9A6E09E1-22A0-41A3-8FEA-7998D2D7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uav_300m_to_satellite/sues200_uav_300m_to_satellite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19241DF2-E755-45E3-ADF9-14A1B51E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uav_300m_to_satellite/sues200_uav_300m_to_satellite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E0E4A53C-B8F0-481B-BCD2-99A76C14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uav_300m_to_satellite/sues200_uav_300m_to_satellite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C357881E-C561-4322-88FE-9D02AC10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uav_300m_to_satellite/sues200_uav_300m_to_satellite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8B29C677-7F78-442E-8FD2-3DA7B266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uav_300m_to_satellite/sues200_uav_300m_to_satellite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A15BA112-BA6A-4D74-8DFE-C3BE934F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480115"/>
            <a:ext cx="400050" cy="4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uav_300m_to_satellite/sues200_uav_300m_to_satellite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397EA4CD-F848-426D-9064-F3040FE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374819"/>
            <a:ext cx="400050" cy="1052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uav_300m_to_satellite/sues200_uav_300m_to_satellite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34CCF73-5F43-4E70-8678-8855494F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210849"/>
            <a:ext cx="400050" cy="163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uav_300m_to_satellite/sues200_uav_300m_to_satellite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10AFD962-83DA-4E91-AAFE-B056258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4990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uav_300m_to_satellite/sues200_uav_300m_to_satellite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B92C018B-7100-49C1-844A-1D237063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52.146</a:t>
            </a:r>
          </a:p>
        </p:txBody>
      </p:sp>
      <p:sp>
        <p:nvSpPr>
          <p:cNvPr id="418" name="sues200_uav_300m_to_satellite/sues200_uav_300m_to_satellite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C39E5078-A7D4-420A-BC92-E9B083BA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45662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uav_300m_to_satellite/sues200_uav_300m_to_satellite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C3E65B56-0E95-48A6-A6F9-9CF672E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56.487</a:t>
            </a:r>
          </a:p>
        </p:txBody>
      </p:sp>
      <p:sp>
        <p:nvSpPr>
          <p:cNvPr id="420" name="sues200_uav_300m_to_satellite/sues200_uav_300m_to_satellite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0ED49FE0-DA03-40B5-A131-3219A063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35132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uav_300m_to_satellite/sues200_uav_300m_to_satellite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BEDF36DA-5195-4D1F-8592-390B57C6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67.254</a:t>
            </a:r>
          </a:p>
        </p:txBody>
      </p:sp>
      <p:sp>
        <p:nvSpPr>
          <p:cNvPr id="422" name="sues200_uav_300m_to_satellite/sues200_uav_300m_to_satellite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6D6402E3-119E-425A-B80D-789E4677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18735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uav_300m_to_satellite/sues200_uav_300m_to_satellite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77743BE5-FEA2-4103-8F08-C7FB6683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84.022</a:t>
            </a:r>
          </a:p>
        </p:txBody>
      </p:sp>
      <p:sp>
        <p:nvSpPr>
          <p:cNvPr id="424" name="sues200_uav_300m_to_satellite/sues200_uav_300m_to_satellite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A972F169-FE30-47BE-B5FD-64A88E5B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uav_300m_to_satellite/sues200_uav_300m_to_satellite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CD618C17-BBF7-4192-BD48-809A924A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5575682"/>
            <a:ext cx="400050" cy="164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uav_300m_to_satellite/sues200_uav_300m_to_satellite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8B96D68B-34E0-4747-BF3E-9920554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537522"/>
            <a:ext cx="400050" cy="5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uav_300m_to_satellite/sues200_uav_300m_to_satellite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D42B432C-32B7-42C4-A909-773AA95C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376101"/>
            <a:ext cx="400050" cy="1614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uav_300m_to_satellite/sues200_uav_300m_to_satellite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EA953633-EA4B-449B-9CA2-82B2D3AA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55218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uav_300m_to_satellite/sues200_uav_300m_to_satellite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01E698A4-9671-49D7-856E-8843EB4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46.714</a:t>
            </a:r>
          </a:p>
        </p:txBody>
      </p:sp>
      <p:sp>
        <p:nvSpPr>
          <p:cNvPr id="430" name="sues200_uav_300m_to_satellite/sues200_uav_300m_to_satellite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06010DD4-628F-4C8E-9765-6E256CC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56868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uav_300m_to_satellite/sues200_uav_300m_to_satellite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7B6828B0-C2A2-4493-B047-799993AB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45.027</a:t>
            </a:r>
          </a:p>
        </p:txBody>
      </p:sp>
      <p:sp>
        <p:nvSpPr>
          <p:cNvPr id="432" name="sues200_uav_300m_to_satellite/sues200_uav_300m_to_satellite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C2C145FD-A4BE-4966-89B2-51C61926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514027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uav_300m_to_satellite/sues200_uav_300m_to_satellite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6447C242-9297-42AF-B9C1-9F51001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50.616</a:t>
            </a:r>
          </a:p>
        </p:txBody>
      </p:sp>
      <p:sp>
        <p:nvSpPr>
          <p:cNvPr id="434" name="sues200_uav_300m_to_satellite/sues200_uav_300m_to_satellite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B224F5C8-916B-4D39-8277-30A89D3D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35260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uav_300m_to_satellite/sues200_uav_300m_to_satellite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FBE2237B-50A6-4BAC-B7D8-80094CA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67.123</a:t>
            </a:r>
          </a:p>
        </p:txBody>
      </p:sp>
      <p:sp>
        <p:nvSpPr>
          <p:cNvPr id="436" name="sues200_uav_300m_to_satellite/sues200_uav_300m_to_satellite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ECC5F8B8-11F7-41E8-ACBA-FF32E386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uav_300m_to_satellite/footnote-1">
            <a:extLst xmlns:a="http://schemas.openxmlformats.org/drawingml/2006/main">
              <a:ext uri="{FF2B5EF4-FFF2-40B4-BE49-F238E27FC236}">
                <a16:creationId xmlns:a16="http://schemas.microsoft.com/office/drawing/2014/main" id="{62AD0093-0C30-4890-8845-DBCCF4BD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uav_300m_to_satellite/footnote-2">
            <a:extLst xmlns:a="http://schemas.openxmlformats.org/drawingml/2006/main">
              <a:ext uri="{FF2B5EF4-FFF2-40B4-BE49-F238E27FC236}">
                <a16:creationId xmlns:a16="http://schemas.microsoft.com/office/drawing/2014/main" id="{7EEE1939-ED31-4D9B-A658-884FB966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uav_300m_to_satellite/footnote-3">
            <a:extLst xmlns:a="http://schemas.openxmlformats.org/drawingml/2006/main">
              <a:ext uri="{FF2B5EF4-FFF2-40B4-BE49-F238E27FC236}">
                <a16:creationId xmlns:a16="http://schemas.microsoft.com/office/drawing/2014/main" id="{7997BEAD-9BF6-45D6-92C3-07CEB9E5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uav_300m_to_satellite/footnote-4">
            <a:extLst xmlns:a="http://schemas.openxmlformats.org/drawingml/2006/main">
              <a:ext uri="{FF2B5EF4-FFF2-40B4-BE49-F238E27FC236}">
                <a16:creationId xmlns:a16="http://schemas.microsoft.com/office/drawing/2014/main" id="{D7004AC2-1D66-4531-A761-E0E3450B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uav_300m_to_satellite/footnote-5">
            <a:extLst xmlns:a="http://schemas.openxmlformats.org/drawingml/2006/main">
              <a:ext uri="{FF2B5EF4-FFF2-40B4-BE49-F238E27FC236}">
                <a16:creationId xmlns:a16="http://schemas.microsoft.com/office/drawing/2014/main" id="{6AE6A8AA-2ED7-469F-9FE8-EDD2DA30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2023177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sues200_satellite_to_uav_300m/title">
            <a:extLst xmlns:a="http://schemas.openxmlformats.org/drawingml/2006/main">
              <a:ext uri="{FF2B5EF4-FFF2-40B4-BE49-F238E27FC236}">
                <a16:creationId xmlns:a16="http://schemas.microsoft.com/office/drawing/2014/main" id="{100E835C-93EE-4C50-91F4-1B0DB134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17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300 m</a:t>
            </a:r>
          </a:p>
        </p:txBody>
      </p:sp>
      <p:sp>
        <p:nvSpPr>
          <p:cNvPr id="2" name="sues200_satellite_to_uav_300m/subtitle">
            <a:extLst xmlns:a="http://schemas.openxmlformats.org/drawingml/2006/main">
              <a:ext uri="{FF2B5EF4-FFF2-40B4-BE49-F238E27FC236}">
                <a16:creationId xmlns:a16="http://schemas.microsoft.com/office/drawing/2014/main" id="{E191DC83-AACB-441C-8B88-65101E27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644"/>
            <a:ext cx="277044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Performance within shared Visual-margin quartiles</a:t>
            </a:r>
          </a:p>
        </p:txBody>
      </p:sp>
      <p:sp>
        <p:nvSpPr>
          <p:cNvPr id="3" name="sues200_satellite_to_uav_300m/legend/visual/marker">
            <a:extLst xmlns:a="http://schemas.openxmlformats.org/drawingml/2006/main">
              <a:ext uri="{FF2B5EF4-FFF2-40B4-BE49-F238E27FC236}">
                <a16:creationId xmlns:a16="http://schemas.microsoft.com/office/drawing/2014/main" id="{1C4FD2C8-1C1F-40E7-9F2A-EDABA30F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" y="58610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300m/legend/visual/text">
            <a:extLst xmlns:a="http://schemas.openxmlformats.org/drawingml/2006/main">
              <a:ext uri="{FF2B5EF4-FFF2-40B4-BE49-F238E27FC236}">
                <a16:creationId xmlns:a16="http://schemas.microsoft.com/office/drawing/2014/main" id="{3DC36497-697D-412B-85A0-9AF9BF3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54228"/>
            <a:ext cx="44767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 (V)</a:t>
            </a:r>
          </a:p>
        </p:txBody>
      </p:sp>
      <p:sp>
        <p:nvSpPr>
          <p:cNvPr id="5" name="sues200_satellite_to_uav_300m/legend/full/marker">
            <a:extLst xmlns:a="http://schemas.openxmlformats.org/drawingml/2006/main">
              <a:ext uri="{FF2B5EF4-FFF2-40B4-BE49-F238E27FC236}">
                <a16:creationId xmlns:a16="http://schemas.microsoft.com/office/drawing/2014/main" id="{2A68695E-1896-4940-99D0-9FF0DAF8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105" y="58610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300m/legend/full/text">
            <a:extLst xmlns:a="http://schemas.openxmlformats.org/drawingml/2006/main">
              <a:ext uri="{FF2B5EF4-FFF2-40B4-BE49-F238E27FC236}">
                <a16:creationId xmlns:a16="http://schemas.microsoft.com/office/drawing/2014/main" id="{E5BD66B8-CB4B-479D-B7C9-876C914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54228"/>
            <a:ext cx="33089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(F)</a:t>
            </a:r>
          </a:p>
        </p:txBody>
      </p:sp>
      <p:sp>
        <p:nvSpPr>
          <p:cNvPr id="7" name="sues200_satellite_to_uav_300m/legend/values">
            <a:extLst xmlns:a="http://schemas.openxmlformats.org/drawingml/2006/main">
              <a:ext uri="{FF2B5EF4-FFF2-40B4-BE49-F238E27FC236}">
                <a16:creationId xmlns:a16="http://schemas.microsoft.com/office/drawing/2014/main" id="{5C7F89F1-A388-45E1-AB2B-BEE4F5C0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554228"/>
            <a:ext cx="210645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Values below plots: V then F, to three decimals</a:t>
            </a:r>
          </a:p>
        </p:txBody>
      </p:sp>
      <p:sp>
        <p:nvSpPr>
          <p:cNvPr id="8" name="sues200_satellite_to_uav_300m/seed-1/heading">
            <a:extLst xmlns:a="http://schemas.openxmlformats.org/drawingml/2006/main">
              <a:ext uri="{FF2B5EF4-FFF2-40B4-BE49-F238E27FC236}">
                <a16:creationId xmlns:a16="http://schemas.microsoft.com/office/drawing/2014/main" id="{CAD4F5E1-8405-40CC-B0CC-F74CDC6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</a:t>
            </a:r>
          </a:p>
        </p:txBody>
      </p:sp>
      <p:sp>
        <p:nvSpPr>
          <p:cNvPr id="9" name="sues200_satellite_to_uav_300m/seed-1/N-label">
            <a:extLst xmlns:a="http://schemas.openxmlformats.org/drawingml/2006/main">
              <a:ext uri="{FF2B5EF4-FFF2-40B4-BE49-F238E27FC236}">
                <a16:creationId xmlns:a16="http://schemas.microsoft.com/office/drawing/2014/main" id="{BAE9D534-6884-421E-85F3-0742308C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sues200_satellite_to_uav_300m/seed-1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D31F26DD-9F27-4A88-B025-6F70E40D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sues200_satellite_to_uav_300m/seed-1/quartile-1/N-value">
            <a:extLst xmlns:a="http://schemas.openxmlformats.org/drawingml/2006/main">
              <a:ext uri="{FF2B5EF4-FFF2-40B4-BE49-F238E27FC236}">
                <a16:creationId xmlns:a16="http://schemas.microsoft.com/office/drawing/2014/main" id="{3F33D523-855B-48E6-93DC-8FA6008A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2" name="sues200_satellite_to_uav_300m/seed-1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002C62D8-AEE4-4AA7-942C-AC5144CB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" name="sues200_satellite_to_uav_300m/seed-1/quartile-2/N-value">
            <a:extLst xmlns:a="http://schemas.openxmlformats.org/drawingml/2006/main">
              <a:ext uri="{FF2B5EF4-FFF2-40B4-BE49-F238E27FC236}">
                <a16:creationId xmlns:a16="http://schemas.microsoft.com/office/drawing/2014/main" id="{C5928E6D-A58F-4197-97A6-C07CE8E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4" name="sues200_satellite_to_uav_300m/seed-1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95443F75-1218-4025-88F9-6E80EAA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5" name="sues200_satellite_to_uav_300m/seed-1/quartile-3/N-value">
            <a:extLst xmlns:a="http://schemas.openxmlformats.org/drawingml/2006/main">
              <a:ext uri="{FF2B5EF4-FFF2-40B4-BE49-F238E27FC236}">
                <a16:creationId xmlns:a16="http://schemas.microsoft.com/office/drawing/2014/main" id="{23A821F2-5984-4463-908E-E59C73E5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6" name="sues200_satellite_to_uav_300m/seed-1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95DCB439-73A1-488F-AFAA-EFBA5BD9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sues200_satellite_to_uav_300m/seed-1/quartile-4/N-value">
            <a:extLst xmlns:a="http://schemas.openxmlformats.org/drawingml/2006/main">
              <a:ext uri="{FF2B5EF4-FFF2-40B4-BE49-F238E27FC236}">
                <a16:creationId xmlns:a16="http://schemas.microsoft.com/office/drawing/2014/main" id="{4FE4FBE6-0A71-44FD-B8B9-D6FFE1A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18" name="sues200_satellite_to_uav_300m/seed-2/heading">
            <a:extLst xmlns:a="http://schemas.openxmlformats.org/drawingml/2006/main">
              <a:ext uri="{FF2B5EF4-FFF2-40B4-BE49-F238E27FC236}">
                <a16:creationId xmlns:a16="http://schemas.microsoft.com/office/drawing/2014/main" id="{464FCC2C-9C12-46BB-A85E-32E7E70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2</a:t>
            </a:r>
          </a:p>
        </p:txBody>
      </p:sp>
      <p:sp>
        <p:nvSpPr>
          <p:cNvPr id="19" name="sues200_satellite_to_uav_300m/seed-2/N-label">
            <a:extLst xmlns:a="http://schemas.openxmlformats.org/drawingml/2006/main">
              <a:ext uri="{FF2B5EF4-FFF2-40B4-BE49-F238E27FC236}">
                <a16:creationId xmlns:a16="http://schemas.microsoft.com/office/drawing/2014/main" id="{8EED74DA-06F9-43EE-8158-E58568AC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" name="sues200_satellite_to_uav_300m/seed-2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AE38AD99-68FE-42A0-9047-ADC10EB3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1" name="sues200_satellite_to_uav_300m/seed-2/quartile-1/N-value">
            <a:extLst xmlns:a="http://schemas.openxmlformats.org/drawingml/2006/main">
              <a:ext uri="{FF2B5EF4-FFF2-40B4-BE49-F238E27FC236}">
                <a16:creationId xmlns:a16="http://schemas.microsoft.com/office/drawing/2014/main" id="{62414C89-42DE-4DFC-B154-5290DD6D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2" name="sues200_satellite_to_uav_300m/seed-2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301F1AC4-9439-48B5-9378-ADD91784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" name="sues200_satellite_to_uav_300m/seed-2/quartile-2/N-value">
            <a:extLst xmlns:a="http://schemas.openxmlformats.org/drawingml/2006/main">
              <a:ext uri="{FF2B5EF4-FFF2-40B4-BE49-F238E27FC236}">
                <a16:creationId xmlns:a16="http://schemas.microsoft.com/office/drawing/2014/main" id="{A0EF1A53-BE39-47D4-A349-07A49370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6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4" name="sues200_satellite_to_uav_300m/seed-2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DD7FE4CF-2555-409E-A124-9D9F6DFB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5" name="sues200_satellite_to_uav_300m/seed-2/quartile-3/N-value">
            <a:extLst xmlns:a="http://schemas.openxmlformats.org/drawingml/2006/main">
              <a:ext uri="{FF2B5EF4-FFF2-40B4-BE49-F238E27FC236}">
                <a16:creationId xmlns:a16="http://schemas.microsoft.com/office/drawing/2014/main" id="{7F5EBAD3-942A-47AE-9F69-2579F8BB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6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6" name="sues200_satellite_to_uav_300m/seed-2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70B3233A-8098-47CF-A7AC-D85206D7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7" name="sues200_satellite_to_uav_300m/seed-2/quartile-4/N-value">
            <a:extLst xmlns:a="http://schemas.openxmlformats.org/drawingml/2006/main">
              <a:ext uri="{FF2B5EF4-FFF2-40B4-BE49-F238E27FC236}">
                <a16:creationId xmlns:a16="http://schemas.microsoft.com/office/drawing/2014/main" id="{AD4F3C9D-9944-42AD-8396-93B8A537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28" name="sues200_satellite_to_uav_300m/seed-3/heading">
            <a:extLst xmlns:a="http://schemas.openxmlformats.org/drawingml/2006/main">
              <a:ext uri="{FF2B5EF4-FFF2-40B4-BE49-F238E27FC236}">
                <a16:creationId xmlns:a16="http://schemas.microsoft.com/office/drawing/2014/main" id="{49B7133A-9E82-441D-A001-E0FB5C8C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676" y="783844"/>
            <a:ext cx="378047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3</a:t>
            </a:r>
          </a:p>
        </p:txBody>
      </p:sp>
      <p:sp>
        <p:nvSpPr>
          <p:cNvPr id="29" name="sues200_satellite_to_uav_300m/seed-3/N-label">
            <a:extLst xmlns:a="http://schemas.openxmlformats.org/drawingml/2006/main">
              <a:ext uri="{FF2B5EF4-FFF2-40B4-BE49-F238E27FC236}">
                <a16:creationId xmlns:a16="http://schemas.microsoft.com/office/drawing/2014/main" id="{5F365780-0CCD-4E8D-B8D9-7C7ACEDA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33" y="1138428"/>
            <a:ext cx="828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0" name="sues200_satellite_to_uav_300m/seed-3/quartile-1/N-heading">
            <a:extLst xmlns:a="http://schemas.openxmlformats.org/drawingml/2006/main">
              <a:ext uri="{FF2B5EF4-FFF2-40B4-BE49-F238E27FC236}">
                <a16:creationId xmlns:a16="http://schemas.microsoft.com/office/drawing/2014/main" id="{0599F558-1325-44A4-8DFC-84E25941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" name="sues200_satellite_to_uav_300m/seed-3/quartile-1/N-value">
            <a:extLst xmlns:a="http://schemas.openxmlformats.org/drawingml/2006/main">
              <a:ext uri="{FF2B5EF4-FFF2-40B4-BE49-F238E27FC236}">
                <a16:creationId xmlns:a16="http://schemas.microsoft.com/office/drawing/2014/main" id="{7903EF11-2CF7-4F48-A954-1F05810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1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2" name="sues200_satellite_to_uav_300m/seed-3/quartile-2/N-heading">
            <a:extLst xmlns:a="http://schemas.openxmlformats.org/drawingml/2006/main">
              <a:ext uri="{FF2B5EF4-FFF2-40B4-BE49-F238E27FC236}">
                <a16:creationId xmlns:a16="http://schemas.microsoft.com/office/drawing/2014/main" id="{C8984273-DEE1-4DD8-AF4B-6B9AD3D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sues200_satellite_to_uav_300m/seed-3/quartile-2/N-value">
            <a:extLst xmlns:a="http://schemas.openxmlformats.org/drawingml/2006/main">
              <a:ext uri="{FF2B5EF4-FFF2-40B4-BE49-F238E27FC236}">
                <a16:creationId xmlns:a16="http://schemas.microsoft.com/office/drawing/2014/main" id="{50E180DB-36E9-4051-BF89-BFEFA64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2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4" name="sues200_satellite_to_uav_300m/seed-3/quartile-3/N-heading">
            <a:extLst xmlns:a="http://schemas.openxmlformats.org/drawingml/2006/main">
              <a:ext uri="{FF2B5EF4-FFF2-40B4-BE49-F238E27FC236}">
                <a16:creationId xmlns:a16="http://schemas.microsoft.com/office/drawing/2014/main" id="{27C1C6DC-87D3-4CF9-8E10-9E88D77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5" name="sues200_satellite_to_uav_300m/seed-3/quartile-3/N-value">
            <a:extLst xmlns:a="http://schemas.openxmlformats.org/drawingml/2006/main">
              <a:ext uri="{FF2B5EF4-FFF2-40B4-BE49-F238E27FC236}">
                <a16:creationId xmlns:a16="http://schemas.microsoft.com/office/drawing/2014/main" id="{EA9B2B1F-516B-449E-890A-83E52BB2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28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6" name="sues200_satellite_to_uav_300m/seed-3/quartile-4/N-heading">
            <a:extLst xmlns:a="http://schemas.openxmlformats.org/drawingml/2006/main">
              <a:ext uri="{FF2B5EF4-FFF2-40B4-BE49-F238E27FC236}">
                <a16:creationId xmlns:a16="http://schemas.microsoft.com/office/drawing/2014/main" id="{78859E25-DEAF-42C6-BEF4-8EFB1D61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9733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7" name="sues200_satellite_to_uav_300m/seed-3/quartile-4/N-value">
            <a:extLst xmlns:a="http://schemas.openxmlformats.org/drawingml/2006/main">
              <a:ext uri="{FF2B5EF4-FFF2-40B4-BE49-F238E27FC236}">
                <a16:creationId xmlns:a16="http://schemas.microsoft.com/office/drawing/2014/main" id="{E5B60D2E-E339-443A-85CE-6D00F02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335" y="113842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20†</a:t>
            </a:r>
          </a:p>
        </p:txBody>
      </p:sp>
      <p:sp>
        <p:nvSpPr>
          <p:cNvPr id="38" name="sues200_satellite_to_uav_300m/r_at_1/row-heading">
            <a:extLst xmlns:a="http://schemas.openxmlformats.org/drawingml/2006/main">
              <a:ext uri="{FF2B5EF4-FFF2-40B4-BE49-F238E27FC236}">
                <a16:creationId xmlns:a16="http://schemas.microsoft.com/office/drawing/2014/main" id="{DD86EEDA-8D58-49EE-9BE0-03D75FF7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68044"/>
            <a:ext cx="47663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(%)</a:t>
            </a:r>
          </a:p>
        </p:txBody>
      </p:sp>
      <p:sp>
        <p:nvSpPr>
          <p:cNvPr id="39" name="sues200_satellite_to_uav_300m/sues200_satellite_to_uav_300m/seed-1/r_at_1/y-grid-0">
            <a:extLst xmlns:a="http://schemas.openxmlformats.org/drawingml/2006/main">
              <a:ext uri="{FF2B5EF4-FFF2-40B4-BE49-F238E27FC236}">
                <a16:creationId xmlns:a16="http://schemas.microsoft.com/office/drawing/2014/main" id="{C656C385-3074-49CF-8430-79E5D92B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" name="sues200_satellite_to_uav_300m/sues200_satellite_to_uav_300m/seed-1/r_at_1/y-label-0">
            <a:extLst xmlns:a="http://schemas.openxmlformats.org/drawingml/2006/main">
              <a:ext uri="{FF2B5EF4-FFF2-40B4-BE49-F238E27FC236}">
                <a16:creationId xmlns:a16="http://schemas.microsoft.com/office/drawing/2014/main" id="{B1059F0B-6F91-4A40-88EC-3A20DB10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sues200_satellite_to_uav_300m/sues200_satellite_to_uav_300m/seed-1/r_at_1/y-grid-25">
            <a:extLst xmlns:a="http://schemas.openxmlformats.org/drawingml/2006/main">
              <a:ext uri="{FF2B5EF4-FFF2-40B4-BE49-F238E27FC236}">
                <a16:creationId xmlns:a16="http://schemas.microsoft.com/office/drawing/2014/main" id="{1DB698DA-674A-4D9D-AD39-D30DCC44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2" name="sues200_satellite_to_uav_300m/sues200_satellite_to_uav_300m/seed-1/r_at_1/y-label-25">
            <a:extLst xmlns:a="http://schemas.openxmlformats.org/drawingml/2006/main">
              <a:ext uri="{FF2B5EF4-FFF2-40B4-BE49-F238E27FC236}">
                <a16:creationId xmlns:a16="http://schemas.microsoft.com/office/drawing/2014/main" id="{9D1BE9EB-1EAA-4D9B-A6AC-21E9692D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sues200_satellite_to_uav_300m/sues200_satellite_to_uav_300m/seed-1/r_at_1/y-grid-50">
            <a:extLst xmlns:a="http://schemas.openxmlformats.org/drawingml/2006/main">
              <a:ext uri="{FF2B5EF4-FFF2-40B4-BE49-F238E27FC236}">
                <a16:creationId xmlns:a16="http://schemas.microsoft.com/office/drawing/2014/main" id="{4A444ED9-9299-40FA-B0C8-CA2DC162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4" name="sues200_satellite_to_uav_300m/sues200_satellite_to_uav_300m/seed-1/r_at_1/y-label-50">
            <a:extLst xmlns:a="http://schemas.openxmlformats.org/drawingml/2006/main">
              <a:ext uri="{FF2B5EF4-FFF2-40B4-BE49-F238E27FC236}">
                <a16:creationId xmlns:a16="http://schemas.microsoft.com/office/drawing/2014/main" id="{BBC9A3FD-1FA4-47B1-80EF-95BBDA78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5" name="sues200_satellite_to_uav_300m/sues200_satellite_to_uav_300m/seed-1/r_at_1/y-grid-75">
            <a:extLst xmlns:a="http://schemas.openxmlformats.org/drawingml/2006/main">
              <a:ext uri="{FF2B5EF4-FFF2-40B4-BE49-F238E27FC236}">
                <a16:creationId xmlns:a16="http://schemas.microsoft.com/office/drawing/2014/main" id="{F4D1B18D-1B71-4DE8-852C-8A31C0F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6" name="sues200_satellite_to_uav_300m/sues200_satellite_to_uav_300m/seed-1/r_at_1/y-label-75">
            <a:extLst xmlns:a="http://schemas.openxmlformats.org/drawingml/2006/main">
              <a:ext uri="{FF2B5EF4-FFF2-40B4-BE49-F238E27FC236}">
                <a16:creationId xmlns:a16="http://schemas.microsoft.com/office/drawing/2014/main" id="{6D1305D6-8461-450D-8490-BBD39EB2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7" name="sues200_satellite_to_uav_300m/sues200_satellite_to_uav_300m/seed-1/r_at_1/y-grid-100">
            <a:extLst xmlns:a="http://schemas.openxmlformats.org/drawingml/2006/main">
              <a:ext uri="{FF2B5EF4-FFF2-40B4-BE49-F238E27FC236}">
                <a16:creationId xmlns:a16="http://schemas.microsoft.com/office/drawing/2014/main" id="{D0068CD2-23E7-4704-BBF8-23A258B8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8" name="sues200_satellite_to_uav_300m/sues200_satellite_to_uav_300m/seed-1/r_at_1/y-label-100">
            <a:extLst xmlns:a="http://schemas.openxmlformats.org/drawingml/2006/main">
              <a:ext uri="{FF2B5EF4-FFF2-40B4-BE49-F238E27FC236}">
                <a16:creationId xmlns:a16="http://schemas.microsoft.com/office/drawing/2014/main" id="{14DC4046-8904-48A8-9030-0C2FB745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9" name="sues200_satellite_to_uav_300m/sues200_satellite_to_uav_300m/seed-1/r_at_1/y-axis">
            <a:extLst xmlns:a="http://schemas.openxmlformats.org/drawingml/2006/main">
              <a:ext uri="{FF2B5EF4-FFF2-40B4-BE49-F238E27FC236}">
                <a16:creationId xmlns:a16="http://schemas.microsoft.com/office/drawing/2014/main" id="{09051337-6A2E-4902-9979-BCDD69A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sues200_satellite_to_uav_300m/sues200_satellite_to_uav_300m/seed-1/r_at_1/x-axis">
            <a:extLst xmlns:a="http://schemas.openxmlformats.org/drawingml/2006/main">
              <a:ext uri="{FF2B5EF4-FFF2-40B4-BE49-F238E27FC236}">
                <a16:creationId xmlns:a16="http://schemas.microsoft.com/office/drawing/2014/main" id="{E8E0279F-477E-4D73-8ECF-70F8BA45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sues200_satellite_to_uav_300m/sues200_satellite_to_uav_300m/seed-1/r_at_1/x-tick-Q1">
            <a:extLst xmlns:a="http://schemas.openxmlformats.org/drawingml/2006/main">
              <a:ext uri="{FF2B5EF4-FFF2-40B4-BE49-F238E27FC236}">
                <a16:creationId xmlns:a16="http://schemas.microsoft.com/office/drawing/2014/main" id="{B465ED29-E56B-4E18-A92A-251F56F7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sues200_satellite_to_uav_300m/sues200_satellite_to_uav_300m/seed-1/r_at_1/x-label-Q1">
            <a:extLst xmlns:a="http://schemas.openxmlformats.org/drawingml/2006/main">
              <a:ext uri="{FF2B5EF4-FFF2-40B4-BE49-F238E27FC236}">
                <a16:creationId xmlns:a16="http://schemas.microsoft.com/office/drawing/2014/main" id="{6F37FACB-C627-488D-A40A-F1DF269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3" name="sues200_satellite_to_uav_300m/sues200_satellite_to_uav_300m/seed-1/r_at_1/x-tick-Q2">
            <a:extLst xmlns:a="http://schemas.openxmlformats.org/drawingml/2006/main">
              <a:ext uri="{FF2B5EF4-FFF2-40B4-BE49-F238E27FC236}">
                <a16:creationId xmlns:a16="http://schemas.microsoft.com/office/drawing/2014/main" id="{B830DD9E-FEC4-43EB-B470-861C01D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sues200_satellite_to_uav_300m/sues200_satellite_to_uav_300m/seed-1/r_at_1/x-label-Q2">
            <a:extLst xmlns:a="http://schemas.openxmlformats.org/drawingml/2006/main">
              <a:ext uri="{FF2B5EF4-FFF2-40B4-BE49-F238E27FC236}">
                <a16:creationId xmlns:a16="http://schemas.microsoft.com/office/drawing/2014/main" id="{23605BA9-6A68-49B6-B825-BEA2FED6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55" name="sues200_satellite_to_uav_300m/sues200_satellite_to_uav_300m/seed-1/r_at_1/x-tick-Q3">
            <a:extLst xmlns:a="http://schemas.openxmlformats.org/drawingml/2006/main">
              <a:ext uri="{FF2B5EF4-FFF2-40B4-BE49-F238E27FC236}">
                <a16:creationId xmlns:a16="http://schemas.microsoft.com/office/drawing/2014/main" id="{A1AF45E0-07AE-41FB-90B3-1C58BF02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sues200_satellite_to_uav_300m/sues200_satellite_to_uav_300m/seed-1/r_at_1/x-label-Q3">
            <a:extLst xmlns:a="http://schemas.openxmlformats.org/drawingml/2006/main">
              <a:ext uri="{FF2B5EF4-FFF2-40B4-BE49-F238E27FC236}">
                <a16:creationId xmlns:a16="http://schemas.microsoft.com/office/drawing/2014/main" id="{F9312F5C-6A9C-42F1-B7BC-A2CEAAC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7" name="sues200_satellite_to_uav_300m/sues200_satellite_to_uav_300m/seed-1/r_at_1/x-tick-Q4">
            <a:extLst xmlns:a="http://schemas.openxmlformats.org/drawingml/2006/main">
              <a:ext uri="{FF2B5EF4-FFF2-40B4-BE49-F238E27FC236}">
                <a16:creationId xmlns:a16="http://schemas.microsoft.com/office/drawing/2014/main" id="{64CBF4A1-B61C-456E-9C1C-AEE0561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sues200_satellite_to_uav_300m/sues200_satellite_to_uav_300m/seed-1/r_at_1/x-label-Q4">
            <a:extLst xmlns:a="http://schemas.openxmlformats.org/drawingml/2006/main">
              <a:ext uri="{FF2B5EF4-FFF2-40B4-BE49-F238E27FC236}">
                <a16:creationId xmlns:a16="http://schemas.microsoft.com/office/drawing/2014/main" id="{AABDBC97-8912-45E7-835A-4D708BA5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59" name="sues200_satellite_to_uav_300m/sues200_satellite_to_uav_300m/seed-1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D59B2B09-E36F-4D96-8ED4-69BDE0D1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196786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0" name="sues200_satellite_to_uav_300m/sues200_satellite_to_uav_300m/seed-1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0FE59DEF-F4F9-4CA4-BFCF-2B0FF13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1870075"/>
            <a:ext cx="400050" cy="9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1" name="sues200_satellite_to_uav_300m/sues200_satellite_to_uav_300m/seed-1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006B4526-B8E2-456E-870B-580915E5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18700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62" name="sues200_satellite_to_uav_300m/sues200_satellite_to_uav_300m/seed-1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4863CD61-0417-49B1-95AB-E8C099E5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3" name="sues200_satellite_to_uav_300m/sues200_satellite_to_uav_300m/seed-1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E16F4A37-F6F2-4F64-96DF-73DFD116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64" name="sues200_satellite_to_uav_300m/sues200_satellite_to_uav_300m/seed-1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F5A1AA23-37BF-49EB-AF08-4283EEA2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194437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sues200_satellite_to_uav_300m/sues200_satellite_to_uav_300m/seed-1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E5A4B0BD-43EF-4270-ABC9-81AD48C8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66" name="sues200_satellite_to_uav_300m/sues200_satellite_to_uav_300m/seed-1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734FC048-8F48-4BA2-8EDE-5D675734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sues200_satellite_to_uav_300m/sues200_satellite_to_uav_300m/seed-1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19E72FAA-9F1B-4412-BD60-F0711E5B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68" name="sues200_satellite_to_uav_300m/sues200_satellite_to_uav_300m/seed-1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4BAC35C6-B6BB-4456-8402-E0315DD5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9" name="sues200_satellite_to_uav_300m/sues200_satellite_to_uav_300m/seed-1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77CA8678-FAFE-4023-BE79-E53EF7A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70" name="sues200_satellite_to_uav_300m/sues200_satellite_to_uav_300m/seed-1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0C883F9-BE26-41A5-8F21-E3CB765E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1" name="sues200_satellite_to_uav_300m/sues200_satellite_to_uav_300m/seed-1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231B863B-6461-48CA-AA87-7B779024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1967865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2" name="sues200_satellite_to_uav_300m/sues200_satellite_to_uav_300m/seed-1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92B12DD-DB46-45A4-A771-31357A41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1918970"/>
            <a:ext cx="400050" cy="195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3" name="sues200_satellite_to_uav_300m/sues200_satellite_to_uav_300m/seed-1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41FD8A89-0BEB-4B0E-B50C-E1A6F76B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1918970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74" name="sues200_satellite_to_uav_300m/sues200_satellite_to_uav_300m/seed-1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617D6F4D-D7F4-4C1D-A2E3-0619117B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5" name="sues200_satellite_to_uav_300m/sues200_satellite_to_uav_300m/seed-1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93C20644-1132-41B1-BF40-FAED351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76" name="sues200_satellite_to_uav_300m/sues200_satellite_to_uav_300m/seed-1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26CD6C63-FDFD-4F5A-A5D0-0DFA33E3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209105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7" name="sues200_satellite_to_uav_300m/sues200_satellite_to_uav_300m/seed-1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8945D10D-1296-4128-B949-5AD1932C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50.000</a:t>
            </a:r>
          </a:p>
        </p:txBody>
      </p:sp>
      <p:sp>
        <p:nvSpPr>
          <p:cNvPr id="78" name="sues200_satellite_to_uav_300m/sues200_satellite_to_uav_300m/seed-1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B0664E2C-F5F4-4AAA-8CBB-CEE29D27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189547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79" name="sues200_satellite_to_uav_300m/sues200_satellite_to_uav_300m/seed-1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332DC1E4-7D71-4D8F-BC0A-A226EF3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80" name="sues200_satellite_to_uav_300m/sues200_satellite_to_uav_300m/seed-1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A5F0E122-EF98-48D0-9AE1-8E26CEA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sues200_satellite_to_uav_300m/sues200_satellite_to_uav_300m/seed-1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7CC25A1D-6EDF-4E4F-AABB-1B9EE41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82" name="sues200_satellite_to_uav_300m/sues200_satellite_to_uav_300m/seed-1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D239F8C7-ACAC-4120-B634-D479FE9C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83" name="sues200_satellite_to_uav_300m/sues200_satellite_to_uav_300m/seed-2/r_at_1/y-grid-0">
            <a:extLst xmlns:a="http://schemas.openxmlformats.org/drawingml/2006/main">
              <a:ext uri="{FF2B5EF4-FFF2-40B4-BE49-F238E27FC236}">
                <a16:creationId xmlns:a16="http://schemas.microsoft.com/office/drawing/2014/main" id="{C9B470B6-1F7A-44C8-8636-A3DCBDD8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4" name="sues200_satellite_to_uav_300m/sues200_satellite_to_uav_300m/seed-2/r_at_1/y-label-0">
            <a:extLst xmlns:a="http://schemas.openxmlformats.org/drawingml/2006/main">
              <a:ext uri="{FF2B5EF4-FFF2-40B4-BE49-F238E27FC236}">
                <a16:creationId xmlns:a16="http://schemas.microsoft.com/office/drawing/2014/main" id="{9D34EE1D-488D-424A-9691-500D6AC0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sues200_satellite_to_uav_300m/sues200_satellite_to_uav_300m/seed-2/r_at_1/y-grid-25">
            <a:extLst xmlns:a="http://schemas.openxmlformats.org/drawingml/2006/main">
              <a:ext uri="{FF2B5EF4-FFF2-40B4-BE49-F238E27FC236}">
                <a16:creationId xmlns:a16="http://schemas.microsoft.com/office/drawing/2014/main" id="{683EBAAD-F768-4B65-A011-267BF154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6" name="sues200_satellite_to_uav_300m/sues200_satellite_to_uav_300m/seed-2/r_at_1/y-label-25">
            <a:extLst xmlns:a="http://schemas.openxmlformats.org/drawingml/2006/main">
              <a:ext uri="{FF2B5EF4-FFF2-40B4-BE49-F238E27FC236}">
                <a16:creationId xmlns:a16="http://schemas.microsoft.com/office/drawing/2014/main" id="{4C306BEE-9AF2-4EFB-B8FD-DF1462F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7" name="sues200_satellite_to_uav_300m/sues200_satellite_to_uav_300m/seed-2/r_at_1/y-grid-50">
            <a:extLst xmlns:a="http://schemas.openxmlformats.org/drawingml/2006/main">
              <a:ext uri="{FF2B5EF4-FFF2-40B4-BE49-F238E27FC236}">
                <a16:creationId xmlns:a16="http://schemas.microsoft.com/office/drawing/2014/main" id="{36C4392E-9DBE-4CC4-8766-5D2F51A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88" name="sues200_satellite_to_uav_300m/sues200_satellite_to_uav_300m/seed-2/r_at_1/y-label-50">
            <a:extLst xmlns:a="http://schemas.openxmlformats.org/drawingml/2006/main">
              <a:ext uri="{FF2B5EF4-FFF2-40B4-BE49-F238E27FC236}">
                <a16:creationId xmlns:a16="http://schemas.microsoft.com/office/drawing/2014/main" id="{349F165E-5D1D-4B89-B729-91FCC735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9" name="sues200_satellite_to_uav_300m/sues200_satellite_to_uav_300m/seed-2/r_at_1/y-grid-75">
            <a:extLst xmlns:a="http://schemas.openxmlformats.org/drawingml/2006/main">
              <a:ext uri="{FF2B5EF4-FFF2-40B4-BE49-F238E27FC236}">
                <a16:creationId xmlns:a16="http://schemas.microsoft.com/office/drawing/2014/main" id="{8B83DF39-B881-4879-A0C3-5F6690A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0" name="sues200_satellite_to_uav_300m/sues200_satellite_to_uav_300m/seed-2/r_at_1/y-label-75">
            <a:extLst xmlns:a="http://schemas.openxmlformats.org/drawingml/2006/main">
              <a:ext uri="{FF2B5EF4-FFF2-40B4-BE49-F238E27FC236}">
                <a16:creationId xmlns:a16="http://schemas.microsoft.com/office/drawing/2014/main" id="{F9554D26-371E-415E-8403-5BA870A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1" name="sues200_satellite_to_uav_300m/sues200_satellite_to_uav_300m/seed-2/r_at_1/y-grid-100">
            <a:extLst xmlns:a="http://schemas.openxmlformats.org/drawingml/2006/main">
              <a:ext uri="{FF2B5EF4-FFF2-40B4-BE49-F238E27FC236}">
                <a16:creationId xmlns:a16="http://schemas.microsoft.com/office/drawing/2014/main" id="{BDDCAF28-D8CD-4F17-BBE5-B6680EA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92" name="sues200_satellite_to_uav_300m/sues200_satellite_to_uav_300m/seed-2/r_at_1/y-label-100">
            <a:extLst xmlns:a="http://schemas.openxmlformats.org/drawingml/2006/main">
              <a:ext uri="{FF2B5EF4-FFF2-40B4-BE49-F238E27FC236}">
                <a16:creationId xmlns:a16="http://schemas.microsoft.com/office/drawing/2014/main" id="{5AB2A28A-924E-4F27-B2A1-52156B00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3" name="sues200_satellite_to_uav_300m/sues200_satellite_to_uav_300m/seed-2/r_at_1/y-axis">
            <a:extLst xmlns:a="http://schemas.openxmlformats.org/drawingml/2006/main">
              <a:ext uri="{FF2B5EF4-FFF2-40B4-BE49-F238E27FC236}">
                <a16:creationId xmlns:a16="http://schemas.microsoft.com/office/drawing/2014/main" id="{700F61D9-213E-46C1-89C7-4918FF2D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4" name="sues200_satellite_to_uav_300m/sues200_satellite_to_uav_300m/seed-2/r_at_1/x-axis">
            <a:extLst xmlns:a="http://schemas.openxmlformats.org/drawingml/2006/main">
              <a:ext uri="{FF2B5EF4-FFF2-40B4-BE49-F238E27FC236}">
                <a16:creationId xmlns:a16="http://schemas.microsoft.com/office/drawing/2014/main" id="{0169945D-F26D-4609-8127-D9B2D4D9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5" name="sues200_satellite_to_uav_300m/sues200_satellite_to_uav_300m/seed-2/r_at_1/x-tick-Q1">
            <a:extLst xmlns:a="http://schemas.openxmlformats.org/drawingml/2006/main">
              <a:ext uri="{FF2B5EF4-FFF2-40B4-BE49-F238E27FC236}">
                <a16:creationId xmlns:a16="http://schemas.microsoft.com/office/drawing/2014/main" id="{12FD9FD3-D029-4DB7-8CB7-FAA8793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6" name="sues200_satellite_to_uav_300m/sues200_satellite_to_uav_300m/seed-2/r_at_1/x-label-Q1">
            <a:extLst xmlns:a="http://schemas.openxmlformats.org/drawingml/2006/main">
              <a:ext uri="{FF2B5EF4-FFF2-40B4-BE49-F238E27FC236}">
                <a16:creationId xmlns:a16="http://schemas.microsoft.com/office/drawing/2014/main" id="{AF1C74A9-1ACB-420D-A24F-BB392C2A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97" name="sues200_satellite_to_uav_300m/sues200_satellite_to_uav_300m/seed-2/r_at_1/x-tick-Q2">
            <a:extLst xmlns:a="http://schemas.openxmlformats.org/drawingml/2006/main">
              <a:ext uri="{FF2B5EF4-FFF2-40B4-BE49-F238E27FC236}">
                <a16:creationId xmlns:a16="http://schemas.microsoft.com/office/drawing/2014/main" id="{371CDC16-53DC-4648-A3A7-98B1DAC0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8" name="sues200_satellite_to_uav_300m/sues200_satellite_to_uav_300m/seed-2/r_at_1/x-label-Q2">
            <a:extLst xmlns:a="http://schemas.openxmlformats.org/drawingml/2006/main">
              <a:ext uri="{FF2B5EF4-FFF2-40B4-BE49-F238E27FC236}">
                <a16:creationId xmlns:a16="http://schemas.microsoft.com/office/drawing/2014/main" id="{7F82D40B-4157-4B1B-9AAB-90C52EB7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9" name="sues200_satellite_to_uav_300m/sues200_satellite_to_uav_300m/seed-2/r_at_1/x-tick-Q3">
            <a:extLst xmlns:a="http://schemas.openxmlformats.org/drawingml/2006/main">
              <a:ext uri="{FF2B5EF4-FFF2-40B4-BE49-F238E27FC236}">
                <a16:creationId xmlns:a16="http://schemas.microsoft.com/office/drawing/2014/main" id="{BD98390C-72B8-4693-9198-1527CA2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0" name="sues200_satellite_to_uav_300m/sues200_satellite_to_uav_300m/seed-2/r_at_1/x-label-Q3">
            <a:extLst xmlns:a="http://schemas.openxmlformats.org/drawingml/2006/main">
              <a:ext uri="{FF2B5EF4-FFF2-40B4-BE49-F238E27FC236}">
                <a16:creationId xmlns:a16="http://schemas.microsoft.com/office/drawing/2014/main" id="{86BED1FD-5180-456F-9EFD-D6317C1F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01" name="sues200_satellite_to_uav_300m/sues200_satellite_to_uav_300m/seed-2/r_at_1/x-tick-Q4">
            <a:extLst xmlns:a="http://schemas.openxmlformats.org/drawingml/2006/main">
              <a:ext uri="{FF2B5EF4-FFF2-40B4-BE49-F238E27FC236}">
                <a16:creationId xmlns:a16="http://schemas.microsoft.com/office/drawing/2014/main" id="{C9541A74-D527-4384-BD59-14FFC0CE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2" name="sues200_satellite_to_uav_300m/sues200_satellite_to_uav_300m/seed-2/r_at_1/x-label-Q4">
            <a:extLst xmlns:a="http://schemas.openxmlformats.org/drawingml/2006/main">
              <a:ext uri="{FF2B5EF4-FFF2-40B4-BE49-F238E27FC236}">
                <a16:creationId xmlns:a16="http://schemas.microsoft.com/office/drawing/2014/main" id="{68A47D6B-307F-47B5-905B-46DCD41F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03" name="sues200_satellite_to_uav_300m/sues200_satellite_to_uav_300m/seed-2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474D448-1002-49B8-97F9-80A707F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18700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4" name="sues200_satellite_to_uav_300m/sues200_satellite_to_uav_300m/seed-2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EC04690-679E-43D1-989C-AE44689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187007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5" name="sues200_satellite_to_uav_300m/sues200_satellite_to_uav_300m/seed-2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D754AB1B-5732-4BD5-9851-8E3EF00B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187007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06" name="sues200_satellite_to_uav_300m/sues200_satellite_to_uav_300m/seed-2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0F9ECABB-17D5-44BD-A813-2EDA208F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300m/sues200_satellite_to_uav_300m/seed-2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34F042D0-79A7-4F66-9DCF-E416B545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108" name="sues200_satellite_to_uav_300m/sues200_satellite_to_uav_300m/seed-2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3E311A73-B11A-4449-B0C2-D14816E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300m/sues200_satellite_to_uav_300m/seed-2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63EDECBE-CDFE-428D-A41E-5D1EDF1E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110" name="sues200_satellite_to_uav_300m/sues200_satellite_to_uav_300m/seed-2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AC52659B-6D71-4BC8-A375-89DBB84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189547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300m/sues200_satellite_to_uav_300m/seed-2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FD0B6991-2F7C-487B-ABE5-FDF4BF1B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70.000</a:t>
            </a:r>
          </a:p>
        </p:txBody>
      </p:sp>
      <p:sp>
        <p:nvSpPr>
          <p:cNvPr id="112" name="sues200_satellite_to_uav_300m/sues200_satellite_to_uav_300m/seed-2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F19D907D-9AEE-4E60-8679-D1FDE1F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13" name="sues200_satellite_to_uav_300m/sues200_satellite_to_uav_300m/seed-2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EAE27DA5-358B-4A6F-B303-8F129E1A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114" name="sues200_satellite_to_uav_300m/sues200_satellite_to_uav_300m/seed-2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4CBE2ED7-F0B0-4AE7-B0F1-BF9C186F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15" name="sues200_satellite_to_uav_300m/sues200_satellite_to_uav_300m/seed-2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2823B8C1-FC11-4336-89BE-DD78612E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6" name="sues200_satellite_to_uav_300m/sues200_satellite_to_uav_300m/seed-2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355EC4BC-54AC-407E-B1BC-2483D3F1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201676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7" name="sues200_satellite_to_uav_300m/sues200_satellite_to_uav_300m/seed-2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6E368F40-FBE9-4649-8004-985698F3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201676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18" name="sues200_satellite_to_uav_300m/sues200_satellite_to_uav_300m/seed-2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3F1C0E2B-53DD-4ED5-B1CE-D72AFD5D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sues200_satellite_to_uav_300m/sues200_satellite_to_uav_300m/seed-2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86218687-9213-43C0-80FF-6ED6EB78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20" name="sues200_satellite_to_uav_300m/sues200_satellite_to_uav_300m/seed-2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4F434015-D4B5-4747-9049-10FE2C9E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sues200_satellite_to_uav_300m/sues200_satellite_to_uav_300m/seed-2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DAE232CE-1FDA-4181-99D0-48B948E3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22" name="sues200_satellite_to_uav_300m/sues200_satellite_to_uav_300m/seed-2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FDB4AFB5-45AD-406F-8A08-F89C14CE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sues200_satellite_to_uav_300m/sues200_satellite_to_uav_300m/seed-2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F118FC38-21E5-4D5F-A1E3-4F4B86B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24" name="sues200_satellite_to_uav_300m/sues200_satellite_to_uav_300m/seed-2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FF99E368-30FF-4A17-818F-C2F9F323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204216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sues200_satellite_to_uav_300m/sues200_satellite_to_uav_300m/seed-2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93E7B82B-946A-4D92-8D96-2FD405DD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55.000</a:t>
            </a:r>
          </a:p>
        </p:txBody>
      </p:sp>
      <p:sp>
        <p:nvSpPr>
          <p:cNvPr id="126" name="sues200_satellite_to_uav_300m/sues200_satellite_to_uav_300m/seed-2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F36BF7A2-0F0C-4F4F-80D4-4A9F3205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27" name="sues200_satellite_to_uav_300m/sues200_satellite_to_uav_300m/seed-3/r_at_1/y-grid-0">
            <a:extLst xmlns:a="http://schemas.openxmlformats.org/drawingml/2006/main">
              <a:ext uri="{FF2B5EF4-FFF2-40B4-BE49-F238E27FC236}">
                <a16:creationId xmlns:a16="http://schemas.microsoft.com/office/drawing/2014/main" id="{CCD7212B-9039-4ED1-BF47-C4FE4F6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28" name="sues200_satellite_to_uav_300m/sues200_satellite_to_uav_300m/seed-3/r_at_1/y-label-0">
            <a:extLst xmlns:a="http://schemas.openxmlformats.org/drawingml/2006/main">
              <a:ext uri="{FF2B5EF4-FFF2-40B4-BE49-F238E27FC236}">
                <a16:creationId xmlns:a16="http://schemas.microsoft.com/office/drawing/2014/main" id="{144960AF-AE72-4775-8407-C2CF40CF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2544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9" name="sues200_satellite_to_uav_300m/sues200_satellite_to_uav_300m/seed-3/r_at_1/y-grid-25">
            <a:extLst xmlns:a="http://schemas.openxmlformats.org/drawingml/2006/main">
              <a:ext uri="{FF2B5EF4-FFF2-40B4-BE49-F238E27FC236}">
                <a16:creationId xmlns:a16="http://schemas.microsoft.com/office/drawing/2014/main" id="{E642E792-97BB-4692-99E3-5B410385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359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0" name="sues200_satellite_to_uav_300m/sues200_satellite_to_uav_300m/seed-3/r_at_1/y-label-25">
            <a:extLst xmlns:a="http://schemas.openxmlformats.org/drawingml/2006/main">
              <a:ext uri="{FF2B5EF4-FFF2-40B4-BE49-F238E27FC236}">
                <a16:creationId xmlns:a16="http://schemas.microsoft.com/office/drawing/2014/main" id="{926B8F4E-95A3-4314-8ECC-2D7F09E8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299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1" name="sues200_satellite_to_uav_300m/sues200_satellite_to_uav_300m/seed-3/r_at_1/y-grid-50">
            <a:extLst xmlns:a="http://schemas.openxmlformats.org/drawingml/2006/main">
              <a:ext uri="{FF2B5EF4-FFF2-40B4-BE49-F238E27FC236}">
                <a16:creationId xmlns:a16="http://schemas.microsoft.com/office/drawing/2014/main" id="{99785812-1AA6-4939-AA06-F4CCD54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114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2" name="sues200_satellite_to_uav_300m/sues200_satellite_to_uav_300m/seed-3/r_at_1/y-label-50">
            <a:extLst xmlns:a="http://schemas.openxmlformats.org/drawingml/2006/main">
              <a:ext uri="{FF2B5EF4-FFF2-40B4-BE49-F238E27FC236}">
                <a16:creationId xmlns:a16="http://schemas.microsoft.com/office/drawing/2014/main" id="{1540FA36-39FD-4992-A8EA-5E73FF1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2055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3" name="sues200_satellite_to_uav_300m/sues200_satellite_to_uav_300m/seed-3/r_at_1/y-grid-75">
            <a:extLst xmlns:a="http://schemas.openxmlformats.org/drawingml/2006/main">
              <a:ext uri="{FF2B5EF4-FFF2-40B4-BE49-F238E27FC236}">
                <a16:creationId xmlns:a16="http://schemas.microsoft.com/office/drawing/2014/main" id="{09C8160B-A492-4437-8FE9-801DA05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870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4" name="sues200_satellite_to_uav_300m/sues200_satellite_to_uav_300m/seed-3/r_at_1/y-label-75">
            <a:extLst xmlns:a="http://schemas.openxmlformats.org/drawingml/2006/main">
              <a:ext uri="{FF2B5EF4-FFF2-40B4-BE49-F238E27FC236}">
                <a16:creationId xmlns:a16="http://schemas.microsoft.com/office/drawing/2014/main" id="{EAC0292A-2F59-43A2-B5A2-09E3F60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1810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35" name="sues200_satellite_to_uav_300m/sues200_satellite_to_uav_300m/seed-3/r_at_1/y-grid-100">
            <a:extLst xmlns:a="http://schemas.openxmlformats.org/drawingml/2006/main">
              <a:ext uri="{FF2B5EF4-FFF2-40B4-BE49-F238E27FC236}">
                <a16:creationId xmlns:a16="http://schemas.microsoft.com/office/drawing/2014/main" id="{DE5E44A2-D780-4ADD-9757-41BFBA24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36" name="sues200_satellite_to_uav_300m/sues200_satellite_to_uav_300m/seed-3/r_at_1/y-label-100">
            <a:extLst xmlns:a="http://schemas.openxmlformats.org/drawingml/2006/main">
              <a:ext uri="{FF2B5EF4-FFF2-40B4-BE49-F238E27FC236}">
                <a16:creationId xmlns:a16="http://schemas.microsoft.com/office/drawing/2014/main" id="{6A98A27B-13DC-4023-8A28-F45E06F3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1566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7" name="sues200_satellite_to_uav_300m/sues200_satellite_to_uav_300m/seed-3/r_at_1/y-axis">
            <a:extLst xmlns:a="http://schemas.openxmlformats.org/drawingml/2006/main">
              <a:ext uri="{FF2B5EF4-FFF2-40B4-BE49-F238E27FC236}">
                <a16:creationId xmlns:a16="http://schemas.microsoft.com/office/drawing/2014/main" id="{92977A3E-BE4C-4BC2-9B16-7FE99323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1625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8" name="sues200_satellite_to_uav_300m/sues200_satellite_to_uav_300m/seed-3/r_at_1/x-axis">
            <a:extLst xmlns:a="http://schemas.openxmlformats.org/drawingml/2006/main">
              <a:ext uri="{FF2B5EF4-FFF2-40B4-BE49-F238E27FC236}">
                <a16:creationId xmlns:a16="http://schemas.microsoft.com/office/drawing/2014/main" id="{D1BC856B-2BA0-4A2C-AD6A-850A49D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2603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9" name="sues200_satellite_to_uav_300m/sues200_satellite_to_uav_300m/seed-3/r_at_1/x-tick-Q1">
            <a:extLst xmlns:a="http://schemas.openxmlformats.org/drawingml/2006/main">
              <a:ext uri="{FF2B5EF4-FFF2-40B4-BE49-F238E27FC236}">
                <a16:creationId xmlns:a16="http://schemas.microsoft.com/office/drawing/2014/main" id="{F1FED12F-CD09-46FA-90B7-9BF54B0D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0" name="sues200_satellite_to_uav_300m/sues200_satellite_to_uav_300m/seed-3/r_at_1/x-label-Q1">
            <a:extLst xmlns:a="http://schemas.openxmlformats.org/drawingml/2006/main">
              <a:ext uri="{FF2B5EF4-FFF2-40B4-BE49-F238E27FC236}">
                <a16:creationId xmlns:a16="http://schemas.microsoft.com/office/drawing/2014/main" id="{385EA7F0-6D61-4C27-ACDA-E39F41E5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41" name="sues200_satellite_to_uav_300m/sues200_satellite_to_uav_300m/seed-3/r_at_1/x-tick-Q2">
            <a:extLst xmlns:a="http://schemas.openxmlformats.org/drawingml/2006/main">
              <a:ext uri="{FF2B5EF4-FFF2-40B4-BE49-F238E27FC236}">
                <a16:creationId xmlns:a16="http://schemas.microsoft.com/office/drawing/2014/main" id="{664A95A7-543F-44B4-849B-1CFA5ECB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2" name="sues200_satellite_to_uav_300m/sues200_satellite_to_uav_300m/seed-3/r_at_1/x-label-Q2">
            <a:extLst xmlns:a="http://schemas.openxmlformats.org/drawingml/2006/main">
              <a:ext uri="{FF2B5EF4-FFF2-40B4-BE49-F238E27FC236}">
                <a16:creationId xmlns:a16="http://schemas.microsoft.com/office/drawing/2014/main" id="{13DB796C-F57A-4D06-AD5B-38D079D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43" name="sues200_satellite_to_uav_300m/sues200_satellite_to_uav_300m/seed-3/r_at_1/x-tick-Q3">
            <a:extLst xmlns:a="http://schemas.openxmlformats.org/drawingml/2006/main">
              <a:ext uri="{FF2B5EF4-FFF2-40B4-BE49-F238E27FC236}">
                <a16:creationId xmlns:a16="http://schemas.microsoft.com/office/drawing/2014/main" id="{421FF471-EA76-4D8E-B765-7AA16738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4" name="sues200_satellite_to_uav_300m/sues200_satellite_to_uav_300m/seed-3/r_at_1/x-label-Q3">
            <a:extLst xmlns:a="http://schemas.openxmlformats.org/drawingml/2006/main">
              <a:ext uri="{FF2B5EF4-FFF2-40B4-BE49-F238E27FC236}">
                <a16:creationId xmlns:a16="http://schemas.microsoft.com/office/drawing/2014/main" id="{E5B98145-255C-42EC-B944-3A12E072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45" name="sues200_satellite_to_uav_300m/sues200_satellite_to_uav_300m/seed-3/r_at_1/x-tick-Q4">
            <a:extLst xmlns:a="http://schemas.openxmlformats.org/drawingml/2006/main">
              <a:ext uri="{FF2B5EF4-FFF2-40B4-BE49-F238E27FC236}">
                <a16:creationId xmlns:a16="http://schemas.microsoft.com/office/drawing/2014/main" id="{47ECDE60-05AD-4C49-8B71-BE38711D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2603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6" name="sues200_satellite_to_uav_300m/sues200_satellite_to_uav_300m/seed-3/r_at_1/x-label-Q4">
            <a:extLst xmlns:a="http://schemas.openxmlformats.org/drawingml/2006/main">
              <a:ext uri="{FF2B5EF4-FFF2-40B4-BE49-F238E27FC236}">
                <a16:creationId xmlns:a16="http://schemas.microsoft.com/office/drawing/2014/main" id="{2573565B-3D7F-4402-BDF9-CE2377DF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2662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7" name="sues200_satellite_to_uav_300m/sues200_satellite_to_uav_300m/seed-3/r_at_1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E4D74F0-178B-4BBE-AC17-5063DA10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182118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8" name="sues200_satellite_to_uav_300m/sues200_satellite_to_uav_300m/seed-3/r_at_1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63C4FEB3-7C97-4434-BD2C-D13F5BF0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18700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49" name="sues200_satellite_to_uav_300m/sues200_satellite_to_uav_300m/seed-3/r_at_1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A0549660-42CC-4077-8EE5-3F0DD058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1821180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50" name="sues200_satellite_to_uav_300m/sues200_satellite_to_uav_300m/seed-3/r_at_1/visual/point-Q1">
            <a:extLst xmlns:a="http://schemas.openxmlformats.org/drawingml/2006/main">
              <a:ext uri="{FF2B5EF4-FFF2-40B4-BE49-F238E27FC236}">
                <a16:creationId xmlns:a16="http://schemas.microsoft.com/office/drawing/2014/main" id="{4EA2254C-65AE-4940-BFC7-E1B9976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1797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300m/sues200_satellite_to_uav_300m/seed-3/r_at_1/visual/value-Q1">
            <a:extLst xmlns:a="http://schemas.openxmlformats.org/drawingml/2006/main">
              <a:ext uri="{FF2B5EF4-FFF2-40B4-BE49-F238E27FC236}">
                <a16:creationId xmlns:a16="http://schemas.microsoft.com/office/drawing/2014/main" id="{FA144C16-531B-4148-BF4B-6C96A62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80.000</a:t>
            </a:r>
          </a:p>
        </p:txBody>
      </p:sp>
      <p:sp>
        <p:nvSpPr>
          <p:cNvPr id="152" name="sues200_satellite_to_uav_300m/sues200_satellite_to_uav_300m/seed-3/r_at_1/visual/point-Q2">
            <a:extLst xmlns:a="http://schemas.openxmlformats.org/drawingml/2006/main">
              <a:ext uri="{FF2B5EF4-FFF2-40B4-BE49-F238E27FC236}">
                <a16:creationId xmlns:a16="http://schemas.microsoft.com/office/drawing/2014/main" id="{5430FC73-41B1-49B5-998D-5FB43BC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3" name="sues200_satellite_to_uav_300m/sues200_satellite_to_uav_300m/seed-3/r_at_1/visual/value-Q2">
            <a:extLst xmlns:a="http://schemas.openxmlformats.org/drawingml/2006/main">
              <a:ext uri="{FF2B5EF4-FFF2-40B4-BE49-F238E27FC236}">
                <a16:creationId xmlns:a16="http://schemas.microsoft.com/office/drawing/2014/main" id="{ECFE0F37-EE04-4593-BE50-8B38EBF2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154" name="sues200_satellite_to_uav_300m/sues200_satellite_to_uav_300m/seed-3/r_at_1/visual/point-Q3">
            <a:extLst xmlns:a="http://schemas.openxmlformats.org/drawingml/2006/main">
              <a:ext uri="{FF2B5EF4-FFF2-40B4-BE49-F238E27FC236}">
                <a16:creationId xmlns:a16="http://schemas.microsoft.com/office/drawing/2014/main" id="{E19C3791-432E-4DCD-9806-D2BF48F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184658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5" name="sues200_satellite_to_uav_300m/sues200_satellite_to_uav_300m/seed-3/r_at_1/visual/value-Q3">
            <a:extLst xmlns:a="http://schemas.openxmlformats.org/drawingml/2006/main">
              <a:ext uri="{FF2B5EF4-FFF2-40B4-BE49-F238E27FC236}">
                <a16:creationId xmlns:a16="http://schemas.microsoft.com/office/drawing/2014/main" id="{EF5948A1-1603-4CC2-8C3F-CF9EA17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75.000</a:t>
            </a:r>
          </a:p>
        </p:txBody>
      </p:sp>
      <p:sp>
        <p:nvSpPr>
          <p:cNvPr id="156" name="sues200_satellite_to_uav_300m/sues200_satellite_to_uav_300m/seed-3/r_at_1/visual/point-Q4">
            <a:extLst xmlns:a="http://schemas.openxmlformats.org/drawingml/2006/main">
              <a:ext uri="{FF2B5EF4-FFF2-40B4-BE49-F238E27FC236}">
                <a16:creationId xmlns:a16="http://schemas.microsoft.com/office/drawing/2014/main" id="{50B8D5BA-40AE-4D8D-B6B6-D2E75EA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79768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300m/sues200_satellite_to_uav_300m/seed-3/r_at_1/visual/value-Q4">
            <a:extLst xmlns:a="http://schemas.openxmlformats.org/drawingml/2006/main">
              <a:ext uri="{FF2B5EF4-FFF2-40B4-BE49-F238E27FC236}">
                <a16:creationId xmlns:a16="http://schemas.microsoft.com/office/drawing/2014/main" id="{4B5AF9D9-FDED-4A2E-BD07-6A78502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827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80.000</a:t>
            </a:r>
          </a:p>
        </p:txBody>
      </p:sp>
      <p:sp>
        <p:nvSpPr>
          <p:cNvPr id="158" name="sues200_satellite_to_uav_300m/sues200_satellite_to_uav_300m/seed-3/r_at_1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9C1427C7-4954-4A88-A507-C8EC4D12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2827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9" name="sues200_satellite_to_uav_300m/sues200_satellite_to_uav_300m/seed-3/r_at_1/full/segment-Q1-Q2">
            <a:extLst xmlns:a="http://schemas.openxmlformats.org/drawingml/2006/main">
              <a:ext uri="{FF2B5EF4-FFF2-40B4-BE49-F238E27FC236}">
                <a16:creationId xmlns:a16="http://schemas.microsoft.com/office/drawing/2014/main" id="{A8A9F964-C9FB-4CF7-B976-7C664EF1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2016760"/>
            <a:ext cx="400050" cy="146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0" name="sues200_satellite_to_uav_300m/sues200_satellite_to_uav_300m/seed-3/r_at_1/full/segment-Q2-Q3">
            <a:extLst xmlns:a="http://schemas.openxmlformats.org/drawingml/2006/main">
              <a:ext uri="{FF2B5EF4-FFF2-40B4-BE49-F238E27FC236}">
                <a16:creationId xmlns:a16="http://schemas.microsoft.com/office/drawing/2014/main" id="{BB64D5A2-5C5E-4CFC-A219-B347EC55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196786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1" name="sues200_satellite_to_uav_300m/sues200_satellite_to_uav_300m/seed-3/r_at_1/full/segment-Q3-Q4">
            <a:extLst xmlns:a="http://schemas.openxmlformats.org/drawingml/2006/main">
              <a:ext uri="{FF2B5EF4-FFF2-40B4-BE49-F238E27FC236}">
                <a16:creationId xmlns:a16="http://schemas.microsoft.com/office/drawing/2014/main" id="{3F98DE2B-2217-4C0A-8F87-3286CB08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1967865"/>
            <a:ext cx="400050" cy="48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162" name="sues200_satellite_to_uav_300m/sues200_satellite_to_uav_300m/seed-3/r_at_1/full/point-Q1">
            <a:extLst xmlns:a="http://schemas.openxmlformats.org/drawingml/2006/main">
              <a:ext uri="{FF2B5EF4-FFF2-40B4-BE49-F238E27FC236}">
                <a16:creationId xmlns:a16="http://schemas.microsoft.com/office/drawing/2014/main" id="{D794748D-9CAE-44DD-8144-673ABCD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21399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3" name="sues200_satellite_to_uav_300m/sues200_satellite_to_uav_300m/seed-3/r_at_1/full/value-Q1">
            <a:extLst xmlns:a="http://schemas.openxmlformats.org/drawingml/2006/main">
              <a:ext uri="{FF2B5EF4-FFF2-40B4-BE49-F238E27FC236}">
                <a16:creationId xmlns:a16="http://schemas.microsoft.com/office/drawing/2014/main" id="{33881045-DE1B-42A5-AB79-92879345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45.000</a:t>
            </a:r>
          </a:p>
        </p:txBody>
      </p:sp>
      <p:sp>
        <p:nvSpPr>
          <p:cNvPr id="164" name="sues200_satellite_to_uav_300m/sues200_satellite_to_uav_300m/seed-3/r_at_1/full/point-Q2">
            <a:extLst xmlns:a="http://schemas.openxmlformats.org/drawingml/2006/main">
              <a:ext uri="{FF2B5EF4-FFF2-40B4-BE49-F238E27FC236}">
                <a16:creationId xmlns:a16="http://schemas.microsoft.com/office/drawing/2014/main" id="{34226612-C00D-46F2-A984-A2020073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5" name="sues200_satellite_to_uav_300m/sues200_satellite_to_uav_300m/seed-3/r_at_1/full/value-Q2">
            <a:extLst xmlns:a="http://schemas.openxmlformats.org/drawingml/2006/main">
              <a:ext uri="{FF2B5EF4-FFF2-40B4-BE49-F238E27FC236}">
                <a16:creationId xmlns:a16="http://schemas.microsoft.com/office/drawing/2014/main" id="{C0845304-B80C-4944-86F5-A004937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66" name="sues200_satellite_to_uav_300m/sues200_satellite_to_uav_300m/seed-3/r_at_1/full/point-Q3">
            <a:extLst xmlns:a="http://schemas.openxmlformats.org/drawingml/2006/main">
              <a:ext uri="{FF2B5EF4-FFF2-40B4-BE49-F238E27FC236}">
                <a16:creationId xmlns:a16="http://schemas.microsoft.com/office/drawing/2014/main" id="{63024A56-D201-46FD-8533-F03250F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19443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7" name="sues200_satellite_to_uav_300m/sues200_satellite_to_uav_300m/seed-3/r_at_1/full/value-Q3">
            <a:extLst xmlns:a="http://schemas.openxmlformats.org/drawingml/2006/main">
              <a:ext uri="{FF2B5EF4-FFF2-40B4-BE49-F238E27FC236}">
                <a16:creationId xmlns:a16="http://schemas.microsoft.com/office/drawing/2014/main" id="{56791CA8-4CCA-4EC8-BAFE-C45CDD12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65.000</a:t>
            </a:r>
          </a:p>
        </p:txBody>
      </p:sp>
      <p:sp>
        <p:nvSpPr>
          <p:cNvPr id="168" name="sues200_satellite_to_uav_300m/sues200_satellite_to_uav_300m/seed-3/r_at_1/full/point-Q4">
            <a:extLst xmlns:a="http://schemas.openxmlformats.org/drawingml/2006/main">
              <a:ext uri="{FF2B5EF4-FFF2-40B4-BE49-F238E27FC236}">
                <a16:creationId xmlns:a16="http://schemas.microsoft.com/office/drawing/2014/main" id="{3738810F-035E-48F4-A98E-7BF6611E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199326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sues200_satellite_to_uav_300m/sues200_satellite_to_uav_300m/seed-3/r_at_1/full/value-Q4">
            <a:extLst xmlns:a="http://schemas.openxmlformats.org/drawingml/2006/main">
              <a:ext uri="{FF2B5EF4-FFF2-40B4-BE49-F238E27FC236}">
                <a16:creationId xmlns:a16="http://schemas.microsoft.com/office/drawing/2014/main" id="{64AF912A-89B0-4E31-80A4-212ECB0E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2967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60.000</a:t>
            </a:r>
          </a:p>
        </p:txBody>
      </p:sp>
      <p:sp>
        <p:nvSpPr>
          <p:cNvPr id="170" name="sues200_satellite_to_uav_300m/sues200_satellite_to_uav_300m/seed-3/r_at_1/full/value-prefix">
            <a:extLst xmlns:a="http://schemas.openxmlformats.org/drawingml/2006/main">
              <a:ext uri="{FF2B5EF4-FFF2-40B4-BE49-F238E27FC236}">
                <a16:creationId xmlns:a16="http://schemas.microsoft.com/office/drawing/2014/main" id="{4A900863-C306-41B5-A659-BBD08FF5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2967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71" name="sues200_satellite_to_uav_300m/official_trapezoid_mAP/row-heading">
            <a:extLst xmlns:a="http://schemas.openxmlformats.org/drawingml/2006/main">
              <a:ext uri="{FF2B5EF4-FFF2-40B4-BE49-F238E27FC236}">
                <a16:creationId xmlns:a16="http://schemas.microsoft.com/office/drawing/2014/main" id="{56DEC862-8BE0-4E23-B08F-D0487002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82544"/>
            <a:ext cx="15317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trapezoidal mAP (%)</a:t>
            </a:r>
          </a:p>
        </p:txBody>
      </p:sp>
      <p:sp>
        <p:nvSpPr>
          <p:cNvPr id="172" name="sues200_satellite_to_uav_300m/sues200_satellite_to_uav_300m/seed-1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3A85B7DB-DEB0-42B6-A2BD-7CE639D9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3" name="sues200_satellite_to_uav_300m/sues200_satellite_to_uav_300m/seed-1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49B4BF03-3D88-4B39-933D-988F70F9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4" name="sues200_satellite_to_uav_300m/sues200_satellite_to_uav_300m/seed-1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CEA4996E-91BC-425B-877A-22D745AC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5" name="sues200_satellite_to_uav_300m/sues200_satellite_to_uav_300m/seed-1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8442B898-634B-4C14-B0E4-117832B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6" name="sues200_satellite_to_uav_300m/sues200_satellite_to_uav_300m/seed-1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FEA79A17-7880-45BB-819D-A4D3B02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7" name="sues200_satellite_to_uav_300m/sues200_satellite_to_uav_300m/seed-1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C71E572F-2ADA-4F49-A115-37C13C93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8" name="sues200_satellite_to_uav_300m/sues200_satellite_to_uav_300m/seed-1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C0A54F91-01F8-48A4-AD9F-6B026399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79" name="sues200_satellite_to_uav_300m/sues200_satellite_to_uav_300m/seed-1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0FF3398B-C74B-4BE6-81E9-FB3F0976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80" name="sues200_satellite_to_uav_300m/sues200_satellite_to_uav_300m/seed-1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3E1B2BF6-92C0-4DFD-A042-13171CB9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181" name="sues200_satellite_to_uav_300m/sues200_satellite_to_uav_300m/seed-1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EFE3494B-2CF1-40F0-8AC7-B4AE9B9D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2" name="sues200_satellite_to_uav_300m/sues200_satellite_to_uav_300m/seed-1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9069B65A-7F79-47C7-AED5-26359825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3" name="sues200_satellite_to_uav_300m/sues200_satellite_to_uav_300m/seed-1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5F5A3FFC-EB77-4263-AD63-67CE3E4E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4" name="sues200_satellite_to_uav_300m/sues200_satellite_to_uav_300m/seed-1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89842EF8-1502-4B85-86CB-2777B545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5" name="sues200_satellite_to_uav_300m/sues200_satellite_to_uav_300m/seed-1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B8E43D8F-ADEB-4117-B0D1-230DCBA9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86" name="sues200_satellite_to_uav_300m/sues200_satellite_to_uav_300m/seed-1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1AAEF9D3-F613-4E38-AFDB-AC71B6C6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7" name="sues200_satellite_to_uav_300m/sues200_satellite_to_uav_300m/seed-1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4C9E3F93-ADB5-4D5D-AF26-682F9D5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88" name="sues200_satellite_to_uav_300m/sues200_satellite_to_uav_300m/seed-1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9F994E20-D8BC-46BE-BEB6-7F0D311B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9" name="sues200_satellite_to_uav_300m/sues200_satellite_to_uav_300m/seed-1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0590470C-F706-4971-AAAF-6EB26A61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90" name="sues200_satellite_to_uav_300m/sues200_satellite_to_uav_300m/seed-1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02875905-1C5C-4382-B2E0-AD39942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1" name="sues200_satellite_to_uav_300m/sues200_satellite_to_uav_300m/seed-1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5F2D4F4B-BBC3-4EF7-8AC4-1D5A958D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92" name="sues200_satellite_to_uav_300m/sues200_satellite_to_uav_300m/seed-1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7701D8E9-6C37-47AC-86D6-8CAED985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3737614"/>
            <a:ext cx="400050" cy="1125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3" name="sues200_satellite_to_uav_300m/sues200_satellite_to_uav_300m/seed-1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E6ED007C-0E46-4A8E-8800-02D39B2D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728996"/>
            <a:ext cx="400050" cy="121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4" name="sues200_satellite_to_uav_300m/sues200_satellite_to_uav_300m/seed-1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31578139-70A4-484A-93A4-92A7EC45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728996"/>
            <a:ext cx="400050" cy="80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195" name="sues200_satellite_to_uav_300m/sues200_satellite_to_uav_300m/seed-1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34B36A41-3CB1-4DED-B807-434D85E3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71411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6" name="sues200_satellite_to_uav_300m/sues200_satellite_to_uav_300m/seed-1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B60E81CB-0BDE-4C50-85FF-466091C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59.350</a:t>
            </a:r>
          </a:p>
        </p:txBody>
      </p:sp>
      <p:sp>
        <p:nvSpPr>
          <p:cNvPr id="197" name="sues200_satellite_to_uav_300m/sues200_satellite_to_uav_300m/seed-1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FB3C1761-BCF8-425F-9CD9-1D78061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2664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300m/sues200_satellite_to_uav_300m/seed-1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35393BB6-08E5-4C89-8E54-823BAB3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47.844</a:t>
            </a:r>
          </a:p>
        </p:txBody>
      </p:sp>
      <p:sp>
        <p:nvSpPr>
          <p:cNvPr id="199" name="sues200_satellite_to_uav_300m/sues200_satellite_to_uav_300m/seed-1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37C4145B-C4CA-47BB-9DDB-78227F59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70550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300m/sues200_satellite_to_uav_300m/seed-1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756FBFB9-0488-41DD-89FB-0A5CB7DA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60.232</a:t>
            </a:r>
          </a:p>
        </p:txBody>
      </p:sp>
      <p:sp>
        <p:nvSpPr>
          <p:cNvPr id="201" name="sues200_satellite_to_uav_300m/sues200_satellite_to_uav_300m/seed-1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9AAE0FF8-C6DE-48A3-8F54-E0EC9C22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78634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300m/sues200_satellite_to_uav_300m/seed-1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1EB4C997-69E2-400A-AAE0-CFD1F228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51.964</a:t>
            </a:r>
          </a:p>
        </p:txBody>
      </p:sp>
      <p:sp>
        <p:nvSpPr>
          <p:cNvPr id="203" name="sues200_satellite_to_uav_300m/sues200_satellite_to_uav_300m/seed-1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671F2179-2509-471E-B58B-55542A0A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4" name="sues200_satellite_to_uav_300m/sues200_satellite_to_uav_300m/seed-1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F96560FD-6C9B-413B-B8EB-51FCB6D2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3858973"/>
            <a:ext cx="400050" cy="57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5" name="sues200_satellite_to_uav_300m/sues200_satellite_to_uav_300m/seed-1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71F4434C-33D1-4FC5-9F93-991C27FA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3806531"/>
            <a:ext cx="400050" cy="1099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6" name="sues200_satellite_to_uav_300m/sues200_satellite_to_uav_300m/seed-1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E581D677-073C-45BC-BC81-1399C168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806531"/>
            <a:ext cx="400050" cy="113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07" name="sues200_satellite_to_uav_300m/sues200_satellite_to_uav_300m/seed-1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69F7EAE9-2C3E-48E2-BCE6-F127CB4C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383547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300m/sues200_satellite_to_uav_300m/seed-1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192E7309-F440-44CD-B6FB-336DE4AE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46.940</a:t>
            </a:r>
          </a:p>
        </p:txBody>
      </p:sp>
      <p:sp>
        <p:nvSpPr>
          <p:cNvPr id="209" name="sues200_satellite_to_uav_300m/sues200_satellite_to_uav_300m/seed-1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B2809C9B-8154-41C1-A8A6-912ED260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389296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300m/sues200_satellite_to_uav_300m/seed-1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EFDB12E1-4CF4-44E6-9FEA-AE80666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41.062</a:t>
            </a:r>
          </a:p>
        </p:txBody>
      </p:sp>
      <p:sp>
        <p:nvSpPr>
          <p:cNvPr id="211" name="sues200_satellite_to_uav_300m/sues200_satellite_to_uav_300m/seed-1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19BEBAC7-CE63-499D-8326-C1D67020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378303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300m/sues200_satellite_to_uav_300m/seed-1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6A036A54-DC51-4C66-A1FD-1D17155A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52.303</a:t>
            </a:r>
          </a:p>
        </p:txBody>
      </p:sp>
      <p:sp>
        <p:nvSpPr>
          <p:cNvPr id="213" name="sues200_satellite_to_uav_300m/sues200_satellite_to_uav_300m/seed-1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6AA7FA16-55FE-4539-91EF-6D0F599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389667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sues200_satellite_to_uav_300m/sues200_satellite_to_uav_300m/seed-1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6BEC7CAF-AFCC-4582-88CD-F49BCBF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40.683</a:t>
            </a:r>
          </a:p>
        </p:txBody>
      </p:sp>
      <p:sp>
        <p:nvSpPr>
          <p:cNvPr id="215" name="sues200_satellite_to_uav_300m/sues200_satellite_to_uav_300m/seed-1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A15A3EB2-EBCD-4103-AF77-9A79D6D6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16" name="sues200_satellite_to_uav_300m/sues200_satellite_to_uav_300m/seed-2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A0A83474-8DFD-462E-A95A-B0FBE1A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7" name="sues200_satellite_to_uav_300m/sues200_satellite_to_uav_300m/seed-2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3784C13E-B5A2-4452-98B0-CB9CE9D8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8" name="sues200_satellite_to_uav_300m/sues200_satellite_to_uav_300m/seed-2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95EB7159-FB18-4C1E-B4FB-8E8CDA85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19" name="sues200_satellite_to_uav_300m/sues200_satellite_to_uav_300m/seed-2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18B5E869-0D98-49DE-A528-2CA580FD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20" name="sues200_satellite_to_uav_300m/sues200_satellite_to_uav_300m/seed-2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4A8165FD-180E-4D76-92F0-BB59F4BF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1" name="sues200_satellite_to_uav_300m/sues200_satellite_to_uav_300m/seed-2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48E3F9D9-A5EF-443C-A9C1-02DBC1DB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22" name="sues200_satellite_to_uav_300m/sues200_satellite_to_uav_300m/seed-2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4F99E940-FD3F-476C-B0D8-22E6C18F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3" name="sues200_satellite_to_uav_300m/sues200_satellite_to_uav_300m/seed-2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51B430B6-A1C0-4A7F-8589-E119B07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24" name="sues200_satellite_to_uav_300m/sues200_satellite_to_uav_300m/seed-2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AB0CC3CA-CCEA-48ED-806B-1996BBB0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25" name="sues200_satellite_to_uav_300m/sues200_satellite_to_uav_300m/seed-2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1C67B34D-79BC-4387-9EF7-6ACB7E9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300m/sues200_satellite_to_uav_300m/seed-2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0AB289B6-A30A-4B6D-8C20-CAC067C1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7" name="sues200_satellite_to_uav_300m/sues200_satellite_to_uav_300m/seed-2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E64D198D-9AD4-4878-B344-067F1869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8" name="sues200_satellite_to_uav_300m/sues200_satellite_to_uav_300m/seed-2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67BFD5D4-E05B-4BDC-BA1F-D0C6FD13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9" name="sues200_satellite_to_uav_300m/sues200_satellite_to_uav_300m/seed-2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16E35AF2-8FCE-4C3F-8E8E-C49220E3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30" name="sues200_satellite_to_uav_300m/sues200_satellite_to_uav_300m/seed-2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DBAE9595-1392-4F97-8B5D-234F42A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1" name="sues200_satellite_to_uav_300m/sues200_satellite_to_uav_300m/seed-2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8236DCE8-4323-4B3C-97D4-C9E668BC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32" name="sues200_satellite_to_uav_300m/sues200_satellite_to_uav_300m/seed-2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49632219-D805-4367-83C5-E5040C2D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3" name="sues200_satellite_to_uav_300m/sues200_satellite_to_uav_300m/seed-2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E51B02F6-66BE-476A-B21D-67089C47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34" name="sues200_satellite_to_uav_300m/sues200_satellite_to_uav_300m/seed-2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F8D6128A-B985-4B5A-9AE9-7EDBFAB7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5" name="sues200_satellite_to_uav_300m/sues200_satellite_to_uav_300m/seed-2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7482D6A9-E21D-4449-9F67-45725BC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36" name="sues200_satellite_to_uav_300m/sues200_satellite_to_uav_300m/seed-2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7DC7DB8-B59B-416D-A4D2-466D0B2F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3742898"/>
            <a:ext cx="400050" cy="21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7" name="sues200_satellite_to_uav_300m/sues200_satellite_to_uav_300m/seed-2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80DF0EB-B5D7-4829-B5FA-A5A038C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764613"/>
            <a:ext cx="400050" cy="32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8" name="sues200_satellite_to_uav_300m/sues200_satellite_to_uav_300m/seed-2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E47798EC-9CD3-429A-8032-5D48F94A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3797329"/>
            <a:ext cx="400050" cy="236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39" name="sues200_satellite_to_uav_300m/sues200_satellite_to_uav_300m/seed-2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6F035201-7458-4C35-9DB5-32DDCB4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71940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0" name="sues200_satellite_to_uav_300m/sues200_satellite_to_uav_300m/seed-2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AC365F46-1E5C-4C5A-81E7-7C8F3359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58.810</a:t>
            </a:r>
          </a:p>
        </p:txBody>
      </p:sp>
      <p:sp>
        <p:nvSpPr>
          <p:cNvPr id="241" name="sues200_satellite_to_uav_300m/sues200_satellite_to_uav_300m/seed-2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AE56C67F-E239-48E1-85B9-38BD8899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74111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2" name="sues200_satellite_to_uav_300m/sues200_satellite_to_uav_300m/seed-2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4048A337-9D19-4F8B-BCDC-C093753D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56.589</a:t>
            </a:r>
          </a:p>
        </p:txBody>
      </p:sp>
      <p:sp>
        <p:nvSpPr>
          <p:cNvPr id="243" name="sues200_satellite_to_uav_300m/sues200_satellite_to_uav_300m/seed-2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C235B7F8-1FD3-4DB4-9CC0-AC257C7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77383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4" name="sues200_satellite_to_uav_300m/sues200_satellite_to_uav_300m/seed-2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F73EED36-84BE-481F-AC90-E9A3FD4F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53.244</a:t>
            </a:r>
          </a:p>
        </p:txBody>
      </p:sp>
      <p:sp>
        <p:nvSpPr>
          <p:cNvPr id="245" name="sues200_satellite_to_uav_300m/sues200_satellite_to_uav_300m/seed-2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8799494C-8ABF-41BA-849A-2DA7CCAF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79745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6" name="sues200_satellite_to_uav_300m/sues200_satellite_to_uav_300m/seed-2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0020D677-DFF9-4088-8509-38407C55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50.828</a:t>
            </a:r>
          </a:p>
        </p:txBody>
      </p:sp>
      <p:sp>
        <p:nvSpPr>
          <p:cNvPr id="247" name="sues200_satellite_to_uav_300m/sues200_satellite_to_uav_300m/seed-2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FBB5877B-CB8C-41CC-BDEF-CE49607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48" name="sues200_satellite_to_uav_300m/sues200_satellite_to_uav_300m/seed-2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DFE9150B-87D4-451E-BC25-06FB72B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3875163"/>
            <a:ext cx="400050" cy="50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49" name="sues200_satellite_to_uav_300m/sues200_satellite_to_uav_300m/seed-2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EA8046CC-10F0-401F-8213-8D7442BE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3875163"/>
            <a:ext cx="400050" cy="182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0" name="sues200_satellite_to_uav_300m/sues200_satellite_to_uav_300m/seed-2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E3B96F5C-5D25-476A-A8A6-855C4F0F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3893364"/>
            <a:ext cx="400050" cy="6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51" name="sues200_satellite_to_uav_300m/sues200_satellite_to_uav_300m/seed-2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FF7235F5-C536-40D7-9F3D-C4E4A46B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385668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300m/sues200_satellite_to_uav_300m/seed-2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60497B70-8E20-4E43-85F0-430C661F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44.771</a:t>
            </a:r>
          </a:p>
        </p:txBody>
      </p:sp>
      <p:sp>
        <p:nvSpPr>
          <p:cNvPr id="253" name="sues200_satellite_to_uav_300m/sues200_satellite_to_uav_300m/seed-2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5C85DF23-0E0C-4F4A-87C3-BB6663F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85166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sues200_satellite_to_uav_300m/sues200_satellite_to_uav_300m/seed-2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2B0EF78A-9D37-4A54-A761-AE47E309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45.284</a:t>
            </a:r>
          </a:p>
        </p:txBody>
      </p:sp>
      <p:sp>
        <p:nvSpPr>
          <p:cNvPr id="255" name="sues200_satellite_to_uav_300m/sues200_satellite_to_uav_300m/seed-2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8EE32729-612E-4B07-9F23-5BC3FE3C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386986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sues200_satellite_to_uav_300m/sues200_satellite_to_uav_300m/seed-2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F1CD2DEE-1828-4370-898F-D56AE601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43.423</a:t>
            </a:r>
          </a:p>
        </p:txBody>
      </p:sp>
      <p:sp>
        <p:nvSpPr>
          <p:cNvPr id="257" name="sues200_satellite_to_uav_300m/sues200_satellite_to_uav_300m/seed-2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AC5C67CC-0DDE-4A8A-95FF-00CEB7D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387678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sues200_satellite_to_uav_300m/sues200_satellite_to_uav_300m/seed-2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0E712604-4519-4FD6-8343-83ECD2B3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42.716</a:t>
            </a:r>
          </a:p>
        </p:txBody>
      </p:sp>
      <p:sp>
        <p:nvSpPr>
          <p:cNvPr id="259" name="sues200_satellite_to_uav_300m/sues200_satellite_to_uav_300m/seed-2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398A831D-FFA3-4584-AF04-A6363AD9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60" name="sues200_satellite_to_uav_300m/sues200_satellite_to_uav_300m/seed-3/official_trapezoid_mAP/y-grid-0">
            <a:extLst xmlns:a="http://schemas.openxmlformats.org/drawingml/2006/main">
              <a:ext uri="{FF2B5EF4-FFF2-40B4-BE49-F238E27FC236}">
                <a16:creationId xmlns:a16="http://schemas.microsoft.com/office/drawing/2014/main" id="{5DE8BE15-C0D6-4F97-8864-D99871F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1" name="sues200_satellite_to_uav_300m/sues200_satellite_to_uav_300m/seed-3/official_trapezoid_mAP/y-label-0">
            <a:extLst xmlns:a="http://schemas.openxmlformats.org/drawingml/2006/main">
              <a:ext uri="{FF2B5EF4-FFF2-40B4-BE49-F238E27FC236}">
                <a16:creationId xmlns:a16="http://schemas.microsoft.com/office/drawing/2014/main" id="{11CBC8B0-AAF0-491B-978D-F6DEB18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42588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2" name="sues200_satellite_to_uav_300m/sues200_satellite_to_uav_300m/seed-3/official_trapezoid_mAP/y-grid-25">
            <a:extLst xmlns:a="http://schemas.openxmlformats.org/drawingml/2006/main">
              <a:ext uri="{FF2B5EF4-FFF2-40B4-BE49-F238E27FC236}">
                <a16:creationId xmlns:a16="http://schemas.microsoft.com/office/drawing/2014/main" id="{B1EEDECA-1E05-4F3A-B925-2E22CC5F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0735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3" name="sues200_satellite_to_uav_300m/sues200_satellite_to_uav_300m/seed-3/official_trapezoid_mAP/y-label-25">
            <a:extLst xmlns:a="http://schemas.openxmlformats.org/drawingml/2006/main">
              <a:ext uri="{FF2B5EF4-FFF2-40B4-BE49-F238E27FC236}">
                <a16:creationId xmlns:a16="http://schemas.microsoft.com/office/drawing/2014/main" id="{F06FCBF7-6756-402F-87F8-CCF1DEDA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40143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4" name="sues200_satellite_to_uav_300m/sues200_satellite_to_uav_300m/seed-3/official_trapezoid_mAP/y-grid-50">
            <a:extLst xmlns:a="http://schemas.openxmlformats.org/drawingml/2006/main">
              <a:ext uri="{FF2B5EF4-FFF2-40B4-BE49-F238E27FC236}">
                <a16:creationId xmlns:a16="http://schemas.microsoft.com/office/drawing/2014/main" id="{03D488D3-3433-41E4-8693-3B41DA58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8290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5" name="sues200_satellite_to_uav_300m/sues200_satellite_to_uav_300m/seed-3/official_trapezoid_mAP/y-label-50">
            <a:extLst xmlns:a="http://schemas.openxmlformats.org/drawingml/2006/main">
              <a:ext uri="{FF2B5EF4-FFF2-40B4-BE49-F238E27FC236}">
                <a16:creationId xmlns:a16="http://schemas.microsoft.com/office/drawing/2014/main" id="{17494947-9860-4014-AF3B-37CB20EE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7698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66" name="sues200_satellite_to_uav_300m/sues200_satellite_to_uav_300m/seed-3/official_trapezoid_mAP/y-grid-75">
            <a:extLst xmlns:a="http://schemas.openxmlformats.org/drawingml/2006/main">
              <a:ext uri="{FF2B5EF4-FFF2-40B4-BE49-F238E27FC236}">
                <a16:creationId xmlns:a16="http://schemas.microsoft.com/office/drawing/2014/main" id="{86462C8A-A9D1-4938-BAAB-D4445AD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5845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7" name="sues200_satellite_to_uav_300m/sues200_satellite_to_uav_300m/seed-3/official_trapezoid_mAP/y-label-75">
            <a:extLst xmlns:a="http://schemas.openxmlformats.org/drawingml/2006/main">
              <a:ext uri="{FF2B5EF4-FFF2-40B4-BE49-F238E27FC236}">
                <a16:creationId xmlns:a16="http://schemas.microsoft.com/office/drawing/2014/main" id="{69FA882E-9234-432E-81A4-C8545B21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35253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68" name="sues200_satellite_to_uav_300m/sues200_satellite_to_uav_300m/seed-3/official_trapezoid_mAP/y-grid-100">
            <a:extLst xmlns:a="http://schemas.openxmlformats.org/drawingml/2006/main">
              <a:ext uri="{FF2B5EF4-FFF2-40B4-BE49-F238E27FC236}">
                <a16:creationId xmlns:a16="http://schemas.microsoft.com/office/drawing/2014/main" id="{9F990759-B94D-4A92-8C21-93A4489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269" name="sues200_satellite_to_uav_300m/sues200_satellite_to_uav_300m/seed-3/official_trapezoid_mAP/y-label-100">
            <a:extLst xmlns:a="http://schemas.openxmlformats.org/drawingml/2006/main">
              <a:ext uri="{FF2B5EF4-FFF2-40B4-BE49-F238E27FC236}">
                <a16:creationId xmlns:a16="http://schemas.microsoft.com/office/drawing/2014/main" id="{533F04E8-861F-4577-8D86-DF830553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32809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0" name="sues200_satellite_to_uav_300m/sues200_satellite_to_uav_300m/seed-3/official_trapezoid_mAP/y-axis">
            <a:extLst xmlns:a="http://schemas.openxmlformats.org/drawingml/2006/main">
              <a:ext uri="{FF2B5EF4-FFF2-40B4-BE49-F238E27FC236}">
                <a16:creationId xmlns:a16="http://schemas.microsoft.com/office/drawing/2014/main" id="{22D1BB83-53E9-4C8E-A82B-EC7E02A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33401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1" name="sues200_satellite_to_uav_300m/sues200_satellite_to_uav_300m/seed-3/official_trapezoid_mAP/x-axis">
            <a:extLst xmlns:a="http://schemas.openxmlformats.org/drawingml/2006/main">
              <a:ext uri="{FF2B5EF4-FFF2-40B4-BE49-F238E27FC236}">
                <a16:creationId xmlns:a16="http://schemas.microsoft.com/office/drawing/2014/main" id="{4C7ACEB1-C070-4B17-8CAE-93E50232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43180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2" name="sues200_satellite_to_uav_300m/sues200_satellite_to_uav_300m/seed-3/official_trapezoid_mAP/x-tick-Q1">
            <a:extLst xmlns:a="http://schemas.openxmlformats.org/drawingml/2006/main">
              <a:ext uri="{FF2B5EF4-FFF2-40B4-BE49-F238E27FC236}">
                <a16:creationId xmlns:a16="http://schemas.microsoft.com/office/drawing/2014/main" id="{6A29555C-44D1-4176-B761-8D90F24E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3" name="sues200_satellite_to_uav_300m/sues200_satellite_to_uav_300m/seed-3/official_trapezoid_mAP/x-label-Q1">
            <a:extLst xmlns:a="http://schemas.openxmlformats.org/drawingml/2006/main">
              <a:ext uri="{FF2B5EF4-FFF2-40B4-BE49-F238E27FC236}">
                <a16:creationId xmlns:a16="http://schemas.microsoft.com/office/drawing/2014/main" id="{D2FDF09A-34B0-4A2B-B6D0-021EB8CB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274" name="sues200_satellite_to_uav_300m/sues200_satellite_to_uav_300m/seed-3/official_trapezoid_mAP/x-tick-Q2">
            <a:extLst xmlns:a="http://schemas.openxmlformats.org/drawingml/2006/main">
              <a:ext uri="{FF2B5EF4-FFF2-40B4-BE49-F238E27FC236}">
                <a16:creationId xmlns:a16="http://schemas.microsoft.com/office/drawing/2014/main" id="{10584C14-A5E8-466F-89BE-FB42665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5" name="sues200_satellite_to_uav_300m/sues200_satellite_to_uav_300m/seed-3/official_trapezoid_mAP/x-label-Q2">
            <a:extLst xmlns:a="http://schemas.openxmlformats.org/drawingml/2006/main">
              <a:ext uri="{FF2B5EF4-FFF2-40B4-BE49-F238E27FC236}">
                <a16:creationId xmlns:a16="http://schemas.microsoft.com/office/drawing/2014/main" id="{3D1AD1BB-B2DA-43AB-8ADA-875267F7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276" name="sues200_satellite_to_uav_300m/sues200_satellite_to_uav_300m/seed-3/official_trapezoid_mAP/x-tick-Q3">
            <a:extLst xmlns:a="http://schemas.openxmlformats.org/drawingml/2006/main">
              <a:ext uri="{FF2B5EF4-FFF2-40B4-BE49-F238E27FC236}">
                <a16:creationId xmlns:a16="http://schemas.microsoft.com/office/drawing/2014/main" id="{3DC02FAC-E25D-4F4F-9C26-AE0813F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7" name="sues200_satellite_to_uav_300m/sues200_satellite_to_uav_300m/seed-3/official_trapezoid_mAP/x-label-Q3">
            <a:extLst xmlns:a="http://schemas.openxmlformats.org/drawingml/2006/main">
              <a:ext uri="{FF2B5EF4-FFF2-40B4-BE49-F238E27FC236}">
                <a16:creationId xmlns:a16="http://schemas.microsoft.com/office/drawing/2014/main" id="{F66459D2-034C-4990-9872-73BEB2EA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278" name="sues200_satellite_to_uav_300m/sues200_satellite_to_uav_300m/seed-3/official_trapezoid_mAP/x-tick-Q4">
            <a:extLst xmlns:a="http://schemas.openxmlformats.org/drawingml/2006/main">
              <a:ext uri="{FF2B5EF4-FFF2-40B4-BE49-F238E27FC236}">
                <a16:creationId xmlns:a16="http://schemas.microsoft.com/office/drawing/2014/main" id="{AD648E61-2CA5-4107-8EB8-13369D5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4318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9" name="sues200_satellite_to_uav_300m/sues200_satellite_to_uav_300m/seed-3/official_trapezoid_mAP/x-label-Q4">
            <a:extLst xmlns:a="http://schemas.openxmlformats.org/drawingml/2006/main">
              <a:ext uri="{FF2B5EF4-FFF2-40B4-BE49-F238E27FC236}">
                <a16:creationId xmlns:a16="http://schemas.microsoft.com/office/drawing/2014/main" id="{8F8E4C66-E435-4464-9E2F-A194FAD8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43769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280" name="sues200_satellite_to_uav_300m/sues200_satellite_to_uav_300m/seed-3/official_trapezoid_mAP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3142A9DA-4D02-411C-8C85-164411D4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741853"/>
            <a:ext cx="400050" cy="7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1" name="sues200_satellite_to_uav_300m/sues200_satellite_to_uav_300m/seed-3/official_trapezoid_mAP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172F37FD-E429-4D54-AFE8-A6D2223F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3741853"/>
            <a:ext cx="400050" cy="23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2" name="sues200_satellite_to_uav_300m/sues200_satellite_to_uav_300m/seed-3/official_trapezoid_mAP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847A1083-AC08-409D-A5EA-3B77BDD6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765115"/>
            <a:ext cx="400050" cy="79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283" name="sues200_satellite_to_uav_300m/sues200_satellite_to_uav_300m/seed-3/official_trapezoid_mAP/visual/point-Q1">
            <a:extLst xmlns:a="http://schemas.openxmlformats.org/drawingml/2006/main">
              <a:ext uri="{FF2B5EF4-FFF2-40B4-BE49-F238E27FC236}">
                <a16:creationId xmlns:a16="http://schemas.microsoft.com/office/drawing/2014/main" id="{F46A4420-1F8B-4655-A104-C8A3D8DA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726087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4" name="sues200_satellite_to_uav_300m/sues200_satellite_to_uav_300m/seed-3/official_trapezoid_mAP/visual/value-Q1">
            <a:extLst xmlns:a="http://schemas.openxmlformats.org/drawingml/2006/main">
              <a:ext uri="{FF2B5EF4-FFF2-40B4-BE49-F238E27FC236}">
                <a16:creationId xmlns:a16="http://schemas.microsoft.com/office/drawing/2014/main" id="{C172E99B-8B75-460E-AF97-CBD2CCE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58.126</a:t>
            </a:r>
          </a:p>
        </p:txBody>
      </p:sp>
      <p:sp>
        <p:nvSpPr>
          <p:cNvPr id="285" name="sues200_satellite_to_uav_300m/sues200_satellite_to_uav_300m/seed-3/official_trapezoid_mAP/visual/point-Q2">
            <a:extLst xmlns:a="http://schemas.openxmlformats.org/drawingml/2006/main">
              <a:ext uri="{FF2B5EF4-FFF2-40B4-BE49-F238E27FC236}">
                <a16:creationId xmlns:a16="http://schemas.microsoft.com/office/drawing/2014/main" id="{EDE50965-25EB-4409-81ED-3B3AC30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71835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6" name="sues200_satellite_to_uav_300m/sues200_satellite_to_uav_300m/seed-3/official_trapezoid_mAP/visual/value-Q2">
            <a:extLst xmlns:a="http://schemas.openxmlformats.org/drawingml/2006/main">
              <a:ext uri="{FF2B5EF4-FFF2-40B4-BE49-F238E27FC236}">
                <a16:creationId xmlns:a16="http://schemas.microsoft.com/office/drawing/2014/main" id="{8217C74A-423A-4F8A-A8C2-E9EEA244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58.917</a:t>
            </a:r>
          </a:p>
        </p:txBody>
      </p:sp>
      <p:sp>
        <p:nvSpPr>
          <p:cNvPr id="287" name="sues200_satellite_to_uav_300m/sues200_satellite_to_uav_300m/seed-3/official_trapezoid_mAP/visual/point-Q3">
            <a:extLst xmlns:a="http://schemas.openxmlformats.org/drawingml/2006/main">
              <a:ext uri="{FF2B5EF4-FFF2-40B4-BE49-F238E27FC236}">
                <a16:creationId xmlns:a16="http://schemas.microsoft.com/office/drawing/2014/main" id="{86ED77DF-7212-4F5B-AEE0-E0A60A8A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741620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88" name="sues200_satellite_to_uav_300m/sues200_satellite_to_uav_300m/seed-3/official_trapezoid_mAP/visual/value-Q3">
            <a:extLst xmlns:a="http://schemas.openxmlformats.org/drawingml/2006/main">
              <a:ext uri="{FF2B5EF4-FFF2-40B4-BE49-F238E27FC236}">
                <a16:creationId xmlns:a16="http://schemas.microsoft.com/office/drawing/2014/main" id="{655113AA-2A52-4568-99E3-7C55D021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56.538</a:t>
            </a:r>
          </a:p>
        </p:txBody>
      </p:sp>
      <p:sp>
        <p:nvSpPr>
          <p:cNvPr id="289" name="sues200_satellite_to_uav_300m/sues200_satellite_to_uav_300m/seed-3/official_trapezoid_mAP/visual/point-Q4">
            <a:extLst xmlns:a="http://schemas.openxmlformats.org/drawingml/2006/main">
              <a:ext uri="{FF2B5EF4-FFF2-40B4-BE49-F238E27FC236}">
                <a16:creationId xmlns:a16="http://schemas.microsoft.com/office/drawing/2014/main" id="{AE7F0A1D-7486-441A-AB9D-C7BD5D8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82116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0" name="sues200_satellite_to_uav_300m/sues200_satellite_to_uav_300m/seed-3/official_trapezoid_mAP/visual/value-Q4">
            <a:extLst xmlns:a="http://schemas.openxmlformats.org/drawingml/2006/main">
              <a:ext uri="{FF2B5EF4-FFF2-40B4-BE49-F238E27FC236}">
                <a16:creationId xmlns:a16="http://schemas.microsoft.com/office/drawing/2014/main" id="{CC5EC601-5A21-4A27-964D-97FF4A71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5420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48.403</a:t>
            </a:r>
          </a:p>
        </p:txBody>
      </p:sp>
      <p:sp>
        <p:nvSpPr>
          <p:cNvPr id="291" name="sues200_satellite_to_uav_300m/sues200_satellite_to_uav_300m/seed-3/official_trapezoid_mAP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EB64C801-56D0-41E8-A0E9-5D36584A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45420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ues200_satellite_to_uav_300m/sues200_satellite_to_uav_300m/seed-3/official_trapezoid_mAP/full/segment-Q1-Q2">
            <a:extLst xmlns:a="http://schemas.openxmlformats.org/drawingml/2006/main">
              <a:ext uri="{FF2B5EF4-FFF2-40B4-BE49-F238E27FC236}">
                <a16:creationId xmlns:a16="http://schemas.microsoft.com/office/drawing/2014/main" id="{7AC9B070-0F03-4786-8BBE-EFCED6F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3834178"/>
            <a:ext cx="400050" cy="44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3" name="sues200_satellite_to_uav_300m/sues200_satellite_to_uav_300m/seed-3/official_trapezoid_mAP/full/segment-Q2-Q3">
            <a:extLst xmlns:a="http://schemas.openxmlformats.org/drawingml/2006/main">
              <a:ext uri="{FF2B5EF4-FFF2-40B4-BE49-F238E27FC236}">
                <a16:creationId xmlns:a16="http://schemas.microsoft.com/office/drawing/2014/main" id="{481CA5E3-631D-42C6-9C14-F19A80F4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3834178"/>
            <a:ext cx="400050" cy="641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4" name="sues200_satellite_to_uav_300m/sues200_satellite_to_uav_300m/seed-3/official_trapezoid_mAP/full/segment-Q3-Q4">
            <a:extLst xmlns:a="http://schemas.openxmlformats.org/drawingml/2006/main">
              <a:ext uri="{FF2B5EF4-FFF2-40B4-BE49-F238E27FC236}">
                <a16:creationId xmlns:a16="http://schemas.microsoft.com/office/drawing/2014/main" id="{31DA0C41-690B-4742-939C-0FF0D549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3898310"/>
            <a:ext cx="400050" cy="33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295" name="sues200_satellite_to_uav_300m/sues200_satellite_to_uav_300m/seed-3/official_trapezoid_mAP/full/point-Q1">
            <a:extLst xmlns:a="http://schemas.openxmlformats.org/drawingml/2006/main">
              <a:ext uri="{FF2B5EF4-FFF2-40B4-BE49-F238E27FC236}">
                <a16:creationId xmlns:a16="http://schemas.microsoft.com/office/drawing/2014/main" id="{117801DA-9281-4900-8774-23C90AB1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385529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6" name="sues200_satellite_to_uav_300m/sues200_satellite_to_uav_300m/seed-3/official_trapezoid_mAP/full/value-Q1">
            <a:extLst xmlns:a="http://schemas.openxmlformats.org/drawingml/2006/main">
              <a:ext uri="{FF2B5EF4-FFF2-40B4-BE49-F238E27FC236}">
                <a16:creationId xmlns:a16="http://schemas.microsoft.com/office/drawing/2014/main" id="{D39A09E2-DEC7-434E-83B6-1F6A154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44.913</a:t>
            </a:r>
          </a:p>
        </p:txBody>
      </p:sp>
      <p:sp>
        <p:nvSpPr>
          <p:cNvPr id="297" name="sues200_satellite_to_uav_300m/sues200_satellite_to_uav_300m/seed-3/official_trapezoid_mAP/full/point-Q2">
            <a:extLst xmlns:a="http://schemas.openxmlformats.org/drawingml/2006/main">
              <a:ext uri="{FF2B5EF4-FFF2-40B4-BE49-F238E27FC236}">
                <a16:creationId xmlns:a16="http://schemas.microsoft.com/office/drawing/2014/main" id="{ACB99EE4-8636-4383-9596-36A8F5A0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381068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98" name="sues200_satellite_to_uav_300m/sues200_satellite_to_uav_300m/seed-3/official_trapezoid_mAP/full/value-Q2">
            <a:extLst xmlns:a="http://schemas.openxmlformats.org/drawingml/2006/main">
              <a:ext uri="{FF2B5EF4-FFF2-40B4-BE49-F238E27FC236}">
                <a16:creationId xmlns:a16="http://schemas.microsoft.com/office/drawing/2014/main" id="{C221C833-FA9E-4B5F-98B7-C4A37457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49.476</a:t>
            </a:r>
          </a:p>
        </p:txBody>
      </p:sp>
      <p:sp>
        <p:nvSpPr>
          <p:cNvPr id="299" name="sues200_satellite_to_uav_300m/sues200_satellite_to_uav_300m/seed-3/official_trapezoid_mAP/full/point-Q3">
            <a:extLst xmlns:a="http://schemas.openxmlformats.org/drawingml/2006/main">
              <a:ext uri="{FF2B5EF4-FFF2-40B4-BE49-F238E27FC236}">
                <a16:creationId xmlns:a16="http://schemas.microsoft.com/office/drawing/2014/main" id="{E07377C8-8BA9-47D0-9D3F-4C573982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3874815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300m/sues200_satellite_to_uav_300m/seed-3/official_trapezoid_mAP/full/value-Q3">
            <a:extLst xmlns:a="http://schemas.openxmlformats.org/drawingml/2006/main">
              <a:ext uri="{FF2B5EF4-FFF2-40B4-BE49-F238E27FC236}">
                <a16:creationId xmlns:a16="http://schemas.microsoft.com/office/drawing/2014/main" id="{BFB0DC8A-0003-431C-A630-2F2C9B0C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42.917</a:t>
            </a:r>
          </a:p>
        </p:txBody>
      </p:sp>
      <p:sp>
        <p:nvSpPr>
          <p:cNvPr id="301" name="sues200_satellite_to_uav_300m/sues200_satellite_to_uav_300m/seed-3/official_trapezoid_mAP/full/point-Q4">
            <a:extLst xmlns:a="http://schemas.openxmlformats.org/drawingml/2006/main">
              <a:ext uri="{FF2B5EF4-FFF2-40B4-BE49-F238E27FC236}">
                <a16:creationId xmlns:a16="http://schemas.microsoft.com/office/drawing/2014/main" id="{2EF808C5-5104-44D6-8D52-52E31EC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390817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300m/sues200_satellite_to_uav_300m/seed-3/official_trapezoid_mAP/full/value-Q4">
            <a:extLst xmlns:a="http://schemas.openxmlformats.org/drawingml/2006/main">
              <a:ext uri="{FF2B5EF4-FFF2-40B4-BE49-F238E27FC236}">
                <a16:creationId xmlns:a16="http://schemas.microsoft.com/office/drawing/2014/main" id="{D5CE0305-3B7C-44F0-842B-525FABB1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46817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39.506</a:t>
            </a:r>
          </a:p>
        </p:txBody>
      </p:sp>
      <p:sp>
        <p:nvSpPr>
          <p:cNvPr id="303" name="sues200_satellite_to_uav_300m/sues200_satellite_to_uav_300m/seed-3/official_trapezoid_mAP/full/value-prefix">
            <a:extLst xmlns:a="http://schemas.openxmlformats.org/drawingml/2006/main">
              <a:ext uri="{FF2B5EF4-FFF2-40B4-BE49-F238E27FC236}">
                <a16:creationId xmlns:a16="http://schemas.microsoft.com/office/drawing/2014/main" id="{ACE9E4B0-8A89-470D-9EB8-7D378212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46817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04" name="sues200_satellite_to_uav_300m/MRR/row-heading">
            <a:extLst xmlns:a="http://schemas.openxmlformats.org/drawingml/2006/main">
              <a:ext uri="{FF2B5EF4-FFF2-40B4-BE49-F238E27FC236}">
                <a16:creationId xmlns:a16="http://schemas.microsoft.com/office/drawing/2014/main" id="{F2B64209-9C7F-42EB-A977-8F31799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97044"/>
            <a:ext cx="1346549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MRR × 100 (scaled MRR)</a:t>
            </a:r>
          </a:p>
        </p:txBody>
      </p:sp>
      <p:sp>
        <p:nvSpPr>
          <p:cNvPr id="305" name="sues200_satellite_to_uav_300m/sues200_satellite_to_uav_300m/seed-1/MRR/y-grid-0">
            <a:extLst xmlns:a="http://schemas.openxmlformats.org/drawingml/2006/main">
              <a:ext uri="{FF2B5EF4-FFF2-40B4-BE49-F238E27FC236}">
                <a16:creationId xmlns:a16="http://schemas.microsoft.com/office/drawing/2014/main" id="{841D38B2-6318-4DEA-AF8D-438C39A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6" name="sues200_satellite_to_uav_300m/sues200_satellite_to_uav_300m/seed-1/MRR/y-label-0">
            <a:extLst xmlns:a="http://schemas.openxmlformats.org/drawingml/2006/main">
              <a:ext uri="{FF2B5EF4-FFF2-40B4-BE49-F238E27FC236}">
                <a16:creationId xmlns:a16="http://schemas.microsoft.com/office/drawing/2014/main" id="{A5DCD5BD-3995-400B-ADAE-3CBFF698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sues200_satellite_to_uav_300m/sues200_satellite_to_uav_300m/seed-1/MRR/y-grid-25">
            <a:extLst xmlns:a="http://schemas.openxmlformats.org/drawingml/2006/main">
              <a:ext uri="{FF2B5EF4-FFF2-40B4-BE49-F238E27FC236}">
                <a16:creationId xmlns:a16="http://schemas.microsoft.com/office/drawing/2014/main" id="{358DB203-AFB7-478F-AF37-A06265F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08" name="sues200_satellite_to_uav_300m/sues200_satellite_to_uav_300m/seed-1/MRR/y-label-25">
            <a:extLst xmlns:a="http://schemas.openxmlformats.org/drawingml/2006/main">
              <a:ext uri="{FF2B5EF4-FFF2-40B4-BE49-F238E27FC236}">
                <a16:creationId xmlns:a16="http://schemas.microsoft.com/office/drawing/2014/main" id="{3EC14AB0-4BC9-4A88-9157-E5051990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09" name="sues200_satellite_to_uav_300m/sues200_satellite_to_uav_300m/seed-1/MRR/y-grid-50">
            <a:extLst xmlns:a="http://schemas.openxmlformats.org/drawingml/2006/main">
              <a:ext uri="{FF2B5EF4-FFF2-40B4-BE49-F238E27FC236}">
                <a16:creationId xmlns:a16="http://schemas.microsoft.com/office/drawing/2014/main" id="{C82646AE-08AB-486D-B1CB-884DCB8E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0" name="sues200_satellite_to_uav_300m/sues200_satellite_to_uav_300m/seed-1/MRR/y-label-50">
            <a:extLst xmlns:a="http://schemas.openxmlformats.org/drawingml/2006/main">
              <a:ext uri="{FF2B5EF4-FFF2-40B4-BE49-F238E27FC236}">
                <a16:creationId xmlns:a16="http://schemas.microsoft.com/office/drawing/2014/main" id="{3B4F1BB6-8F47-41FA-942A-40669A8C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1" name="sues200_satellite_to_uav_300m/sues200_satellite_to_uav_300m/seed-1/MRR/y-grid-75">
            <a:extLst xmlns:a="http://schemas.openxmlformats.org/drawingml/2006/main">
              <a:ext uri="{FF2B5EF4-FFF2-40B4-BE49-F238E27FC236}">
                <a16:creationId xmlns:a16="http://schemas.microsoft.com/office/drawing/2014/main" id="{8837C1D4-D9D9-495D-86BE-EA4E7108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2" name="sues200_satellite_to_uav_300m/sues200_satellite_to_uav_300m/seed-1/MRR/y-label-75">
            <a:extLst xmlns:a="http://schemas.openxmlformats.org/drawingml/2006/main">
              <a:ext uri="{FF2B5EF4-FFF2-40B4-BE49-F238E27FC236}">
                <a16:creationId xmlns:a16="http://schemas.microsoft.com/office/drawing/2014/main" id="{ADB21F36-4BFD-4399-A268-AA009F26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13" name="sues200_satellite_to_uav_300m/sues200_satellite_to_uav_300m/seed-1/MRR/y-grid-100">
            <a:extLst xmlns:a="http://schemas.openxmlformats.org/drawingml/2006/main">
              <a:ext uri="{FF2B5EF4-FFF2-40B4-BE49-F238E27FC236}">
                <a16:creationId xmlns:a16="http://schemas.microsoft.com/office/drawing/2014/main" id="{AB3D0F34-2C96-4E2A-B281-785CAEC8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14" name="sues200_satellite_to_uav_300m/sues200_satellite_to_uav_300m/seed-1/MRR/y-label-100">
            <a:extLst xmlns:a="http://schemas.openxmlformats.org/drawingml/2006/main">
              <a:ext uri="{FF2B5EF4-FFF2-40B4-BE49-F238E27FC236}">
                <a16:creationId xmlns:a16="http://schemas.microsoft.com/office/drawing/2014/main" id="{8AF490F5-A1D8-4121-A4D6-50D621A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15" name="sues200_satellite_to_uav_300m/sues200_satellite_to_uav_300m/seed-1/MRR/y-axis">
            <a:extLst xmlns:a="http://schemas.openxmlformats.org/drawingml/2006/main">
              <a:ext uri="{FF2B5EF4-FFF2-40B4-BE49-F238E27FC236}">
                <a16:creationId xmlns:a16="http://schemas.microsoft.com/office/drawing/2014/main" id="{2627AEDD-7E6E-41EA-A8DB-F5A9E5B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6" name="sues200_satellite_to_uav_300m/sues200_satellite_to_uav_300m/seed-1/MRR/x-axis">
            <a:extLst xmlns:a="http://schemas.openxmlformats.org/drawingml/2006/main">
              <a:ext uri="{FF2B5EF4-FFF2-40B4-BE49-F238E27FC236}">
                <a16:creationId xmlns:a16="http://schemas.microsoft.com/office/drawing/2014/main" id="{C7AC1948-D342-4FD4-90F7-D2C3688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7" name="sues200_satellite_to_uav_300m/sues200_satellite_to_uav_300m/seed-1/MRR/x-tick-Q1">
            <a:extLst xmlns:a="http://schemas.openxmlformats.org/drawingml/2006/main">
              <a:ext uri="{FF2B5EF4-FFF2-40B4-BE49-F238E27FC236}">
                <a16:creationId xmlns:a16="http://schemas.microsoft.com/office/drawing/2014/main" id="{A5D22F34-4C66-493A-A78C-13F7BD6E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8" name="sues200_satellite_to_uav_300m/sues200_satellite_to_uav_300m/seed-1/MRR/x-label-Q1">
            <a:extLst xmlns:a="http://schemas.openxmlformats.org/drawingml/2006/main">
              <a:ext uri="{FF2B5EF4-FFF2-40B4-BE49-F238E27FC236}">
                <a16:creationId xmlns:a16="http://schemas.microsoft.com/office/drawing/2014/main" id="{316BED66-9438-40BE-92D7-A3971FCF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19" name="sues200_satellite_to_uav_300m/sues200_satellite_to_uav_300m/seed-1/MRR/x-tick-Q2">
            <a:extLst xmlns:a="http://schemas.openxmlformats.org/drawingml/2006/main">
              <a:ext uri="{FF2B5EF4-FFF2-40B4-BE49-F238E27FC236}">
                <a16:creationId xmlns:a16="http://schemas.microsoft.com/office/drawing/2014/main" id="{8440032C-DC26-40D3-94EE-482AB608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0" name="sues200_satellite_to_uav_300m/sues200_satellite_to_uav_300m/seed-1/MRR/x-label-Q2">
            <a:extLst xmlns:a="http://schemas.openxmlformats.org/drawingml/2006/main">
              <a:ext uri="{FF2B5EF4-FFF2-40B4-BE49-F238E27FC236}">
                <a16:creationId xmlns:a16="http://schemas.microsoft.com/office/drawing/2014/main" id="{9314D295-6590-4CE4-9C13-11E8380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21" name="sues200_satellite_to_uav_300m/sues200_satellite_to_uav_300m/seed-1/MRR/x-tick-Q3">
            <a:extLst xmlns:a="http://schemas.openxmlformats.org/drawingml/2006/main">
              <a:ext uri="{FF2B5EF4-FFF2-40B4-BE49-F238E27FC236}">
                <a16:creationId xmlns:a16="http://schemas.microsoft.com/office/drawing/2014/main" id="{41AD10EF-5E00-44C1-8779-DC35382C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2" name="sues200_satellite_to_uav_300m/sues200_satellite_to_uav_300m/seed-1/MRR/x-label-Q3">
            <a:extLst xmlns:a="http://schemas.openxmlformats.org/drawingml/2006/main">
              <a:ext uri="{FF2B5EF4-FFF2-40B4-BE49-F238E27FC236}">
                <a16:creationId xmlns:a16="http://schemas.microsoft.com/office/drawing/2014/main" id="{DAE332BE-E6E3-4A63-90CA-7D338947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0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23" name="sues200_satellite_to_uav_300m/sues200_satellite_to_uav_300m/seed-1/MRR/x-tick-Q4">
            <a:extLst xmlns:a="http://schemas.openxmlformats.org/drawingml/2006/main">
              <a:ext uri="{FF2B5EF4-FFF2-40B4-BE49-F238E27FC236}">
                <a16:creationId xmlns:a16="http://schemas.microsoft.com/office/drawing/2014/main" id="{11659657-B3F6-4C3F-BA14-D58715A7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335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4" name="sues200_satellite_to_uav_300m/sues200_satellite_to_uav_300m/seed-1/MRR/x-label-Q4">
            <a:extLst xmlns:a="http://schemas.openxmlformats.org/drawingml/2006/main">
              <a:ext uri="{FF2B5EF4-FFF2-40B4-BE49-F238E27FC236}">
                <a16:creationId xmlns:a16="http://schemas.microsoft.com/office/drawing/2014/main" id="{B1190A77-3166-424F-AFE2-0AD3F0EC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0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25" name="sues200_satellite_to_uav_300m/sues200_satellite_to_uav_300m/seed-1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5255268A-BF0E-495E-958E-C717F9FC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322710"/>
            <a:ext cx="400050" cy="237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6" name="sues200_satellite_to_uav_300m/sues200_satellite_to_uav_300m/seed-1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ECDB0C4-676A-4D9D-8263-8A336BA0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237821"/>
            <a:ext cx="400050" cy="108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7" name="sues200_satellite_to_uav_300m/sues200_satellite_to_uav_300m/seed-1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F54A9609-4E7F-4481-9809-158329D3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237821"/>
            <a:ext cx="400050" cy="266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28" name="sues200_satellite_to_uav_300m/sues200_satellite_to_uav_300m/seed-1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76F2634C-D94B-4961-9103-FBCA5F4B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299215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9" name="sues200_satellite_to_uav_300m/sues200_satellite_to_uav_300m/seed-1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007FD1FD-0DC9-4409-A37F-3ACB4E6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72.583</a:t>
            </a:r>
          </a:p>
        </p:txBody>
      </p:sp>
      <p:sp>
        <p:nvSpPr>
          <p:cNvPr id="330" name="sues200_satellite_to_uav_300m/sues200_satellite_to_uav_300m/seed-1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19EBEB30-A2F6-4A97-B2B7-31B683EA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322974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1" name="sues200_satellite_to_uav_300m/sues200_satellite_to_uav_300m/seed-1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1F7882FD-5A46-4C0C-9752-7AD3716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70.154</a:t>
            </a:r>
          </a:p>
        </p:txBody>
      </p:sp>
      <p:sp>
        <p:nvSpPr>
          <p:cNvPr id="332" name="sues200_satellite_to_uav_300m/sues200_satellite_to_uav_300m/seed-1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1D21BC23-0079-436C-97D1-49D7BB35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21432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3" name="sues200_satellite_to_uav_300m/sues200_satellite_to_uav_300m/seed-1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BD002406-1155-4DDB-9120-91496865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81.264</a:t>
            </a:r>
          </a:p>
        </p:txBody>
      </p:sp>
      <p:sp>
        <p:nvSpPr>
          <p:cNvPr id="334" name="sues200_satellite_to_uav_300m/sues200_satellite_to_uav_300m/seed-1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1EA6FDF9-722C-4E80-A1DD-D09FC820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24095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5" name="sues200_satellite_to_uav_300m/sues200_satellite_to_uav_300m/seed-1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FDEF54B9-B544-47BE-A101-19AE2ED3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78.541</a:t>
            </a:r>
          </a:p>
        </p:txBody>
      </p:sp>
      <p:sp>
        <p:nvSpPr>
          <p:cNvPr id="336" name="sues200_satellite_to_uav_300m/sues200_satellite_to_uav_300m/seed-1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D796F7EB-B5AC-4D76-B0C1-2A2320CD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37" name="sues200_satellite_to_uav_300m/sues200_satellite_to_uav_300m/seed-1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BB65EC09-8D66-40C5-85A3-2E02A717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" y="5355464"/>
            <a:ext cx="400050" cy="135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8" name="sues200_satellite_to_uav_300m/sues200_satellite_to_uav_300m/seed-1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48E0B349-9208-40D3-A6BE-ADF552DA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3475" y="5321888"/>
            <a:ext cx="400050" cy="169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39" name="sues200_satellite_to_uav_300m/sues200_satellite_to_uav_300m/seed-1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D2C4086C-0CEF-48C9-B7E4-9BA8FF3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5321888"/>
            <a:ext cx="400050" cy="1066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40" name="sues200_satellite_to_uav_300m/sues200_satellite_to_uav_300m/seed-1/MRR/full/point-Q1">
            <a:extLst xmlns:a="http://schemas.openxmlformats.org/drawingml/2006/main">
              <a:ext uri="{FF2B5EF4-FFF2-40B4-BE49-F238E27FC236}">
                <a16:creationId xmlns:a16="http://schemas.microsoft.com/office/drawing/2014/main" id="{BD08319E-1C1E-4A15-B9A3-6E9D933E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" y="5331969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sues200_satellite_to_uav_300m/sues200_satellite_to_uav_300m/seed-1/MRR/full/value-Q1">
            <a:extLst xmlns:a="http://schemas.openxmlformats.org/drawingml/2006/main">
              <a:ext uri="{FF2B5EF4-FFF2-40B4-BE49-F238E27FC236}">
                <a16:creationId xmlns:a16="http://schemas.microsoft.com/office/drawing/2014/main" id="{0D238F28-4B06-472B-A4F4-87A73426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69.234</a:t>
            </a:r>
          </a:p>
        </p:txBody>
      </p:sp>
      <p:sp>
        <p:nvSpPr>
          <p:cNvPr id="342" name="sues200_satellite_to_uav_300m/sues200_satellite_to_uav_300m/seed-1/MRR/full/point-Q2">
            <a:extLst xmlns:a="http://schemas.openxmlformats.org/drawingml/2006/main">
              <a:ext uri="{FF2B5EF4-FFF2-40B4-BE49-F238E27FC236}">
                <a16:creationId xmlns:a16="http://schemas.microsoft.com/office/drawing/2014/main" id="{424A1C10-D52F-44AE-AC16-B19082D8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80" y="546755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sues200_satellite_to_uav_300m/sues200_satellite_to_uav_300m/seed-1/MRR/full/value-Q2">
            <a:extLst xmlns:a="http://schemas.openxmlformats.org/drawingml/2006/main">
              <a:ext uri="{FF2B5EF4-FFF2-40B4-BE49-F238E27FC236}">
                <a16:creationId xmlns:a16="http://schemas.microsoft.com/office/drawing/2014/main" id="{83D55481-CBAA-45F3-9C80-47FFA67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55.369</a:t>
            </a:r>
          </a:p>
        </p:txBody>
      </p:sp>
      <p:sp>
        <p:nvSpPr>
          <p:cNvPr id="344" name="sues200_satellite_to_uav_300m/sues200_satellite_to_uav_300m/seed-1/MRR/full/point-Q3">
            <a:extLst xmlns:a="http://schemas.openxmlformats.org/drawingml/2006/main">
              <a:ext uri="{FF2B5EF4-FFF2-40B4-BE49-F238E27FC236}">
                <a16:creationId xmlns:a16="http://schemas.microsoft.com/office/drawing/2014/main" id="{975338A3-579B-4286-AEB4-9330829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30" y="5298393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sues200_satellite_to_uav_300m/sues200_satellite_to_uav_300m/seed-1/MRR/full/value-Q3">
            <a:extLst xmlns:a="http://schemas.openxmlformats.org/drawingml/2006/main">
              <a:ext uri="{FF2B5EF4-FFF2-40B4-BE49-F238E27FC236}">
                <a16:creationId xmlns:a16="http://schemas.microsoft.com/office/drawing/2014/main" id="{C47B0302-1DEE-48DB-8912-53E38E5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72.667</a:t>
            </a:r>
          </a:p>
        </p:txBody>
      </p:sp>
      <p:sp>
        <p:nvSpPr>
          <p:cNvPr id="346" name="sues200_satellite_to_uav_300m/sues200_satellite_to_uav_300m/seed-1/MRR/full/point-Q4">
            <a:extLst xmlns:a="http://schemas.openxmlformats.org/drawingml/2006/main">
              <a:ext uri="{FF2B5EF4-FFF2-40B4-BE49-F238E27FC236}">
                <a16:creationId xmlns:a16="http://schemas.microsoft.com/office/drawing/2014/main" id="{49587B7A-5ED7-4EBF-B930-26048082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80" y="5405052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sues200_satellite_to_uav_300m/sues200_satellite_to_uav_300m/seed-1/MRR/full/value-Q4">
            <a:extLst xmlns:a="http://schemas.openxmlformats.org/drawingml/2006/main">
              <a:ext uri="{FF2B5EF4-FFF2-40B4-BE49-F238E27FC236}">
                <a16:creationId xmlns:a16="http://schemas.microsoft.com/office/drawing/2014/main" id="{79D9E38B-3537-4EBF-8CE5-990B6471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6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61.760</a:t>
            </a:r>
          </a:p>
        </p:txBody>
      </p:sp>
      <p:sp>
        <p:nvSpPr>
          <p:cNvPr id="348" name="sues200_satellite_to_uav_300m/sues200_satellite_to_uav_300m/seed-1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C5EFB845-4729-4041-9F9B-A83725B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49" name="sues200_satellite_to_uav_300m/sues200_satellite_to_uav_300m/seed-2/MRR/y-grid-0">
            <a:extLst xmlns:a="http://schemas.openxmlformats.org/drawingml/2006/main">
              <a:ext uri="{FF2B5EF4-FFF2-40B4-BE49-F238E27FC236}">
                <a16:creationId xmlns:a16="http://schemas.microsoft.com/office/drawing/2014/main" id="{1417F7D8-C385-4FD1-AE56-6BA6EFCB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0" name="sues200_satellite_to_uav_300m/sues200_satellite_to_uav_300m/seed-2/MRR/y-label-0">
            <a:extLst xmlns:a="http://schemas.openxmlformats.org/drawingml/2006/main">
              <a:ext uri="{FF2B5EF4-FFF2-40B4-BE49-F238E27FC236}">
                <a16:creationId xmlns:a16="http://schemas.microsoft.com/office/drawing/2014/main" id="{84CED268-C367-4D5C-B041-E2381EED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1" name="sues200_satellite_to_uav_300m/sues200_satellite_to_uav_300m/seed-2/MRR/y-grid-25">
            <a:extLst xmlns:a="http://schemas.openxmlformats.org/drawingml/2006/main">
              <a:ext uri="{FF2B5EF4-FFF2-40B4-BE49-F238E27FC236}">
                <a16:creationId xmlns:a16="http://schemas.microsoft.com/office/drawing/2014/main" id="{9922C4C1-4BA7-4919-B851-EA8EB1E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2" name="sues200_satellite_to_uav_300m/sues200_satellite_to_uav_300m/seed-2/MRR/y-label-25">
            <a:extLst xmlns:a="http://schemas.openxmlformats.org/drawingml/2006/main">
              <a:ext uri="{FF2B5EF4-FFF2-40B4-BE49-F238E27FC236}">
                <a16:creationId xmlns:a16="http://schemas.microsoft.com/office/drawing/2014/main" id="{6A6F6C8F-1F61-4C3F-9571-4D074DB0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53" name="sues200_satellite_to_uav_300m/sues200_satellite_to_uav_300m/seed-2/MRR/y-grid-50">
            <a:extLst xmlns:a="http://schemas.openxmlformats.org/drawingml/2006/main">
              <a:ext uri="{FF2B5EF4-FFF2-40B4-BE49-F238E27FC236}">
                <a16:creationId xmlns:a16="http://schemas.microsoft.com/office/drawing/2014/main" id="{45ECF4C4-6095-41D5-BCA2-EC16520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4" name="sues200_satellite_to_uav_300m/sues200_satellite_to_uav_300m/seed-2/MRR/y-label-50">
            <a:extLst xmlns:a="http://schemas.openxmlformats.org/drawingml/2006/main">
              <a:ext uri="{FF2B5EF4-FFF2-40B4-BE49-F238E27FC236}">
                <a16:creationId xmlns:a16="http://schemas.microsoft.com/office/drawing/2014/main" id="{1D22BB08-ABE4-49C8-8A09-04769E3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55" name="sues200_satellite_to_uav_300m/sues200_satellite_to_uav_300m/seed-2/MRR/y-grid-75">
            <a:extLst xmlns:a="http://schemas.openxmlformats.org/drawingml/2006/main">
              <a:ext uri="{FF2B5EF4-FFF2-40B4-BE49-F238E27FC236}">
                <a16:creationId xmlns:a16="http://schemas.microsoft.com/office/drawing/2014/main" id="{528B7B23-4206-4A7B-BF85-FCFC04E1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6" name="sues200_satellite_to_uav_300m/sues200_satellite_to_uav_300m/seed-2/MRR/y-label-75">
            <a:extLst xmlns:a="http://schemas.openxmlformats.org/drawingml/2006/main">
              <a:ext uri="{FF2B5EF4-FFF2-40B4-BE49-F238E27FC236}">
                <a16:creationId xmlns:a16="http://schemas.microsoft.com/office/drawing/2014/main" id="{DB2B6451-E239-48DE-97A1-343BE9A8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1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57" name="sues200_satellite_to_uav_300m/sues200_satellite_to_uav_300m/seed-2/MRR/y-grid-100">
            <a:extLst xmlns:a="http://schemas.openxmlformats.org/drawingml/2006/main">
              <a:ext uri="{FF2B5EF4-FFF2-40B4-BE49-F238E27FC236}">
                <a16:creationId xmlns:a16="http://schemas.microsoft.com/office/drawing/2014/main" id="{2E23A005-C4CD-4333-808F-8BB66F04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58" name="sues200_satellite_to_uav_300m/sues200_satellite_to_uav_300m/seed-2/MRR/y-label-100">
            <a:extLst xmlns:a="http://schemas.openxmlformats.org/drawingml/2006/main">
              <a:ext uri="{FF2B5EF4-FFF2-40B4-BE49-F238E27FC236}">
                <a16:creationId xmlns:a16="http://schemas.microsoft.com/office/drawing/2014/main" id="{0570A5DB-907C-4699-B311-EFE40BBE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6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59" name="sues200_satellite_to_uav_300m/sues200_satellite_to_uav_300m/seed-2/MRR/y-axis">
            <a:extLst xmlns:a="http://schemas.openxmlformats.org/drawingml/2006/main">
              <a:ext uri="{FF2B5EF4-FFF2-40B4-BE49-F238E27FC236}">
                <a16:creationId xmlns:a16="http://schemas.microsoft.com/office/drawing/2014/main" id="{DF5EC41E-CDF4-4861-A051-9D10C88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0" name="sues200_satellite_to_uav_300m/sues200_satellite_to_uav_300m/seed-2/MRR/x-axis">
            <a:extLst xmlns:a="http://schemas.openxmlformats.org/drawingml/2006/main">
              <a:ext uri="{FF2B5EF4-FFF2-40B4-BE49-F238E27FC236}">
                <a16:creationId xmlns:a16="http://schemas.microsoft.com/office/drawing/2014/main" id="{CAF65FE7-D937-4B0E-8C99-A5730BE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5400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1" name="sues200_satellite_to_uav_300m/sues200_satellite_to_uav_300m/seed-2/MRR/x-tick-Q1">
            <a:extLst xmlns:a="http://schemas.openxmlformats.org/drawingml/2006/main">
              <a:ext uri="{FF2B5EF4-FFF2-40B4-BE49-F238E27FC236}">
                <a16:creationId xmlns:a16="http://schemas.microsoft.com/office/drawing/2014/main" id="{79C4BACD-5CDF-4AF1-B8C4-25D18416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400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2" name="sues200_satellite_to_uav_300m/sues200_satellite_to_uav_300m/seed-2/MRR/x-label-Q1">
            <a:extLst xmlns:a="http://schemas.openxmlformats.org/drawingml/2006/main">
              <a:ext uri="{FF2B5EF4-FFF2-40B4-BE49-F238E27FC236}">
                <a16:creationId xmlns:a16="http://schemas.microsoft.com/office/drawing/2014/main" id="{CCEA3241-9A78-4D99-B616-C3662538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5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363" name="sues200_satellite_to_uav_300m/sues200_satellite_to_uav_300m/seed-2/MRR/x-tick-Q2">
            <a:extLst xmlns:a="http://schemas.openxmlformats.org/drawingml/2006/main">
              <a:ext uri="{FF2B5EF4-FFF2-40B4-BE49-F238E27FC236}">
                <a16:creationId xmlns:a16="http://schemas.microsoft.com/office/drawing/2014/main" id="{E8FEE6D1-965C-4AC7-B6D9-F5D014F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4" name="sues200_satellite_to_uav_300m/sues200_satellite_to_uav_300m/seed-2/MRR/x-label-Q2">
            <a:extLst xmlns:a="http://schemas.openxmlformats.org/drawingml/2006/main">
              <a:ext uri="{FF2B5EF4-FFF2-40B4-BE49-F238E27FC236}">
                <a16:creationId xmlns:a16="http://schemas.microsoft.com/office/drawing/2014/main" id="{04273565-8DA4-4B84-A359-6958F35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65" name="sues200_satellite_to_uav_300m/sues200_satellite_to_uav_300m/seed-2/MRR/x-tick-Q3">
            <a:extLst xmlns:a="http://schemas.openxmlformats.org/drawingml/2006/main">
              <a:ext uri="{FF2B5EF4-FFF2-40B4-BE49-F238E27FC236}">
                <a16:creationId xmlns:a16="http://schemas.microsoft.com/office/drawing/2014/main" id="{9C78E034-79AC-4329-BA90-7D37277F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6" name="sues200_satellite_to_uav_300m/sues200_satellite_to_uav_300m/seed-2/MRR/x-label-Q3">
            <a:extLst xmlns:a="http://schemas.openxmlformats.org/drawingml/2006/main">
              <a:ext uri="{FF2B5EF4-FFF2-40B4-BE49-F238E27FC236}">
                <a16:creationId xmlns:a16="http://schemas.microsoft.com/office/drawing/2014/main" id="{E84120B8-EB36-49CA-8B45-D0B96B2B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367" name="sues200_satellite_to_uav_300m/sues200_satellite_to_uav_300m/seed-2/MRR/x-tick-Q4">
            <a:extLst xmlns:a="http://schemas.openxmlformats.org/drawingml/2006/main">
              <a:ext uri="{FF2B5EF4-FFF2-40B4-BE49-F238E27FC236}">
                <a16:creationId xmlns:a16="http://schemas.microsoft.com/office/drawing/2014/main" id="{E6A47564-6495-47AF-952D-4130C33C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401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8" name="sues200_satellite_to_uav_300m/sues200_satellite_to_uav_300m/seed-2/MRR/x-label-Q4">
            <a:extLst xmlns:a="http://schemas.openxmlformats.org/drawingml/2006/main">
              <a:ext uri="{FF2B5EF4-FFF2-40B4-BE49-F238E27FC236}">
                <a16:creationId xmlns:a16="http://schemas.microsoft.com/office/drawing/2014/main" id="{E61E3374-B39D-40A9-8343-F3572FD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6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369" name="sues200_satellite_to_uav_300m/sues200_satellite_to_uav_300m/seed-2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5FBFBAE-250D-410A-8D83-2EB08711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240031"/>
            <a:ext cx="400050" cy="29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0" name="sues200_satellite_to_uav_300m/sues200_satellite_to_uav_300m/seed-2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4DA7EC7B-A279-4D03-8C04-7FE27121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5240031"/>
            <a:ext cx="400050" cy="885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1" name="sues200_satellite_to_uav_300m/sues200_satellite_to_uav_300m/seed-2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272A830E-464D-468E-A6B2-939F0B4B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5240906"/>
            <a:ext cx="400050" cy="876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372" name="sues200_satellite_to_uav_300m/sues200_satellite_to_uav_300m/seed-2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70F675AF-5336-4C1E-A314-7F946756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245589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3" name="sues200_satellite_to_uav_300m/sues200_satellite_to_uav_300m/seed-2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7CE2D876-D35F-4EE6-83D4-04A6F34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78.067</a:t>
            </a:r>
          </a:p>
        </p:txBody>
      </p:sp>
      <p:sp>
        <p:nvSpPr>
          <p:cNvPr id="374" name="sues200_satellite_to_uav_300m/sues200_satellite_to_uav_300m/seed-2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A26435B4-7A77-4CAE-8A1B-2B8332E3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21653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5" name="sues200_satellite_to_uav_300m/sues200_satellite_to_uav_300m/seed-2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94FDEAB0-1840-48EA-A7C0-06377593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81.038</a:t>
            </a:r>
          </a:p>
        </p:txBody>
      </p:sp>
      <p:sp>
        <p:nvSpPr>
          <p:cNvPr id="376" name="sues200_satellite_to_uav_300m/sues200_satellite_to_uav_300m/seed-2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EF34294F-94B0-43C9-ADF7-9908D699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0507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7" name="sues200_satellite_to_uav_300m/sues200_satellite_to_uav_300m/seed-2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37C2CFB9-F30B-4938-93A7-0D0D452A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71.984</a:t>
            </a:r>
          </a:p>
        </p:txBody>
      </p:sp>
      <p:sp>
        <p:nvSpPr>
          <p:cNvPr id="378" name="sues200_satellite_to_uav_300m/sues200_satellite_to_uav_300m/seed-2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A1AD68EF-FE1D-4955-9AD0-07F2FD30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217411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79" name="sues200_satellite_to_uav_300m/sues200_satellite_to_uav_300m/seed-2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1639ADA7-D088-4FD6-BAB7-D332AD53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80.948</a:t>
            </a:r>
          </a:p>
        </p:txBody>
      </p:sp>
      <p:sp>
        <p:nvSpPr>
          <p:cNvPr id="380" name="sues200_satellite_to_uav_300m/sues200_satellite_to_uav_300m/seed-2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2F6D2312-F92A-4F09-9343-69F54D2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381" name="sues200_satellite_to_uav_300m/sues200_satellite_to_uav_300m/seed-2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53E47377-AC59-4C24-8058-0453BCA3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0025" y="5376519"/>
            <a:ext cx="400050" cy="326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2" name="sues200_satellite_to_uav_300m/sues200_satellite_to_uav_300m/seed-2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AF77679A-9F70-4866-AD8C-0209A2FA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40075" y="5376519"/>
            <a:ext cx="400050" cy="277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3" name="sues200_satellite_to_uav_300m/sues200_satellite_to_uav_300m/seed-2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89A4C81C-5F57-46EE-8AA8-8AE363A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0125" y="5404306"/>
            <a:ext cx="400050" cy="274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384" name="sues200_satellite_to_uav_300m/sues200_satellite_to_uav_300m/seed-2/MRR/full/point-Q1">
            <a:extLst xmlns:a="http://schemas.openxmlformats.org/drawingml/2006/main">
              <a:ext uri="{FF2B5EF4-FFF2-40B4-BE49-F238E27FC236}">
                <a16:creationId xmlns:a16="http://schemas.microsoft.com/office/drawing/2014/main" id="{F9935609-4160-44AF-A096-0DC9A779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5385688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5" name="sues200_satellite_to_uav_300m/sues200_satellite_to_uav_300m/seed-2/MRR/full/value-Q1">
            <a:extLst xmlns:a="http://schemas.openxmlformats.org/drawingml/2006/main">
              <a:ext uri="{FF2B5EF4-FFF2-40B4-BE49-F238E27FC236}">
                <a16:creationId xmlns:a16="http://schemas.microsoft.com/office/drawing/2014/main" id="{A8F981E7-83FD-4E73-9E27-4D8BE4C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0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63.740</a:t>
            </a:r>
          </a:p>
        </p:txBody>
      </p:sp>
      <p:sp>
        <p:nvSpPr>
          <p:cNvPr id="386" name="sues200_satellite_to_uav_300m/sues200_satellite_to_uav_300m/seed-2/MRR/full/point-Q2">
            <a:extLst xmlns:a="http://schemas.openxmlformats.org/drawingml/2006/main">
              <a:ext uri="{FF2B5EF4-FFF2-40B4-BE49-F238E27FC236}">
                <a16:creationId xmlns:a16="http://schemas.microsoft.com/office/drawing/2014/main" id="{F39A69FE-98A9-41C5-8CA9-E7311DF8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535302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7" name="sues200_satellite_to_uav_300m/sues200_satellite_to_uav_300m/seed-2/MRR/full/value-Q2">
            <a:extLst xmlns:a="http://schemas.openxmlformats.org/drawingml/2006/main">
              <a:ext uri="{FF2B5EF4-FFF2-40B4-BE49-F238E27FC236}">
                <a16:creationId xmlns:a16="http://schemas.microsoft.com/office/drawing/2014/main" id="{301149FC-7686-4C92-BB76-AF0ACCFE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1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67.081</a:t>
            </a:r>
          </a:p>
        </p:txBody>
      </p:sp>
      <p:sp>
        <p:nvSpPr>
          <p:cNvPr id="388" name="sues200_satellite_to_uav_300m/sues200_satellite_to_uav_300m/seed-2/MRR/full/point-Q3">
            <a:extLst xmlns:a="http://schemas.openxmlformats.org/drawingml/2006/main">
              <a:ext uri="{FF2B5EF4-FFF2-40B4-BE49-F238E27FC236}">
                <a16:creationId xmlns:a16="http://schemas.microsoft.com/office/drawing/2014/main" id="{2298132A-E6E4-4F19-BA6D-97B091E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30" y="5380811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9" name="sues200_satellite_to_uav_300m/sues200_satellite_to_uav_300m/seed-2/MRR/full/value-Q3">
            <a:extLst xmlns:a="http://schemas.openxmlformats.org/drawingml/2006/main">
              <a:ext uri="{FF2B5EF4-FFF2-40B4-BE49-F238E27FC236}">
                <a16:creationId xmlns:a16="http://schemas.microsoft.com/office/drawing/2014/main" id="{3139C761-8A84-4D11-950A-C0391C1D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1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64.239</a:t>
            </a:r>
          </a:p>
        </p:txBody>
      </p:sp>
      <p:sp>
        <p:nvSpPr>
          <p:cNvPr id="390" name="sues200_satellite_to_uav_300m/sues200_satellite_to_uav_300m/seed-2/MRR/full/point-Q4">
            <a:extLst xmlns:a="http://schemas.openxmlformats.org/drawingml/2006/main">
              <a:ext uri="{FF2B5EF4-FFF2-40B4-BE49-F238E27FC236}">
                <a16:creationId xmlns:a16="http://schemas.microsoft.com/office/drawing/2014/main" id="{31380BCA-99C6-4E30-B959-64B3DD6B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408264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91" name="sues200_satellite_to_uav_300m/sues200_satellite_to_uav_300m/seed-2/MRR/full/value-Q4">
            <a:extLst xmlns:a="http://schemas.openxmlformats.org/drawingml/2006/main">
              <a:ext uri="{FF2B5EF4-FFF2-40B4-BE49-F238E27FC236}">
                <a16:creationId xmlns:a16="http://schemas.microsoft.com/office/drawing/2014/main" id="{E8E33BDE-C3F1-4721-AC9C-581FF285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2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61.432</a:t>
            </a:r>
          </a:p>
        </p:txBody>
      </p:sp>
      <p:sp>
        <p:nvSpPr>
          <p:cNvPr id="392" name="sues200_satellite_to_uav_300m/sues200_satellite_to_uav_300m/seed-2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15CE4161-7BFB-44DD-8AC6-5DF9778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3" name="sues200_satellite_to_uav_300m/sues200_satellite_to_uav_300m/seed-3/MRR/y-grid-0">
            <a:extLst xmlns:a="http://schemas.openxmlformats.org/drawingml/2006/main">
              <a:ext uri="{FF2B5EF4-FFF2-40B4-BE49-F238E27FC236}">
                <a16:creationId xmlns:a16="http://schemas.microsoft.com/office/drawing/2014/main" id="{142051C3-9423-40F4-A426-7A1F1A1C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4" name="sues200_satellite_to_uav_300m/sues200_satellite_to_uav_300m/seed-3/MRR/y-label-0">
            <a:extLst xmlns:a="http://schemas.openxmlformats.org/drawingml/2006/main">
              <a:ext uri="{FF2B5EF4-FFF2-40B4-BE49-F238E27FC236}">
                <a16:creationId xmlns:a16="http://schemas.microsoft.com/office/drawing/2014/main" id="{95F30778-1BF0-47C4-BB63-E06CE8E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92" y="597331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5" name="sues200_satellite_to_uav_300m/sues200_satellite_to_uav_300m/seed-3/MRR/y-grid-25">
            <a:extLst xmlns:a="http://schemas.openxmlformats.org/drawingml/2006/main">
              <a:ext uri="{FF2B5EF4-FFF2-40B4-BE49-F238E27FC236}">
                <a16:creationId xmlns:a16="http://schemas.microsoft.com/office/drawing/2014/main" id="{6F777D90-E31B-43C9-8E08-72F9269E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7880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6" name="sues200_satellite_to_uav_300m/sues200_satellite_to_uav_300m/seed-3/MRR/y-label-25">
            <a:extLst xmlns:a="http://schemas.openxmlformats.org/drawingml/2006/main">
              <a:ext uri="{FF2B5EF4-FFF2-40B4-BE49-F238E27FC236}">
                <a16:creationId xmlns:a16="http://schemas.microsoft.com/office/drawing/2014/main" id="{E6AC6736-7EF3-45CF-A638-048D4C23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72884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97" name="sues200_satellite_to_uav_300m/sues200_satellite_to_uav_300m/seed-3/MRR/y-grid-50">
            <a:extLst xmlns:a="http://schemas.openxmlformats.org/drawingml/2006/main">
              <a:ext uri="{FF2B5EF4-FFF2-40B4-BE49-F238E27FC236}">
                <a16:creationId xmlns:a16="http://schemas.microsoft.com/office/drawing/2014/main" id="{36D67F16-A923-45CA-9C87-F995CACF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5435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398" name="sues200_satellite_to_uav_300m/sues200_satellite_to_uav_300m/seed-3/MRR/y-label-50">
            <a:extLst xmlns:a="http://schemas.openxmlformats.org/drawingml/2006/main">
              <a:ext uri="{FF2B5EF4-FFF2-40B4-BE49-F238E27FC236}">
                <a16:creationId xmlns:a16="http://schemas.microsoft.com/office/drawing/2014/main" id="{C2B70275-792E-42E0-8650-71B4A4FF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48436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99" name="sues200_satellite_to_uav_300m/sues200_satellite_to_uav_300m/seed-3/MRR/y-grid-75">
            <a:extLst xmlns:a="http://schemas.openxmlformats.org/drawingml/2006/main">
              <a:ext uri="{FF2B5EF4-FFF2-40B4-BE49-F238E27FC236}">
                <a16:creationId xmlns:a16="http://schemas.microsoft.com/office/drawing/2014/main" id="{736CE5B2-E88E-4A75-8B01-11FC7446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2990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0" name="sues200_satellite_to_uav_300m/sues200_satellite_to_uav_300m/seed-3/MRR/y-label-75">
            <a:extLst xmlns:a="http://schemas.openxmlformats.org/drawingml/2006/main">
              <a:ext uri="{FF2B5EF4-FFF2-40B4-BE49-F238E27FC236}">
                <a16:creationId xmlns:a16="http://schemas.microsoft.com/office/drawing/2014/main" id="{E6177495-A49D-4B07-8DB7-EEEF9686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04" y="523989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1" name="sues200_satellite_to_uav_300m/sues200_satellite_to_uav_300m/seed-3/MRR/y-grid-100">
            <a:extLst xmlns:a="http://schemas.openxmlformats.org/drawingml/2006/main">
              <a:ext uri="{FF2B5EF4-FFF2-40B4-BE49-F238E27FC236}">
                <a16:creationId xmlns:a16="http://schemas.microsoft.com/office/drawing/2014/main" id="{27E25703-9CF9-4EEC-864D-C08E7D73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E0E6EC"/>
            </a:solidFill>
          </a:ln>
        </p:spPr>
      </p:sp>
      <p:sp>
        <p:nvSpPr>
          <p:cNvPr id="402" name="sues200_satellite_to_uav_300m/sues200_satellite_to_uav_300m/seed-3/MRR/y-label-100">
            <a:extLst xmlns:a="http://schemas.openxmlformats.org/drawingml/2006/main">
              <a:ext uri="{FF2B5EF4-FFF2-40B4-BE49-F238E27FC236}">
                <a16:creationId xmlns:a16="http://schemas.microsoft.com/office/drawing/2014/main" id="{A0657230-03C0-4A22-BBBA-B96156FB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220" y="499541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3" name="sues200_satellite_to_uav_300m/sues200_satellite_to_uav_300m/seed-3/MRR/y-axis">
            <a:extLst xmlns:a="http://schemas.openxmlformats.org/drawingml/2006/main">
              <a:ext uri="{FF2B5EF4-FFF2-40B4-BE49-F238E27FC236}">
                <a16:creationId xmlns:a16="http://schemas.microsoft.com/office/drawing/2014/main" id="{0E44BEFD-5FA9-4B10-981D-28D538D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5054600"/>
            <a:ext cx="0" cy="97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4" name="sues200_satellite_to_uav_300m/sues200_satellite_to_uav_300m/seed-3/MRR/x-axis">
            <a:extLst xmlns:a="http://schemas.openxmlformats.org/drawingml/2006/main">
              <a:ext uri="{FF2B5EF4-FFF2-40B4-BE49-F238E27FC236}">
                <a16:creationId xmlns:a16="http://schemas.microsoft.com/office/drawing/2014/main" id="{17F924C3-9508-42F9-9B80-C28C945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6600" y="60325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5" name="sues200_satellite_to_uav_300m/sues200_satellite_to_uav_300m/seed-3/MRR/x-tick-Q1">
            <a:extLst xmlns:a="http://schemas.openxmlformats.org/drawingml/2006/main">
              <a:ext uri="{FF2B5EF4-FFF2-40B4-BE49-F238E27FC236}">
                <a16:creationId xmlns:a16="http://schemas.microsoft.com/office/drawing/2014/main" id="{018C2A58-10C1-438E-BDA5-8A45141E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6" name="sues200_satellite_to_uav_300m/sues200_satellite_to_uav_300m/seed-3/MRR/x-label-Q1">
            <a:extLst xmlns:a="http://schemas.openxmlformats.org/drawingml/2006/main">
              <a:ext uri="{FF2B5EF4-FFF2-40B4-BE49-F238E27FC236}">
                <a16:creationId xmlns:a16="http://schemas.microsoft.com/office/drawing/2014/main" id="{2635F27F-8893-4AEF-A7F5-B61D9419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407" name="sues200_satellite_to_uav_300m/sues200_satellite_to_uav_300m/seed-3/MRR/x-tick-Q2">
            <a:extLst xmlns:a="http://schemas.openxmlformats.org/drawingml/2006/main">
              <a:ext uri="{FF2B5EF4-FFF2-40B4-BE49-F238E27FC236}">
                <a16:creationId xmlns:a16="http://schemas.microsoft.com/office/drawing/2014/main" id="{1F0695DB-D4B8-4DE3-AF58-204ED785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466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8" name="sues200_satellite_to_uav_300m/sues200_satellite_to_uav_300m/seed-3/MRR/x-label-Q2">
            <a:extLst xmlns:a="http://schemas.openxmlformats.org/drawingml/2006/main">
              <a:ext uri="{FF2B5EF4-FFF2-40B4-BE49-F238E27FC236}">
                <a16:creationId xmlns:a16="http://schemas.microsoft.com/office/drawing/2014/main" id="{055A3105-C3B9-49A0-BF21-C095B2C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1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409" name="sues200_satellite_to_uav_300m/sues200_satellite_to_uav_300m/seed-3/MRR/x-tick-Q3">
            <a:extLst xmlns:a="http://schemas.openxmlformats.org/drawingml/2006/main">
              <a:ext uri="{FF2B5EF4-FFF2-40B4-BE49-F238E27FC236}">
                <a16:creationId xmlns:a16="http://schemas.microsoft.com/office/drawing/2014/main" id="{3A6C1950-0A49-483B-BEC1-CE8BA33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0" name="sues200_satellite_to_uav_300m/sues200_satellite_to_uav_300m/seed-3/MRR/x-label-Q3">
            <a:extLst xmlns:a="http://schemas.openxmlformats.org/drawingml/2006/main">
              <a:ext uri="{FF2B5EF4-FFF2-40B4-BE49-F238E27FC236}">
                <a16:creationId xmlns:a16="http://schemas.microsoft.com/office/drawing/2014/main" id="{D613DFA4-B6C5-4C25-A5A3-546C4A8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24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411" name="sues200_satellite_to_uav_300m/sues200_satellite_to_uav_300m/seed-3/MRR/x-tick-Q4">
            <a:extLst xmlns:a="http://schemas.openxmlformats.org/drawingml/2006/main">
              <a:ext uri="{FF2B5EF4-FFF2-40B4-BE49-F238E27FC236}">
                <a16:creationId xmlns:a16="http://schemas.microsoft.com/office/drawing/2014/main" id="{64DB4206-22B4-4045-B1FF-3418EE70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6775" y="6032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2" name="sues200_satellite_to_uav_300m/sues200_satellite_to_uav_300m/seed-3/MRR/x-label-Q4">
            <a:extLst xmlns:a="http://schemas.openxmlformats.org/drawingml/2006/main">
              <a:ext uri="{FF2B5EF4-FFF2-40B4-BE49-F238E27FC236}">
                <a16:creationId xmlns:a16="http://schemas.microsoft.com/office/drawing/2014/main" id="{294BB3BA-320D-4A8D-B07E-BACFD55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290" y="6091428"/>
            <a:ext cx="14497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13" name="sues200_satellite_to_uav_300m/sues200_satellite_to_uav_300m/seed-3/MRR/visual/segment-Q1-Q2">
            <a:extLst xmlns:a="http://schemas.openxmlformats.org/drawingml/2006/main">
              <a:ext uri="{FF2B5EF4-FFF2-40B4-BE49-F238E27FC236}">
                <a16:creationId xmlns:a16="http://schemas.microsoft.com/office/drawing/2014/main" id="{F01CF509-41BA-44FB-8DC3-FDDE8E8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46625" y="5198287"/>
            <a:ext cx="400050" cy="722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4" name="sues200_satellite_to_uav_300m/sues200_satellite_to_uav_300m/seed-3/MRR/visual/segment-Q2-Q3">
            <a:extLst xmlns:a="http://schemas.openxmlformats.org/drawingml/2006/main">
              <a:ext uri="{FF2B5EF4-FFF2-40B4-BE49-F238E27FC236}">
                <a16:creationId xmlns:a16="http://schemas.microsoft.com/office/drawing/2014/main" id="{BB79CF63-A070-47E8-974D-A1BCB223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254078"/>
            <a:ext cx="400050" cy="164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5" name="sues200_satellite_to_uav_300m/sues200_satellite_to_uav_300m/seed-3/MRR/visual/segment-Q3-Q4">
            <a:extLst xmlns:a="http://schemas.openxmlformats.org/drawingml/2006/main">
              <a:ext uri="{FF2B5EF4-FFF2-40B4-BE49-F238E27FC236}">
                <a16:creationId xmlns:a16="http://schemas.microsoft.com/office/drawing/2014/main" id="{D0F0C042-D68A-45CF-8FDA-75F5DC76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46725" y="5209831"/>
            <a:ext cx="400050" cy="44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72B2"/>
            </a:solidFill>
          </a:ln>
        </p:spPr>
      </p:sp>
      <p:sp>
        <p:nvSpPr>
          <p:cNvPr id="416" name="sues200_satellite_to_uav_300m/sues200_satellite_to_uav_300m/seed-3/MRR/visual/point-Q1">
            <a:extLst xmlns:a="http://schemas.openxmlformats.org/drawingml/2006/main">
              <a:ext uri="{FF2B5EF4-FFF2-40B4-BE49-F238E27FC236}">
                <a16:creationId xmlns:a16="http://schemas.microsoft.com/office/drawing/2014/main" id="{46293259-C117-4660-B066-302D6E1B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174792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7" name="sues200_satellite_to_uav_300m/sues200_satellite_to_uav_300m/seed-3/MRR/visual/value-Q1">
            <a:extLst xmlns:a="http://schemas.openxmlformats.org/drawingml/2006/main">
              <a:ext uri="{FF2B5EF4-FFF2-40B4-BE49-F238E27FC236}">
                <a16:creationId xmlns:a16="http://schemas.microsoft.com/office/drawing/2014/main" id="{9DD33A22-F11B-40AF-9E67-C38C87A5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85.307</a:t>
            </a:r>
          </a:p>
        </p:txBody>
      </p:sp>
      <p:sp>
        <p:nvSpPr>
          <p:cNvPr id="418" name="sues200_satellite_to_uav_300m/sues200_satellite_to_uav_300m/seed-3/MRR/visual/point-Q2">
            <a:extLst xmlns:a="http://schemas.openxmlformats.org/drawingml/2006/main">
              <a:ext uri="{FF2B5EF4-FFF2-40B4-BE49-F238E27FC236}">
                <a16:creationId xmlns:a16="http://schemas.microsoft.com/office/drawing/2014/main" id="{8E429151-8DAC-449A-946E-A8EA151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246998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19" name="sues200_satellite_to_uav_300m/sues200_satellite_to_uav_300m/seed-3/MRR/visual/value-Q2">
            <a:extLst xmlns:a="http://schemas.openxmlformats.org/drawingml/2006/main">
              <a:ext uri="{FF2B5EF4-FFF2-40B4-BE49-F238E27FC236}">
                <a16:creationId xmlns:a16="http://schemas.microsoft.com/office/drawing/2014/main" id="{ACC650C1-A868-4DED-94EF-8827D4E3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77.923</a:t>
            </a:r>
          </a:p>
        </p:txBody>
      </p:sp>
      <p:sp>
        <p:nvSpPr>
          <p:cNvPr id="420" name="sues200_satellite_to_uav_300m/sues200_satellite_to_uav_300m/seed-3/MRR/visual/point-Q3">
            <a:extLst xmlns:a="http://schemas.openxmlformats.org/drawingml/2006/main">
              <a:ext uri="{FF2B5EF4-FFF2-40B4-BE49-F238E27FC236}">
                <a16:creationId xmlns:a16="http://schemas.microsoft.com/office/drawing/2014/main" id="{11BBE645-0DE4-43AF-82F3-0DB4898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230583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1" name="sues200_satellite_to_uav_300m/sues200_satellite_to_uav_300m/seed-3/MRR/visual/value-Q3">
            <a:extLst xmlns:a="http://schemas.openxmlformats.org/drawingml/2006/main">
              <a:ext uri="{FF2B5EF4-FFF2-40B4-BE49-F238E27FC236}">
                <a16:creationId xmlns:a16="http://schemas.microsoft.com/office/drawing/2014/main" id="{2C5D8A0D-4451-4D6C-A3F8-AB938A72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79.601</a:t>
            </a:r>
          </a:p>
        </p:txBody>
      </p:sp>
      <p:sp>
        <p:nvSpPr>
          <p:cNvPr id="422" name="sues200_satellite_to_uav_300m/sues200_satellite_to_uav_300m/seed-3/MRR/visual/point-Q4">
            <a:extLst xmlns:a="http://schemas.openxmlformats.org/drawingml/2006/main">
              <a:ext uri="{FF2B5EF4-FFF2-40B4-BE49-F238E27FC236}">
                <a16:creationId xmlns:a16="http://schemas.microsoft.com/office/drawing/2014/main" id="{07C31BBF-6CEE-4621-9534-AE2A60FD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186336"/>
            <a:ext cx="46990" cy="469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3" name="sues200_satellite_to_uav_300m/sues200_satellite_to_uav_300m/seed-3/MRR/visual/value-Q4">
            <a:extLst xmlns:a="http://schemas.openxmlformats.org/drawingml/2006/main">
              <a:ext uri="{FF2B5EF4-FFF2-40B4-BE49-F238E27FC236}">
                <a16:creationId xmlns:a16="http://schemas.microsoft.com/office/drawing/2014/main" id="{B93EC9B1-5FF7-422D-87DA-B518EE1B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2565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84.126</a:t>
            </a:r>
          </a:p>
        </p:txBody>
      </p:sp>
      <p:sp>
        <p:nvSpPr>
          <p:cNvPr id="424" name="sues200_satellite_to_uav_300m/sues200_satellite_to_uav_300m/seed-3/MRR/visual/value-prefix">
            <a:extLst xmlns:a="http://schemas.openxmlformats.org/drawingml/2006/main">
              <a:ext uri="{FF2B5EF4-FFF2-40B4-BE49-F238E27FC236}">
                <a16:creationId xmlns:a16="http://schemas.microsoft.com/office/drawing/2014/main" id="{52A9E410-1EE4-4A87-A994-BAD667FA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52" y="6256528"/>
            <a:ext cx="7724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25" name="sues200_satellite_to_uav_300m/sues200_satellite_to_uav_300m/seed-3/MRR/full/segment-Q1-Q2">
            <a:extLst xmlns:a="http://schemas.openxmlformats.org/drawingml/2006/main">
              <a:ext uri="{FF2B5EF4-FFF2-40B4-BE49-F238E27FC236}">
                <a16:creationId xmlns:a16="http://schemas.microsoft.com/office/drawing/2014/main" id="{91E7F8CC-D3E6-45FB-A97C-05A25C3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46625" y="5415211"/>
            <a:ext cx="400050" cy="102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6" name="sues200_satellite_to_uav_300m/sues200_satellite_to_uav_300m/seed-3/MRR/full/segment-Q2-Q3">
            <a:extLst xmlns:a="http://schemas.openxmlformats.org/drawingml/2006/main">
              <a:ext uri="{FF2B5EF4-FFF2-40B4-BE49-F238E27FC236}">
                <a16:creationId xmlns:a16="http://schemas.microsoft.com/office/drawing/2014/main" id="{639B6089-0DDF-462C-9DD6-6FDFBBB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46675" y="5335675"/>
            <a:ext cx="400050" cy="795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7" name="sues200_satellite_to_uav_300m/sues200_satellite_to_uav_300m/seed-3/MRR/full/segment-Q3-Q4">
            <a:extLst xmlns:a="http://schemas.openxmlformats.org/drawingml/2006/main">
              <a:ext uri="{FF2B5EF4-FFF2-40B4-BE49-F238E27FC236}">
                <a16:creationId xmlns:a16="http://schemas.microsoft.com/office/drawing/2014/main" id="{FA3CE244-2377-4777-BD3F-2B674AB7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46725" y="5335675"/>
            <a:ext cx="400050" cy="7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5E00"/>
            </a:solidFill>
          </a:ln>
        </p:spPr>
      </p:sp>
      <p:sp>
        <p:nvSpPr>
          <p:cNvPr id="428" name="sues200_satellite_to_uav_300m/sues200_satellite_to_uav_300m/seed-3/MRR/full/point-Q1">
            <a:extLst xmlns:a="http://schemas.openxmlformats.org/drawingml/2006/main">
              <a:ext uri="{FF2B5EF4-FFF2-40B4-BE49-F238E27FC236}">
                <a16:creationId xmlns:a16="http://schemas.microsoft.com/office/drawing/2014/main" id="{0341AEED-1D87-4BDF-8FE4-6C6F61AB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130" y="549394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sues200_satellite_to_uav_300m/sues200_satellite_to_uav_300m/seed-3/MRR/full/value-Q1">
            <a:extLst xmlns:a="http://schemas.openxmlformats.org/drawingml/2006/main">
              <a:ext uri="{FF2B5EF4-FFF2-40B4-BE49-F238E27FC236}">
                <a16:creationId xmlns:a16="http://schemas.microsoft.com/office/drawing/2014/main" id="{9EA58105-EDC6-4394-95DA-DD46735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6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52.670</a:t>
            </a:r>
          </a:p>
        </p:txBody>
      </p:sp>
      <p:sp>
        <p:nvSpPr>
          <p:cNvPr id="430" name="sues200_satellite_to_uav_300m/sues200_satellite_to_uav_300m/seed-3/MRR/full/point-Q2">
            <a:extLst xmlns:a="http://schemas.openxmlformats.org/drawingml/2006/main">
              <a:ext uri="{FF2B5EF4-FFF2-40B4-BE49-F238E27FC236}">
                <a16:creationId xmlns:a16="http://schemas.microsoft.com/office/drawing/2014/main" id="{C8BF9959-4AF2-4CFB-AB2F-EA50C4E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180" y="5391716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sues200_satellite_to_uav_300m/sues200_satellite_to_uav_300m/seed-3/MRR/full/value-Q2">
            <a:extLst xmlns:a="http://schemas.openxmlformats.org/drawingml/2006/main">
              <a:ext uri="{FF2B5EF4-FFF2-40B4-BE49-F238E27FC236}">
                <a16:creationId xmlns:a16="http://schemas.microsoft.com/office/drawing/2014/main" id="{B29F9F3A-12F1-4BAB-BE06-5BF8C750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63.124</a:t>
            </a:r>
          </a:p>
        </p:txBody>
      </p:sp>
      <p:sp>
        <p:nvSpPr>
          <p:cNvPr id="432" name="sues200_satellite_to_uav_300m/sues200_satellite_to_uav_300m/seed-3/MRR/full/point-Q3">
            <a:extLst xmlns:a="http://schemas.openxmlformats.org/drawingml/2006/main">
              <a:ext uri="{FF2B5EF4-FFF2-40B4-BE49-F238E27FC236}">
                <a16:creationId xmlns:a16="http://schemas.microsoft.com/office/drawing/2014/main" id="{290DBBAE-D4C9-416E-BBAC-836C7971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30" y="531218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sues200_satellite_to_uav_300m/sues200_satellite_to_uav_300m/seed-3/MRR/full/value-Q3">
            <a:extLst xmlns:a="http://schemas.openxmlformats.org/drawingml/2006/main">
              <a:ext uri="{FF2B5EF4-FFF2-40B4-BE49-F238E27FC236}">
                <a16:creationId xmlns:a16="http://schemas.microsoft.com/office/drawing/2014/main" id="{AF2A245D-F864-4A54-8113-4E42142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75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71.257</a:t>
            </a:r>
          </a:p>
        </p:txBody>
      </p:sp>
      <p:sp>
        <p:nvSpPr>
          <p:cNvPr id="434" name="sues200_satellite_to_uav_300m/sues200_satellite_to_uav_300m/seed-3/MRR/full/point-Q4">
            <a:extLst xmlns:a="http://schemas.openxmlformats.org/drawingml/2006/main">
              <a:ext uri="{FF2B5EF4-FFF2-40B4-BE49-F238E27FC236}">
                <a16:creationId xmlns:a16="http://schemas.microsoft.com/office/drawing/2014/main" id="{0F61C1BF-04BC-4E38-9C1E-75ABEF4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80" y="5387330"/>
            <a:ext cx="46990" cy="4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sues200_satellite_to_uav_300m/sues200_satellite_to_uav_300m/seed-3/MRR/full/value-Q4">
            <a:extLst xmlns:a="http://schemas.openxmlformats.org/drawingml/2006/main">
              <a:ext uri="{FF2B5EF4-FFF2-40B4-BE49-F238E27FC236}">
                <a16:creationId xmlns:a16="http://schemas.microsoft.com/office/drawing/2014/main" id="{E2F4C231-FFC4-4D5B-8BFA-1A3212E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803" y="6396228"/>
            <a:ext cx="31994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63.572</a:t>
            </a:r>
          </a:p>
        </p:txBody>
      </p:sp>
      <p:sp>
        <p:nvSpPr>
          <p:cNvPr id="436" name="sues200_satellite_to_uav_300m/sues200_satellite_to_uav_300m/seed-3/MRR/full/value-prefix">
            <a:extLst xmlns:a="http://schemas.openxmlformats.org/drawingml/2006/main">
              <a:ext uri="{FF2B5EF4-FFF2-40B4-BE49-F238E27FC236}">
                <a16:creationId xmlns:a16="http://schemas.microsoft.com/office/drawing/2014/main" id="{AEE40557-5C2C-448E-9031-C32FF89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67" y="6396228"/>
            <a:ext cx="7153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7" name="sues200_satellite_to_uav_300m/footnote-1">
            <a:extLst xmlns:a="http://schemas.openxmlformats.org/drawingml/2006/main">
              <a:ext uri="{FF2B5EF4-FFF2-40B4-BE49-F238E27FC236}">
                <a16:creationId xmlns:a16="http://schemas.microsoft.com/office/drawing/2014/main" id="{EC548561-65D2-4E09-B86B-5F73E8DF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739128"/>
            <a:ext cx="348891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Q1–Q4: low to high Visual margin, defined separately for each task and seed.</a:t>
            </a:r>
          </a:p>
        </p:txBody>
      </p:sp>
      <p:sp>
        <p:nvSpPr>
          <p:cNvPr id="438" name="sues200_satellite_to_uav_300m/footnote-2">
            <a:extLst xmlns:a="http://schemas.openxmlformats.org/drawingml/2006/main">
              <a:ext uri="{FF2B5EF4-FFF2-40B4-BE49-F238E27FC236}">
                <a16:creationId xmlns:a16="http://schemas.microsoft.com/office/drawing/2014/main" id="{F29D18DA-8C0A-4A5D-87C0-59806202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904228"/>
            <a:ext cx="382905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Linear quartile cutpoints; boundary ties enter the lower interval. Members are shared.</a:t>
            </a:r>
          </a:p>
        </p:txBody>
      </p:sp>
      <p:sp>
        <p:nvSpPr>
          <p:cNvPr id="439" name="sues200_satellite_to_uav_300m/footnote-3">
            <a:extLst xmlns:a="http://schemas.openxmlformats.org/drawingml/2006/main">
              <a:ext uri="{FF2B5EF4-FFF2-40B4-BE49-F238E27FC236}">
                <a16:creationId xmlns:a16="http://schemas.microsoft.com/office/drawing/2014/main" id="{8DD4176B-D78F-4DA9-8A4F-31FB056A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69328"/>
            <a:ext cx="35619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† N &lt; 100: performance_claim_eligible=false; descriptive only. N is per quartile.</a:t>
            </a:r>
          </a:p>
        </p:txBody>
      </p:sp>
      <p:sp>
        <p:nvSpPr>
          <p:cNvPr id="440" name="sues200_satellite_to_uav_300m/footnote-4">
            <a:extLst xmlns:a="http://schemas.openxmlformats.org/drawingml/2006/main">
              <a:ext uri="{FF2B5EF4-FFF2-40B4-BE49-F238E27FC236}">
                <a16:creationId xmlns:a16="http://schemas.microsoft.com/office/drawing/2014/main" id="{E2AD41CB-4658-4F6E-B274-6A349481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234428"/>
            <a:ext cx="38401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Eligible strata imply no significance. No pooling, SD, CI, bootstrap or p-values shown.</a:t>
            </a:r>
          </a:p>
        </p:txBody>
      </p:sp>
      <p:sp>
        <p:nvSpPr>
          <p:cNvPr id="441" name="sues200_satellite_to_uav_300m/footnote-5">
            <a:extLst xmlns:a="http://schemas.openxmlformats.org/drawingml/2006/main">
              <a:ext uri="{FF2B5EF4-FFF2-40B4-BE49-F238E27FC236}">
                <a16:creationId xmlns:a16="http://schemas.microsoft.com/office/drawing/2014/main" id="{B7ED785E-B991-4674-A98A-94F13B9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399528"/>
            <a:ext cx="3874294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Segments guide categorical groups, not continuous margins. Margin is not a posterior.</a:t>
            </a:r>
          </a:p>
        </p:txBody>
      </p:sp>
    </p:spTree>
    <p:extLst>
      <p:ext uri="{BB962C8B-B14F-4D97-AF65-F5344CB8AC3E}">
        <p14:creationId xmlns:p14="http://schemas.microsoft.com/office/powerpoint/2010/main" val="1573500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2026-09-29T19:00:59.5980000Z</dcterms:created>
  <dcterms:modified xsi:type="dcterms:W3CDTF">2026-09-29T19:00:59.5980000Z</dcterms:modified>
</coreProperties>
</file>