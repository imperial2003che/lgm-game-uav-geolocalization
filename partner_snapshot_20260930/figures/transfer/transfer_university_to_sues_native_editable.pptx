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71da10369c47b2" /><Relationship Type="http://schemas.openxmlformats.org/officeDocument/2006/relationships/extended-properties" Target="/docProps/app.xml" Id="Re3957b7b620f4330" /><Relationship Type="http://schemas.openxmlformats.org/officeDocument/2006/relationships/officeDocument" Target="/ppt/presentation.xml" Id="R22db94fe1f624587" /></Relationships>
</file>

<file path=ppt/presentation.xml><?xml version="1.0" encoding="utf-8"?>
<p:presentation xmlns:p="http://schemas.openxmlformats.org/presentationml/2006/main">
  <p:sldMasterIdLst>
    <p:sldMasterId xmlns:r="http://schemas.openxmlformats.org/officeDocument/2006/relationships" id="2147483648" r:id="R8ce9c06103ef4d9e"/>
  </p:sldMasterIdLst>
  <p:notesMasterIdLst>
    <p:notesMasterId xmlns:r="http://schemas.openxmlformats.org/officeDocument/2006/relationships" r:id="Re2dba5f7c0a348d0"/>
  </p:notesMasterIdLst>
  <p:sldIdLst>
    <p:sldId xmlns:r="http://schemas.openxmlformats.org/officeDocument/2006/relationships" id="256" r:id="Rabd05adb5bfc4a51"/>
  </p:sldIdLst>
  <p:sldSz cx="6548400" cy="70231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76219f91e04b41" /><Relationship Type="http://schemas.openxmlformats.org/officeDocument/2006/relationships/slideMaster" Target="/ppt/slideMasters/slideMaster1.xml" Id="R8ce9c06103ef4d9e" /><Relationship Type="http://schemas.openxmlformats.org/officeDocument/2006/relationships/notesMaster" Target="/ppt/notesMasters/notesMaster1.xml" Id="Re2dba5f7c0a348d0" /><Relationship Type="http://schemas.openxmlformats.org/officeDocument/2006/relationships/presProps" Target="/ppt/presProps.xml" Id="R207599079fac4895" /><Relationship Type="http://schemas.openxmlformats.org/officeDocument/2006/relationships/tableStyles" Target="/ppt/tableStyles.xml" Id="Ra6837bf0dca04c55" /><Relationship Type="http://schemas.openxmlformats.org/officeDocument/2006/relationships/slide" Target="/ppt/slides/slide1.xml" Id="Rabd05adb5bfc4a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d33d0b057f48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9b8c85fd6c4335" /><Relationship Type="http://schemas.openxmlformats.org/officeDocument/2006/relationships/notesMaster" Target="/ppt/notesMasters/notesMaster1.xml" Id="Rb130dd53989146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Trained on University-1652 → evaluated on SUES-200. Zero-shot retrieval for each target task. All three metrics are shown for Visual and Full using equally weighted seeds 1, 2 and 3; points and labels denote mean and bars denote sample SD with denominator n−1=2. SD is neither a confidence interval nor a significance test. The source fraction mean and SD are both multiplied by 100: R@1 and official trapezoidal mAP are percentages, while MRR ×100 is a scaled MRR value, not a percentage accuracy. Official mAP uses the frozen official trapezoidal AP semantics. All axes start at zero; each metric axis is separately scaled and the complete mean±SD interval is retained. Numeric labels use three decimal places; full-precision fractions and all individual seeds are preserved in source CSV/JSON and notes. Training/evaluation dataset direction in the title is distinct from the retrieval directions and heights within the target dataset. No pooling across tasks, heights, directions, datasets or query counts is performed. These are descriptive results and do not establish statistical significance or general superiority. The adopted results show Full mean R@1 below Visual in all 11 tasks; mAP/MRR are also below Visual except the small positive SUES→University street→satellite differences. No checkpoint bytes, caches, images, NPZs, model or full-ranking/AP computation is repeated here. All inherited checkpoint/cache/image SHA and historical evidence-chain limitations remain in force.</a:t>
            </a:r>
          </a:p>
          <a:p xmlns:a="http://schemas.openxmlformats.org/drawingml/2006/main">
            <a:r>
              <a:t/>
            </a:r>
          </a:p>
          <a:p xmlns:a="http://schemas.openxmlformats.org/drawingml/2006/main">
            <a:r>
              <a:t>Root adoption SHA256: a8867a9ebdf01061a55d143b79eff91196571c2275f4379902131a69dd4ce80c</a:t>
            </a:r>
          </a:p>
          <a:p xmlns:a="http://schemas.openxmlformats.org/drawingml/2006/main">
            <a:r>
              <a:t/>
            </a:r>
          </a:p>
          <a:p xmlns:a="http://schemas.openxmlformats.org/drawingml/2006/main">
            <a:r>
              <a:t>Exact adopted THREE_SEED_SUMMARY.csv:</a:t>
            </a:r>
          </a:p>
          <a:p xmlns:a="http://schemas.openxmlformats.org/drawingml/2006/main">
            <a:r>
              <a:t>source_dataset,target_dataset,task,variant,n_seeds,protocol,queries,gallery,query_identities,gallery_identities,unit,r_at_1_mean,r_at_1_sample_sd,official_trapezoid_mAP_mean,official_trapezoid_mAP_sample_sd,MRR_mean,MRR_sample_sd</a:t>
            </a:r>
          </a:p>
          <a:p xmlns:a="http://schemas.openxmlformats.org/drawingml/2006/main">
            <a:r>
              <a:t>sues200,university1652,university1652_drone_to_satellite,visual,3,official test/query_drone -&gt; test/gallery_satellite,37855,951,701,951,fraction,0.11008673446924669,0.0011737807652226653,0.14861383040746054,0.0006297831541397107,0.1871409366528193,0.00037921644406391046</a:t>
            </a:r>
          </a:p>
          <a:p xmlns:a="http://schemas.openxmlformats.org/drawingml/2006/main">
            <a:r>
              <a:t>sues200,university1652,university1652_drone_to_satellite,full,3,official test/query_drone -&gt; test/gallery_satellite,37855,951,701,951,fraction,0.08177695592832299,0.006092465877263827,0.11655119309822719,0.006995960861287066,0.15132541954517365,0.008086340405917136</a:t>
            </a:r>
          </a:p>
          <a:p xmlns:a="http://schemas.openxmlformats.org/drawingml/2006/main">
            <a:r>
              <a:t>sues200,university1652,university1652_satellite_to_drone,visual,3,official test/query_satellite -&gt; test/gallery_drone,701,51355,701,951,fraction,0.25677603423680456,0.017529537414328805,0.09543195863564809,0.004668779641118742,0.33548680941263836,0.01666768796874966</a:t>
            </a:r>
          </a:p>
          <a:p xmlns:a="http://schemas.openxmlformats.org/drawingml/2006/main">
            <a:r>
              <a:t>sues200,university1652,university1652_satellite_to_drone,full,3,official test/query_satellite -&gt; test/gallery_drone,701,51355,701,951,fraction,0.1825962910128388,0.012436230937348561,0.06966795523961385,0.004376532360712236,0.25885044535001117,0.022711633232487958</a:t>
            </a:r>
          </a:p>
          <a:p xmlns:a="http://schemas.openxmlformats.org/drawingml/2006/main">
            <a:r>
              <a:t>sues200,university1652,university1652_street_to_satellite,visual,3,official test/query_street -&gt; test/gallery_satellite,2579,951,701,951,fraction,0.002584981258885873,0.0009758090261433049,0.007036140964676936,0.0011232620533530374,0.01148730143904686,0.0014193073266615223</a:t>
            </a:r>
          </a:p>
          <a:p xmlns:a="http://schemas.openxmlformats.org/drawingml/2006/main">
            <a:r>
              <a:t>sues200,university1652,university1652_street_to_satellite,full,3,official test/query_street -&gt; test/gallery_satellite,2579,951,701,951,fraction,0.0023264831329972858,0.0,0.007434318618228038,0.000454016713253261,0.01254215370863676,0.0009080321404511635</a:t>
            </a:r>
          </a:p>
          <a:p xmlns:a="http://schemas.openxmlformats.org/drawingml/2006/main">
            <a:r>
              <a:t>university1652,sues200,sues200_satellite_to_uav_150m,visual,3,official 80 test IDs as query; all 200 150m UAV IDs in gallery,80,10000,80,200,fraction,0.19583333333333333,0.040181878170803986,0.12802406152089438,0.016706063373970372,0.25403207043806714,0.03848866843422622</a:t>
            </a:r>
          </a:p>
          <a:p xmlns:a="http://schemas.openxmlformats.org/drawingml/2006/main">
            <a:r>
              <a:t>university1652,sues200,sues200_satellite_to_uav_150m,full,3,official 80 test IDs as query; all 200 150m UAV IDs in gallery,80,10000,80,200,fraction,0.12916666666666665,0.01909406539564933,0.09085060159365337,0.007382535991600175,0.18487652639547983,0.020941640268136837</a:t>
            </a:r>
          </a:p>
          <a:p xmlns:a="http://schemas.openxmlformats.org/drawingml/2006/main">
            <a:r>
              <a:t>university1652,sues200,sues200_satellite_to_uav_200m,visual,3,official 80 test IDs as query; all 200 200m UAV IDs in gallery,80,10000,80,200,fraction,0.2625,0.05,0.16866588095823923,0.033538018107113106,0.33665284514427185,0.05415972483559212</a:t>
            </a:r>
          </a:p>
          <a:p xmlns:a="http://schemas.openxmlformats.org/drawingml/2006/main">
            <a:r>
              <a:t>university1652,sues200,sues200_satellite_to_uav_200m,full,3,official 80 test IDs as query; all 200 200m UAV IDs in gallery,80,10000,80,200,fraction,0.15416666666666667,0.01443375672974064,0.12097141146659851,0.0055830528042217385,0.21401216089725494,0.018102499343000497</a:t>
            </a:r>
          </a:p>
          <a:p xmlns:a="http://schemas.openxmlformats.org/drawingml/2006/main">
            <a:r>
              <a:t>university1652,sues200,sues200_satellite_to_uav_250m,visual,3,official 80 test IDs as query; all 200 250m UAV IDs in gallery,80,10000,80,200,fraction,0.3,0.037500000000000006,0.21293873091538748,0.028945232355610116,0.36849608023961383,0.031206019501608596</a:t>
            </a:r>
          </a:p>
          <a:p xmlns:a="http://schemas.openxmlformats.org/drawingml/2006/main">
            <a:r>
              <a:t>university1652,sues200,sues200_satellite_to_uav_250m,full,3,official 80 test IDs as query; all 200 250m UAV IDs in gallery,80,10000,80,200,fraction,0.20416666666666666,0.026020824993326665,0.15253807604312897,0.0035548827769509776,0.266576811671257,0.031452162334753335</a:t>
            </a:r>
          </a:p>
          <a:p xmlns:a="http://schemas.openxmlformats.org/drawingml/2006/main">
            <a:r>
              <a:t>university1652,sues200,sues200_satellite_to_uav_300m,visual,3,official 80 test IDs as query; all 200 300m UAV IDs in gallery,80,10000,80,200,fraction,0.3458333333333333,0.0563656219102862,0.24482457836469015,0.025442668001477053,0.40241705377896625,0.05120712650032492</a:t>
            </a:r>
          </a:p>
          <a:p xmlns:a="http://schemas.openxmlformats.org/drawingml/2006/main">
            <a:r>
              <a:t>university1652,sues200,sues200_satellite_to_uav_300m,full,3,official 80 test IDs as query; all 200 300m UAV IDs in gallery,80,10000,80,200,fraction,0.19583333333333333,0.019094065395649337,0.1647676775852839,0.0037117483579077073,0.26014179984728497,0.0060459857887774</a:t>
            </a:r>
          </a:p>
          <a:p xmlns:a="http://schemas.openxmlformats.org/drawingml/2006/main">
            <a:r>
              <a:t>university1652,sues200,sues200_uav_150m_to_satellite,visual,3,official 80 test IDs as query; all 200 satellite IDs in gallery,4000,200,80,200,fraction,0.19141666666666668,0.02331353326575217,0.24536707997322083,0.023951362036891934,0.29931747913360596,0.024974476013910785</a:t>
            </a:r>
          </a:p>
          <a:p xmlns:a="http://schemas.openxmlformats.org/drawingml/2006/main">
            <a:r>
              <a:t>university1652,sues200,sues200_uav_150m_to_satellite,full,3,official 80 test IDs as query; all 200 satellite IDs in gallery,4000,200,80,200,fraction,0.14591666666666667,0.009268000503524654,0.1965915560722351,0.0066612365571674685,0.24726644655068716,0.006631720542631009</a:t>
            </a:r>
          </a:p>
          <a:p xmlns:a="http://schemas.openxmlformats.org/drawingml/2006/main">
            <a:r>
              <a:t>university1652,sues200,sues200_uav_200m_to_satellite,visual,3,official 80 test IDs as query; all 200 satellite IDs in gallery,4000,200,80,200,fraction,0.23900000000000002,0.02718455443813638,0.29546403884887695,0.027842889345702452,0.35192809502283734,0.028833355400971296</a:t>
            </a:r>
          </a:p>
          <a:p xmlns:a="http://schemas.openxmlformats.org/drawingml/2006/main">
            <a:r>
              <a:t>university1652,sues200,sues200_uav_200m_to_satellite,full,3,official 80 test IDs as query; all 200 satellite IDs in gallery,4000,200,80,200,fraction,0.16066666666666668,0.007973915809270465,0.21624726553757986,0.007074737672715929,0.2718278666337331,0.006602933079113227</a:t>
            </a:r>
          </a:p>
          <a:p xmlns:a="http://schemas.openxmlformats.org/drawingml/2006/main">
            <a:r>
              <a:t>university1652,sues200,sues200_uav_250m_to_satellite,visual,3,official 80 test IDs as query; all 200 satellite IDs in gallery,4000,200,80,200,fraction,0.27275,0.02368148010577042,0.3297492067019145,0.02462981636584945,0.38674837350845337,0.02574519251754456</a:t>
            </a:r>
          </a:p>
          <a:p xmlns:a="http://schemas.openxmlformats.org/drawingml/2006/main">
            <a:r>
              <a:t>university1652,sues200,sues200_uav_250m_to_satellite,full,3,official 80 test IDs as query; all 200 satellite IDs in gallery,4000,200,80,200,fraction,0.18608333333333332,0.009856258586975765,0.24333380162715912,0.0077685839459258384,0.30058425664901733,0.005975845708329588</a:t>
            </a:r>
          </a:p>
          <a:p xmlns:a="http://schemas.openxmlformats.org/drawingml/2006/main">
            <a:r>
              <a:t>university1652,sues200,sues200_uav_300m_to_satellite,visual,3,official 80 test IDs as query; all 200 satellite IDs in gallery,4000,200,80,200,fraction,0.2995,0.027915049704415714,0.3560233215490977,0.02919257953227764,0.41254664460817975,0.03059093316458032</a:t>
            </a:r>
          </a:p>
          <a:p xmlns:a="http://schemas.openxmlformats.org/drawingml/2006/main">
            <a:r>
              <a:t>university1652,sues200,sues200_uav_300m_to_satellite,full,3,official 80 test IDs as query; all 200 satellite IDs in gallery,4000,200,80,200,fraction,0.19533333333333333,0.0110151410945722,0.2527368664741516,0.009709850345002508,0.31014042099316913,0.008507315618893804</a:t>
            </a:r>
          </a:p>
          <a:p xmlns:a="http://schemas.openxmlformats.org/drawingml/2006/main">
            <a:r>
              <a:t/>
            </a:r>
          </a:p>
          <a:p xmlns:a="http://schemas.openxmlformats.org/drawingml/2006/main">
            <a:r>
              <a:t>Exact adopted SEED_RESULTS.csv:</a:t>
            </a:r>
          </a:p>
          <a:p xmlns:a="http://schemas.openxmlformats.org/drawingml/2006/main">
            <a:r>
              <a:t>source_dataset,target_dataset,task,variant,seed,protocol,queries,gallery,query_identities,gallery_identities,unit,r_at_1,official_trapezoid_mAP,MRR</a:t>
            </a:r>
          </a:p>
          <a:p xmlns:a="http://schemas.openxmlformats.org/drawingml/2006/main">
            <a:r>
              <a:t>university1652,sues200,sues200_satellite_to_uav_150m,visual,1,official 80 test IDs as query; all 200 150m UAV IDs in gallery,80,10000,80,200,fraction,0.225,0.14510588347911835,0.28989744186401367</a:t>
            </a:r>
          </a:p>
          <a:p xmlns:a="http://schemas.openxmlformats.org/drawingml/2006/main">
            <a:r>
              <a:t>university1652,sues200,sues200_satellite_to_uav_200m,visual,1,official 80 test IDs as query; all 200 200m UAV IDs in gallery,80,10000,80,200,fraction,0.3125,0.20738501846790314,0.3912224769592285</a:t>
            </a:r>
          </a:p>
          <a:p xmlns:a="http://schemas.openxmlformats.org/drawingml/2006/main">
            <a:r>
              <a:t>university1652,sues200,sues200_satellite_to_uav_250m,visual,1,official 80 test IDs as query; all 200 250m UAV IDs in gallery,80,10000,80,200,fraction,0.3375,0.2456352710723877,0.40372127294540405</a:t>
            </a:r>
          </a:p>
          <a:p xmlns:a="http://schemas.openxmlformats.org/drawingml/2006/main">
            <a:r>
              <a:t>university1652,sues200,sues200_satellite_to_uav_300m,visual,1,official 80 test IDs as query; all 200 300m UAV IDs in gallery,80,10000,80,200,fraction,0.4,0.2710656225681305,0.4560045599937439</a:t>
            </a:r>
          </a:p>
          <a:p xmlns:a="http://schemas.openxmlformats.org/drawingml/2006/main">
            <a:r>
              <a:t>university1652,sues200,sues200_uav_150m_to_satellite,visual,1,official 80 test IDs as query; all 200 satellite IDs in gallery,4000,200,80,200,fraction,0.21625,0.27205491065979004,0.3278597295284271</a:t>
            </a:r>
          </a:p>
          <a:p xmlns:a="http://schemas.openxmlformats.org/drawingml/2006/main">
            <a:r>
              <a:t>university1652,sues200,sues200_uav_200m_to_satellite,visual,1,official 80 test IDs as query; all 200 satellite IDs in gallery,4000,200,80,200,fraction,0.269,0.32705679535865784,0.38511359691619873</a:t>
            </a:r>
          </a:p>
          <a:p xmlns:a="http://schemas.openxmlformats.org/drawingml/2006/main">
            <a:r>
              <a:t>university1652,sues200,sues200_uav_250m_to_satellite,visual,1,official 80 test IDs as query; all 200 satellite IDs in gallery,4000,200,80,200,fraction,0.29975,0.35811299085617065,0.41647589206695557</a:t>
            </a:r>
          </a:p>
          <a:p xmlns:a="http://schemas.openxmlformats.org/drawingml/2006/main">
            <a:r>
              <a:t>university1652,sues200,sues200_uav_300m_to_satellite,visual,1,official 80 test IDs as query; all 200 satellite IDs in gallery,4000,200,80,200,fraction,0.329,0.38771703839302063,0.4464340806007385</a:t>
            </a:r>
          </a:p>
          <a:p xmlns:a="http://schemas.openxmlformats.org/drawingml/2006/main">
            <a:r>
              <a:t>university1652,sues200,sues200_satellite_to_uav_150m,visual,2,official 80 test IDs as query; all 200 150m UAV IDs in gallery,80,10000,80,200,fraction,0.2125,0.12724530696868896,0.2588289678096771</a:t>
            </a:r>
          </a:p>
          <a:p xmlns:a="http://schemas.openxmlformats.org/drawingml/2006/main">
            <a:r>
              <a:t>university1652,sues200,sues200_satellite_to_uav_200m,visual,2,official 80 test IDs as query; all 200 200m UAV IDs in gallery,80,10000,80,200,fraction,0.2125,0.14995434880256653,0.28291255235671997</a:t>
            </a:r>
          </a:p>
          <a:p xmlns:a="http://schemas.openxmlformats.org/drawingml/2006/main">
            <a:r>
              <a:t>university1652,sues200,sues200_satellite_to_uav_250m,visual,2,official 80 test IDs as query; all 200 250m UAV IDs in gallery,80,10000,80,200,fraction,0.3,0.2025928497314453,0.3574565351009369</a:t>
            </a:r>
          </a:p>
          <a:p xmlns:a="http://schemas.openxmlformats.org/drawingml/2006/main">
            <a:r>
              <a:t>university1652,sues200,sues200_satellite_to_uav_300m,visual,2,official 80 test IDs as query; all 200 300m UAV IDs in gallery,80,10000,80,200,fraction,0.2875,0.2202635556459427,0.3539794981479645</a:t>
            </a:r>
          </a:p>
          <a:p xmlns:a="http://schemas.openxmlformats.org/drawingml/2006/main">
            <a:r>
              <a:t>university1652,sues200,sues200_uav_150m_to_satellite,visual,2,official 80 test IDs as query; all 200 satellite IDs in gallery,4000,200,80,200,fraction,0.188,0.23830707371234894,0.2886141836643219</a:t>
            </a:r>
          </a:p>
          <a:p xmlns:a="http://schemas.openxmlformats.org/drawingml/2006/main">
            <a:r>
              <a:t>university1652,sues200,sues200_uav_200m_to_satellite,visual,2,official 80 test IDs as query; all 200 satellite IDs in gallery,4000,200,80,200,fraction,0.232,0.2848300039768219,0.3376600444316864</a:t>
            </a:r>
          </a:p>
          <a:p xmlns:a="http://schemas.openxmlformats.org/drawingml/2006/main">
            <a:r>
              <a:t>university1652,sues200,sues200_uav_250m_to_satellite,visual,2,official 80 test IDs as query; all 200 satellite IDs in gallery,4000,200,80,200,fraction,0.263,0.3173699975013733,0.3717399835586548</a:t>
            </a:r>
          </a:p>
          <a:p xmlns:a="http://schemas.openxmlformats.org/drawingml/2006/main">
            <a:r>
              <a:t>university1652,sues200,sues200_uav_300m_to_satellite,visual,2,official 80 test IDs as query; all 200 satellite IDs in gallery,4000,200,80,200,fraction,0.2735,0.33023473620414734,0.3869694769382477</a:t>
            </a:r>
          </a:p>
          <a:p xmlns:a="http://schemas.openxmlformats.org/drawingml/2006/main">
            <a:r>
              <a:t>university1652,sues200,sues200_satellite_to_uav_150m,visual,3,official 80 test IDs as query; all 200 150m UAV IDs in gallery,80,10000,80,200,fraction,0.15,0.1117209941148758,0.21336980164051056</a:t>
            </a:r>
          </a:p>
          <a:p xmlns:a="http://schemas.openxmlformats.org/drawingml/2006/main">
            <a:r>
              <a:t>university1652,sues200,sues200_satellite_to_uav_200m,visual,3,official 80 test IDs as query; all 200 200m UAV IDs in gallery,80,10000,80,200,fraction,0.2625,0.14865827560424805,0.33582350611686707</a:t>
            </a:r>
          </a:p>
          <a:p xmlns:a="http://schemas.openxmlformats.org/drawingml/2006/main">
            <a:r>
              <a:t>university1652,sues200,sues200_satellite_to_uav_250m,visual,3,official 80 test IDs as query; all 200 250m UAV IDs in gallery,80,10000,80,200,fraction,0.2625,0.1905880719423294,0.3443104326725006</a:t>
            </a:r>
          </a:p>
          <a:p xmlns:a="http://schemas.openxmlformats.org/drawingml/2006/main">
            <a:r>
              <a:t>university1652,sues200,sues200_satellite_to_uav_300m,visual,3,official 80 test IDs as query; all 200 300m UAV IDs in gallery,80,10000,80,200,fraction,0.35,0.24314455687999725,0.39726710319519043</a:t>
            </a:r>
          </a:p>
          <a:p xmlns:a="http://schemas.openxmlformats.org/drawingml/2006/main">
            <a:r>
              <a:t>university1652,sues200,sues200_uav_150m_to_satellite,visual,3,official 80 test IDs as query; all 200 satellite IDs in gallery,4000,200,80,200,fraction,0.17,0.2257392555475235,0.28147852420806885</a:t>
            </a:r>
          </a:p>
          <a:p xmlns:a="http://schemas.openxmlformats.org/drawingml/2006/main">
            <a:r>
              <a:t>university1652,sues200,sues200_uav_200m_to_satellite,visual,3,official 80 test IDs as query; all 200 satellite IDs in gallery,4000,200,80,200,fraction,0.216,0.2745053172111511,0.33301064372062683</a:t>
            </a:r>
          </a:p>
          <a:p xmlns:a="http://schemas.openxmlformats.org/drawingml/2006/main">
            <a:r>
              <a:t>university1652,sues200,sues200_uav_250m_to_satellite,visual,3,official 80 test IDs as query; all 200 satellite IDs in gallery,4000,200,80,200,fraction,0.2555,0.31376463174819946,0.37202924489974976</a:t>
            </a:r>
          </a:p>
          <a:p xmlns:a="http://schemas.openxmlformats.org/drawingml/2006/main">
            <a:r>
              <a:t>university1652,sues200,sues200_uav_300m_to_satellite,visual,3,official 80 test IDs as query; all 200 satellite IDs in gallery,4000,200,80,200,fraction,0.296,0.3501181900501251,0.404236376285553</a:t>
            </a:r>
          </a:p>
          <a:p xmlns:a="http://schemas.openxmlformats.org/drawingml/2006/main">
            <a:r>
              <a:t>university1652,sues200,sues200_satellite_to_uav_150m,full,1,official 80 test IDs as query; all 200 150m UAV IDs in gallery,80,10000,80,200,fraction,0.1125,0.08296680450439453,0.16104421019554138</a:t>
            </a:r>
          </a:p>
          <a:p xmlns:a="http://schemas.openxmlformats.org/drawingml/2006/main">
            <a:r>
              <a:t>university1652,sues200,sues200_satellite_to_uav_200m,full,1,official 80 test IDs as query; all 200 200m UAV IDs in gallery,80,10000,80,200,fraction,0.1625,0.11578498035669327,0.21508249640464783</a:t>
            </a:r>
          </a:p>
          <a:p xmlns:a="http://schemas.openxmlformats.org/drawingml/2006/main">
            <a:r>
              <a:t>university1652,sues200,sues200_satellite_to_uav_250m,full,1,official 80 test IDs as query; all 200 250m UAV IDs in gallery,80,10000,80,200,fraction,0.175,0.1488778293132782,0.23133568465709686</a:t>
            </a:r>
          </a:p>
          <a:p xmlns:a="http://schemas.openxmlformats.org/drawingml/2006/main">
            <a:r>
              <a:t>university1652,sues200,sues200_satellite_to_uav_300m,full,1,official 80 test IDs as query; all 200 300m UAV IDs in gallery,80,10000,80,200,fraction,0.175,0.1622217446565628,0.256194531917572</a:t>
            </a:r>
          </a:p>
          <a:p xmlns:a="http://schemas.openxmlformats.org/drawingml/2006/main">
            <a:r>
              <a:t>university1652,sues200,sues200_uav_150m_to_satellite,full,1,official 80 test IDs as query; all 200 satellite IDs in gallery,4000,200,80,200,fraction,0.1555,0.2011401355266571,0.24678030610084534</a:t>
            </a:r>
          </a:p>
          <a:p xmlns:a="http://schemas.openxmlformats.org/drawingml/2006/main">
            <a:r>
              <a:t>university1652,sues200,sues200_uav_200m_to_satellite,full,1,official 80 test IDs as query; all 200 satellite IDs in gallery,4000,200,80,200,fraction,0.1645,0.21794189512729645,0.27138376235961914</a:t>
            </a:r>
          </a:p>
          <a:p xmlns:a="http://schemas.openxmlformats.org/drawingml/2006/main">
            <a:r>
              <a:t>university1652,sues200,sues200_uav_250m_to_satellite,full,1,official 80 test IDs as query; all 200 satellite IDs in gallery,4000,200,80,200,fraction,0.195,0.2511157989501953,0.307231605052948</a:t>
            </a:r>
          </a:p>
          <a:p xmlns:a="http://schemas.openxmlformats.org/drawingml/2006/main">
            <a:r>
              <a:t>university1652,sues200,sues200_uav_300m_to_satellite,full,1,official 80 test IDs as query; all 200 satellite IDs in gallery,4000,200,80,200,fraction,0.206,0.26265111565589905,0.3193023204803467</a:t>
            </a:r>
          </a:p>
          <a:p xmlns:a="http://schemas.openxmlformats.org/drawingml/2006/main">
            <a:r>
              <a:t>university1652,sues200,sues200_satellite_to_uav_150m,full,2,official 80 test IDs as query; all 200 150m UAV IDs in gallery,80,10000,80,200,fraction,0.125,0.09760072827339172,0.20033779740333557</a:t>
            </a:r>
          </a:p>
          <a:p xmlns:a="http://schemas.openxmlformats.org/drawingml/2006/main">
            <a:r>
              <a:t>university1652,sues200,sues200_satellite_to_uav_200m,full,2,official 80 test IDs as query; all 200 200m UAV IDs in gallery,80,10000,80,200,fraction,0.1625,0.1268806755542755,0.2315557450056076</a:t>
            </a:r>
          </a:p>
          <a:p xmlns:a="http://schemas.openxmlformats.org/drawingml/2006/main">
            <a:r>
              <a:t>university1652,sues200,sues200_satellite_to_uav_250m,full,2,official 80 test IDs as query; all 200 250m UAV IDs in gallery,80,10000,80,200,fraction,0.225,0.1527591198682785,0.29179906845092773</a:t>
            </a:r>
          </a:p>
          <a:p xmlns:a="http://schemas.openxmlformats.org/drawingml/2006/main">
            <a:r>
              <a:t>university1652,sues200,sues200_satellite_to_uav_300m,full,2,official 80 test IDs as query; all 200 300m UAV IDs in gallery,80,10000,80,200,fraction,0.2125,0.1630547195672989,0.2671022415161133</a:t>
            </a:r>
          </a:p>
          <a:p xmlns:a="http://schemas.openxmlformats.org/drawingml/2006/main">
            <a:r>
              <a:t>university1652,sues200,sues200_uav_150m_to_satellite,full,2,official 80 test IDs as query; all 200 satellite IDs in gallery,4000,200,80,200,fraction,0.14525,0.19968894124031067,0.2541278600692749</a:t>
            </a:r>
          </a:p>
          <a:p xmlns:a="http://schemas.openxmlformats.org/drawingml/2006/main">
            <a:r>
              <a:t>university1652,sues200,sues200_uav_200m_to_satellite,full,2,official 80 test IDs as query; all 200 satellite IDs in gallery,4000,200,80,200,fraction,0.166,0.2223207950592041,0.27864164113998413</a:t>
            </a:r>
          </a:p>
          <a:p xmlns:a="http://schemas.openxmlformats.org/drawingml/2006/main">
            <a:r>
              <a:t>university1652,sues200,sues200_uav_250m_to_satellite,full,2,official 80 test IDs as query; all 200 satellite IDs in gallery,4000,200,80,200,fraction,0.18775,0.24330690503120422,0.29886379837989807</a:t>
            </a:r>
          </a:p>
          <a:p xmlns:a="http://schemas.openxmlformats.org/drawingml/2006/main">
            <a:r>
              <a:t>university1652,sues200,sues200_uav_300m_to_satellite,full,2,official 80 test IDs as query; all 200 satellite IDs in gallery,4000,200,80,200,fraction,0.196,0.2523142695426941,0.30862852931022644</a:t>
            </a:r>
          </a:p>
          <a:p xmlns:a="http://schemas.openxmlformats.org/drawingml/2006/main">
            <a:r>
              <a:t>university1652,sues200,sues200_satellite_to_uav_150m,full,3,official 80 test IDs as query; all 200 150m UAV IDs in gallery,80,10000,80,200,fraction,0.15,0.09198427200317383,0.19324757158756256</a:t>
            </a:r>
          </a:p>
          <a:p xmlns:a="http://schemas.openxmlformats.org/drawingml/2006/main">
            <a:r>
              <a:t>university1652,sues200,sues200_satellite_to_uav_200m,full,3,official 80 test IDs as query; all 200 200m UAV IDs in gallery,80,10000,80,200,fraction,0.1375,0.12024857848882675,0.1953982412815094</a:t>
            </a:r>
          </a:p>
          <a:p xmlns:a="http://schemas.openxmlformats.org/drawingml/2006/main">
            <a:r>
              <a:t>university1652,sues200,sues200_satellite_to_uav_250m,full,3,official 80 test IDs as query; all 200 250m UAV IDs in gallery,80,10000,80,200,fraction,0.2125,0.1559772789478302,0.27659568190574646</a:t>
            </a:r>
          </a:p>
          <a:p xmlns:a="http://schemas.openxmlformats.org/drawingml/2006/main">
            <a:r>
              <a:t>university1652,sues200,sues200_satellite_to_uav_300m,full,3,official 80 test IDs as query; all 200 300m UAV IDs in gallery,80,10000,80,200,fraction,0.2,0.16902656853199005,0.25712862610816956</a:t>
            </a:r>
          </a:p>
          <a:p xmlns:a="http://schemas.openxmlformats.org/drawingml/2006/main">
            <a:r>
              <a:t>university1652,sues200,sues200_uav_150m_to_satellite,full,3,official 80 test IDs as query; all 200 satellite IDs in gallery,4000,200,80,200,fraction,0.137,0.18894559144973755,0.24089117348194122</a:t>
            </a:r>
          </a:p>
          <a:p xmlns:a="http://schemas.openxmlformats.org/drawingml/2006/main">
            <a:r>
              <a:t>university1652,sues200,sues200_uav_200m_to_satellite,full,3,official 80 test IDs as query; all 200 satellite IDs in gallery,4000,200,80,200,fraction,0.1515,0.208479106426239,0.26545819640159607</a:t>
            </a:r>
          </a:p>
          <a:p xmlns:a="http://schemas.openxmlformats.org/drawingml/2006/main">
            <a:r>
              <a:t>university1652,sues200,sues200_uav_250m_to_satellite,full,3,official 80 test IDs as query; all 200 satellite IDs in gallery,4000,200,80,200,fraction,0.1755,0.23557870090007782,0.29565736651420593</a:t>
            </a:r>
          </a:p>
          <a:p xmlns:a="http://schemas.openxmlformats.org/drawingml/2006/main">
            <a:r>
              <a:t>university1652,sues200,sues200_uav_300m_to_satellite,full,3,official 80 test IDs as query; all 200 satellite IDs in gallery,4000,200,80,200,fraction,0.184,0.2432452142238617,0.3024904131889343</a:t>
            </a:r>
          </a:p>
          <a:p xmlns:a="http://schemas.openxmlformats.org/drawingml/2006/main">
            <a:r>
              <a:t>sues200,university1652,university1652_drone_to_satellite,visual,1,official test/query_drone -&gt; test/gallery_satellite,37855,951,701,951,fraction,0.10960243032624488,0.14816203713417053,0.18672163784503937</a:t>
            </a:r>
          </a:p>
          <a:p xmlns:a="http://schemas.openxmlformats.org/drawingml/2006/main">
            <a:r>
              <a:t>sues200,university1652,university1652_satellite_to_drone,visual,1,official test/query_satellite -&gt; test/gallery_drone,701,51355,701,951,fraction,0.23680456490727533,0.09340917319059372,0.3162619471549988</a:t>
            </a:r>
          </a:p>
          <a:p xmlns:a="http://schemas.openxmlformats.org/drawingml/2006/main">
            <a:r>
              <a:t>sues200,university1652,university1652_street_to_satellite,visual,1,official test/query_street -&gt; test/gallery_satellite,2579,951,701,951,fraction,0.002714230321830167,0.007708859629929066,0.012703489512205124</a:t>
            </a:r>
          </a:p>
          <a:p xmlns:a="http://schemas.openxmlformats.org/drawingml/2006/main">
            <a:r>
              <a:t>sues200,university1652,university1652_drone_to_satellite,visual,2,official test/query_drone -&gt; test/gallery_satellite,37855,951,701,951,fraction,0.10923259807158896,0.14834623038768768,0.18745988607406616</a:t>
            </a:r>
          </a:p>
          <a:p xmlns:a="http://schemas.openxmlformats.org/drawingml/2006/main">
            <a:r>
              <a:t>sues200,university1652,university1652_satellite_to_drone,visual,2,official test/query_satellite -&gt; test/gallery_drone,701,51355,701,951,fraction,0.26961483594864477,0.10077102482318878,0.34588366746902466</a:t>
            </a:r>
          </a:p>
          <a:p xmlns:a="http://schemas.openxmlformats.org/drawingml/2006/main">
            <a:r>
              <a:t>sues200,university1652,university1652_street_to_satellite,visual,2,official test/query_street -&gt; test/gallery_satellite,2579,951,701,951,fraction,0.0034897246994959287,0.007660148665308952,0.01183057390153408</a:t>
            </a:r>
          </a:p>
          <a:p xmlns:a="http://schemas.openxmlformats.org/drawingml/2006/main">
            <a:r>
              <a:t>sues200,university1652,university1652_drone_to_satellite,visual,3,official test/query_drone -&gt; test/gallery_satellite,37855,951,701,951,fraction,0.11142517500990622,0.14933322370052338,0.18724128603935242</a:t>
            </a:r>
          </a:p>
          <a:p xmlns:a="http://schemas.openxmlformats.org/drawingml/2006/main">
            <a:r>
              <a:t>sues200,university1652,university1652_satellite_to_drone,visual,3,official test/query_satellite -&gt; test/gallery_drone,701,51355,701,951,fraction,0.26390870185449355,0.09211567789316177,0.3443148136138916</a:t>
            </a:r>
          </a:p>
          <a:p xmlns:a="http://schemas.openxmlformats.org/drawingml/2006/main">
            <a:r>
              <a:t>sues200,university1652,university1652_street_to_satellite,visual,3,official test/query_street -&gt; test/gallery_satellite,2579,951,701,951,fraction,0.0015509887553315238,0.005739414598792791,0.009927840903401375</a:t>
            </a:r>
          </a:p>
          <a:p xmlns:a="http://schemas.openxmlformats.org/drawingml/2006/main">
            <a:r>
              <a:t>sues200,university1652,university1652_drone_to_satellite,full,1,official test/query_drone -&gt; test/gallery_satellite,37855,951,701,951,fraction,0.08247259278827103,0.11883430927991867,0.15519599616527557</a:t>
            </a:r>
          </a:p>
          <a:p xmlns:a="http://schemas.openxmlformats.org/drawingml/2006/main">
            <a:r>
              <a:t>sues200,university1652,university1652_satellite_to_drone,full,1,official test/query_satellite -&gt; test/gallery_drone,701,51355,701,951,fraction,0.19686162624821682,0.07131051272153854,0.2846488058567047</a:t>
            </a:r>
          </a:p>
          <a:p xmlns:a="http://schemas.openxmlformats.org/drawingml/2006/main">
            <a:r>
              <a:t>sues200,university1652,university1652_street_to_satellite,full,1,official test/query_street -&gt; test/gallery_satellite,2579,951,701,951,fraction,0.0023264831329972858,0.007645847741514444,0.01296521071344614</a:t>
            </a:r>
          </a:p>
          <a:p xmlns:a="http://schemas.openxmlformats.org/drawingml/2006/main">
            <a:r>
              <a:t>sues200,university1652,university1652_drone_to_satellite,full,2,official test/query_drone -&gt; test/gallery_satellite,37855,951,701,951,fraction,0.07536653018095364,0.10869889706373215,0.14203126728534698</a:t>
            </a:r>
          </a:p>
          <a:p xmlns:a="http://schemas.openxmlformats.org/drawingml/2006/main">
            <a:r>
              <a:t>sues200,university1652,university1652_satellite_to_drone,full,2,official test/query_satellite -&gt; test/gallery_drone,701,51355,701,951,fraction,0.1768901569186876,0.06470777094364166,0.24187061190605164</a:t>
            </a:r>
          </a:p>
          <a:p xmlns:a="http://schemas.openxmlformats.org/drawingml/2006/main">
            <a:r>
              <a:t>sues200,university1652,university1652_street_to_satellite,full,2,official test/query_street -&gt; test/gallery_satellite,2579,951,701,951,fraction,0.0023264831329972858,0.006913135293871164,0.011499788612127304</a:t>
            </a:r>
          </a:p>
          <a:p xmlns:a="http://schemas.openxmlformats.org/drawingml/2006/main">
            <a:r>
              <a:t>sues200,university1652,university1652_drone_to_satellite,full,3,official test/query_drone -&gt; test/gallery_satellite,37855,951,701,951,fraction,0.08749174481574429,0.12212037295103073,0.15674899518489838</a:t>
            </a:r>
          </a:p>
          <a:p xmlns:a="http://schemas.openxmlformats.org/drawingml/2006/main">
            <a:r>
              <a:t>sues200,university1652,university1652_satellite_to_drone,full,3,official test/query_satellite -&gt; test/gallery_drone,701,51355,701,951,fraction,0.17403708987161198,0.07298558205366135,0.2500319182872772</a:t>
            </a:r>
          </a:p>
          <a:p xmlns:a="http://schemas.openxmlformats.org/drawingml/2006/main">
            <a:r>
              <a:t>sues200,university1652,university1652_street_to_satellite,full,3,official test/query_street -&gt; test/gallery_satellite,2579,951,701,951,fraction,0.0023264831329972858,0.007743972819298506,0.013161461800336838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106e06571948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602539c7b84b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5a3fabd9424e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05ecbee7aa43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c87829304349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790c13f2c74f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B0A066E-E2EB-4853-B6CE-EAD23EC51C96}"/>
              </a:ext>
            </a:extLst>
          </p:cNvPr>
          <p:cNvSpPr>
            <a:spLocks xmlns:a="http://schemas.openxmlformats.org/drawingml/2006/main" noGrp="1"/>
          </p:cNvSpPr>
          <p:nvPr/>
        </p:nvSpPr>
        <p:spPr>
          <a:xfrm xmlns:a="http://schemas.openxmlformats.org/drawingml/2006/main">
            <a:off x="3110490" y="2262999"/>
            <a:ext cx="327420" cy="390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33942AD-5ADF-479D-85E1-6F40AFA737FC}"/>
              </a:ext>
            </a:extLst>
          </p:cNvPr>
          <p:cNvSpPr>
            <a:spLocks xmlns:a="http://schemas.openxmlformats.org/drawingml/2006/main" noGrp="1"/>
          </p:cNvSpPr>
          <p:nvPr>
            <p:ph type="title" idx="0"/>
          </p:nvPr>
        </p:nvSpPr>
        <p:spPr>
          <a:xfrm xmlns:a="http://schemas.openxmlformats.org/drawingml/2006/main">
            <a:off x="654840" y="2653171"/>
            <a:ext cx="5238720" cy="101444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8E08877-5EE7-4037-9D6D-40A0D310AB43}"/>
              </a:ext>
            </a:extLst>
          </p:cNvPr>
          <p:cNvSpPr>
            <a:spLocks xmlns:a="http://schemas.openxmlformats.org/drawingml/2006/main" noGrp="1"/>
          </p:cNvSpPr>
          <p:nvPr>
            <p:ph type="subTitle" idx="1"/>
          </p:nvPr>
        </p:nvSpPr>
        <p:spPr>
          <a:xfrm xmlns:a="http://schemas.openxmlformats.org/drawingml/2006/main">
            <a:off x="982260" y="3862705"/>
            <a:ext cx="4583880" cy="78034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84A34B1-60D5-4F8F-AC64-982DB44F912C}"/>
              </a:ext>
            </a:extLst>
          </p:cNvPr>
          <p:cNvSpPr>
            <a:spLocks xmlns:a="http://schemas.openxmlformats.org/drawingml/2006/main" noGrp="1"/>
          </p:cNvSpPr>
          <p:nvPr/>
        </p:nvSpPr>
        <p:spPr>
          <a:xfrm xmlns:a="http://schemas.openxmlformats.org/drawingml/2006/main">
            <a:off x="3110490" y="2536119"/>
            <a:ext cx="327420" cy="390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02DFC7C-02EA-4094-81F3-B1744F17A7D2}"/>
              </a:ext>
            </a:extLst>
          </p:cNvPr>
          <p:cNvSpPr>
            <a:spLocks xmlns:a="http://schemas.openxmlformats.org/drawingml/2006/main" noGrp="1"/>
          </p:cNvSpPr>
          <p:nvPr>
            <p:ph type="title" idx="0"/>
          </p:nvPr>
        </p:nvSpPr>
        <p:spPr>
          <a:xfrm xmlns:a="http://schemas.openxmlformats.org/drawingml/2006/main">
            <a:off x="654840" y="2926292"/>
            <a:ext cx="5238720" cy="117051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8610358-53D7-4704-A977-405B2312C46E}"/>
              </a:ext>
            </a:extLst>
          </p:cNvPr>
          <p:cNvSpPr>
            <a:spLocks xmlns:a="http://schemas.openxmlformats.org/drawingml/2006/main" noGrp="1"/>
          </p:cNvSpPr>
          <p:nvPr/>
        </p:nvSpPr>
        <p:spPr>
          <a:xfrm xmlns:a="http://schemas.openxmlformats.org/drawingml/2006/main">
            <a:off x="368348" y="1560689"/>
            <a:ext cx="327420" cy="390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1840DC3-D678-4DB6-8281-5AAB3412CD23}"/>
              </a:ext>
            </a:extLst>
          </p:cNvPr>
          <p:cNvSpPr>
            <a:spLocks xmlns:a="http://schemas.openxmlformats.org/drawingml/2006/main" noGrp="1"/>
          </p:cNvSpPr>
          <p:nvPr>
            <p:ph type="title" idx="0"/>
          </p:nvPr>
        </p:nvSpPr>
        <p:spPr>
          <a:xfrm xmlns:a="http://schemas.openxmlformats.org/drawingml/2006/main">
            <a:off x="368348" y="546241"/>
            <a:ext cx="5811705" cy="8583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466369E-BE24-40BB-97BD-1A829D819E83}"/>
              </a:ext>
            </a:extLst>
          </p:cNvPr>
          <p:cNvSpPr>
            <a:spLocks xmlns:a="http://schemas.openxmlformats.org/drawingml/2006/main" noGrp="1"/>
          </p:cNvSpPr>
          <p:nvPr>
            <p:ph type="body" idx="1"/>
          </p:nvPr>
        </p:nvSpPr>
        <p:spPr>
          <a:xfrm xmlns:a="http://schemas.openxmlformats.org/drawingml/2006/main">
            <a:off x="368348" y="1950861"/>
            <a:ext cx="5811705" cy="436992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F51F6B8-1921-46C9-B151-ED134261018D}"/>
              </a:ext>
            </a:extLst>
          </p:cNvPr>
          <p:cNvSpPr>
            <a:spLocks xmlns:a="http://schemas.openxmlformats.org/drawingml/2006/main" noGrp="1"/>
          </p:cNvSpPr>
          <p:nvPr/>
        </p:nvSpPr>
        <p:spPr>
          <a:xfrm xmlns:a="http://schemas.openxmlformats.org/drawingml/2006/main">
            <a:off x="368348" y="1560689"/>
            <a:ext cx="327420" cy="390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FAB1C7C-8E55-4AF0-8B4C-40191F9CDC60}"/>
              </a:ext>
            </a:extLst>
          </p:cNvPr>
          <p:cNvSpPr>
            <a:spLocks xmlns:a="http://schemas.openxmlformats.org/drawingml/2006/main" noGrp="1"/>
          </p:cNvSpPr>
          <p:nvPr>
            <p:ph type="title" idx="0"/>
          </p:nvPr>
        </p:nvSpPr>
        <p:spPr>
          <a:xfrm xmlns:a="http://schemas.openxmlformats.org/drawingml/2006/main">
            <a:off x="368348" y="546241"/>
            <a:ext cx="5811705" cy="8583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FC592E0-1FC9-4714-A063-9093F06C26DD}"/>
              </a:ext>
            </a:extLst>
          </p:cNvPr>
          <p:cNvSpPr>
            <a:spLocks xmlns:a="http://schemas.openxmlformats.org/drawingml/2006/main" noGrp="1"/>
          </p:cNvSpPr>
          <p:nvPr>
            <p:ph type="body" idx="1"/>
          </p:nvPr>
        </p:nvSpPr>
        <p:spPr>
          <a:xfrm xmlns:a="http://schemas.openxmlformats.org/drawingml/2006/main">
            <a:off x="368348" y="1950861"/>
            <a:ext cx="2701215" cy="436992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3A3263FE-417C-4DEA-9246-3B3C5D8C8A14}"/>
              </a:ext>
            </a:extLst>
          </p:cNvPr>
          <p:cNvSpPr>
            <a:spLocks xmlns:a="http://schemas.openxmlformats.org/drawingml/2006/main" noGrp="1"/>
          </p:cNvSpPr>
          <p:nvPr>
            <p:ph type="body" idx="2"/>
          </p:nvPr>
        </p:nvSpPr>
        <p:spPr>
          <a:xfrm xmlns:a="http://schemas.openxmlformats.org/drawingml/2006/main">
            <a:off x="3478838" y="1950861"/>
            <a:ext cx="2701215" cy="436992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C30EBB1-8DC1-4C37-A591-F8A543B9BC85}"/>
              </a:ext>
            </a:extLst>
          </p:cNvPr>
          <p:cNvSpPr>
            <a:spLocks xmlns:a="http://schemas.openxmlformats.org/drawingml/2006/main" noGrp="1"/>
          </p:cNvSpPr>
          <p:nvPr/>
        </p:nvSpPr>
        <p:spPr>
          <a:xfrm xmlns:a="http://schemas.openxmlformats.org/drawingml/2006/main">
            <a:off x="368348" y="1560689"/>
            <a:ext cx="327420" cy="3901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6975494-2418-4839-9924-EF6B0E03D157}"/>
              </a:ext>
            </a:extLst>
          </p:cNvPr>
          <p:cNvSpPr>
            <a:spLocks xmlns:a="http://schemas.openxmlformats.org/drawingml/2006/main" noGrp="1"/>
          </p:cNvSpPr>
          <p:nvPr>
            <p:ph type="title" idx="0"/>
          </p:nvPr>
        </p:nvSpPr>
        <p:spPr>
          <a:xfrm xmlns:a="http://schemas.openxmlformats.org/drawingml/2006/main">
            <a:off x="368348" y="546241"/>
            <a:ext cx="5811705" cy="8583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BB6896E-8221-4F75-ABF0-576C33D13352}"/>
              </a:ext>
            </a:extLst>
          </p:cNvPr>
          <p:cNvSpPr>
            <a:spLocks xmlns:a="http://schemas.openxmlformats.org/drawingml/2006/main" noGrp="1"/>
          </p:cNvSpPr>
          <p:nvPr>
            <p:ph type="body" idx="1"/>
          </p:nvPr>
        </p:nvSpPr>
        <p:spPr>
          <a:xfrm xmlns:a="http://schemas.openxmlformats.org/drawingml/2006/main">
            <a:off x="368348" y="1950861"/>
            <a:ext cx="2701215" cy="436992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7ebe7352de4650" /><Relationship Type="http://schemas.openxmlformats.org/officeDocument/2006/relationships/slideLayout" Target="/ppt/slideLayouts/slideLayout1.xml" Id="Rf3be6f51c56149cf" /><Relationship Type="http://schemas.openxmlformats.org/officeDocument/2006/relationships/slideLayout" Target="/ppt/slideLayouts/slideLayout2.xml" Id="R011fc7ec66d548e3" /><Relationship Type="http://schemas.openxmlformats.org/officeDocument/2006/relationships/slideLayout" Target="/ppt/slideLayouts/slideLayout3.xml" Id="Rd6ddfe1925aa42d9" /><Relationship Type="http://schemas.openxmlformats.org/officeDocument/2006/relationships/slideLayout" Target="/ppt/slideLayouts/slideLayout4.xml" Id="Ra01d533363934ba5" /><Relationship Type="http://schemas.openxmlformats.org/officeDocument/2006/relationships/slideLayout" Target="/ppt/slideLayouts/slideLayout5.xml" Id="R6ebc4603fe464aea" /><Relationship Type="http://schemas.openxmlformats.org/officeDocument/2006/relationships/slideLayout" Target="/ppt/slideLayouts/slideLayout6.xml" Id="R5129cdc9a55946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be6f51c56149cf"/>
    <p:sldLayoutId xmlns:r="http://schemas.openxmlformats.org/officeDocument/2006/relationships" id="2147483650" r:id="R011fc7ec66d548e3"/>
    <p:sldLayoutId xmlns:r="http://schemas.openxmlformats.org/officeDocument/2006/relationships" id="2147483651" r:id="Rd6ddfe1925aa42d9"/>
    <p:sldLayoutId xmlns:r="http://schemas.openxmlformats.org/officeDocument/2006/relationships" id="2147483652" r:id="Ra01d533363934ba5"/>
    <p:sldLayoutId xmlns:r="http://schemas.openxmlformats.org/officeDocument/2006/relationships" id="2147483653" r:id="R6ebc4603fe464aea"/>
    <p:sldLayoutId xmlns:r="http://schemas.openxmlformats.org/officeDocument/2006/relationships" id="2147483654" r:id="R5129cdc9a55946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4d39ee7e2c49a4" /><Relationship Type="http://schemas.openxmlformats.org/officeDocument/2006/relationships/notesSlide" Target="/ppt/notesSlides/notesSlide1.xml" Id="R8976bd3acd224ef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5" name="university_to_sues/training-evaluation-direction">
            <a:extLst xmlns:a="http://schemas.openxmlformats.org/drawingml/2006/main">
              <a:ext uri="{FF2B5EF4-FFF2-40B4-BE49-F238E27FC236}">
                <a16:creationId xmlns:a16="http://schemas.microsoft.com/office/drawing/2014/main" id="{E9F01BC5-8607-4309-9625-04E6658DEA24}"/>
              </a:ext>
            </a:extLst>
          </p:cNvPr>
          <p:cNvSpPr>
            <a:spLocks xmlns:a="http://schemas.openxmlformats.org/drawingml/2006/main" noGrp="1"/>
          </p:cNvSpPr>
          <p:nvPr/>
        </p:nvSpPr>
        <p:spPr>
          <a:xfrm xmlns:a="http://schemas.openxmlformats.org/drawingml/2006/main">
            <a:off x="190500" y="111760"/>
            <a:ext cx="323383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Trained on University-1652 → evaluated on SUES-200</a:t>
            </a:r>
          </a:p>
        </p:txBody>
      </p:sp>
      <p:sp>
        <p:nvSpPr>
          <p:cNvPr id="2" name="university_to_sues/study-title">
            <a:extLst xmlns:a="http://schemas.openxmlformats.org/drawingml/2006/main">
              <a:ext uri="{FF2B5EF4-FFF2-40B4-BE49-F238E27FC236}">
                <a16:creationId xmlns:a16="http://schemas.microsoft.com/office/drawing/2014/main" id="{F367F10C-19EB-4FB3-BE86-F1C6FE9D2D93}"/>
              </a:ext>
            </a:extLst>
          </p:cNvPr>
          <p:cNvSpPr>
            <a:spLocks xmlns:a="http://schemas.openxmlformats.org/drawingml/2006/main" noGrp="1"/>
          </p:cNvSpPr>
          <p:nvPr/>
        </p:nvSpPr>
        <p:spPr>
          <a:xfrm xmlns:a="http://schemas.openxmlformats.org/drawingml/2006/main">
            <a:off x="190500" y="326644"/>
            <a:ext cx="178812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Zero-shot cross-dataset retrieval</a:t>
            </a:r>
          </a:p>
        </p:txBody>
      </p:sp>
      <p:sp>
        <p:nvSpPr>
          <p:cNvPr id="3" name="university_to_sues/legend/visual/marker">
            <a:extLst xmlns:a="http://schemas.openxmlformats.org/drawingml/2006/main">
              <a:ext uri="{FF2B5EF4-FFF2-40B4-BE49-F238E27FC236}">
                <a16:creationId xmlns:a16="http://schemas.microsoft.com/office/drawing/2014/main" id="{639BFC81-8149-414D-8FA7-F6F492E6D553}"/>
              </a:ext>
            </a:extLst>
          </p:cNvPr>
          <p:cNvSpPr>
            <a:spLocks xmlns:a="http://schemas.openxmlformats.org/drawingml/2006/main" noGrp="1"/>
          </p:cNvSpPr>
          <p:nvPr/>
        </p:nvSpPr>
        <p:spPr>
          <a:xfrm xmlns:a="http://schemas.openxmlformats.org/drawingml/2006/main">
            <a:off x="205740" y="586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university_to_sues/legend/visual/text">
            <a:extLst xmlns:a="http://schemas.openxmlformats.org/drawingml/2006/main">
              <a:ext uri="{FF2B5EF4-FFF2-40B4-BE49-F238E27FC236}">
                <a16:creationId xmlns:a16="http://schemas.microsoft.com/office/drawing/2014/main" id="{9B58928C-E4B2-4199-A695-FC810EDFD9A2}"/>
              </a:ext>
            </a:extLst>
          </p:cNvPr>
          <p:cNvSpPr>
            <a:spLocks xmlns:a="http://schemas.openxmlformats.org/drawingml/2006/main" noGrp="1"/>
          </p:cNvSpPr>
          <p:nvPr/>
        </p:nvSpPr>
        <p:spPr>
          <a:xfrm xmlns:a="http://schemas.openxmlformats.org/drawingml/2006/main">
            <a:off x="3175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university_to_sues/legend/full/marker">
            <a:extLst xmlns:a="http://schemas.openxmlformats.org/drawingml/2006/main">
              <a:ext uri="{FF2B5EF4-FFF2-40B4-BE49-F238E27FC236}">
                <a16:creationId xmlns:a16="http://schemas.microsoft.com/office/drawing/2014/main" id="{07D02496-B19F-4798-A50B-EC41AE752230}"/>
              </a:ext>
            </a:extLst>
          </p:cNvPr>
          <p:cNvSpPr>
            <a:spLocks xmlns:a="http://schemas.openxmlformats.org/drawingml/2006/main" noGrp="1"/>
          </p:cNvSpPr>
          <p:nvPr/>
        </p:nvSpPr>
        <p:spPr>
          <a:xfrm xmlns:a="http://schemas.openxmlformats.org/drawingml/2006/main">
            <a:off x="1069340" y="586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university_to_sues/legend/full/text">
            <a:extLst xmlns:a="http://schemas.openxmlformats.org/drawingml/2006/main">
              <a:ext uri="{FF2B5EF4-FFF2-40B4-BE49-F238E27FC236}">
                <a16:creationId xmlns:a16="http://schemas.microsoft.com/office/drawing/2014/main" id="{794FFF20-1949-43F1-9CE5-412517EDBF04}"/>
              </a:ext>
            </a:extLst>
          </p:cNvPr>
          <p:cNvSpPr>
            <a:spLocks xmlns:a="http://schemas.openxmlformats.org/drawingml/2006/main" noGrp="1"/>
          </p:cNvSpPr>
          <p:nvPr/>
        </p:nvSpPr>
        <p:spPr>
          <a:xfrm xmlns:a="http://schemas.openxmlformats.org/drawingml/2006/main">
            <a:off x="11811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university_to_sues/statistical-summary">
            <a:extLst xmlns:a="http://schemas.openxmlformats.org/drawingml/2006/main">
              <a:ext uri="{FF2B5EF4-FFF2-40B4-BE49-F238E27FC236}">
                <a16:creationId xmlns:a16="http://schemas.microsoft.com/office/drawing/2014/main" id="{4E6D3055-C059-43E5-AF5C-6248D048BD3D}"/>
              </a:ext>
            </a:extLst>
          </p:cNvPr>
          <p:cNvSpPr>
            <a:spLocks xmlns:a="http://schemas.openxmlformats.org/drawingml/2006/main" noGrp="1"/>
          </p:cNvSpPr>
          <p:nvPr/>
        </p:nvSpPr>
        <p:spPr>
          <a:xfrm xmlns:a="http://schemas.openxmlformats.org/drawingml/2006/main">
            <a:off x="1943100" y="554228"/>
            <a:ext cx="150952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Mean ± sample SD; seeds 1, 2, 3</a:t>
            </a:r>
          </a:p>
        </p:txBody>
      </p:sp>
      <p:sp>
        <p:nvSpPr>
          <p:cNvPr id="8" name="university_to_sues/task-header">
            <a:extLst xmlns:a="http://schemas.openxmlformats.org/drawingml/2006/main">
              <a:ext uri="{FF2B5EF4-FFF2-40B4-BE49-F238E27FC236}">
                <a16:creationId xmlns:a16="http://schemas.microsoft.com/office/drawing/2014/main" id="{16330675-1EF4-4825-96AA-6C111BFF63A3}"/>
              </a:ext>
            </a:extLst>
          </p:cNvPr>
          <p:cNvSpPr>
            <a:spLocks xmlns:a="http://schemas.openxmlformats.org/drawingml/2006/main" noGrp="1"/>
          </p:cNvSpPr>
          <p:nvPr/>
        </p:nvSpPr>
        <p:spPr>
          <a:xfrm xmlns:a="http://schemas.openxmlformats.org/drawingml/2006/main">
            <a:off x="190500" y="909828"/>
            <a:ext cx="73542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22222"/>
                </a:solidFill>
                <a:latin typeface="Arial"/>
                <a:ea typeface="Arial"/>
                <a:cs typeface="Arial"/>
              </a:defRPr>
            </a:pPr>
            <a:r>
              <a:rPr sz="800" b="1">
                <a:solidFill>
                  <a:srgbClr val="222222"/>
                </a:solidFill>
                <a:latin typeface="Arial"/>
                <a:ea typeface="Arial"/>
                <a:cs typeface="Arial"/>
              </a:rPr>
              <a:t>Target retrieval</a:t>
            </a:r>
          </a:p>
        </p:txBody>
      </p:sp>
      <p:sp>
        <p:nvSpPr>
          <p:cNvPr id="9" name="university_to_sues/task-header-second">
            <a:extLst xmlns:a="http://schemas.openxmlformats.org/drawingml/2006/main">
              <a:ext uri="{FF2B5EF4-FFF2-40B4-BE49-F238E27FC236}">
                <a16:creationId xmlns:a16="http://schemas.microsoft.com/office/drawing/2014/main" id="{F9413EA3-36B2-49A5-88A1-B8E818C2FB93}"/>
              </a:ext>
            </a:extLst>
          </p:cNvPr>
          <p:cNvSpPr>
            <a:spLocks xmlns:a="http://schemas.openxmlformats.org/drawingml/2006/main" noGrp="1"/>
          </p:cNvSpPr>
          <p:nvPr/>
        </p:nvSpPr>
        <p:spPr>
          <a:xfrm xmlns:a="http://schemas.openxmlformats.org/drawingml/2006/main">
            <a:off x="190500" y="1049528"/>
            <a:ext cx="60169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22222"/>
                </a:solidFill>
                <a:latin typeface="Arial"/>
                <a:ea typeface="Arial"/>
                <a:cs typeface="Arial"/>
              </a:defRPr>
            </a:pPr>
            <a:r>
              <a:rPr sz="800" b="1">
                <a:solidFill>
                  <a:srgbClr val="222222"/>
                </a:solidFill>
                <a:latin typeface="Arial"/>
                <a:ea typeface="Arial"/>
                <a:cs typeface="Arial"/>
              </a:rPr>
              <a:t>task / height</a:t>
            </a:r>
          </a:p>
        </p:txBody>
      </p:sp>
      <p:sp>
        <p:nvSpPr>
          <p:cNvPr id="10" name="university_to_sues/r_at_1/heading">
            <a:extLst xmlns:a="http://schemas.openxmlformats.org/drawingml/2006/main">
              <a:ext uri="{FF2B5EF4-FFF2-40B4-BE49-F238E27FC236}">
                <a16:creationId xmlns:a16="http://schemas.microsoft.com/office/drawing/2014/main" id="{661E4985-1F27-436C-B968-650EAA4A5E13}"/>
              </a:ext>
            </a:extLst>
          </p:cNvPr>
          <p:cNvSpPr>
            <a:spLocks xmlns:a="http://schemas.openxmlformats.org/drawingml/2006/main" noGrp="1"/>
          </p:cNvSpPr>
          <p:nvPr/>
        </p:nvSpPr>
        <p:spPr>
          <a:xfrm xmlns:a="http://schemas.openxmlformats.org/drawingml/2006/main">
            <a:off x="1996884" y="898144"/>
            <a:ext cx="47663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R@1 (%)</a:t>
            </a:r>
          </a:p>
        </p:txBody>
      </p:sp>
      <p:sp>
        <p:nvSpPr>
          <p:cNvPr id="11" name="university_to_sues/r_at_1/grid/0">
            <a:extLst xmlns:a="http://schemas.openxmlformats.org/drawingml/2006/main">
              <a:ext uri="{FF2B5EF4-FFF2-40B4-BE49-F238E27FC236}">
                <a16:creationId xmlns:a16="http://schemas.microsoft.com/office/drawing/2014/main" id="{994D6A02-322C-4886-8418-DFC7F4A96BAB}"/>
              </a:ext>
            </a:extLst>
          </p:cNvPr>
          <p:cNvSpPr>
            <a:spLocks xmlns:a="http://schemas.openxmlformats.org/drawingml/2006/main" noGrp="1"/>
          </p:cNvSpPr>
          <p:nvPr/>
        </p:nvSpPr>
        <p:spPr>
          <a:xfrm xmlns:a="http://schemas.openxmlformats.org/drawingml/2006/main" flipV="0">
            <a:off x="14986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2" name="university_to_sues/r_at_1/tick/0">
            <a:extLst xmlns:a="http://schemas.openxmlformats.org/drawingml/2006/main">
              <a:ext uri="{FF2B5EF4-FFF2-40B4-BE49-F238E27FC236}">
                <a16:creationId xmlns:a16="http://schemas.microsoft.com/office/drawing/2014/main" id="{5542037F-E219-4522-9AD7-BA68F9C95C01}"/>
              </a:ext>
            </a:extLst>
          </p:cNvPr>
          <p:cNvSpPr>
            <a:spLocks xmlns:a="http://schemas.openxmlformats.org/drawingml/2006/main" noGrp="1"/>
          </p:cNvSpPr>
          <p:nvPr/>
        </p:nvSpPr>
        <p:spPr>
          <a:xfrm xmlns:a="http://schemas.openxmlformats.org/drawingml/2006/main" flipV="0">
            <a:off x="1498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3" name="university_to_sues/r_at_1/tick-label/0">
            <a:extLst xmlns:a="http://schemas.openxmlformats.org/drawingml/2006/main">
              <a:ext uri="{FF2B5EF4-FFF2-40B4-BE49-F238E27FC236}">
                <a16:creationId xmlns:a16="http://schemas.microsoft.com/office/drawing/2014/main" id="{237EF410-C5D0-466F-BAFE-2349E0DF8FC4}"/>
              </a:ext>
            </a:extLst>
          </p:cNvPr>
          <p:cNvSpPr>
            <a:spLocks xmlns:a="http://schemas.openxmlformats.org/drawingml/2006/main" noGrp="1"/>
          </p:cNvSpPr>
          <p:nvPr/>
        </p:nvSpPr>
        <p:spPr>
          <a:xfrm xmlns:a="http://schemas.openxmlformats.org/drawingml/2006/main">
            <a:off x="1465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 name="university_to_sues/r_at_1/grid/10">
            <a:extLst xmlns:a="http://schemas.openxmlformats.org/drawingml/2006/main">
              <a:ext uri="{FF2B5EF4-FFF2-40B4-BE49-F238E27FC236}">
                <a16:creationId xmlns:a16="http://schemas.microsoft.com/office/drawing/2014/main" id="{619D72C5-6C15-474A-8095-9483F1AE29F8}"/>
              </a:ext>
            </a:extLst>
          </p:cNvPr>
          <p:cNvSpPr>
            <a:spLocks xmlns:a="http://schemas.openxmlformats.org/drawingml/2006/main" noGrp="1"/>
          </p:cNvSpPr>
          <p:nvPr/>
        </p:nvSpPr>
        <p:spPr>
          <a:xfrm xmlns:a="http://schemas.openxmlformats.org/drawingml/2006/main" flipV="0">
            <a:off x="179324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5" name="university_to_sues/r_at_1/tick/10">
            <a:extLst xmlns:a="http://schemas.openxmlformats.org/drawingml/2006/main">
              <a:ext uri="{FF2B5EF4-FFF2-40B4-BE49-F238E27FC236}">
                <a16:creationId xmlns:a16="http://schemas.microsoft.com/office/drawing/2014/main" id="{53235264-85B1-4A45-8728-1C6FB065359D}"/>
              </a:ext>
            </a:extLst>
          </p:cNvPr>
          <p:cNvSpPr>
            <a:spLocks xmlns:a="http://schemas.openxmlformats.org/drawingml/2006/main" noGrp="1"/>
          </p:cNvSpPr>
          <p:nvPr/>
        </p:nvSpPr>
        <p:spPr>
          <a:xfrm xmlns:a="http://schemas.openxmlformats.org/drawingml/2006/main" flipV="0">
            <a:off x="179324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_to_sues/r_at_1/tick-label/10">
            <a:extLst xmlns:a="http://schemas.openxmlformats.org/drawingml/2006/main">
              <a:ext uri="{FF2B5EF4-FFF2-40B4-BE49-F238E27FC236}">
                <a16:creationId xmlns:a16="http://schemas.microsoft.com/office/drawing/2014/main" id="{EE47DF47-4252-4AB2-8EF3-4CDE528E8ADD}"/>
              </a:ext>
            </a:extLst>
          </p:cNvPr>
          <p:cNvSpPr>
            <a:spLocks xmlns:a="http://schemas.openxmlformats.org/drawingml/2006/main" noGrp="1"/>
          </p:cNvSpPr>
          <p:nvPr/>
        </p:nvSpPr>
        <p:spPr>
          <a:xfrm xmlns:a="http://schemas.openxmlformats.org/drawingml/2006/main">
            <a:off x="173204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7" name="university_to_sues/r_at_1/grid/20">
            <a:extLst xmlns:a="http://schemas.openxmlformats.org/drawingml/2006/main">
              <a:ext uri="{FF2B5EF4-FFF2-40B4-BE49-F238E27FC236}">
                <a16:creationId xmlns:a16="http://schemas.microsoft.com/office/drawing/2014/main" id="{9FFF15A6-5B0C-4D22-84C7-B0A6027B7FEF}"/>
              </a:ext>
            </a:extLst>
          </p:cNvPr>
          <p:cNvSpPr>
            <a:spLocks xmlns:a="http://schemas.openxmlformats.org/drawingml/2006/main" noGrp="1"/>
          </p:cNvSpPr>
          <p:nvPr/>
        </p:nvSpPr>
        <p:spPr>
          <a:xfrm xmlns:a="http://schemas.openxmlformats.org/drawingml/2006/main" flipV="0">
            <a:off x="208788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8" name="university_to_sues/r_at_1/tick/20">
            <a:extLst xmlns:a="http://schemas.openxmlformats.org/drawingml/2006/main">
              <a:ext uri="{FF2B5EF4-FFF2-40B4-BE49-F238E27FC236}">
                <a16:creationId xmlns:a16="http://schemas.microsoft.com/office/drawing/2014/main" id="{9A258CCC-910D-4618-9B9D-0D25EE80E394}"/>
              </a:ext>
            </a:extLst>
          </p:cNvPr>
          <p:cNvSpPr>
            <a:spLocks xmlns:a="http://schemas.openxmlformats.org/drawingml/2006/main" noGrp="1"/>
          </p:cNvSpPr>
          <p:nvPr/>
        </p:nvSpPr>
        <p:spPr>
          <a:xfrm xmlns:a="http://schemas.openxmlformats.org/drawingml/2006/main" flipV="0">
            <a:off x="208788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9" name="university_to_sues/r_at_1/tick-label/20">
            <a:extLst xmlns:a="http://schemas.openxmlformats.org/drawingml/2006/main">
              <a:ext uri="{FF2B5EF4-FFF2-40B4-BE49-F238E27FC236}">
                <a16:creationId xmlns:a16="http://schemas.microsoft.com/office/drawing/2014/main" id="{CAC62836-CEA8-48A7-BA03-FC0BC5F8385F}"/>
              </a:ext>
            </a:extLst>
          </p:cNvPr>
          <p:cNvSpPr>
            <a:spLocks xmlns:a="http://schemas.openxmlformats.org/drawingml/2006/main" noGrp="1"/>
          </p:cNvSpPr>
          <p:nvPr/>
        </p:nvSpPr>
        <p:spPr>
          <a:xfrm xmlns:a="http://schemas.openxmlformats.org/drawingml/2006/main">
            <a:off x="202668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20" name="university_to_sues/r_at_1/grid/30">
            <a:extLst xmlns:a="http://schemas.openxmlformats.org/drawingml/2006/main">
              <a:ext uri="{FF2B5EF4-FFF2-40B4-BE49-F238E27FC236}">
                <a16:creationId xmlns:a16="http://schemas.microsoft.com/office/drawing/2014/main" id="{A88CA029-EC14-48F0-80C5-DF121BE18F35}"/>
              </a:ext>
            </a:extLst>
          </p:cNvPr>
          <p:cNvSpPr>
            <a:spLocks xmlns:a="http://schemas.openxmlformats.org/drawingml/2006/main" noGrp="1"/>
          </p:cNvSpPr>
          <p:nvPr/>
        </p:nvSpPr>
        <p:spPr>
          <a:xfrm xmlns:a="http://schemas.openxmlformats.org/drawingml/2006/main" flipV="0">
            <a:off x="238252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 name="university_to_sues/r_at_1/tick/30">
            <a:extLst xmlns:a="http://schemas.openxmlformats.org/drawingml/2006/main">
              <a:ext uri="{FF2B5EF4-FFF2-40B4-BE49-F238E27FC236}">
                <a16:creationId xmlns:a16="http://schemas.microsoft.com/office/drawing/2014/main" id="{AF661D23-F769-444C-BEC9-E396078B59AC}"/>
              </a:ext>
            </a:extLst>
          </p:cNvPr>
          <p:cNvSpPr>
            <a:spLocks xmlns:a="http://schemas.openxmlformats.org/drawingml/2006/main" noGrp="1"/>
          </p:cNvSpPr>
          <p:nvPr/>
        </p:nvSpPr>
        <p:spPr>
          <a:xfrm xmlns:a="http://schemas.openxmlformats.org/drawingml/2006/main" flipV="0">
            <a:off x="238252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 name="university_to_sues/r_at_1/tick-label/30">
            <a:extLst xmlns:a="http://schemas.openxmlformats.org/drawingml/2006/main">
              <a:ext uri="{FF2B5EF4-FFF2-40B4-BE49-F238E27FC236}">
                <a16:creationId xmlns:a16="http://schemas.microsoft.com/office/drawing/2014/main" id="{3CF67AC6-8AB5-42AE-B5C9-852C22EBDED2}"/>
              </a:ext>
            </a:extLst>
          </p:cNvPr>
          <p:cNvSpPr>
            <a:spLocks xmlns:a="http://schemas.openxmlformats.org/drawingml/2006/main" noGrp="1"/>
          </p:cNvSpPr>
          <p:nvPr/>
        </p:nvSpPr>
        <p:spPr>
          <a:xfrm xmlns:a="http://schemas.openxmlformats.org/drawingml/2006/main">
            <a:off x="232132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a:t>
            </a:r>
          </a:p>
        </p:txBody>
      </p:sp>
      <p:sp>
        <p:nvSpPr>
          <p:cNvPr id="23" name="university_to_sues/r_at_1/grid/40">
            <a:extLst xmlns:a="http://schemas.openxmlformats.org/drawingml/2006/main">
              <a:ext uri="{FF2B5EF4-FFF2-40B4-BE49-F238E27FC236}">
                <a16:creationId xmlns:a16="http://schemas.microsoft.com/office/drawing/2014/main" id="{AEB78AC9-59E1-4977-BFEA-1CCB1594B33D}"/>
              </a:ext>
            </a:extLst>
          </p:cNvPr>
          <p:cNvSpPr>
            <a:spLocks xmlns:a="http://schemas.openxmlformats.org/drawingml/2006/main" noGrp="1"/>
          </p:cNvSpPr>
          <p:nvPr/>
        </p:nvSpPr>
        <p:spPr>
          <a:xfrm xmlns:a="http://schemas.openxmlformats.org/drawingml/2006/main" flipV="0">
            <a:off x="267716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4" name="university_to_sues/r_at_1/tick/40">
            <a:extLst xmlns:a="http://schemas.openxmlformats.org/drawingml/2006/main">
              <a:ext uri="{FF2B5EF4-FFF2-40B4-BE49-F238E27FC236}">
                <a16:creationId xmlns:a16="http://schemas.microsoft.com/office/drawing/2014/main" id="{D9FC6046-0092-4D4F-955F-4221F11F5A3B}"/>
              </a:ext>
            </a:extLst>
          </p:cNvPr>
          <p:cNvSpPr>
            <a:spLocks xmlns:a="http://schemas.openxmlformats.org/drawingml/2006/main" noGrp="1"/>
          </p:cNvSpPr>
          <p:nvPr/>
        </p:nvSpPr>
        <p:spPr>
          <a:xfrm xmlns:a="http://schemas.openxmlformats.org/drawingml/2006/main" flipV="0">
            <a:off x="267716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5" name="university_to_sues/r_at_1/tick-label/40">
            <a:extLst xmlns:a="http://schemas.openxmlformats.org/drawingml/2006/main">
              <a:ext uri="{FF2B5EF4-FFF2-40B4-BE49-F238E27FC236}">
                <a16:creationId xmlns:a16="http://schemas.microsoft.com/office/drawing/2014/main" id="{21432F17-62ED-450E-89A5-E6FAFDBF2AA3}"/>
              </a:ext>
            </a:extLst>
          </p:cNvPr>
          <p:cNvSpPr>
            <a:spLocks xmlns:a="http://schemas.openxmlformats.org/drawingml/2006/main" noGrp="1"/>
          </p:cNvSpPr>
          <p:nvPr/>
        </p:nvSpPr>
        <p:spPr>
          <a:xfrm xmlns:a="http://schemas.openxmlformats.org/drawingml/2006/main">
            <a:off x="261596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26" name="university_to_sues/r_at_1/grid/50">
            <a:extLst xmlns:a="http://schemas.openxmlformats.org/drawingml/2006/main">
              <a:ext uri="{FF2B5EF4-FFF2-40B4-BE49-F238E27FC236}">
                <a16:creationId xmlns:a16="http://schemas.microsoft.com/office/drawing/2014/main" id="{DE3A7C88-BDAF-440A-9EBF-BA2B83730D82}"/>
              </a:ext>
            </a:extLst>
          </p:cNvPr>
          <p:cNvSpPr>
            <a:spLocks xmlns:a="http://schemas.openxmlformats.org/drawingml/2006/main" noGrp="1"/>
          </p:cNvSpPr>
          <p:nvPr/>
        </p:nvSpPr>
        <p:spPr>
          <a:xfrm xmlns:a="http://schemas.openxmlformats.org/drawingml/2006/main" flipV="0">
            <a:off x="29718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7" name="university_to_sues/r_at_1/tick/50">
            <a:extLst xmlns:a="http://schemas.openxmlformats.org/drawingml/2006/main">
              <a:ext uri="{FF2B5EF4-FFF2-40B4-BE49-F238E27FC236}">
                <a16:creationId xmlns:a16="http://schemas.microsoft.com/office/drawing/2014/main" id="{C082AA33-398B-43FE-8122-89497FD08B07}"/>
              </a:ext>
            </a:extLst>
          </p:cNvPr>
          <p:cNvSpPr>
            <a:spLocks xmlns:a="http://schemas.openxmlformats.org/drawingml/2006/main" noGrp="1"/>
          </p:cNvSpPr>
          <p:nvPr/>
        </p:nvSpPr>
        <p:spPr>
          <a:xfrm xmlns:a="http://schemas.openxmlformats.org/drawingml/2006/main" flipV="0">
            <a:off x="2971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_to_sues/r_at_1/tick-label/50">
            <a:extLst xmlns:a="http://schemas.openxmlformats.org/drawingml/2006/main">
              <a:ext uri="{FF2B5EF4-FFF2-40B4-BE49-F238E27FC236}">
                <a16:creationId xmlns:a16="http://schemas.microsoft.com/office/drawing/2014/main" id="{0A01856A-991F-4E74-8C46-1116D3792436}"/>
              </a:ext>
            </a:extLst>
          </p:cNvPr>
          <p:cNvSpPr>
            <a:spLocks xmlns:a="http://schemas.openxmlformats.org/drawingml/2006/main" noGrp="1"/>
          </p:cNvSpPr>
          <p:nvPr/>
        </p:nvSpPr>
        <p:spPr>
          <a:xfrm xmlns:a="http://schemas.openxmlformats.org/drawingml/2006/main">
            <a:off x="2910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9" name="university_to_sues/r_at_1/axis">
            <a:extLst xmlns:a="http://schemas.openxmlformats.org/drawingml/2006/main">
              <a:ext uri="{FF2B5EF4-FFF2-40B4-BE49-F238E27FC236}">
                <a16:creationId xmlns:a16="http://schemas.microsoft.com/office/drawing/2014/main" id="{16BD127A-70EE-46F9-B78A-725A5512CCFC}"/>
              </a:ext>
            </a:extLst>
          </p:cNvPr>
          <p:cNvSpPr>
            <a:spLocks xmlns:a="http://schemas.openxmlformats.org/drawingml/2006/main" noGrp="1"/>
          </p:cNvSpPr>
          <p:nvPr/>
        </p:nvSpPr>
        <p:spPr>
          <a:xfrm xmlns:a="http://schemas.openxmlformats.org/drawingml/2006/main" flipV="0">
            <a:off x="1498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_to_sues/sues200_uav_150m_to_satellite/visual/r_at_1/sd-line">
            <a:extLst xmlns:a="http://schemas.openxmlformats.org/drawingml/2006/main">
              <a:ext uri="{FF2B5EF4-FFF2-40B4-BE49-F238E27FC236}">
                <a16:creationId xmlns:a16="http://schemas.microsoft.com/office/drawing/2014/main" id="{31913F4D-F39C-414C-B223-1881904CADEA}"/>
              </a:ext>
            </a:extLst>
          </p:cNvPr>
          <p:cNvSpPr>
            <a:spLocks xmlns:a="http://schemas.openxmlformats.org/drawingml/2006/main" noGrp="1"/>
          </p:cNvSpPr>
          <p:nvPr/>
        </p:nvSpPr>
        <p:spPr>
          <a:xfrm xmlns:a="http://schemas.openxmlformats.org/drawingml/2006/main" flipV="0">
            <a:off x="1993899" y="1473200"/>
            <a:ext cx="137382"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1" name="university_to_sues/sues200_uav_150m_to_satellite/visual/r_at_1/sd-cap-left">
            <a:extLst xmlns:a="http://schemas.openxmlformats.org/drawingml/2006/main">
              <a:ext uri="{FF2B5EF4-FFF2-40B4-BE49-F238E27FC236}">
                <a16:creationId xmlns:a16="http://schemas.microsoft.com/office/drawing/2014/main" id="{B78E394A-E6AE-48AD-8066-9689D0959FE8}"/>
              </a:ext>
            </a:extLst>
          </p:cNvPr>
          <p:cNvSpPr>
            <a:spLocks xmlns:a="http://schemas.openxmlformats.org/drawingml/2006/main" noGrp="1"/>
          </p:cNvSpPr>
          <p:nvPr/>
        </p:nvSpPr>
        <p:spPr>
          <a:xfrm xmlns:a="http://schemas.openxmlformats.org/drawingml/2006/main" flipV="0">
            <a:off x="1993899"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2" name="university_to_sues/sues200_uav_150m_to_satellite/visual/r_at_1/sd-cap-right">
            <a:extLst xmlns:a="http://schemas.openxmlformats.org/drawingml/2006/main">
              <a:ext uri="{FF2B5EF4-FFF2-40B4-BE49-F238E27FC236}">
                <a16:creationId xmlns:a16="http://schemas.microsoft.com/office/drawing/2014/main" id="{F82DAB1C-16BE-4FCF-BF62-5598502A5E9A}"/>
              </a:ext>
            </a:extLst>
          </p:cNvPr>
          <p:cNvSpPr>
            <a:spLocks xmlns:a="http://schemas.openxmlformats.org/drawingml/2006/main" noGrp="1"/>
          </p:cNvSpPr>
          <p:nvPr/>
        </p:nvSpPr>
        <p:spPr>
          <a:xfrm xmlns:a="http://schemas.openxmlformats.org/drawingml/2006/main" flipV="0">
            <a:off x="2131281"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3" name="university_to_sues/sues200_uav_150m_to_satellite/visual/r_at_1/mean">
            <a:extLst xmlns:a="http://schemas.openxmlformats.org/drawingml/2006/main">
              <a:ext uri="{FF2B5EF4-FFF2-40B4-BE49-F238E27FC236}">
                <a16:creationId xmlns:a16="http://schemas.microsoft.com/office/drawing/2014/main" id="{5B112C4A-13B6-4D68-81AB-8A47DAEBB780}"/>
              </a:ext>
            </a:extLst>
          </p:cNvPr>
          <p:cNvSpPr>
            <a:spLocks xmlns:a="http://schemas.openxmlformats.org/drawingml/2006/main" noGrp="1"/>
          </p:cNvSpPr>
          <p:nvPr/>
        </p:nvSpPr>
        <p:spPr>
          <a:xfrm xmlns:a="http://schemas.openxmlformats.org/drawingml/2006/main">
            <a:off x="2039730"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34" name="university_to_sues/sues200_uav_150m_to_satellite/visual/r_at_1/value">
            <a:extLst xmlns:a="http://schemas.openxmlformats.org/drawingml/2006/main">
              <a:ext uri="{FF2B5EF4-FFF2-40B4-BE49-F238E27FC236}">
                <a16:creationId xmlns:a16="http://schemas.microsoft.com/office/drawing/2014/main" id="{D6B408F5-098F-4FB4-81CC-AA64AE586838}"/>
              </a:ext>
            </a:extLst>
          </p:cNvPr>
          <p:cNvSpPr>
            <a:spLocks xmlns:a="http://schemas.openxmlformats.org/drawingml/2006/main" noGrp="1"/>
          </p:cNvSpPr>
          <p:nvPr/>
        </p:nvSpPr>
        <p:spPr>
          <a:xfrm xmlns:a="http://schemas.openxmlformats.org/drawingml/2006/main">
            <a:off x="1892157" y="1519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19.142 ± 2.331</a:t>
            </a:r>
          </a:p>
        </p:txBody>
      </p:sp>
      <p:sp>
        <p:nvSpPr>
          <p:cNvPr id="35" name="university_to_sues/sues200_uav_150m_to_satellite/full/r_at_1/sd-line">
            <a:extLst xmlns:a="http://schemas.openxmlformats.org/drawingml/2006/main">
              <a:ext uri="{FF2B5EF4-FFF2-40B4-BE49-F238E27FC236}">
                <a16:creationId xmlns:a16="http://schemas.microsoft.com/office/drawing/2014/main" id="{95A94AE9-C039-4B9A-A309-2733EEB24041}"/>
              </a:ext>
            </a:extLst>
          </p:cNvPr>
          <p:cNvSpPr>
            <a:spLocks xmlns:a="http://schemas.openxmlformats.org/drawingml/2006/main" noGrp="1"/>
          </p:cNvSpPr>
          <p:nvPr/>
        </p:nvSpPr>
        <p:spPr>
          <a:xfrm xmlns:a="http://schemas.openxmlformats.org/drawingml/2006/main" flipV="0">
            <a:off x="1901222" y="1727200"/>
            <a:ext cx="5461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6" name="university_to_sues/sues200_uav_150m_to_satellite/full/r_at_1/sd-cap-left">
            <a:extLst xmlns:a="http://schemas.openxmlformats.org/drawingml/2006/main">
              <a:ext uri="{FF2B5EF4-FFF2-40B4-BE49-F238E27FC236}">
                <a16:creationId xmlns:a16="http://schemas.microsoft.com/office/drawing/2014/main" id="{1800CB00-99F8-4897-8C4C-354F07712FD8}"/>
              </a:ext>
            </a:extLst>
          </p:cNvPr>
          <p:cNvSpPr>
            <a:spLocks xmlns:a="http://schemas.openxmlformats.org/drawingml/2006/main" noGrp="1"/>
          </p:cNvSpPr>
          <p:nvPr/>
        </p:nvSpPr>
        <p:spPr>
          <a:xfrm xmlns:a="http://schemas.openxmlformats.org/drawingml/2006/main" flipV="0">
            <a:off x="1901222"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7" name="university_to_sues/sues200_uav_150m_to_satellite/full/r_at_1/sd-cap-right">
            <a:extLst xmlns:a="http://schemas.openxmlformats.org/drawingml/2006/main">
              <a:ext uri="{FF2B5EF4-FFF2-40B4-BE49-F238E27FC236}">
                <a16:creationId xmlns:a16="http://schemas.microsoft.com/office/drawing/2014/main" id="{7FE6FA4A-5F48-405D-90E1-6068A4BA807C}"/>
              </a:ext>
            </a:extLst>
          </p:cNvPr>
          <p:cNvSpPr>
            <a:spLocks xmlns:a="http://schemas.openxmlformats.org/drawingml/2006/main" noGrp="1"/>
          </p:cNvSpPr>
          <p:nvPr/>
        </p:nvSpPr>
        <p:spPr>
          <a:xfrm xmlns:a="http://schemas.openxmlformats.org/drawingml/2006/main" flipV="0">
            <a:off x="1955836"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8" name="university_to_sues/sues200_uav_150m_to_satellite/full/r_at_1/mean">
            <a:extLst xmlns:a="http://schemas.openxmlformats.org/drawingml/2006/main">
              <a:ext uri="{FF2B5EF4-FFF2-40B4-BE49-F238E27FC236}">
                <a16:creationId xmlns:a16="http://schemas.microsoft.com/office/drawing/2014/main" id="{EBB3555B-D9BB-4056-BE27-328CEED767C4}"/>
              </a:ext>
            </a:extLst>
          </p:cNvPr>
          <p:cNvSpPr>
            <a:spLocks xmlns:a="http://schemas.openxmlformats.org/drawingml/2006/main" noGrp="1"/>
          </p:cNvSpPr>
          <p:nvPr/>
        </p:nvSpPr>
        <p:spPr>
          <a:xfrm xmlns:a="http://schemas.openxmlformats.org/drawingml/2006/main">
            <a:off x="1905669"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39" name="university_to_sues/sues200_uav_150m_to_satellite/full/r_at_1/value">
            <a:extLst xmlns:a="http://schemas.openxmlformats.org/drawingml/2006/main">
              <a:ext uri="{FF2B5EF4-FFF2-40B4-BE49-F238E27FC236}">
                <a16:creationId xmlns:a16="http://schemas.microsoft.com/office/drawing/2014/main" id="{E35E1383-7FCE-4708-A9DB-55C40EF98B60}"/>
              </a:ext>
            </a:extLst>
          </p:cNvPr>
          <p:cNvSpPr>
            <a:spLocks xmlns:a="http://schemas.openxmlformats.org/drawingml/2006/main" noGrp="1"/>
          </p:cNvSpPr>
          <p:nvPr/>
        </p:nvSpPr>
        <p:spPr>
          <a:xfrm xmlns:a="http://schemas.openxmlformats.org/drawingml/2006/main">
            <a:off x="1892157" y="1773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14.592 ± 0.927</a:t>
            </a:r>
          </a:p>
        </p:txBody>
      </p:sp>
      <p:sp>
        <p:nvSpPr>
          <p:cNvPr id="40" name="university_to_sues/sues200_satellite_to_uav_150m/visual/r_at_1/sd-line">
            <a:extLst xmlns:a="http://schemas.openxmlformats.org/drawingml/2006/main">
              <a:ext uri="{FF2B5EF4-FFF2-40B4-BE49-F238E27FC236}">
                <a16:creationId xmlns:a16="http://schemas.microsoft.com/office/drawing/2014/main" id="{5EF87DF7-7B38-40B2-9888-637BC7644E37}"/>
              </a:ext>
            </a:extLst>
          </p:cNvPr>
          <p:cNvSpPr>
            <a:spLocks xmlns:a="http://schemas.openxmlformats.org/drawingml/2006/main" noGrp="1"/>
          </p:cNvSpPr>
          <p:nvPr/>
        </p:nvSpPr>
        <p:spPr>
          <a:xfrm xmlns:a="http://schemas.openxmlformats.org/drawingml/2006/main" flipV="0">
            <a:off x="1957211" y="2057400"/>
            <a:ext cx="236784"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41" name="university_to_sues/sues200_satellite_to_uav_150m/visual/r_at_1/sd-cap-left">
            <a:extLst xmlns:a="http://schemas.openxmlformats.org/drawingml/2006/main">
              <a:ext uri="{FF2B5EF4-FFF2-40B4-BE49-F238E27FC236}">
                <a16:creationId xmlns:a16="http://schemas.microsoft.com/office/drawing/2014/main" id="{7A76C815-19F6-4205-A1C8-CF3E58AC5FBC}"/>
              </a:ext>
            </a:extLst>
          </p:cNvPr>
          <p:cNvSpPr>
            <a:spLocks xmlns:a="http://schemas.openxmlformats.org/drawingml/2006/main" noGrp="1"/>
          </p:cNvSpPr>
          <p:nvPr/>
        </p:nvSpPr>
        <p:spPr>
          <a:xfrm xmlns:a="http://schemas.openxmlformats.org/drawingml/2006/main" flipV="0">
            <a:off x="1957211"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42" name="university_to_sues/sues200_satellite_to_uav_150m/visual/r_at_1/sd-cap-right">
            <a:extLst xmlns:a="http://schemas.openxmlformats.org/drawingml/2006/main">
              <a:ext uri="{FF2B5EF4-FFF2-40B4-BE49-F238E27FC236}">
                <a16:creationId xmlns:a16="http://schemas.microsoft.com/office/drawing/2014/main" id="{2049DF53-050E-42C4-9F14-5120293D880A}"/>
              </a:ext>
            </a:extLst>
          </p:cNvPr>
          <p:cNvSpPr>
            <a:spLocks xmlns:a="http://schemas.openxmlformats.org/drawingml/2006/main" noGrp="1"/>
          </p:cNvSpPr>
          <p:nvPr/>
        </p:nvSpPr>
        <p:spPr>
          <a:xfrm xmlns:a="http://schemas.openxmlformats.org/drawingml/2006/main" flipV="0">
            <a:off x="2193995"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43" name="university_to_sues/sues200_satellite_to_uav_150m/visual/r_at_1/mean">
            <a:extLst xmlns:a="http://schemas.openxmlformats.org/drawingml/2006/main">
              <a:ext uri="{FF2B5EF4-FFF2-40B4-BE49-F238E27FC236}">
                <a16:creationId xmlns:a16="http://schemas.microsoft.com/office/drawing/2014/main" id="{5D906764-C08C-4A9D-9F55-B0F56F23B3EA}"/>
              </a:ext>
            </a:extLst>
          </p:cNvPr>
          <p:cNvSpPr>
            <a:spLocks xmlns:a="http://schemas.openxmlformats.org/drawingml/2006/main" noGrp="1"/>
          </p:cNvSpPr>
          <p:nvPr/>
        </p:nvSpPr>
        <p:spPr>
          <a:xfrm xmlns:a="http://schemas.openxmlformats.org/drawingml/2006/main">
            <a:off x="2052743"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university_to_sues/sues200_satellite_to_uav_150m/visual/r_at_1/value">
            <a:extLst xmlns:a="http://schemas.openxmlformats.org/drawingml/2006/main">
              <a:ext uri="{FF2B5EF4-FFF2-40B4-BE49-F238E27FC236}">
                <a16:creationId xmlns:a16="http://schemas.microsoft.com/office/drawing/2014/main" id="{0B40DCE5-3027-4299-86C3-2336452B51A7}"/>
              </a:ext>
            </a:extLst>
          </p:cNvPr>
          <p:cNvSpPr>
            <a:spLocks xmlns:a="http://schemas.openxmlformats.org/drawingml/2006/main" noGrp="1"/>
          </p:cNvSpPr>
          <p:nvPr/>
        </p:nvSpPr>
        <p:spPr>
          <a:xfrm xmlns:a="http://schemas.openxmlformats.org/drawingml/2006/main">
            <a:off x="1892157" y="2103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19.583 ± 4.018</a:t>
            </a:r>
          </a:p>
        </p:txBody>
      </p:sp>
      <p:sp>
        <p:nvSpPr>
          <p:cNvPr id="45" name="university_to_sues/sues200_satellite_to_uav_150m/full/r_at_1/sd-line">
            <a:extLst xmlns:a="http://schemas.openxmlformats.org/drawingml/2006/main">
              <a:ext uri="{FF2B5EF4-FFF2-40B4-BE49-F238E27FC236}">
                <a16:creationId xmlns:a16="http://schemas.microsoft.com/office/drawing/2014/main" id="{AE918C4F-305B-447E-80C0-0179134B957B}"/>
              </a:ext>
            </a:extLst>
          </p:cNvPr>
          <p:cNvSpPr>
            <a:spLocks xmlns:a="http://schemas.openxmlformats.org/drawingml/2006/main" noGrp="1"/>
          </p:cNvSpPr>
          <p:nvPr/>
        </p:nvSpPr>
        <p:spPr>
          <a:xfrm xmlns:a="http://schemas.openxmlformats.org/drawingml/2006/main" flipV="0">
            <a:off x="1822918" y="2311400"/>
            <a:ext cx="112518"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6" name="university_to_sues/sues200_satellite_to_uav_150m/full/r_at_1/sd-cap-left">
            <a:extLst xmlns:a="http://schemas.openxmlformats.org/drawingml/2006/main">
              <a:ext uri="{FF2B5EF4-FFF2-40B4-BE49-F238E27FC236}">
                <a16:creationId xmlns:a16="http://schemas.microsoft.com/office/drawing/2014/main" id="{64BA4D4D-EA43-4870-A7F3-77EB38C3A796}"/>
              </a:ext>
            </a:extLst>
          </p:cNvPr>
          <p:cNvSpPr>
            <a:spLocks xmlns:a="http://schemas.openxmlformats.org/drawingml/2006/main" noGrp="1"/>
          </p:cNvSpPr>
          <p:nvPr/>
        </p:nvSpPr>
        <p:spPr>
          <a:xfrm xmlns:a="http://schemas.openxmlformats.org/drawingml/2006/main" flipV="0">
            <a:off x="1822918"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47" name="university_to_sues/sues200_satellite_to_uav_150m/full/r_at_1/sd-cap-right">
            <a:extLst xmlns:a="http://schemas.openxmlformats.org/drawingml/2006/main">
              <a:ext uri="{FF2B5EF4-FFF2-40B4-BE49-F238E27FC236}">
                <a16:creationId xmlns:a16="http://schemas.microsoft.com/office/drawing/2014/main" id="{DCF661E3-7606-4349-ADAE-F1BC40AD8F8B}"/>
              </a:ext>
            </a:extLst>
          </p:cNvPr>
          <p:cNvSpPr>
            <a:spLocks xmlns:a="http://schemas.openxmlformats.org/drawingml/2006/main" noGrp="1"/>
          </p:cNvSpPr>
          <p:nvPr/>
        </p:nvSpPr>
        <p:spPr>
          <a:xfrm xmlns:a="http://schemas.openxmlformats.org/drawingml/2006/main" flipV="0">
            <a:off x="1935435"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48" name="university_to_sues/sues200_satellite_to_uav_150m/full/r_at_1/mean">
            <a:extLst xmlns:a="http://schemas.openxmlformats.org/drawingml/2006/main">
              <a:ext uri="{FF2B5EF4-FFF2-40B4-BE49-F238E27FC236}">
                <a16:creationId xmlns:a16="http://schemas.microsoft.com/office/drawing/2014/main" id="{C1F20967-1EE6-4DDE-8F22-363209CD09ED}"/>
              </a:ext>
            </a:extLst>
          </p:cNvPr>
          <p:cNvSpPr>
            <a:spLocks xmlns:a="http://schemas.openxmlformats.org/drawingml/2006/main" noGrp="1"/>
          </p:cNvSpPr>
          <p:nvPr/>
        </p:nvSpPr>
        <p:spPr>
          <a:xfrm xmlns:a="http://schemas.openxmlformats.org/drawingml/2006/main">
            <a:off x="1856317"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49" name="university_to_sues/sues200_satellite_to_uav_150m/full/r_at_1/value">
            <a:extLst xmlns:a="http://schemas.openxmlformats.org/drawingml/2006/main">
              <a:ext uri="{FF2B5EF4-FFF2-40B4-BE49-F238E27FC236}">
                <a16:creationId xmlns:a16="http://schemas.microsoft.com/office/drawing/2014/main" id="{005F6ACD-BEDA-44A4-B8BA-133B773A83E4}"/>
              </a:ext>
            </a:extLst>
          </p:cNvPr>
          <p:cNvSpPr>
            <a:spLocks xmlns:a="http://schemas.openxmlformats.org/drawingml/2006/main" noGrp="1"/>
          </p:cNvSpPr>
          <p:nvPr/>
        </p:nvSpPr>
        <p:spPr>
          <a:xfrm xmlns:a="http://schemas.openxmlformats.org/drawingml/2006/main">
            <a:off x="1892157" y="2357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12.917 ± 1.909</a:t>
            </a:r>
          </a:p>
        </p:txBody>
      </p:sp>
      <p:sp>
        <p:nvSpPr>
          <p:cNvPr id="50" name="university_to_sues/sues200_uav_200m_to_satellite/visual/r_at_1/sd-line">
            <a:extLst xmlns:a="http://schemas.openxmlformats.org/drawingml/2006/main">
              <a:ext uri="{FF2B5EF4-FFF2-40B4-BE49-F238E27FC236}">
                <a16:creationId xmlns:a16="http://schemas.microsoft.com/office/drawing/2014/main" id="{8C8C4F27-7836-422D-BE1E-9F10763E65E4}"/>
              </a:ext>
            </a:extLst>
          </p:cNvPr>
          <p:cNvSpPr>
            <a:spLocks xmlns:a="http://schemas.openxmlformats.org/drawingml/2006/main" noGrp="1"/>
          </p:cNvSpPr>
          <p:nvPr/>
        </p:nvSpPr>
        <p:spPr>
          <a:xfrm xmlns:a="http://schemas.openxmlformats.org/drawingml/2006/main" flipV="0">
            <a:off x="2122693" y="2641600"/>
            <a:ext cx="16019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51" name="university_to_sues/sues200_uav_200m_to_satellite/visual/r_at_1/sd-cap-left">
            <a:extLst xmlns:a="http://schemas.openxmlformats.org/drawingml/2006/main">
              <a:ext uri="{FF2B5EF4-FFF2-40B4-BE49-F238E27FC236}">
                <a16:creationId xmlns:a16="http://schemas.microsoft.com/office/drawing/2014/main" id="{D6AE3B80-AEE5-45C9-8B9D-02177D55DC30}"/>
              </a:ext>
            </a:extLst>
          </p:cNvPr>
          <p:cNvSpPr>
            <a:spLocks xmlns:a="http://schemas.openxmlformats.org/drawingml/2006/main" noGrp="1"/>
          </p:cNvSpPr>
          <p:nvPr/>
        </p:nvSpPr>
        <p:spPr>
          <a:xfrm xmlns:a="http://schemas.openxmlformats.org/drawingml/2006/main" flipV="0">
            <a:off x="2122693"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52" name="university_to_sues/sues200_uav_200m_to_satellite/visual/r_at_1/sd-cap-right">
            <a:extLst xmlns:a="http://schemas.openxmlformats.org/drawingml/2006/main">
              <a:ext uri="{FF2B5EF4-FFF2-40B4-BE49-F238E27FC236}">
                <a16:creationId xmlns:a16="http://schemas.microsoft.com/office/drawing/2014/main" id="{3F34F6BC-D13A-49CD-88E2-303E39758ADF}"/>
              </a:ext>
            </a:extLst>
          </p:cNvPr>
          <p:cNvSpPr>
            <a:spLocks xmlns:a="http://schemas.openxmlformats.org/drawingml/2006/main" noGrp="1"/>
          </p:cNvSpPr>
          <p:nvPr/>
        </p:nvSpPr>
        <p:spPr>
          <a:xfrm xmlns:a="http://schemas.openxmlformats.org/drawingml/2006/main" flipV="0">
            <a:off x="2282886"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53" name="university_to_sues/sues200_uav_200m_to_satellite/visual/r_at_1/mean">
            <a:extLst xmlns:a="http://schemas.openxmlformats.org/drawingml/2006/main">
              <a:ext uri="{FF2B5EF4-FFF2-40B4-BE49-F238E27FC236}">
                <a16:creationId xmlns:a16="http://schemas.microsoft.com/office/drawing/2014/main" id="{AF6E98A0-0FFB-491C-97E8-98AD22617054}"/>
              </a:ext>
            </a:extLst>
          </p:cNvPr>
          <p:cNvSpPr>
            <a:spLocks xmlns:a="http://schemas.openxmlformats.org/drawingml/2006/main" noGrp="1"/>
          </p:cNvSpPr>
          <p:nvPr/>
        </p:nvSpPr>
        <p:spPr>
          <a:xfrm xmlns:a="http://schemas.openxmlformats.org/drawingml/2006/main">
            <a:off x="2179930"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4" name="university_to_sues/sues200_uav_200m_to_satellite/visual/r_at_1/value">
            <a:extLst xmlns:a="http://schemas.openxmlformats.org/drawingml/2006/main">
              <a:ext uri="{FF2B5EF4-FFF2-40B4-BE49-F238E27FC236}">
                <a16:creationId xmlns:a16="http://schemas.microsoft.com/office/drawing/2014/main" id="{34E412B6-6A52-437C-ABE2-DBFBCC35C084}"/>
              </a:ext>
            </a:extLst>
          </p:cNvPr>
          <p:cNvSpPr>
            <a:spLocks xmlns:a="http://schemas.openxmlformats.org/drawingml/2006/main" noGrp="1"/>
          </p:cNvSpPr>
          <p:nvPr/>
        </p:nvSpPr>
        <p:spPr>
          <a:xfrm xmlns:a="http://schemas.openxmlformats.org/drawingml/2006/main">
            <a:off x="1892157" y="2687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23.900 ± 2.718</a:t>
            </a:r>
          </a:p>
        </p:txBody>
      </p:sp>
      <p:sp>
        <p:nvSpPr>
          <p:cNvPr id="55" name="university_to_sues/sues200_uav_200m_to_satellite/full/r_at_1/sd-line">
            <a:extLst xmlns:a="http://schemas.openxmlformats.org/drawingml/2006/main">
              <a:ext uri="{FF2B5EF4-FFF2-40B4-BE49-F238E27FC236}">
                <a16:creationId xmlns:a16="http://schemas.microsoft.com/office/drawing/2014/main" id="{C5DA7780-CF6D-40B9-9C5B-CCDD7EE6E9DC}"/>
              </a:ext>
            </a:extLst>
          </p:cNvPr>
          <p:cNvSpPr>
            <a:spLocks xmlns:a="http://schemas.openxmlformats.org/drawingml/2006/main" noGrp="1"/>
          </p:cNvSpPr>
          <p:nvPr/>
        </p:nvSpPr>
        <p:spPr>
          <a:xfrm xmlns:a="http://schemas.openxmlformats.org/drawingml/2006/main" flipV="0">
            <a:off x="1948494" y="2895600"/>
            <a:ext cx="46989"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56" name="university_to_sues/sues200_uav_200m_to_satellite/full/r_at_1/sd-cap-left">
            <a:extLst xmlns:a="http://schemas.openxmlformats.org/drawingml/2006/main">
              <a:ext uri="{FF2B5EF4-FFF2-40B4-BE49-F238E27FC236}">
                <a16:creationId xmlns:a16="http://schemas.microsoft.com/office/drawing/2014/main" id="{B80EA385-2FB2-420C-83E8-62CD64916E33}"/>
              </a:ext>
            </a:extLst>
          </p:cNvPr>
          <p:cNvSpPr>
            <a:spLocks xmlns:a="http://schemas.openxmlformats.org/drawingml/2006/main" noGrp="1"/>
          </p:cNvSpPr>
          <p:nvPr/>
        </p:nvSpPr>
        <p:spPr>
          <a:xfrm xmlns:a="http://schemas.openxmlformats.org/drawingml/2006/main" flipV="0">
            <a:off x="1948494"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57" name="university_to_sues/sues200_uav_200m_to_satellite/full/r_at_1/sd-cap-right">
            <a:extLst xmlns:a="http://schemas.openxmlformats.org/drawingml/2006/main">
              <a:ext uri="{FF2B5EF4-FFF2-40B4-BE49-F238E27FC236}">
                <a16:creationId xmlns:a16="http://schemas.microsoft.com/office/drawing/2014/main" id="{832D8154-0769-43E6-BC4E-A91F8FFECBAA}"/>
              </a:ext>
            </a:extLst>
          </p:cNvPr>
          <p:cNvSpPr>
            <a:spLocks xmlns:a="http://schemas.openxmlformats.org/drawingml/2006/main" noGrp="1"/>
          </p:cNvSpPr>
          <p:nvPr/>
        </p:nvSpPr>
        <p:spPr>
          <a:xfrm xmlns:a="http://schemas.openxmlformats.org/drawingml/2006/main" flipV="0">
            <a:off x="1995483"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58" name="university_to_sues/sues200_uav_200m_to_satellite/full/r_at_1/mean">
            <a:extLst xmlns:a="http://schemas.openxmlformats.org/drawingml/2006/main">
              <a:ext uri="{FF2B5EF4-FFF2-40B4-BE49-F238E27FC236}">
                <a16:creationId xmlns:a16="http://schemas.microsoft.com/office/drawing/2014/main" id="{43C1E3C3-A7A7-4115-AB6A-25679EEEBCE8}"/>
              </a:ext>
            </a:extLst>
          </p:cNvPr>
          <p:cNvSpPr>
            <a:spLocks xmlns:a="http://schemas.openxmlformats.org/drawingml/2006/main" noGrp="1"/>
          </p:cNvSpPr>
          <p:nvPr/>
        </p:nvSpPr>
        <p:spPr>
          <a:xfrm xmlns:a="http://schemas.openxmlformats.org/drawingml/2006/main">
            <a:off x="1949128"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59" name="university_to_sues/sues200_uav_200m_to_satellite/full/r_at_1/value">
            <a:extLst xmlns:a="http://schemas.openxmlformats.org/drawingml/2006/main">
              <a:ext uri="{FF2B5EF4-FFF2-40B4-BE49-F238E27FC236}">
                <a16:creationId xmlns:a16="http://schemas.microsoft.com/office/drawing/2014/main" id="{008C0057-EBB8-4B4C-B66E-2E7CDF929F05}"/>
              </a:ext>
            </a:extLst>
          </p:cNvPr>
          <p:cNvSpPr>
            <a:spLocks xmlns:a="http://schemas.openxmlformats.org/drawingml/2006/main" noGrp="1"/>
          </p:cNvSpPr>
          <p:nvPr/>
        </p:nvSpPr>
        <p:spPr>
          <a:xfrm xmlns:a="http://schemas.openxmlformats.org/drawingml/2006/main">
            <a:off x="1892157" y="2941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16.067 ± 0.797</a:t>
            </a:r>
          </a:p>
        </p:txBody>
      </p:sp>
      <p:sp>
        <p:nvSpPr>
          <p:cNvPr id="60" name="university_to_sues/sues200_satellite_to_uav_200m/visual/r_at_1/sd-line">
            <a:extLst xmlns:a="http://schemas.openxmlformats.org/drawingml/2006/main">
              <a:ext uri="{FF2B5EF4-FFF2-40B4-BE49-F238E27FC236}">
                <a16:creationId xmlns:a16="http://schemas.microsoft.com/office/drawing/2014/main" id="{DC7EBB2D-6DE5-40CF-9DA7-E2AA2CC30765}"/>
              </a:ext>
            </a:extLst>
          </p:cNvPr>
          <p:cNvSpPr>
            <a:spLocks xmlns:a="http://schemas.openxmlformats.org/drawingml/2006/main" noGrp="1"/>
          </p:cNvSpPr>
          <p:nvPr/>
        </p:nvSpPr>
        <p:spPr>
          <a:xfrm xmlns:a="http://schemas.openxmlformats.org/drawingml/2006/main" flipV="0">
            <a:off x="2124710" y="3225800"/>
            <a:ext cx="294640"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61" name="university_to_sues/sues200_satellite_to_uav_200m/visual/r_at_1/sd-cap-left">
            <a:extLst xmlns:a="http://schemas.openxmlformats.org/drawingml/2006/main">
              <a:ext uri="{FF2B5EF4-FFF2-40B4-BE49-F238E27FC236}">
                <a16:creationId xmlns:a16="http://schemas.microsoft.com/office/drawing/2014/main" id="{A48D2189-BE41-4B59-A806-BE9E2D630560}"/>
              </a:ext>
            </a:extLst>
          </p:cNvPr>
          <p:cNvSpPr>
            <a:spLocks xmlns:a="http://schemas.openxmlformats.org/drawingml/2006/main" noGrp="1"/>
          </p:cNvSpPr>
          <p:nvPr/>
        </p:nvSpPr>
        <p:spPr>
          <a:xfrm xmlns:a="http://schemas.openxmlformats.org/drawingml/2006/main" flipV="0">
            <a:off x="2124710"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62" name="university_to_sues/sues200_satellite_to_uav_200m/visual/r_at_1/sd-cap-right">
            <a:extLst xmlns:a="http://schemas.openxmlformats.org/drawingml/2006/main">
              <a:ext uri="{FF2B5EF4-FFF2-40B4-BE49-F238E27FC236}">
                <a16:creationId xmlns:a16="http://schemas.microsoft.com/office/drawing/2014/main" id="{51523C75-24AD-466A-AE1F-3E4D01D2F0F3}"/>
              </a:ext>
            </a:extLst>
          </p:cNvPr>
          <p:cNvSpPr>
            <a:spLocks xmlns:a="http://schemas.openxmlformats.org/drawingml/2006/main" noGrp="1"/>
          </p:cNvSpPr>
          <p:nvPr/>
        </p:nvSpPr>
        <p:spPr>
          <a:xfrm xmlns:a="http://schemas.openxmlformats.org/drawingml/2006/main" flipV="0">
            <a:off x="2419350"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63" name="university_to_sues/sues200_satellite_to_uav_200m/visual/r_at_1/mean">
            <a:extLst xmlns:a="http://schemas.openxmlformats.org/drawingml/2006/main">
              <a:ext uri="{FF2B5EF4-FFF2-40B4-BE49-F238E27FC236}">
                <a16:creationId xmlns:a16="http://schemas.microsoft.com/office/drawing/2014/main" id="{32FE2B46-AAA4-408F-8DCA-B0B0F67FEEED}"/>
              </a:ext>
            </a:extLst>
          </p:cNvPr>
          <p:cNvSpPr>
            <a:spLocks xmlns:a="http://schemas.openxmlformats.org/drawingml/2006/main" noGrp="1"/>
          </p:cNvSpPr>
          <p:nvPr/>
        </p:nvSpPr>
        <p:spPr>
          <a:xfrm xmlns:a="http://schemas.openxmlformats.org/drawingml/2006/main">
            <a:off x="2249170" y="32029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64" name="university_to_sues/sues200_satellite_to_uav_200m/visual/r_at_1/value">
            <a:extLst xmlns:a="http://schemas.openxmlformats.org/drawingml/2006/main">
              <a:ext uri="{FF2B5EF4-FFF2-40B4-BE49-F238E27FC236}">
                <a16:creationId xmlns:a16="http://schemas.microsoft.com/office/drawing/2014/main" id="{6CC88B9A-51AC-4019-8C63-1667254F71B2}"/>
              </a:ext>
            </a:extLst>
          </p:cNvPr>
          <p:cNvSpPr>
            <a:spLocks xmlns:a="http://schemas.openxmlformats.org/drawingml/2006/main" noGrp="1"/>
          </p:cNvSpPr>
          <p:nvPr/>
        </p:nvSpPr>
        <p:spPr>
          <a:xfrm xmlns:a="http://schemas.openxmlformats.org/drawingml/2006/main">
            <a:off x="1892157" y="3272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26.250 ± 5.000</a:t>
            </a:r>
          </a:p>
        </p:txBody>
      </p:sp>
      <p:sp>
        <p:nvSpPr>
          <p:cNvPr id="65" name="university_to_sues/sues200_satellite_to_uav_200m/full/r_at_1/sd-line">
            <a:extLst xmlns:a="http://schemas.openxmlformats.org/drawingml/2006/main">
              <a:ext uri="{FF2B5EF4-FFF2-40B4-BE49-F238E27FC236}">
                <a16:creationId xmlns:a16="http://schemas.microsoft.com/office/drawing/2014/main" id="{2F626EBE-C84A-42E4-9B55-B0F3AD0CC19F}"/>
              </a:ext>
            </a:extLst>
          </p:cNvPr>
          <p:cNvSpPr>
            <a:spLocks xmlns:a="http://schemas.openxmlformats.org/drawingml/2006/main" noGrp="1"/>
          </p:cNvSpPr>
          <p:nvPr/>
        </p:nvSpPr>
        <p:spPr>
          <a:xfrm xmlns:a="http://schemas.openxmlformats.org/drawingml/2006/main" flipV="0">
            <a:off x="1910309" y="3479800"/>
            <a:ext cx="85055"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66" name="university_to_sues/sues200_satellite_to_uav_200m/full/r_at_1/sd-cap-left">
            <a:extLst xmlns:a="http://schemas.openxmlformats.org/drawingml/2006/main">
              <a:ext uri="{FF2B5EF4-FFF2-40B4-BE49-F238E27FC236}">
                <a16:creationId xmlns:a16="http://schemas.microsoft.com/office/drawing/2014/main" id="{920793ED-775E-4CB7-97B7-1074CBFA3B53}"/>
              </a:ext>
            </a:extLst>
          </p:cNvPr>
          <p:cNvSpPr>
            <a:spLocks xmlns:a="http://schemas.openxmlformats.org/drawingml/2006/main" noGrp="1"/>
          </p:cNvSpPr>
          <p:nvPr/>
        </p:nvSpPr>
        <p:spPr>
          <a:xfrm xmlns:a="http://schemas.openxmlformats.org/drawingml/2006/main" flipV="0">
            <a:off x="1910309"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67" name="university_to_sues/sues200_satellite_to_uav_200m/full/r_at_1/sd-cap-right">
            <a:extLst xmlns:a="http://schemas.openxmlformats.org/drawingml/2006/main">
              <a:ext uri="{FF2B5EF4-FFF2-40B4-BE49-F238E27FC236}">
                <a16:creationId xmlns:a16="http://schemas.microsoft.com/office/drawing/2014/main" id="{B06A05C1-299C-4ACC-A215-125B0CE35BC0}"/>
              </a:ext>
            </a:extLst>
          </p:cNvPr>
          <p:cNvSpPr>
            <a:spLocks xmlns:a="http://schemas.openxmlformats.org/drawingml/2006/main" noGrp="1"/>
          </p:cNvSpPr>
          <p:nvPr/>
        </p:nvSpPr>
        <p:spPr>
          <a:xfrm xmlns:a="http://schemas.openxmlformats.org/drawingml/2006/main" flipV="0">
            <a:off x="1995364"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68" name="university_to_sues/sues200_satellite_to_uav_200m/full/r_at_1/mean">
            <a:extLst xmlns:a="http://schemas.openxmlformats.org/drawingml/2006/main">
              <a:ext uri="{FF2B5EF4-FFF2-40B4-BE49-F238E27FC236}">
                <a16:creationId xmlns:a16="http://schemas.microsoft.com/office/drawing/2014/main" id="{E561242E-DDAB-4019-8544-0266E5769ADE}"/>
              </a:ext>
            </a:extLst>
          </p:cNvPr>
          <p:cNvSpPr>
            <a:spLocks xmlns:a="http://schemas.openxmlformats.org/drawingml/2006/main" noGrp="1"/>
          </p:cNvSpPr>
          <p:nvPr/>
        </p:nvSpPr>
        <p:spPr>
          <a:xfrm xmlns:a="http://schemas.openxmlformats.org/drawingml/2006/main">
            <a:off x="1929977" y="34569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university_to_sues/sues200_satellite_to_uav_200m/full/r_at_1/value">
            <a:extLst xmlns:a="http://schemas.openxmlformats.org/drawingml/2006/main">
              <a:ext uri="{FF2B5EF4-FFF2-40B4-BE49-F238E27FC236}">
                <a16:creationId xmlns:a16="http://schemas.microsoft.com/office/drawing/2014/main" id="{2AD3962A-F90A-4FA0-8AE7-D64BFDFE8602}"/>
              </a:ext>
            </a:extLst>
          </p:cNvPr>
          <p:cNvSpPr>
            <a:spLocks xmlns:a="http://schemas.openxmlformats.org/drawingml/2006/main" noGrp="1"/>
          </p:cNvSpPr>
          <p:nvPr/>
        </p:nvSpPr>
        <p:spPr>
          <a:xfrm xmlns:a="http://schemas.openxmlformats.org/drawingml/2006/main">
            <a:off x="1892157" y="3526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15.417 ± 1.443</a:t>
            </a:r>
          </a:p>
        </p:txBody>
      </p:sp>
      <p:sp>
        <p:nvSpPr>
          <p:cNvPr id="70" name="university_to_sues/sues200_uav_250m_to_satellite/visual/r_at_1/sd-line">
            <a:extLst xmlns:a="http://schemas.openxmlformats.org/drawingml/2006/main">
              <a:ext uri="{FF2B5EF4-FFF2-40B4-BE49-F238E27FC236}">
                <a16:creationId xmlns:a16="http://schemas.microsoft.com/office/drawing/2014/main" id="{F6978D34-6329-4F18-8F35-C833FBD50278}"/>
              </a:ext>
            </a:extLst>
          </p:cNvPr>
          <p:cNvSpPr>
            <a:spLocks xmlns:a="http://schemas.openxmlformats.org/drawingml/2006/main" noGrp="1"/>
          </p:cNvSpPr>
          <p:nvPr/>
        </p:nvSpPr>
        <p:spPr>
          <a:xfrm xmlns:a="http://schemas.openxmlformats.org/drawingml/2006/main" flipV="0">
            <a:off x="2232455" y="3810000"/>
            <a:ext cx="139550"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71" name="university_to_sues/sues200_uav_250m_to_satellite/visual/r_at_1/sd-cap-left">
            <a:extLst xmlns:a="http://schemas.openxmlformats.org/drawingml/2006/main">
              <a:ext uri="{FF2B5EF4-FFF2-40B4-BE49-F238E27FC236}">
                <a16:creationId xmlns:a16="http://schemas.microsoft.com/office/drawing/2014/main" id="{BC2644D7-B9FD-45F3-8B9D-29057C123DA8}"/>
              </a:ext>
            </a:extLst>
          </p:cNvPr>
          <p:cNvSpPr>
            <a:spLocks xmlns:a="http://schemas.openxmlformats.org/drawingml/2006/main" noGrp="1"/>
          </p:cNvSpPr>
          <p:nvPr/>
        </p:nvSpPr>
        <p:spPr>
          <a:xfrm xmlns:a="http://schemas.openxmlformats.org/drawingml/2006/main" flipV="0">
            <a:off x="2232455"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72" name="university_to_sues/sues200_uav_250m_to_satellite/visual/r_at_1/sd-cap-right">
            <a:extLst xmlns:a="http://schemas.openxmlformats.org/drawingml/2006/main">
              <a:ext uri="{FF2B5EF4-FFF2-40B4-BE49-F238E27FC236}">
                <a16:creationId xmlns:a16="http://schemas.microsoft.com/office/drawing/2014/main" id="{1B45C0F8-46D1-4B32-9BDE-64014BDD145F}"/>
              </a:ext>
            </a:extLst>
          </p:cNvPr>
          <p:cNvSpPr>
            <a:spLocks xmlns:a="http://schemas.openxmlformats.org/drawingml/2006/main" noGrp="1"/>
          </p:cNvSpPr>
          <p:nvPr/>
        </p:nvSpPr>
        <p:spPr>
          <a:xfrm xmlns:a="http://schemas.openxmlformats.org/drawingml/2006/main" flipV="0">
            <a:off x="2372006"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73" name="university_to_sues/sues200_uav_250m_to_satellite/visual/r_at_1/mean">
            <a:extLst xmlns:a="http://schemas.openxmlformats.org/drawingml/2006/main">
              <a:ext uri="{FF2B5EF4-FFF2-40B4-BE49-F238E27FC236}">
                <a16:creationId xmlns:a16="http://schemas.microsoft.com/office/drawing/2014/main" id="{EC62A0B1-0123-4416-88BD-D329910A428E}"/>
              </a:ext>
            </a:extLst>
          </p:cNvPr>
          <p:cNvSpPr>
            <a:spLocks xmlns:a="http://schemas.openxmlformats.org/drawingml/2006/main" noGrp="1"/>
          </p:cNvSpPr>
          <p:nvPr/>
        </p:nvSpPr>
        <p:spPr>
          <a:xfrm xmlns:a="http://schemas.openxmlformats.org/drawingml/2006/main">
            <a:off x="2279371" y="37871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74" name="university_to_sues/sues200_uav_250m_to_satellite/visual/r_at_1/value">
            <a:extLst xmlns:a="http://schemas.openxmlformats.org/drawingml/2006/main">
              <a:ext uri="{FF2B5EF4-FFF2-40B4-BE49-F238E27FC236}">
                <a16:creationId xmlns:a16="http://schemas.microsoft.com/office/drawing/2014/main" id="{48A76087-024E-441C-9E1F-E6F933D5CE24}"/>
              </a:ext>
            </a:extLst>
          </p:cNvPr>
          <p:cNvSpPr>
            <a:spLocks xmlns:a="http://schemas.openxmlformats.org/drawingml/2006/main" noGrp="1"/>
          </p:cNvSpPr>
          <p:nvPr/>
        </p:nvSpPr>
        <p:spPr>
          <a:xfrm xmlns:a="http://schemas.openxmlformats.org/drawingml/2006/main">
            <a:off x="1892157" y="3856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27.275 ± 2.368</a:t>
            </a:r>
          </a:p>
        </p:txBody>
      </p:sp>
      <p:sp>
        <p:nvSpPr>
          <p:cNvPr id="75" name="university_to_sues/sues200_uav_250m_to_satellite/full/r_at_1/sd-line">
            <a:extLst xmlns:a="http://schemas.openxmlformats.org/drawingml/2006/main">
              <a:ext uri="{FF2B5EF4-FFF2-40B4-BE49-F238E27FC236}">
                <a16:creationId xmlns:a16="http://schemas.microsoft.com/office/drawing/2014/main" id="{6F0742E5-6982-4D5F-8688-DF623CC7BF9F}"/>
              </a:ext>
            </a:extLst>
          </p:cNvPr>
          <p:cNvSpPr>
            <a:spLocks xmlns:a="http://schemas.openxmlformats.org/drawingml/2006/main" noGrp="1"/>
          </p:cNvSpPr>
          <p:nvPr/>
        </p:nvSpPr>
        <p:spPr>
          <a:xfrm xmlns:a="http://schemas.openxmlformats.org/drawingml/2006/main" flipV="0">
            <a:off x="2017835" y="4064000"/>
            <a:ext cx="58081"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76" name="university_to_sues/sues200_uav_250m_to_satellite/full/r_at_1/sd-cap-left">
            <a:extLst xmlns:a="http://schemas.openxmlformats.org/drawingml/2006/main">
              <a:ext uri="{FF2B5EF4-FFF2-40B4-BE49-F238E27FC236}">
                <a16:creationId xmlns:a16="http://schemas.microsoft.com/office/drawing/2014/main" id="{B7A084B3-8B2E-4120-845F-69D59E908940}"/>
              </a:ext>
            </a:extLst>
          </p:cNvPr>
          <p:cNvSpPr>
            <a:spLocks xmlns:a="http://schemas.openxmlformats.org/drawingml/2006/main" noGrp="1"/>
          </p:cNvSpPr>
          <p:nvPr/>
        </p:nvSpPr>
        <p:spPr>
          <a:xfrm xmlns:a="http://schemas.openxmlformats.org/drawingml/2006/main" flipV="0">
            <a:off x="2017835"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77" name="university_to_sues/sues200_uav_250m_to_satellite/full/r_at_1/sd-cap-right">
            <a:extLst xmlns:a="http://schemas.openxmlformats.org/drawingml/2006/main">
              <a:ext uri="{FF2B5EF4-FFF2-40B4-BE49-F238E27FC236}">
                <a16:creationId xmlns:a16="http://schemas.microsoft.com/office/drawing/2014/main" id="{2BBA9C91-CF20-422E-B464-5AB88ED168D4}"/>
              </a:ext>
            </a:extLst>
          </p:cNvPr>
          <p:cNvSpPr>
            <a:spLocks xmlns:a="http://schemas.openxmlformats.org/drawingml/2006/main" noGrp="1"/>
          </p:cNvSpPr>
          <p:nvPr/>
        </p:nvSpPr>
        <p:spPr>
          <a:xfrm xmlns:a="http://schemas.openxmlformats.org/drawingml/2006/main" flipV="0">
            <a:off x="2075916"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78" name="university_to_sues/sues200_uav_250m_to_satellite/full/r_at_1/mean">
            <a:extLst xmlns:a="http://schemas.openxmlformats.org/drawingml/2006/main">
              <a:ext uri="{FF2B5EF4-FFF2-40B4-BE49-F238E27FC236}">
                <a16:creationId xmlns:a16="http://schemas.microsoft.com/office/drawing/2014/main" id="{87F9775B-AF31-419E-BE37-D47D469C66E8}"/>
              </a:ext>
            </a:extLst>
          </p:cNvPr>
          <p:cNvSpPr>
            <a:spLocks xmlns:a="http://schemas.openxmlformats.org/drawingml/2006/main" noGrp="1"/>
          </p:cNvSpPr>
          <p:nvPr/>
        </p:nvSpPr>
        <p:spPr>
          <a:xfrm xmlns:a="http://schemas.openxmlformats.org/drawingml/2006/main">
            <a:off x="2024016" y="40411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9" name="university_to_sues/sues200_uav_250m_to_satellite/full/r_at_1/value">
            <a:extLst xmlns:a="http://schemas.openxmlformats.org/drawingml/2006/main">
              <a:ext uri="{FF2B5EF4-FFF2-40B4-BE49-F238E27FC236}">
                <a16:creationId xmlns:a16="http://schemas.microsoft.com/office/drawing/2014/main" id="{5C532F8F-4255-498B-8CA8-37C9182441D8}"/>
              </a:ext>
            </a:extLst>
          </p:cNvPr>
          <p:cNvSpPr>
            <a:spLocks xmlns:a="http://schemas.openxmlformats.org/drawingml/2006/main" noGrp="1"/>
          </p:cNvSpPr>
          <p:nvPr/>
        </p:nvSpPr>
        <p:spPr>
          <a:xfrm xmlns:a="http://schemas.openxmlformats.org/drawingml/2006/main">
            <a:off x="1892157" y="4110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18.608 ± 0.986</a:t>
            </a:r>
          </a:p>
        </p:txBody>
      </p:sp>
      <p:sp>
        <p:nvSpPr>
          <p:cNvPr id="80" name="university_to_sues/sues200_satellite_to_uav_250m/visual/r_at_1/sd-line">
            <a:extLst xmlns:a="http://schemas.openxmlformats.org/drawingml/2006/main">
              <a:ext uri="{FF2B5EF4-FFF2-40B4-BE49-F238E27FC236}">
                <a16:creationId xmlns:a16="http://schemas.microsoft.com/office/drawing/2014/main" id="{A91C7857-9A62-46EE-9D47-263D74DE37DD}"/>
              </a:ext>
            </a:extLst>
          </p:cNvPr>
          <p:cNvSpPr>
            <a:spLocks xmlns:a="http://schemas.openxmlformats.org/drawingml/2006/main" noGrp="1"/>
          </p:cNvSpPr>
          <p:nvPr/>
        </p:nvSpPr>
        <p:spPr>
          <a:xfrm xmlns:a="http://schemas.openxmlformats.org/drawingml/2006/main" flipV="0">
            <a:off x="2272030" y="4394200"/>
            <a:ext cx="220980"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81" name="university_to_sues/sues200_satellite_to_uav_250m/visual/r_at_1/sd-cap-left">
            <a:extLst xmlns:a="http://schemas.openxmlformats.org/drawingml/2006/main">
              <a:ext uri="{FF2B5EF4-FFF2-40B4-BE49-F238E27FC236}">
                <a16:creationId xmlns:a16="http://schemas.microsoft.com/office/drawing/2014/main" id="{7F7896FB-D586-418B-946D-4382C590C532}"/>
              </a:ext>
            </a:extLst>
          </p:cNvPr>
          <p:cNvSpPr>
            <a:spLocks xmlns:a="http://schemas.openxmlformats.org/drawingml/2006/main" noGrp="1"/>
          </p:cNvSpPr>
          <p:nvPr/>
        </p:nvSpPr>
        <p:spPr>
          <a:xfrm xmlns:a="http://schemas.openxmlformats.org/drawingml/2006/main" flipV="0">
            <a:off x="2272030"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82" name="university_to_sues/sues200_satellite_to_uav_250m/visual/r_at_1/sd-cap-right">
            <a:extLst xmlns:a="http://schemas.openxmlformats.org/drawingml/2006/main">
              <a:ext uri="{FF2B5EF4-FFF2-40B4-BE49-F238E27FC236}">
                <a16:creationId xmlns:a16="http://schemas.microsoft.com/office/drawing/2014/main" id="{07D16B3F-1B77-4F84-B183-9CC2E9DD57B4}"/>
              </a:ext>
            </a:extLst>
          </p:cNvPr>
          <p:cNvSpPr>
            <a:spLocks xmlns:a="http://schemas.openxmlformats.org/drawingml/2006/main" noGrp="1"/>
          </p:cNvSpPr>
          <p:nvPr/>
        </p:nvSpPr>
        <p:spPr>
          <a:xfrm xmlns:a="http://schemas.openxmlformats.org/drawingml/2006/main" flipV="0">
            <a:off x="2493010"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83" name="university_to_sues/sues200_satellite_to_uav_250m/visual/r_at_1/mean">
            <a:extLst xmlns:a="http://schemas.openxmlformats.org/drawingml/2006/main">
              <a:ext uri="{FF2B5EF4-FFF2-40B4-BE49-F238E27FC236}">
                <a16:creationId xmlns:a16="http://schemas.microsoft.com/office/drawing/2014/main" id="{E0371643-AA83-4DB7-ADDF-8D136098C41F}"/>
              </a:ext>
            </a:extLst>
          </p:cNvPr>
          <p:cNvSpPr>
            <a:spLocks xmlns:a="http://schemas.openxmlformats.org/drawingml/2006/main" noGrp="1"/>
          </p:cNvSpPr>
          <p:nvPr/>
        </p:nvSpPr>
        <p:spPr>
          <a:xfrm xmlns:a="http://schemas.openxmlformats.org/drawingml/2006/main">
            <a:off x="2359660" y="4371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84" name="university_to_sues/sues200_satellite_to_uav_250m/visual/r_at_1/value">
            <a:extLst xmlns:a="http://schemas.openxmlformats.org/drawingml/2006/main">
              <a:ext uri="{FF2B5EF4-FFF2-40B4-BE49-F238E27FC236}">
                <a16:creationId xmlns:a16="http://schemas.microsoft.com/office/drawing/2014/main" id="{6369C2B8-C9A7-473E-A10E-4A1D85669573}"/>
              </a:ext>
            </a:extLst>
          </p:cNvPr>
          <p:cNvSpPr>
            <a:spLocks xmlns:a="http://schemas.openxmlformats.org/drawingml/2006/main" noGrp="1"/>
          </p:cNvSpPr>
          <p:nvPr/>
        </p:nvSpPr>
        <p:spPr>
          <a:xfrm xmlns:a="http://schemas.openxmlformats.org/drawingml/2006/main">
            <a:off x="1892157" y="4440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30.000 ± 3.750</a:t>
            </a:r>
          </a:p>
        </p:txBody>
      </p:sp>
      <p:sp>
        <p:nvSpPr>
          <p:cNvPr id="85" name="university_to_sues/sues200_satellite_to_uav_250m/full/r_at_1/sd-line">
            <a:extLst xmlns:a="http://schemas.openxmlformats.org/drawingml/2006/main">
              <a:ext uri="{FF2B5EF4-FFF2-40B4-BE49-F238E27FC236}">
                <a16:creationId xmlns:a16="http://schemas.microsoft.com/office/drawing/2014/main" id="{FB537A47-D59F-4BB2-821E-163ED9C51CBE}"/>
              </a:ext>
            </a:extLst>
          </p:cNvPr>
          <p:cNvSpPr>
            <a:spLocks xmlns:a="http://schemas.openxmlformats.org/drawingml/2006/main" noGrp="1"/>
          </p:cNvSpPr>
          <p:nvPr/>
        </p:nvSpPr>
        <p:spPr>
          <a:xfrm xmlns:a="http://schemas.openxmlformats.org/drawingml/2006/main" flipV="0">
            <a:off x="2023489" y="4648200"/>
            <a:ext cx="153336"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86" name="university_to_sues/sues200_satellite_to_uav_250m/full/r_at_1/sd-cap-left">
            <a:extLst xmlns:a="http://schemas.openxmlformats.org/drawingml/2006/main">
              <a:ext uri="{FF2B5EF4-FFF2-40B4-BE49-F238E27FC236}">
                <a16:creationId xmlns:a16="http://schemas.microsoft.com/office/drawing/2014/main" id="{98E0C5AD-A8DA-4ED4-9B12-B0B7192864EE}"/>
              </a:ext>
            </a:extLst>
          </p:cNvPr>
          <p:cNvSpPr>
            <a:spLocks xmlns:a="http://schemas.openxmlformats.org/drawingml/2006/main" noGrp="1"/>
          </p:cNvSpPr>
          <p:nvPr/>
        </p:nvSpPr>
        <p:spPr>
          <a:xfrm xmlns:a="http://schemas.openxmlformats.org/drawingml/2006/main" flipV="0">
            <a:off x="2023489"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87" name="university_to_sues/sues200_satellite_to_uav_250m/full/r_at_1/sd-cap-right">
            <a:extLst xmlns:a="http://schemas.openxmlformats.org/drawingml/2006/main">
              <a:ext uri="{FF2B5EF4-FFF2-40B4-BE49-F238E27FC236}">
                <a16:creationId xmlns:a16="http://schemas.microsoft.com/office/drawing/2014/main" id="{37C4EC89-818E-46F1-95E2-6573EF122752}"/>
              </a:ext>
            </a:extLst>
          </p:cNvPr>
          <p:cNvSpPr>
            <a:spLocks xmlns:a="http://schemas.openxmlformats.org/drawingml/2006/main" noGrp="1"/>
          </p:cNvSpPr>
          <p:nvPr/>
        </p:nvSpPr>
        <p:spPr>
          <a:xfrm xmlns:a="http://schemas.openxmlformats.org/drawingml/2006/main" flipV="0">
            <a:off x="2176824"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88" name="university_to_sues/sues200_satellite_to_uav_250m/full/r_at_1/mean">
            <a:extLst xmlns:a="http://schemas.openxmlformats.org/drawingml/2006/main">
              <a:ext uri="{FF2B5EF4-FFF2-40B4-BE49-F238E27FC236}">
                <a16:creationId xmlns:a16="http://schemas.microsoft.com/office/drawing/2014/main" id="{434BDB8F-DF99-4C3C-A46C-618FB6D512A2}"/>
              </a:ext>
            </a:extLst>
          </p:cNvPr>
          <p:cNvSpPr>
            <a:spLocks xmlns:a="http://schemas.openxmlformats.org/drawingml/2006/main" noGrp="1"/>
          </p:cNvSpPr>
          <p:nvPr/>
        </p:nvSpPr>
        <p:spPr>
          <a:xfrm xmlns:a="http://schemas.openxmlformats.org/drawingml/2006/main">
            <a:off x="2077297" y="4625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89" name="university_to_sues/sues200_satellite_to_uav_250m/full/r_at_1/value">
            <a:extLst xmlns:a="http://schemas.openxmlformats.org/drawingml/2006/main">
              <a:ext uri="{FF2B5EF4-FFF2-40B4-BE49-F238E27FC236}">
                <a16:creationId xmlns:a16="http://schemas.microsoft.com/office/drawing/2014/main" id="{CE4CEEDC-91DB-431B-91E7-4B8B74747EAA}"/>
              </a:ext>
            </a:extLst>
          </p:cNvPr>
          <p:cNvSpPr>
            <a:spLocks xmlns:a="http://schemas.openxmlformats.org/drawingml/2006/main" noGrp="1"/>
          </p:cNvSpPr>
          <p:nvPr/>
        </p:nvSpPr>
        <p:spPr>
          <a:xfrm xmlns:a="http://schemas.openxmlformats.org/drawingml/2006/main">
            <a:off x="1892157" y="4694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20.417 ± 2.602</a:t>
            </a:r>
          </a:p>
        </p:txBody>
      </p:sp>
      <p:sp>
        <p:nvSpPr>
          <p:cNvPr id="90" name="university_to_sues/sues200_uav_300m_to_satellite/visual/r_at_1/sd-line">
            <a:extLst xmlns:a="http://schemas.openxmlformats.org/drawingml/2006/main">
              <a:ext uri="{FF2B5EF4-FFF2-40B4-BE49-F238E27FC236}">
                <a16:creationId xmlns:a16="http://schemas.microsoft.com/office/drawing/2014/main" id="{26E2BE0A-3207-420C-8DF3-A4E7EE9AF640}"/>
              </a:ext>
            </a:extLst>
          </p:cNvPr>
          <p:cNvSpPr>
            <a:spLocks xmlns:a="http://schemas.openxmlformats.org/drawingml/2006/main" noGrp="1"/>
          </p:cNvSpPr>
          <p:nvPr/>
        </p:nvSpPr>
        <p:spPr>
          <a:xfrm xmlns:a="http://schemas.openxmlformats.org/drawingml/2006/main" flipV="0">
            <a:off x="2298798" y="4978400"/>
            <a:ext cx="164498"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91" name="university_to_sues/sues200_uav_300m_to_satellite/visual/r_at_1/sd-cap-left">
            <a:extLst xmlns:a="http://schemas.openxmlformats.org/drawingml/2006/main">
              <a:ext uri="{FF2B5EF4-FFF2-40B4-BE49-F238E27FC236}">
                <a16:creationId xmlns:a16="http://schemas.microsoft.com/office/drawing/2014/main" id="{FBC09C25-A1FD-409E-B1AB-E6F1C4A68298}"/>
              </a:ext>
            </a:extLst>
          </p:cNvPr>
          <p:cNvSpPr>
            <a:spLocks xmlns:a="http://schemas.openxmlformats.org/drawingml/2006/main" noGrp="1"/>
          </p:cNvSpPr>
          <p:nvPr/>
        </p:nvSpPr>
        <p:spPr>
          <a:xfrm xmlns:a="http://schemas.openxmlformats.org/drawingml/2006/main" flipV="0">
            <a:off x="2298798"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92" name="university_to_sues/sues200_uav_300m_to_satellite/visual/r_at_1/sd-cap-right">
            <a:extLst xmlns:a="http://schemas.openxmlformats.org/drawingml/2006/main">
              <a:ext uri="{FF2B5EF4-FFF2-40B4-BE49-F238E27FC236}">
                <a16:creationId xmlns:a16="http://schemas.microsoft.com/office/drawing/2014/main" id="{64B1C41E-1B6D-44A2-B841-9C011CC58E9A}"/>
              </a:ext>
            </a:extLst>
          </p:cNvPr>
          <p:cNvSpPr>
            <a:spLocks xmlns:a="http://schemas.openxmlformats.org/drawingml/2006/main" noGrp="1"/>
          </p:cNvSpPr>
          <p:nvPr/>
        </p:nvSpPr>
        <p:spPr>
          <a:xfrm xmlns:a="http://schemas.openxmlformats.org/drawingml/2006/main" flipV="0">
            <a:off x="2463296"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93" name="university_to_sues/sues200_uav_300m_to_satellite/visual/r_at_1/mean">
            <a:extLst xmlns:a="http://schemas.openxmlformats.org/drawingml/2006/main">
              <a:ext uri="{FF2B5EF4-FFF2-40B4-BE49-F238E27FC236}">
                <a16:creationId xmlns:a16="http://schemas.microsoft.com/office/drawing/2014/main" id="{F347E30C-1574-4B75-AC96-0C42E433FD5F}"/>
              </a:ext>
            </a:extLst>
          </p:cNvPr>
          <p:cNvSpPr>
            <a:spLocks xmlns:a="http://schemas.openxmlformats.org/drawingml/2006/main" noGrp="1"/>
          </p:cNvSpPr>
          <p:nvPr/>
        </p:nvSpPr>
        <p:spPr>
          <a:xfrm xmlns:a="http://schemas.openxmlformats.org/drawingml/2006/main">
            <a:off x="2358187" y="4955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94" name="university_to_sues/sues200_uav_300m_to_satellite/visual/r_at_1/value">
            <a:extLst xmlns:a="http://schemas.openxmlformats.org/drawingml/2006/main">
              <a:ext uri="{FF2B5EF4-FFF2-40B4-BE49-F238E27FC236}">
                <a16:creationId xmlns:a16="http://schemas.microsoft.com/office/drawing/2014/main" id="{BD7AFF4A-121B-44F0-B14A-7EE430CD9621}"/>
              </a:ext>
            </a:extLst>
          </p:cNvPr>
          <p:cNvSpPr>
            <a:spLocks xmlns:a="http://schemas.openxmlformats.org/drawingml/2006/main" noGrp="1"/>
          </p:cNvSpPr>
          <p:nvPr/>
        </p:nvSpPr>
        <p:spPr>
          <a:xfrm xmlns:a="http://schemas.openxmlformats.org/drawingml/2006/main">
            <a:off x="1892157" y="5024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29.950 ± 2.792</a:t>
            </a:r>
          </a:p>
        </p:txBody>
      </p:sp>
      <p:sp>
        <p:nvSpPr>
          <p:cNvPr id="95" name="university_to_sues/sues200_uav_300m_to_satellite/full/r_at_1/sd-line">
            <a:extLst xmlns:a="http://schemas.openxmlformats.org/drawingml/2006/main">
              <a:ext uri="{FF2B5EF4-FFF2-40B4-BE49-F238E27FC236}">
                <a16:creationId xmlns:a16="http://schemas.microsoft.com/office/drawing/2014/main" id="{6D27007B-6E5F-4866-B7D5-24C418113C85}"/>
              </a:ext>
            </a:extLst>
          </p:cNvPr>
          <p:cNvSpPr>
            <a:spLocks xmlns:a="http://schemas.openxmlformats.org/drawingml/2006/main" noGrp="1"/>
          </p:cNvSpPr>
          <p:nvPr/>
        </p:nvSpPr>
        <p:spPr>
          <a:xfrm xmlns:a="http://schemas.openxmlformats.org/drawingml/2006/main" flipV="0">
            <a:off x="2041675" y="5232400"/>
            <a:ext cx="64910"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96" name="university_to_sues/sues200_uav_300m_to_satellite/full/r_at_1/sd-cap-left">
            <a:extLst xmlns:a="http://schemas.openxmlformats.org/drawingml/2006/main">
              <a:ext uri="{FF2B5EF4-FFF2-40B4-BE49-F238E27FC236}">
                <a16:creationId xmlns:a16="http://schemas.microsoft.com/office/drawing/2014/main" id="{D4F0A3CF-F1BC-4CC7-A363-0F39973CF587}"/>
              </a:ext>
            </a:extLst>
          </p:cNvPr>
          <p:cNvSpPr>
            <a:spLocks xmlns:a="http://schemas.openxmlformats.org/drawingml/2006/main" noGrp="1"/>
          </p:cNvSpPr>
          <p:nvPr/>
        </p:nvSpPr>
        <p:spPr>
          <a:xfrm xmlns:a="http://schemas.openxmlformats.org/drawingml/2006/main" flipV="0">
            <a:off x="2041675"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97" name="university_to_sues/sues200_uav_300m_to_satellite/full/r_at_1/sd-cap-right">
            <a:extLst xmlns:a="http://schemas.openxmlformats.org/drawingml/2006/main">
              <a:ext uri="{FF2B5EF4-FFF2-40B4-BE49-F238E27FC236}">
                <a16:creationId xmlns:a16="http://schemas.microsoft.com/office/drawing/2014/main" id="{DDF70E9B-4FF4-430D-B525-172C0DE110A6}"/>
              </a:ext>
            </a:extLst>
          </p:cNvPr>
          <p:cNvSpPr>
            <a:spLocks xmlns:a="http://schemas.openxmlformats.org/drawingml/2006/main" noGrp="1"/>
          </p:cNvSpPr>
          <p:nvPr/>
        </p:nvSpPr>
        <p:spPr>
          <a:xfrm xmlns:a="http://schemas.openxmlformats.org/drawingml/2006/main" flipV="0">
            <a:off x="2106585"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98" name="university_to_sues/sues200_uav_300m_to_satellite/full/r_at_1/mean">
            <a:extLst xmlns:a="http://schemas.openxmlformats.org/drawingml/2006/main">
              <a:ext uri="{FF2B5EF4-FFF2-40B4-BE49-F238E27FC236}">
                <a16:creationId xmlns:a16="http://schemas.microsoft.com/office/drawing/2014/main" id="{D54E02A2-A88D-487E-81B4-D0148D767CF0}"/>
              </a:ext>
            </a:extLst>
          </p:cNvPr>
          <p:cNvSpPr>
            <a:spLocks xmlns:a="http://schemas.openxmlformats.org/drawingml/2006/main" noGrp="1"/>
          </p:cNvSpPr>
          <p:nvPr/>
        </p:nvSpPr>
        <p:spPr>
          <a:xfrm xmlns:a="http://schemas.openxmlformats.org/drawingml/2006/main">
            <a:off x="2051270" y="5209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99" name="university_to_sues/sues200_uav_300m_to_satellite/full/r_at_1/value">
            <a:extLst xmlns:a="http://schemas.openxmlformats.org/drawingml/2006/main">
              <a:ext uri="{FF2B5EF4-FFF2-40B4-BE49-F238E27FC236}">
                <a16:creationId xmlns:a16="http://schemas.microsoft.com/office/drawing/2014/main" id="{829AC957-258F-467F-B926-5086912EC29E}"/>
              </a:ext>
            </a:extLst>
          </p:cNvPr>
          <p:cNvSpPr>
            <a:spLocks xmlns:a="http://schemas.openxmlformats.org/drawingml/2006/main" noGrp="1"/>
          </p:cNvSpPr>
          <p:nvPr/>
        </p:nvSpPr>
        <p:spPr>
          <a:xfrm xmlns:a="http://schemas.openxmlformats.org/drawingml/2006/main">
            <a:off x="1892157" y="5278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19.533 ± 1.102</a:t>
            </a:r>
          </a:p>
        </p:txBody>
      </p:sp>
      <p:sp>
        <p:nvSpPr>
          <p:cNvPr id="100" name="university_to_sues/sues200_satellite_to_uav_300m/visual/r_at_1/sd-line">
            <a:extLst xmlns:a="http://schemas.openxmlformats.org/drawingml/2006/main">
              <a:ext uri="{FF2B5EF4-FFF2-40B4-BE49-F238E27FC236}">
                <a16:creationId xmlns:a16="http://schemas.microsoft.com/office/drawing/2014/main" id="{2D2CF3CB-5CAD-4046-9778-5FF3B2D0F739}"/>
              </a:ext>
            </a:extLst>
          </p:cNvPr>
          <p:cNvSpPr>
            <a:spLocks xmlns:a="http://schemas.openxmlformats.org/drawingml/2006/main" noGrp="1"/>
          </p:cNvSpPr>
          <p:nvPr/>
        </p:nvSpPr>
        <p:spPr>
          <a:xfrm xmlns:a="http://schemas.openxmlformats.org/drawingml/2006/main" flipV="0">
            <a:off x="2351488" y="5562600"/>
            <a:ext cx="33215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university_to_sues/sues200_satellite_to_uav_300m/visual/r_at_1/sd-cap-left">
            <a:extLst xmlns:a="http://schemas.openxmlformats.org/drawingml/2006/main">
              <a:ext uri="{FF2B5EF4-FFF2-40B4-BE49-F238E27FC236}">
                <a16:creationId xmlns:a16="http://schemas.microsoft.com/office/drawing/2014/main" id="{F4C284E0-FF43-463D-A679-D34F750FAF86}"/>
              </a:ext>
            </a:extLst>
          </p:cNvPr>
          <p:cNvSpPr>
            <a:spLocks xmlns:a="http://schemas.openxmlformats.org/drawingml/2006/main" noGrp="1"/>
          </p:cNvSpPr>
          <p:nvPr/>
        </p:nvSpPr>
        <p:spPr>
          <a:xfrm xmlns:a="http://schemas.openxmlformats.org/drawingml/2006/main" flipV="0">
            <a:off x="2351488"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02" name="university_to_sues/sues200_satellite_to_uav_300m/visual/r_at_1/sd-cap-right">
            <a:extLst xmlns:a="http://schemas.openxmlformats.org/drawingml/2006/main">
              <a:ext uri="{FF2B5EF4-FFF2-40B4-BE49-F238E27FC236}">
                <a16:creationId xmlns:a16="http://schemas.microsoft.com/office/drawing/2014/main" id="{36F92202-6C4F-4075-9E12-F028A3C12AA8}"/>
              </a:ext>
            </a:extLst>
          </p:cNvPr>
          <p:cNvSpPr>
            <a:spLocks xmlns:a="http://schemas.openxmlformats.org/drawingml/2006/main" noGrp="1"/>
          </p:cNvSpPr>
          <p:nvPr/>
        </p:nvSpPr>
        <p:spPr>
          <a:xfrm xmlns:a="http://schemas.openxmlformats.org/drawingml/2006/main" flipV="0">
            <a:off x="2683639"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03" name="university_to_sues/sues200_satellite_to_uav_300m/visual/r_at_1/mean">
            <a:extLst xmlns:a="http://schemas.openxmlformats.org/drawingml/2006/main">
              <a:ext uri="{FF2B5EF4-FFF2-40B4-BE49-F238E27FC236}">
                <a16:creationId xmlns:a16="http://schemas.microsoft.com/office/drawing/2014/main" id="{38521974-F5A2-40C2-B73B-4BFEB31E0D2E}"/>
              </a:ext>
            </a:extLst>
          </p:cNvPr>
          <p:cNvSpPr>
            <a:spLocks xmlns:a="http://schemas.openxmlformats.org/drawingml/2006/main" noGrp="1"/>
          </p:cNvSpPr>
          <p:nvPr/>
        </p:nvSpPr>
        <p:spPr>
          <a:xfrm xmlns:a="http://schemas.openxmlformats.org/drawingml/2006/main">
            <a:off x="2494703" y="5539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4" name="university_to_sues/sues200_satellite_to_uav_300m/visual/r_at_1/value">
            <a:extLst xmlns:a="http://schemas.openxmlformats.org/drawingml/2006/main">
              <a:ext uri="{FF2B5EF4-FFF2-40B4-BE49-F238E27FC236}">
                <a16:creationId xmlns:a16="http://schemas.microsoft.com/office/drawing/2014/main" id="{83E52435-4EDA-4060-AAC8-E3649302CC66}"/>
              </a:ext>
            </a:extLst>
          </p:cNvPr>
          <p:cNvSpPr>
            <a:spLocks xmlns:a="http://schemas.openxmlformats.org/drawingml/2006/main" noGrp="1"/>
          </p:cNvSpPr>
          <p:nvPr/>
        </p:nvSpPr>
        <p:spPr>
          <a:xfrm xmlns:a="http://schemas.openxmlformats.org/drawingml/2006/main">
            <a:off x="1892157" y="5608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34.583 ± 5.637</a:t>
            </a:r>
          </a:p>
        </p:txBody>
      </p:sp>
      <p:sp>
        <p:nvSpPr>
          <p:cNvPr id="105" name="university_to_sues/sues200_satellite_to_uav_300m/full/r_at_1/sd-line">
            <a:extLst xmlns:a="http://schemas.openxmlformats.org/drawingml/2006/main">
              <a:ext uri="{FF2B5EF4-FFF2-40B4-BE49-F238E27FC236}">
                <a16:creationId xmlns:a16="http://schemas.microsoft.com/office/drawing/2014/main" id="{40F7D726-D2E9-4B10-955E-49D73AA84F0F}"/>
              </a:ext>
            </a:extLst>
          </p:cNvPr>
          <p:cNvSpPr>
            <a:spLocks xmlns:a="http://schemas.openxmlformats.org/drawingml/2006/main" noGrp="1"/>
          </p:cNvSpPr>
          <p:nvPr/>
        </p:nvSpPr>
        <p:spPr>
          <a:xfrm xmlns:a="http://schemas.openxmlformats.org/drawingml/2006/main" flipV="0">
            <a:off x="2019345" y="5816600"/>
            <a:ext cx="112518"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6" name="university_to_sues/sues200_satellite_to_uav_300m/full/r_at_1/sd-cap-left">
            <a:extLst xmlns:a="http://schemas.openxmlformats.org/drawingml/2006/main">
              <a:ext uri="{FF2B5EF4-FFF2-40B4-BE49-F238E27FC236}">
                <a16:creationId xmlns:a16="http://schemas.microsoft.com/office/drawing/2014/main" id="{B893F431-DBA5-42D0-AD75-57CE6D5761EA}"/>
              </a:ext>
            </a:extLst>
          </p:cNvPr>
          <p:cNvSpPr>
            <a:spLocks xmlns:a="http://schemas.openxmlformats.org/drawingml/2006/main" noGrp="1"/>
          </p:cNvSpPr>
          <p:nvPr/>
        </p:nvSpPr>
        <p:spPr>
          <a:xfrm xmlns:a="http://schemas.openxmlformats.org/drawingml/2006/main" flipV="0">
            <a:off x="2019345"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07" name="university_to_sues/sues200_satellite_to_uav_300m/full/r_at_1/sd-cap-right">
            <a:extLst xmlns:a="http://schemas.openxmlformats.org/drawingml/2006/main">
              <a:ext uri="{FF2B5EF4-FFF2-40B4-BE49-F238E27FC236}">
                <a16:creationId xmlns:a16="http://schemas.microsoft.com/office/drawing/2014/main" id="{7BDDD472-5789-4719-A39F-25944B8805AD}"/>
              </a:ext>
            </a:extLst>
          </p:cNvPr>
          <p:cNvSpPr>
            <a:spLocks xmlns:a="http://schemas.openxmlformats.org/drawingml/2006/main" noGrp="1"/>
          </p:cNvSpPr>
          <p:nvPr/>
        </p:nvSpPr>
        <p:spPr>
          <a:xfrm xmlns:a="http://schemas.openxmlformats.org/drawingml/2006/main" flipV="0">
            <a:off x="2131862"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08" name="university_to_sues/sues200_satellite_to_uav_300m/full/r_at_1/mean">
            <a:extLst xmlns:a="http://schemas.openxmlformats.org/drawingml/2006/main">
              <a:ext uri="{FF2B5EF4-FFF2-40B4-BE49-F238E27FC236}">
                <a16:creationId xmlns:a16="http://schemas.microsoft.com/office/drawing/2014/main" id="{9BF973D3-E798-466E-86E7-C73B30894E78}"/>
              </a:ext>
            </a:extLst>
          </p:cNvPr>
          <p:cNvSpPr>
            <a:spLocks xmlns:a="http://schemas.openxmlformats.org/drawingml/2006/main" noGrp="1"/>
          </p:cNvSpPr>
          <p:nvPr/>
        </p:nvSpPr>
        <p:spPr>
          <a:xfrm xmlns:a="http://schemas.openxmlformats.org/drawingml/2006/main">
            <a:off x="2052743" y="5793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09" name="university_to_sues/sues200_satellite_to_uav_300m/full/r_at_1/value">
            <a:extLst xmlns:a="http://schemas.openxmlformats.org/drawingml/2006/main">
              <a:ext uri="{FF2B5EF4-FFF2-40B4-BE49-F238E27FC236}">
                <a16:creationId xmlns:a16="http://schemas.microsoft.com/office/drawing/2014/main" id="{C1669691-B414-4C8A-8446-F0D4A2B02DFB}"/>
              </a:ext>
            </a:extLst>
          </p:cNvPr>
          <p:cNvSpPr>
            <a:spLocks xmlns:a="http://schemas.openxmlformats.org/drawingml/2006/main" noGrp="1"/>
          </p:cNvSpPr>
          <p:nvPr/>
        </p:nvSpPr>
        <p:spPr>
          <a:xfrm xmlns:a="http://schemas.openxmlformats.org/drawingml/2006/main">
            <a:off x="1892157" y="5862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19.583 ± 1.909</a:t>
            </a:r>
          </a:p>
        </p:txBody>
      </p:sp>
      <p:sp>
        <p:nvSpPr>
          <p:cNvPr id="110" name="university_to_sues/official_trapezoid_mAP/heading">
            <a:extLst xmlns:a="http://schemas.openxmlformats.org/drawingml/2006/main">
              <a:ext uri="{FF2B5EF4-FFF2-40B4-BE49-F238E27FC236}">
                <a16:creationId xmlns:a16="http://schemas.microsoft.com/office/drawing/2014/main" id="{81880CE4-8C58-4DFC-8425-FEB5A7F9CF71}"/>
              </a:ext>
            </a:extLst>
          </p:cNvPr>
          <p:cNvSpPr>
            <a:spLocks xmlns:a="http://schemas.openxmlformats.org/drawingml/2006/main" noGrp="1"/>
          </p:cNvSpPr>
          <p:nvPr/>
        </p:nvSpPr>
        <p:spPr>
          <a:xfrm xmlns:a="http://schemas.openxmlformats.org/drawingml/2006/main">
            <a:off x="3437906" y="898144"/>
            <a:ext cx="89658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Official mAP (%)</a:t>
            </a:r>
          </a:p>
        </p:txBody>
      </p:sp>
      <p:sp>
        <p:nvSpPr>
          <p:cNvPr id="111" name="university_to_sues/official_trapezoid_mAP/semantics">
            <a:extLst xmlns:a="http://schemas.openxmlformats.org/drawingml/2006/main">
              <a:ext uri="{FF2B5EF4-FFF2-40B4-BE49-F238E27FC236}">
                <a16:creationId xmlns:a16="http://schemas.microsoft.com/office/drawing/2014/main" id="{AFAC87CB-44A8-482E-B635-EC8396632939}"/>
              </a:ext>
            </a:extLst>
          </p:cNvPr>
          <p:cNvSpPr>
            <a:spLocks xmlns:a="http://schemas.openxmlformats.org/drawingml/2006/main" noGrp="1"/>
          </p:cNvSpPr>
          <p:nvPr/>
        </p:nvSpPr>
        <p:spPr>
          <a:xfrm xmlns:a="http://schemas.openxmlformats.org/drawingml/2006/main">
            <a:off x="3539157" y="1049528"/>
            <a:ext cx="69408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Trapezoidal AP</a:t>
            </a:r>
          </a:p>
        </p:txBody>
      </p:sp>
      <p:sp>
        <p:nvSpPr>
          <p:cNvPr id="112" name="university_to_sues/official_trapezoid_mAP/grid/0">
            <a:extLst xmlns:a="http://schemas.openxmlformats.org/drawingml/2006/main">
              <a:ext uri="{FF2B5EF4-FFF2-40B4-BE49-F238E27FC236}">
                <a16:creationId xmlns:a16="http://schemas.microsoft.com/office/drawing/2014/main" id="{DAA7B781-0FCA-41C3-B83A-563603907136}"/>
              </a:ext>
            </a:extLst>
          </p:cNvPr>
          <p:cNvSpPr>
            <a:spLocks xmlns:a="http://schemas.openxmlformats.org/drawingml/2006/main" noGrp="1"/>
          </p:cNvSpPr>
          <p:nvPr/>
        </p:nvSpPr>
        <p:spPr>
          <a:xfrm xmlns:a="http://schemas.openxmlformats.org/drawingml/2006/main" flipV="0">
            <a:off x="31496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13" name="university_to_sues/official_trapezoid_mAP/tick/0">
            <a:extLst xmlns:a="http://schemas.openxmlformats.org/drawingml/2006/main">
              <a:ext uri="{FF2B5EF4-FFF2-40B4-BE49-F238E27FC236}">
                <a16:creationId xmlns:a16="http://schemas.microsoft.com/office/drawing/2014/main" id="{2ED01C8C-06B5-42DC-AEAD-0A4309290D93}"/>
              </a:ext>
            </a:extLst>
          </p:cNvPr>
          <p:cNvSpPr>
            <a:spLocks xmlns:a="http://schemas.openxmlformats.org/drawingml/2006/main" noGrp="1"/>
          </p:cNvSpPr>
          <p:nvPr/>
        </p:nvSpPr>
        <p:spPr>
          <a:xfrm xmlns:a="http://schemas.openxmlformats.org/drawingml/2006/main" flipV="0">
            <a:off x="3149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4" name="university_to_sues/official_trapezoid_mAP/tick-label/0">
            <a:extLst xmlns:a="http://schemas.openxmlformats.org/drawingml/2006/main">
              <a:ext uri="{FF2B5EF4-FFF2-40B4-BE49-F238E27FC236}">
                <a16:creationId xmlns:a16="http://schemas.microsoft.com/office/drawing/2014/main" id="{B1453D91-DB8E-46EA-BEDE-AFFD51029DDE}"/>
              </a:ext>
            </a:extLst>
          </p:cNvPr>
          <p:cNvSpPr>
            <a:spLocks xmlns:a="http://schemas.openxmlformats.org/drawingml/2006/main" noGrp="1"/>
          </p:cNvSpPr>
          <p:nvPr/>
        </p:nvSpPr>
        <p:spPr>
          <a:xfrm xmlns:a="http://schemas.openxmlformats.org/drawingml/2006/main">
            <a:off x="3116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5" name="university_to_sues/official_trapezoid_mAP/grid/10">
            <a:extLst xmlns:a="http://schemas.openxmlformats.org/drawingml/2006/main">
              <a:ext uri="{FF2B5EF4-FFF2-40B4-BE49-F238E27FC236}">
                <a16:creationId xmlns:a16="http://schemas.microsoft.com/office/drawing/2014/main" id="{B054BB58-AD30-4507-A0C9-2689AD39B5B6}"/>
              </a:ext>
            </a:extLst>
          </p:cNvPr>
          <p:cNvSpPr>
            <a:spLocks xmlns:a="http://schemas.openxmlformats.org/drawingml/2006/main" noGrp="1"/>
          </p:cNvSpPr>
          <p:nvPr/>
        </p:nvSpPr>
        <p:spPr>
          <a:xfrm xmlns:a="http://schemas.openxmlformats.org/drawingml/2006/main" flipV="0">
            <a:off x="35179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16" name="university_to_sues/official_trapezoid_mAP/tick/10">
            <a:extLst xmlns:a="http://schemas.openxmlformats.org/drawingml/2006/main">
              <a:ext uri="{FF2B5EF4-FFF2-40B4-BE49-F238E27FC236}">
                <a16:creationId xmlns:a16="http://schemas.microsoft.com/office/drawing/2014/main" id="{E36B39B2-91EC-4C49-9176-4F2386D301E6}"/>
              </a:ext>
            </a:extLst>
          </p:cNvPr>
          <p:cNvSpPr>
            <a:spLocks xmlns:a="http://schemas.openxmlformats.org/drawingml/2006/main" noGrp="1"/>
          </p:cNvSpPr>
          <p:nvPr/>
        </p:nvSpPr>
        <p:spPr>
          <a:xfrm xmlns:a="http://schemas.openxmlformats.org/drawingml/2006/main" flipV="0">
            <a:off x="35179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17" name="university_to_sues/official_trapezoid_mAP/tick-label/10">
            <a:extLst xmlns:a="http://schemas.openxmlformats.org/drawingml/2006/main">
              <a:ext uri="{FF2B5EF4-FFF2-40B4-BE49-F238E27FC236}">
                <a16:creationId xmlns:a16="http://schemas.microsoft.com/office/drawing/2014/main" id="{3F620E4A-5403-4B03-BA7C-13EA7173C2A4}"/>
              </a:ext>
            </a:extLst>
          </p:cNvPr>
          <p:cNvSpPr>
            <a:spLocks xmlns:a="http://schemas.openxmlformats.org/drawingml/2006/main" noGrp="1"/>
          </p:cNvSpPr>
          <p:nvPr/>
        </p:nvSpPr>
        <p:spPr>
          <a:xfrm xmlns:a="http://schemas.openxmlformats.org/drawingml/2006/main">
            <a:off x="34567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118" name="university_to_sues/official_trapezoid_mAP/grid/20">
            <a:extLst xmlns:a="http://schemas.openxmlformats.org/drawingml/2006/main">
              <a:ext uri="{FF2B5EF4-FFF2-40B4-BE49-F238E27FC236}">
                <a16:creationId xmlns:a16="http://schemas.microsoft.com/office/drawing/2014/main" id="{6C3219E4-06F7-4E0E-820A-B7E51345A287}"/>
              </a:ext>
            </a:extLst>
          </p:cNvPr>
          <p:cNvSpPr>
            <a:spLocks xmlns:a="http://schemas.openxmlformats.org/drawingml/2006/main" noGrp="1"/>
          </p:cNvSpPr>
          <p:nvPr/>
        </p:nvSpPr>
        <p:spPr>
          <a:xfrm xmlns:a="http://schemas.openxmlformats.org/drawingml/2006/main" flipV="0">
            <a:off x="38862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19" name="university_to_sues/official_trapezoid_mAP/tick/20">
            <a:extLst xmlns:a="http://schemas.openxmlformats.org/drawingml/2006/main">
              <a:ext uri="{FF2B5EF4-FFF2-40B4-BE49-F238E27FC236}">
                <a16:creationId xmlns:a16="http://schemas.microsoft.com/office/drawing/2014/main" id="{0EBEAA03-B78F-4661-9C84-3A7010EE77F5}"/>
              </a:ext>
            </a:extLst>
          </p:cNvPr>
          <p:cNvSpPr>
            <a:spLocks xmlns:a="http://schemas.openxmlformats.org/drawingml/2006/main" noGrp="1"/>
          </p:cNvSpPr>
          <p:nvPr/>
        </p:nvSpPr>
        <p:spPr>
          <a:xfrm xmlns:a="http://schemas.openxmlformats.org/drawingml/2006/main" flipV="0">
            <a:off x="38862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0" name="university_to_sues/official_trapezoid_mAP/tick-label/20">
            <a:extLst xmlns:a="http://schemas.openxmlformats.org/drawingml/2006/main">
              <a:ext uri="{FF2B5EF4-FFF2-40B4-BE49-F238E27FC236}">
                <a16:creationId xmlns:a16="http://schemas.microsoft.com/office/drawing/2014/main" id="{F5F6D765-EAF5-4891-B346-F72F6C7323D3}"/>
              </a:ext>
            </a:extLst>
          </p:cNvPr>
          <p:cNvSpPr>
            <a:spLocks xmlns:a="http://schemas.openxmlformats.org/drawingml/2006/main" noGrp="1"/>
          </p:cNvSpPr>
          <p:nvPr/>
        </p:nvSpPr>
        <p:spPr>
          <a:xfrm xmlns:a="http://schemas.openxmlformats.org/drawingml/2006/main">
            <a:off x="38250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121" name="university_to_sues/official_trapezoid_mAP/grid/30">
            <a:extLst xmlns:a="http://schemas.openxmlformats.org/drawingml/2006/main">
              <a:ext uri="{FF2B5EF4-FFF2-40B4-BE49-F238E27FC236}">
                <a16:creationId xmlns:a16="http://schemas.microsoft.com/office/drawing/2014/main" id="{28960E25-7DDA-4024-92B3-0D6901B5AC8D}"/>
              </a:ext>
            </a:extLst>
          </p:cNvPr>
          <p:cNvSpPr>
            <a:spLocks xmlns:a="http://schemas.openxmlformats.org/drawingml/2006/main" noGrp="1"/>
          </p:cNvSpPr>
          <p:nvPr/>
        </p:nvSpPr>
        <p:spPr>
          <a:xfrm xmlns:a="http://schemas.openxmlformats.org/drawingml/2006/main" flipV="0">
            <a:off x="42545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22" name="university_to_sues/official_trapezoid_mAP/tick/30">
            <a:extLst xmlns:a="http://schemas.openxmlformats.org/drawingml/2006/main">
              <a:ext uri="{FF2B5EF4-FFF2-40B4-BE49-F238E27FC236}">
                <a16:creationId xmlns:a16="http://schemas.microsoft.com/office/drawing/2014/main" id="{7AF2AF31-AEEC-4B4F-ADDA-50400006A693}"/>
              </a:ext>
            </a:extLst>
          </p:cNvPr>
          <p:cNvSpPr>
            <a:spLocks xmlns:a="http://schemas.openxmlformats.org/drawingml/2006/main" noGrp="1"/>
          </p:cNvSpPr>
          <p:nvPr/>
        </p:nvSpPr>
        <p:spPr>
          <a:xfrm xmlns:a="http://schemas.openxmlformats.org/drawingml/2006/main" flipV="0">
            <a:off x="42545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3" name="university_to_sues/official_trapezoid_mAP/tick-label/30">
            <a:extLst xmlns:a="http://schemas.openxmlformats.org/drawingml/2006/main">
              <a:ext uri="{FF2B5EF4-FFF2-40B4-BE49-F238E27FC236}">
                <a16:creationId xmlns:a16="http://schemas.microsoft.com/office/drawing/2014/main" id="{058C5156-9E88-4FF8-91E0-AF2A61B6705A}"/>
              </a:ext>
            </a:extLst>
          </p:cNvPr>
          <p:cNvSpPr>
            <a:spLocks xmlns:a="http://schemas.openxmlformats.org/drawingml/2006/main" noGrp="1"/>
          </p:cNvSpPr>
          <p:nvPr/>
        </p:nvSpPr>
        <p:spPr>
          <a:xfrm xmlns:a="http://schemas.openxmlformats.org/drawingml/2006/main">
            <a:off x="41933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a:t>
            </a:r>
          </a:p>
        </p:txBody>
      </p:sp>
      <p:sp>
        <p:nvSpPr>
          <p:cNvPr id="124" name="university_to_sues/official_trapezoid_mAP/grid/40">
            <a:extLst xmlns:a="http://schemas.openxmlformats.org/drawingml/2006/main">
              <a:ext uri="{FF2B5EF4-FFF2-40B4-BE49-F238E27FC236}">
                <a16:creationId xmlns:a16="http://schemas.microsoft.com/office/drawing/2014/main" id="{4EEF597C-97A4-4C16-B27C-7E6A9D7F653B}"/>
              </a:ext>
            </a:extLst>
          </p:cNvPr>
          <p:cNvSpPr>
            <a:spLocks xmlns:a="http://schemas.openxmlformats.org/drawingml/2006/main" noGrp="1"/>
          </p:cNvSpPr>
          <p:nvPr/>
        </p:nvSpPr>
        <p:spPr>
          <a:xfrm xmlns:a="http://schemas.openxmlformats.org/drawingml/2006/main" flipV="0">
            <a:off x="46228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125" name="university_to_sues/official_trapezoid_mAP/tick/40">
            <a:extLst xmlns:a="http://schemas.openxmlformats.org/drawingml/2006/main">
              <a:ext uri="{FF2B5EF4-FFF2-40B4-BE49-F238E27FC236}">
                <a16:creationId xmlns:a16="http://schemas.microsoft.com/office/drawing/2014/main" id="{17997C3F-EA96-4E21-952D-5ACCF0EFFD36}"/>
              </a:ext>
            </a:extLst>
          </p:cNvPr>
          <p:cNvSpPr>
            <a:spLocks xmlns:a="http://schemas.openxmlformats.org/drawingml/2006/main" noGrp="1"/>
          </p:cNvSpPr>
          <p:nvPr/>
        </p:nvSpPr>
        <p:spPr>
          <a:xfrm xmlns:a="http://schemas.openxmlformats.org/drawingml/2006/main" flipV="0">
            <a:off x="4622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6" name="university_to_sues/official_trapezoid_mAP/tick-label/40">
            <a:extLst xmlns:a="http://schemas.openxmlformats.org/drawingml/2006/main">
              <a:ext uri="{FF2B5EF4-FFF2-40B4-BE49-F238E27FC236}">
                <a16:creationId xmlns:a16="http://schemas.microsoft.com/office/drawing/2014/main" id="{61D006E5-75A5-4DAA-A9B4-87205D073BFE}"/>
              </a:ext>
            </a:extLst>
          </p:cNvPr>
          <p:cNvSpPr>
            <a:spLocks xmlns:a="http://schemas.openxmlformats.org/drawingml/2006/main" noGrp="1"/>
          </p:cNvSpPr>
          <p:nvPr/>
        </p:nvSpPr>
        <p:spPr>
          <a:xfrm xmlns:a="http://schemas.openxmlformats.org/drawingml/2006/main">
            <a:off x="4561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127" name="university_to_sues/official_trapezoid_mAP/axis">
            <a:extLst xmlns:a="http://schemas.openxmlformats.org/drawingml/2006/main">
              <a:ext uri="{FF2B5EF4-FFF2-40B4-BE49-F238E27FC236}">
                <a16:creationId xmlns:a16="http://schemas.microsoft.com/office/drawing/2014/main" id="{20E5A049-97BA-4F07-95E6-B8F470297075}"/>
              </a:ext>
            </a:extLst>
          </p:cNvPr>
          <p:cNvSpPr>
            <a:spLocks xmlns:a="http://schemas.openxmlformats.org/drawingml/2006/main" noGrp="1"/>
          </p:cNvSpPr>
          <p:nvPr/>
        </p:nvSpPr>
        <p:spPr>
          <a:xfrm xmlns:a="http://schemas.openxmlformats.org/drawingml/2006/main" flipV="0">
            <a:off x="3149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8" name="university_to_sues/sues200_uav_150m_to_satellite/visual/official_trapezoid_mAP/sd-line">
            <a:extLst xmlns:a="http://schemas.openxmlformats.org/drawingml/2006/main">
              <a:ext uri="{FF2B5EF4-FFF2-40B4-BE49-F238E27FC236}">
                <a16:creationId xmlns:a16="http://schemas.microsoft.com/office/drawing/2014/main" id="{C2594656-263C-436A-A34A-DFD4A0E5A0C8}"/>
              </a:ext>
            </a:extLst>
          </p:cNvPr>
          <p:cNvSpPr>
            <a:spLocks xmlns:a="http://schemas.openxmlformats.org/drawingml/2006/main" noGrp="1"/>
          </p:cNvSpPr>
          <p:nvPr/>
        </p:nvSpPr>
        <p:spPr>
          <a:xfrm xmlns:a="http://schemas.openxmlformats.org/drawingml/2006/main" flipV="0">
            <a:off x="3965074" y="1473200"/>
            <a:ext cx="176426"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29" name="university_to_sues/sues200_uav_150m_to_satellite/visual/official_trapezoid_mAP/sd-cap-left">
            <a:extLst xmlns:a="http://schemas.openxmlformats.org/drawingml/2006/main">
              <a:ext uri="{FF2B5EF4-FFF2-40B4-BE49-F238E27FC236}">
                <a16:creationId xmlns:a16="http://schemas.microsoft.com/office/drawing/2014/main" id="{7EE71AA0-2F36-43EE-9734-1A696CC5F1E6}"/>
              </a:ext>
            </a:extLst>
          </p:cNvPr>
          <p:cNvSpPr>
            <a:spLocks xmlns:a="http://schemas.openxmlformats.org/drawingml/2006/main" noGrp="1"/>
          </p:cNvSpPr>
          <p:nvPr/>
        </p:nvSpPr>
        <p:spPr>
          <a:xfrm xmlns:a="http://schemas.openxmlformats.org/drawingml/2006/main" flipV="0">
            <a:off x="3965074"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30" name="university_to_sues/sues200_uav_150m_to_satellite/visual/official_trapezoid_mAP/sd-cap-right">
            <a:extLst xmlns:a="http://schemas.openxmlformats.org/drawingml/2006/main">
              <a:ext uri="{FF2B5EF4-FFF2-40B4-BE49-F238E27FC236}">
                <a16:creationId xmlns:a16="http://schemas.microsoft.com/office/drawing/2014/main" id="{F0694A67-0DC5-4A44-9A8D-2A1D760B7628}"/>
              </a:ext>
            </a:extLst>
          </p:cNvPr>
          <p:cNvSpPr>
            <a:spLocks xmlns:a="http://schemas.openxmlformats.org/drawingml/2006/main" noGrp="1"/>
          </p:cNvSpPr>
          <p:nvPr/>
        </p:nvSpPr>
        <p:spPr>
          <a:xfrm xmlns:a="http://schemas.openxmlformats.org/drawingml/2006/main" flipV="0">
            <a:off x="4141500"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31" name="university_to_sues/sues200_uav_150m_to_satellite/visual/official_trapezoid_mAP/mean">
            <a:extLst xmlns:a="http://schemas.openxmlformats.org/drawingml/2006/main">
              <a:ext uri="{FF2B5EF4-FFF2-40B4-BE49-F238E27FC236}">
                <a16:creationId xmlns:a16="http://schemas.microsoft.com/office/drawing/2014/main" id="{0794E124-F05D-48AF-8414-C067A97B6630}"/>
              </a:ext>
            </a:extLst>
          </p:cNvPr>
          <p:cNvSpPr>
            <a:spLocks xmlns:a="http://schemas.openxmlformats.org/drawingml/2006/main" noGrp="1"/>
          </p:cNvSpPr>
          <p:nvPr/>
        </p:nvSpPr>
        <p:spPr>
          <a:xfrm xmlns:a="http://schemas.openxmlformats.org/drawingml/2006/main">
            <a:off x="4030427"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32" name="university_to_sues/sues200_uav_150m_to_satellite/visual/official_trapezoid_mAP/value">
            <a:extLst xmlns:a="http://schemas.openxmlformats.org/drawingml/2006/main">
              <a:ext uri="{FF2B5EF4-FFF2-40B4-BE49-F238E27FC236}">
                <a16:creationId xmlns:a16="http://schemas.microsoft.com/office/drawing/2014/main" id="{7772E028-3943-4D20-9ACF-1692EC251327}"/>
              </a:ext>
            </a:extLst>
          </p:cNvPr>
          <p:cNvSpPr>
            <a:spLocks xmlns:a="http://schemas.openxmlformats.org/drawingml/2006/main" noGrp="1"/>
          </p:cNvSpPr>
          <p:nvPr/>
        </p:nvSpPr>
        <p:spPr>
          <a:xfrm xmlns:a="http://schemas.openxmlformats.org/drawingml/2006/main">
            <a:off x="3543157" y="1519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24.537 ± 2.395</a:t>
            </a:r>
          </a:p>
        </p:txBody>
      </p:sp>
      <p:sp>
        <p:nvSpPr>
          <p:cNvPr id="133" name="university_to_sues/sues200_uav_150m_to_satellite/full/official_trapezoid_mAP/sd-line">
            <a:extLst xmlns:a="http://schemas.openxmlformats.org/drawingml/2006/main">
              <a:ext uri="{FF2B5EF4-FFF2-40B4-BE49-F238E27FC236}">
                <a16:creationId xmlns:a16="http://schemas.microsoft.com/office/drawing/2014/main" id="{D31A2C65-0F8A-4AE4-AD7D-439614ED9FA8}"/>
              </a:ext>
            </a:extLst>
          </p:cNvPr>
          <p:cNvSpPr>
            <a:spLocks xmlns:a="http://schemas.openxmlformats.org/drawingml/2006/main" noGrp="1"/>
          </p:cNvSpPr>
          <p:nvPr/>
        </p:nvSpPr>
        <p:spPr>
          <a:xfrm xmlns:a="http://schemas.openxmlformats.org/drawingml/2006/main" flipV="0">
            <a:off x="3849113" y="1727200"/>
            <a:ext cx="49067"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34" name="university_to_sues/sues200_uav_150m_to_satellite/full/official_trapezoid_mAP/sd-cap-left">
            <a:extLst xmlns:a="http://schemas.openxmlformats.org/drawingml/2006/main">
              <a:ext uri="{FF2B5EF4-FFF2-40B4-BE49-F238E27FC236}">
                <a16:creationId xmlns:a16="http://schemas.microsoft.com/office/drawing/2014/main" id="{EC7DB7AD-877D-4DC7-8F73-B6FE3A1DA157}"/>
              </a:ext>
            </a:extLst>
          </p:cNvPr>
          <p:cNvSpPr>
            <a:spLocks xmlns:a="http://schemas.openxmlformats.org/drawingml/2006/main" noGrp="1"/>
          </p:cNvSpPr>
          <p:nvPr/>
        </p:nvSpPr>
        <p:spPr>
          <a:xfrm xmlns:a="http://schemas.openxmlformats.org/drawingml/2006/main" flipV="0">
            <a:off x="3849113"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35" name="university_to_sues/sues200_uav_150m_to_satellite/full/official_trapezoid_mAP/sd-cap-right">
            <a:extLst xmlns:a="http://schemas.openxmlformats.org/drawingml/2006/main">
              <a:ext uri="{FF2B5EF4-FFF2-40B4-BE49-F238E27FC236}">
                <a16:creationId xmlns:a16="http://schemas.microsoft.com/office/drawing/2014/main" id="{9AA792F0-EEBE-4E78-B8B8-54AA69CB81FD}"/>
              </a:ext>
            </a:extLst>
          </p:cNvPr>
          <p:cNvSpPr>
            <a:spLocks xmlns:a="http://schemas.openxmlformats.org/drawingml/2006/main" noGrp="1"/>
          </p:cNvSpPr>
          <p:nvPr/>
        </p:nvSpPr>
        <p:spPr>
          <a:xfrm xmlns:a="http://schemas.openxmlformats.org/drawingml/2006/main" flipV="0">
            <a:off x="3898180"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36" name="university_to_sues/sues200_uav_150m_to_satellite/full/official_trapezoid_mAP/mean">
            <a:extLst xmlns:a="http://schemas.openxmlformats.org/drawingml/2006/main">
              <a:ext uri="{FF2B5EF4-FFF2-40B4-BE49-F238E27FC236}">
                <a16:creationId xmlns:a16="http://schemas.microsoft.com/office/drawing/2014/main" id="{CB47F7F9-9002-422A-B538-4B2FD4F2DE0A}"/>
              </a:ext>
            </a:extLst>
          </p:cNvPr>
          <p:cNvSpPr>
            <a:spLocks xmlns:a="http://schemas.openxmlformats.org/drawingml/2006/main" noGrp="1"/>
          </p:cNvSpPr>
          <p:nvPr/>
        </p:nvSpPr>
        <p:spPr>
          <a:xfrm xmlns:a="http://schemas.openxmlformats.org/drawingml/2006/main">
            <a:off x="3850787"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7" name="university_to_sues/sues200_uav_150m_to_satellite/full/official_trapezoid_mAP/value">
            <a:extLst xmlns:a="http://schemas.openxmlformats.org/drawingml/2006/main">
              <a:ext uri="{FF2B5EF4-FFF2-40B4-BE49-F238E27FC236}">
                <a16:creationId xmlns:a16="http://schemas.microsoft.com/office/drawing/2014/main" id="{A0FB95B7-CB46-4707-BA61-5FDB3EFC7F3D}"/>
              </a:ext>
            </a:extLst>
          </p:cNvPr>
          <p:cNvSpPr>
            <a:spLocks xmlns:a="http://schemas.openxmlformats.org/drawingml/2006/main" noGrp="1"/>
          </p:cNvSpPr>
          <p:nvPr/>
        </p:nvSpPr>
        <p:spPr>
          <a:xfrm xmlns:a="http://schemas.openxmlformats.org/drawingml/2006/main">
            <a:off x="3543157" y="1773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19.659 ± 0.666</a:t>
            </a:r>
          </a:p>
        </p:txBody>
      </p:sp>
      <p:sp>
        <p:nvSpPr>
          <p:cNvPr id="138" name="university_to_sues/sues200_satellite_to_uav_150m/visual/official_trapezoid_mAP/sd-line">
            <a:extLst xmlns:a="http://schemas.openxmlformats.org/drawingml/2006/main">
              <a:ext uri="{FF2B5EF4-FFF2-40B4-BE49-F238E27FC236}">
                <a16:creationId xmlns:a16="http://schemas.microsoft.com/office/drawing/2014/main" id="{9F2E6078-012C-4C82-9198-DBDD64ACC295}"/>
              </a:ext>
            </a:extLst>
          </p:cNvPr>
          <p:cNvSpPr>
            <a:spLocks xmlns:a="http://schemas.openxmlformats.org/drawingml/2006/main" noGrp="1"/>
          </p:cNvSpPr>
          <p:nvPr/>
        </p:nvSpPr>
        <p:spPr>
          <a:xfrm xmlns:a="http://schemas.openxmlformats.org/drawingml/2006/main" flipV="0">
            <a:off x="3559584" y="2057400"/>
            <a:ext cx="123057"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39" name="university_to_sues/sues200_satellite_to_uav_150m/visual/official_trapezoid_mAP/sd-cap-left">
            <a:extLst xmlns:a="http://schemas.openxmlformats.org/drawingml/2006/main">
              <a:ext uri="{FF2B5EF4-FFF2-40B4-BE49-F238E27FC236}">
                <a16:creationId xmlns:a16="http://schemas.microsoft.com/office/drawing/2014/main" id="{37200D35-001A-45DC-BF30-D8BBDC46BAE2}"/>
              </a:ext>
            </a:extLst>
          </p:cNvPr>
          <p:cNvSpPr>
            <a:spLocks xmlns:a="http://schemas.openxmlformats.org/drawingml/2006/main" noGrp="1"/>
          </p:cNvSpPr>
          <p:nvPr/>
        </p:nvSpPr>
        <p:spPr>
          <a:xfrm xmlns:a="http://schemas.openxmlformats.org/drawingml/2006/main" flipV="0">
            <a:off x="3559584"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40" name="university_to_sues/sues200_satellite_to_uav_150m/visual/official_trapezoid_mAP/sd-cap-right">
            <a:extLst xmlns:a="http://schemas.openxmlformats.org/drawingml/2006/main">
              <a:ext uri="{FF2B5EF4-FFF2-40B4-BE49-F238E27FC236}">
                <a16:creationId xmlns:a16="http://schemas.microsoft.com/office/drawing/2014/main" id="{8ADE389B-038C-4C98-9538-84197299D617}"/>
              </a:ext>
            </a:extLst>
          </p:cNvPr>
          <p:cNvSpPr>
            <a:spLocks xmlns:a="http://schemas.openxmlformats.org/drawingml/2006/main" noGrp="1"/>
          </p:cNvSpPr>
          <p:nvPr/>
        </p:nvSpPr>
        <p:spPr>
          <a:xfrm xmlns:a="http://schemas.openxmlformats.org/drawingml/2006/main" flipV="0">
            <a:off x="3682641"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41" name="university_to_sues/sues200_satellite_to_uav_150m/visual/official_trapezoid_mAP/mean">
            <a:extLst xmlns:a="http://schemas.openxmlformats.org/drawingml/2006/main">
              <a:ext uri="{FF2B5EF4-FFF2-40B4-BE49-F238E27FC236}">
                <a16:creationId xmlns:a16="http://schemas.microsoft.com/office/drawing/2014/main" id="{395CADF4-8D09-499E-9DED-4BFE4E160C83}"/>
              </a:ext>
            </a:extLst>
          </p:cNvPr>
          <p:cNvSpPr>
            <a:spLocks xmlns:a="http://schemas.openxmlformats.org/drawingml/2006/main" noGrp="1"/>
          </p:cNvSpPr>
          <p:nvPr/>
        </p:nvSpPr>
        <p:spPr>
          <a:xfrm xmlns:a="http://schemas.openxmlformats.org/drawingml/2006/main">
            <a:off x="3598253"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42" name="university_to_sues/sues200_satellite_to_uav_150m/visual/official_trapezoid_mAP/value">
            <a:extLst xmlns:a="http://schemas.openxmlformats.org/drawingml/2006/main">
              <a:ext uri="{FF2B5EF4-FFF2-40B4-BE49-F238E27FC236}">
                <a16:creationId xmlns:a16="http://schemas.microsoft.com/office/drawing/2014/main" id="{329F8002-A100-474F-A4F2-07E16DC9D0DE}"/>
              </a:ext>
            </a:extLst>
          </p:cNvPr>
          <p:cNvSpPr>
            <a:spLocks xmlns:a="http://schemas.openxmlformats.org/drawingml/2006/main" noGrp="1"/>
          </p:cNvSpPr>
          <p:nvPr/>
        </p:nvSpPr>
        <p:spPr>
          <a:xfrm xmlns:a="http://schemas.openxmlformats.org/drawingml/2006/main">
            <a:off x="3543157" y="2103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12.802 ± 1.671</a:t>
            </a:r>
          </a:p>
        </p:txBody>
      </p:sp>
      <p:sp>
        <p:nvSpPr>
          <p:cNvPr id="143" name="university_to_sues/sues200_satellite_to_uav_150m/full/official_trapezoid_mAP/sd-line">
            <a:extLst xmlns:a="http://schemas.openxmlformats.org/drawingml/2006/main">
              <a:ext uri="{FF2B5EF4-FFF2-40B4-BE49-F238E27FC236}">
                <a16:creationId xmlns:a16="http://schemas.microsoft.com/office/drawing/2014/main" id="{8100FE17-44B3-42A2-82B3-04008AE438EE}"/>
              </a:ext>
            </a:extLst>
          </p:cNvPr>
          <p:cNvSpPr>
            <a:spLocks xmlns:a="http://schemas.openxmlformats.org/drawingml/2006/main" noGrp="1"/>
          </p:cNvSpPr>
          <p:nvPr/>
        </p:nvSpPr>
        <p:spPr>
          <a:xfrm xmlns:a="http://schemas.openxmlformats.org/drawingml/2006/main" flipV="0">
            <a:off x="3457013" y="2311400"/>
            <a:ext cx="54380"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44" name="university_to_sues/sues200_satellite_to_uav_150m/full/official_trapezoid_mAP/sd-cap-left">
            <a:extLst xmlns:a="http://schemas.openxmlformats.org/drawingml/2006/main">
              <a:ext uri="{FF2B5EF4-FFF2-40B4-BE49-F238E27FC236}">
                <a16:creationId xmlns:a16="http://schemas.microsoft.com/office/drawing/2014/main" id="{798A27F5-81F7-4EFA-B6FF-9F25BCE28E4F}"/>
              </a:ext>
            </a:extLst>
          </p:cNvPr>
          <p:cNvSpPr>
            <a:spLocks xmlns:a="http://schemas.openxmlformats.org/drawingml/2006/main" noGrp="1"/>
          </p:cNvSpPr>
          <p:nvPr/>
        </p:nvSpPr>
        <p:spPr>
          <a:xfrm xmlns:a="http://schemas.openxmlformats.org/drawingml/2006/main" flipV="0">
            <a:off x="3457013"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45" name="university_to_sues/sues200_satellite_to_uav_150m/full/official_trapezoid_mAP/sd-cap-right">
            <a:extLst xmlns:a="http://schemas.openxmlformats.org/drawingml/2006/main">
              <a:ext uri="{FF2B5EF4-FFF2-40B4-BE49-F238E27FC236}">
                <a16:creationId xmlns:a16="http://schemas.microsoft.com/office/drawing/2014/main" id="{22C121B5-6974-4EA1-8F81-8167B8609764}"/>
              </a:ext>
            </a:extLst>
          </p:cNvPr>
          <p:cNvSpPr>
            <a:spLocks xmlns:a="http://schemas.openxmlformats.org/drawingml/2006/main" noGrp="1"/>
          </p:cNvSpPr>
          <p:nvPr/>
        </p:nvSpPr>
        <p:spPr>
          <a:xfrm xmlns:a="http://schemas.openxmlformats.org/drawingml/2006/main" flipV="0">
            <a:off x="3511393"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46" name="university_to_sues/sues200_satellite_to_uav_150m/full/official_trapezoid_mAP/mean">
            <a:extLst xmlns:a="http://schemas.openxmlformats.org/drawingml/2006/main">
              <a:ext uri="{FF2B5EF4-FFF2-40B4-BE49-F238E27FC236}">
                <a16:creationId xmlns:a16="http://schemas.microsoft.com/office/drawing/2014/main" id="{A39DDA56-E9BF-4A2B-8BDA-242C66DCB4B0}"/>
              </a:ext>
            </a:extLst>
          </p:cNvPr>
          <p:cNvSpPr>
            <a:spLocks xmlns:a="http://schemas.openxmlformats.org/drawingml/2006/main" noGrp="1"/>
          </p:cNvSpPr>
          <p:nvPr/>
        </p:nvSpPr>
        <p:spPr>
          <a:xfrm xmlns:a="http://schemas.openxmlformats.org/drawingml/2006/main">
            <a:off x="3461343"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47" name="university_to_sues/sues200_satellite_to_uav_150m/full/official_trapezoid_mAP/value">
            <a:extLst xmlns:a="http://schemas.openxmlformats.org/drawingml/2006/main">
              <a:ext uri="{FF2B5EF4-FFF2-40B4-BE49-F238E27FC236}">
                <a16:creationId xmlns:a16="http://schemas.microsoft.com/office/drawing/2014/main" id="{46AE0A92-CD84-43DD-9A9D-19E11E5533C1}"/>
              </a:ext>
            </a:extLst>
          </p:cNvPr>
          <p:cNvSpPr>
            <a:spLocks xmlns:a="http://schemas.openxmlformats.org/drawingml/2006/main" noGrp="1"/>
          </p:cNvSpPr>
          <p:nvPr/>
        </p:nvSpPr>
        <p:spPr>
          <a:xfrm xmlns:a="http://schemas.openxmlformats.org/drawingml/2006/main">
            <a:off x="3571399" y="2357628"/>
            <a:ext cx="62960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9.085 ± 0.738</a:t>
            </a:r>
          </a:p>
        </p:txBody>
      </p:sp>
      <p:sp>
        <p:nvSpPr>
          <p:cNvPr id="148" name="university_to_sues/sues200_uav_200m_to_satellite/visual/official_trapezoid_mAP/sd-line">
            <a:extLst xmlns:a="http://schemas.openxmlformats.org/drawingml/2006/main">
              <a:ext uri="{FF2B5EF4-FFF2-40B4-BE49-F238E27FC236}">
                <a16:creationId xmlns:a16="http://schemas.microsoft.com/office/drawing/2014/main" id="{38A56556-A27A-4726-8A41-D75199715992}"/>
              </a:ext>
            </a:extLst>
          </p:cNvPr>
          <p:cNvSpPr>
            <a:spLocks xmlns:a="http://schemas.openxmlformats.org/drawingml/2006/main" noGrp="1"/>
          </p:cNvSpPr>
          <p:nvPr/>
        </p:nvSpPr>
        <p:spPr>
          <a:xfrm xmlns:a="http://schemas.openxmlformats.org/drawingml/2006/main" flipV="0">
            <a:off x="4135249" y="2641600"/>
            <a:ext cx="20509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49" name="university_to_sues/sues200_uav_200m_to_satellite/visual/official_trapezoid_mAP/sd-cap-left">
            <a:extLst xmlns:a="http://schemas.openxmlformats.org/drawingml/2006/main">
              <a:ext uri="{FF2B5EF4-FFF2-40B4-BE49-F238E27FC236}">
                <a16:creationId xmlns:a16="http://schemas.microsoft.com/office/drawing/2014/main" id="{37102C62-38A8-42EE-A4DB-C33036DEFAD5}"/>
              </a:ext>
            </a:extLst>
          </p:cNvPr>
          <p:cNvSpPr>
            <a:spLocks xmlns:a="http://schemas.openxmlformats.org/drawingml/2006/main" noGrp="1"/>
          </p:cNvSpPr>
          <p:nvPr/>
        </p:nvSpPr>
        <p:spPr>
          <a:xfrm xmlns:a="http://schemas.openxmlformats.org/drawingml/2006/main" flipV="0">
            <a:off x="4135249"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50" name="university_to_sues/sues200_uav_200m_to_satellite/visual/official_trapezoid_mAP/sd-cap-right">
            <a:extLst xmlns:a="http://schemas.openxmlformats.org/drawingml/2006/main">
              <a:ext uri="{FF2B5EF4-FFF2-40B4-BE49-F238E27FC236}">
                <a16:creationId xmlns:a16="http://schemas.microsoft.com/office/drawing/2014/main" id="{C20B4803-4B81-4D91-9046-38278FBB330E}"/>
              </a:ext>
            </a:extLst>
          </p:cNvPr>
          <p:cNvSpPr>
            <a:spLocks xmlns:a="http://schemas.openxmlformats.org/drawingml/2006/main" noGrp="1"/>
          </p:cNvSpPr>
          <p:nvPr/>
        </p:nvSpPr>
        <p:spPr>
          <a:xfrm xmlns:a="http://schemas.openxmlformats.org/drawingml/2006/main" flipV="0">
            <a:off x="4340339"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51" name="university_to_sues/sues200_uav_200m_to_satellite/visual/official_trapezoid_mAP/mean">
            <a:extLst xmlns:a="http://schemas.openxmlformats.org/drawingml/2006/main">
              <a:ext uri="{FF2B5EF4-FFF2-40B4-BE49-F238E27FC236}">
                <a16:creationId xmlns:a16="http://schemas.microsoft.com/office/drawing/2014/main" id="{1500AAC7-FC90-4BBF-98BF-C75C602AC421}"/>
              </a:ext>
            </a:extLst>
          </p:cNvPr>
          <p:cNvSpPr>
            <a:spLocks xmlns:a="http://schemas.openxmlformats.org/drawingml/2006/main" noGrp="1"/>
          </p:cNvSpPr>
          <p:nvPr/>
        </p:nvSpPr>
        <p:spPr>
          <a:xfrm xmlns:a="http://schemas.openxmlformats.org/drawingml/2006/main">
            <a:off x="4214934"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52" name="university_to_sues/sues200_uav_200m_to_satellite/visual/official_trapezoid_mAP/value">
            <a:extLst xmlns:a="http://schemas.openxmlformats.org/drawingml/2006/main">
              <a:ext uri="{FF2B5EF4-FFF2-40B4-BE49-F238E27FC236}">
                <a16:creationId xmlns:a16="http://schemas.microsoft.com/office/drawing/2014/main" id="{9FD3EE8F-C458-4D2C-846A-E56516B1F904}"/>
              </a:ext>
            </a:extLst>
          </p:cNvPr>
          <p:cNvSpPr>
            <a:spLocks xmlns:a="http://schemas.openxmlformats.org/drawingml/2006/main" noGrp="1"/>
          </p:cNvSpPr>
          <p:nvPr/>
        </p:nvSpPr>
        <p:spPr>
          <a:xfrm xmlns:a="http://schemas.openxmlformats.org/drawingml/2006/main">
            <a:off x="3543157" y="2687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29.546 ± 2.784</a:t>
            </a:r>
          </a:p>
        </p:txBody>
      </p:sp>
      <p:sp>
        <p:nvSpPr>
          <p:cNvPr id="153" name="university_to_sues/sues200_uav_200m_to_satellite/full/official_trapezoid_mAP/sd-line">
            <a:extLst xmlns:a="http://schemas.openxmlformats.org/drawingml/2006/main">
              <a:ext uri="{FF2B5EF4-FFF2-40B4-BE49-F238E27FC236}">
                <a16:creationId xmlns:a16="http://schemas.microsoft.com/office/drawing/2014/main" id="{3F4A231C-1898-4B31-99F0-016380D3DE46}"/>
              </a:ext>
            </a:extLst>
          </p:cNvPr>
          <p:cNvSpPr>
            <a:spLocks xmlns:a="http://schemas.openxmlformats.org/drawingml/2006/main" noGrp="1"/>
          </p:cNvSpPr>
          <p:nvPr/>
        </p:nvSpPr>
        <p:spPr>
          <a:xfrm xmlns:a="http://schemas.openxmlformats.org/drawingml/2006/main" flipV="0">
            <a:off x="3919982" y="2895600"/>
            <a:ext cx="52113"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54" name="university_to_sues/sues200_uav_200m_to_satellite/full/official_trapezoid_mAP/sd-cap-left">
            <a:extLst xmlns:a="http://schemas.openxmlformats.org/drawingml/2006/main">
              <a:ext uri="{FF2B5EF4-FFF2-40B4-BE49-F238E27FC236}">
                <a16:creationId xmlns:a16="http://schemas.microsoft.com/office/drawing/2014/main" id="{F75F36E7-FB51-4541-8D21-75E172D87A68}"/>
              </a:ext>
            </a:extLst>
          </p:cNvPr>
          <p:cNvSpPr>
            <a:spLocks xmlns:a="http://schemas.openxmlformats.org/drawingml/2006/main" noGrp="1"/>
          </p:cNvSpPr>
          <p:nvPr/>
        </p:nvSpPr>
        <p:spPr>
          <a:xfrm xmlns:a="http://schemas.openxmlformats.org/drawingml/2006/main" flipV="0">
            <a:off x="3919982"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55" name="university_to_sues/sues200_uav_200m_to_satellite/full/official_trapezoid_mAP/sd-cap-right">
            <a:extLst xmlns:a="http://schemas.openxmlformats.org/drawingml/2006/main">
              <a:ext uri="{FF2B5EF4-FFF2-40B4-BE49-F238E27FC236}">
                <a16:creationId xmlns:a16="http://schemas.microsoft.com/office/drawing/2014/main" id="{286194A4-2ED9-42C1-80E5-DF6F846AFF5B}"/>
              </a:ext>
            </a:extLst>
          </p:cNvPr>
          <p:cNvSpPr>
            <a:spLocks xmlns:a="http://schemas.openxmlformats.org/drawingml/2006/main" noGrp="1"/>
          </p:cNvSpPr>
          <p:nvPr/>
        </p:nvSpPr>
        <p:spPr>
          <a:xfrm xmlns:a="http://schemas.openxmlformats.org/drawingml/2006/main" flipV="0">
            <a:off x="3972095"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56" name="university_to_sues/sues200_uav_200m_to_satellite/full/official_trapezoid_mAP/mean">
            <a:extLst xmlns:a="http://schemas.openxmlformats.org/drawingml/2006/main">
              <a:ext uri="{FF2B5EF4-FFF2-40B4-BE49-F238E27FC236}">
                <a16:creationId xmlns:a16="http://schemas.microsoft.com/office/drawing/2014/main" id="{B7313540-EDBB-4E2A-92C5-B4FE3BE0CDA7}"/>
              </a:ext>
            </a:extLst>
          </p:cNvPr>
          <p:cNvSpPr>
            <a:spLocks xmlns:a="http://schemas.openxmlformats.org/drawingml/2006/main" noGrp="1"/>
          </p:cNvSpPr>
          <p:nvPr/>
        </p:nvSpPr>
        <p:spPr>
          <a:xfrm xmlns:a="http://schemas.openxmlformats.org/drawingml/2006/main">
            <a:off x="3923179"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57" name="university_to_sues/sues200_uav_200m_to_satellite/full/official_trapezoid_mAP/value">
            <a:extLst xmlns:a="http://schemas.openxmlformats.org/drawingml/2006/main">
              <a:ext uri="{FF2B5EF4-FFF2-40B4-BE49-F238E27FC236}">
                <a16:creationId xmlns:a16="http://schemas.microsoft.com/office/drawing/2014/main" id="{8947A27F-5BEF-4A64-826F-957BB96D1C8E}"/>
              </a:ext>
            </a:extLst>
          </p:cNvPr>
          <p:cNvSpPr>
            <a:spLocks xmlns:a="http://schemas.openxmlformats.org/drawingml/2006/main" noGrp="1"/>
          </p:cNvSpPr>
          <p:nvPr/>
        </p:nvSpPr>
        <p:spPr>
          <a:xfrm xmlns:a="http://schemas.openxmlformats.org/drawingml/2006/main">
            <a:off x="3543157" y="2941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21.625 ± 0.707</a:t>
            </a:r>
          </a:p>
        </p:txBody>
      </p:sp>
      <p:sp>
        <p:nvSpPr>
          <p:cNvPr id="158" name="university_to_sues/sues200_satellite_to_uav_200m/visual/official_trapezoid_mAP/sd-line">
            <a:extLst xmlns:a="http://schemas.openxmlformats.org/drawingml/2006/main">
              <a:ext uri="{FF2B5EF4-FFF2-40B4-BE49-F238E27FC236}">
                <a16:creationId xmlns:a16="http://schemas.microsoft.com/office/drawing/2014/main" id="{FD150D39-C6E7-4491-B644-F8D22621E537}"/>
              </a:ext>
            </a:extLst>
          </p:cNvPr>
          <p:cNvSpPr>
            <a:spLocks xmlns:a="http://schemas.openxmlformats.org/drawingml/2006/main" noGrp="1"/>
          </p:cNvSpPr>
          <p:nvPr/>
        </p:nvSpPr>
        <p:spPr>
          <a:xfrm xmlns:a="http://schemas.openxmlformats.org/drawingml/2006/main" flipV="0">
            <a:off x="3647276" y="3225800"/>
            <a:ext cx="24704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59" name="university_to_sues/sues200_satellite_to_uav_200m/visual/official_trapezoid_mAP/sd-cap-left">
            <a:extLst xmlns:a="http://schemas.openxmlformats.org/drawingml/2006/main">
              <a:ext uri="{FF2B5EF4-FFF2-40B4-BE49-F238E27FC236}">
                <a16:creationId xmlns:a16="http://schemas.microsoft.com/office/drawing/2014/main" id="{A27AAC99-916E-4C47-B32C-CA4E34869835}"/>
              </a:ext>
            </a:extLst>
          </p:cNvPr>
          <p:cNvSpPr>
            <a:spLocks xmlns:a="http://schemas.openxmlformats.org/drawingml/2006/main" noGrp="1"/>
          </p:cNvSpPr>
          <p:nvPr/>
        </p:nvSpPr>
        <p:spPr>
          <a:xfrm xmlns:a="http://schemas.openxmlformats.org/drawingml/2006/main" flipV="0">
            <a:off x="3647276"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60" name="university_to_sues/sues200_satellite_to_uav_200m/visual/official_trapezoid_mAP/sd-cap-right">
            <a:extLst xmlns:a="http://schemas.openxmlformats.org/drawingml/2006/main">
              <a:ext uri="{FF2B5EF4-FFF2-40B4-BE49-F238E27FC236}">
                <a16:creationId xmlns:a16="http://schemas.microsoft.com/office/drawing/2014/main" id="{F35CBEEA-1B33-43C9-8B24-EA2C2DD95FC9}"/>
              </a:ext>
            </a:extLst>
          </p:cNvPr>
          <p:cNvSpPr>
            <a:spLocks xmlns:a="http://schemas.openxmlformats.org/drawingml/2006/main" noGrp="1"/>
          </p:cNvSpPr>
          <p:nvPr/>
        </p:nvSpPr>
        <p:spPr>
          <a:xfrm xmlns:a="http://schemas.openxmlformats.org/drawingml/2006/main" flipV="0">
            <a:off x="3894317"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61" name="university_to_sues/sues200_satellite_to_uav_200m/visual/official_trapezoid_mAP/mean">
            <a:extLst xmlns:a="http://schemas.openxmlformats.org/drawingml/2006/main">
              <a:ext uri="{FF2B5EF4-FFF2-40B4-BE49-F238E27FC236}">
                <a16:creationId xmlns:a16="http://schemas.microsoft.com/office/drawing/2014/main" id="{42555AD3-B12A-427D-A3D3-AB26F27B8838}"/>
              </a:ext>
            </a:extLst>
          </p:cNvPr>
          <p:cNvSpPr>
            <a:spLocks xmlns:a="http://schemas.openxmlformats.org/drawingml/2006/main" noGrp="1"/>
          </p:cNvSpPr>
          <p:nvPr/>
        </p:nvSpPr>
        <p:spPr>
          <a:xfrm xmlns:a="http://schemas.openxmlformats.org/drawingml/2006/main">
            <a:off x="3747936" y="32029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2" name="university_to_sues/sues200_satellite_to_uav_200m/visual/official_trapezoid_mAP/value">
            <a:extLst xmlns:a="http://schemas.openxmlformats.org/drawingml/2006/main">
              <a:ext uri="{FF2B5EF4-FFF2-40B4-BE49-F238E27FC236}">
                <a16:creationId xmlns:a16="http://schemas.microsoft.com/office/drawing/2014/main" id="{82EE1C6B-D0D3-4F5D-9F96-957653CF3E67}"/>
              </a:ext>
            </a:extLst>
          </p:cNvPr>
          <p:cNvSpPr>
            <a:spLocks xmlns:a="http://schemas.openxmlformats.org/drawingml/2006/main" noGrp="1"/>
          </p:cNvSpPr>
          <p:nvPr/>
        </p:nvSpPr>
        <p:spPr>
          <a:xfrm xmlns:a="http://schemas.openxmlformats.org/drawingml/2006/main">
            <a:off x="3543157" y="3272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16.867 ± 3.354</a:t>
            </a:r>
          </a:p>
        </p:txBody>
      </p:sp>
      <p:sp>
        <p:nvSpPr>
          <p:cNvPr id="163" name="university_to_sues/sues200_satellite_to_uav_200m/full/official_trapezoid_mAP/sd-line">
            <a:extLst xmlns:a="http://schemas.openxmlformats.org/drawingml/2006/main">
              <a:ext uri="{FF2B5EF4-FFF2-40B4-BE49-F238E27FC236}">
                <a16:creationId xmlns:a16="http://schemas.microsoft.com/office/drawing/2014/main" id="{B30AE442-C5F9-4609-8773-26FFCED0604C}"/>
              </a:ext>
            </a:extLst>
          </p:cNvPr>
          <p:cNvSpPr>
            <a:spLocks xmlns:a="http://schemas.openxmlformats.org/drawingml/2006/main" noGrp="1"/>
          </p:cNvSpPr>
          <p:nvPr/>
        </p:nvSpPr>
        <p:spPr>
          <a:xfrm xmlns:a="http://schemas.openxmlformats.org/drawingml/2006/main" flipV="0">
            <a:off x="3574575" y="3479800"/>
            <a:ext cx="41125"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64" name="university_to_sues/sues200_satellite_to_uav_200m/full/official_trapezoid_mAP/sd-cap-left">
            <a:extLst xmlns:a="http://schemas.openxmlformats.org/drawingml/2006/main">
              <a:ext uri="{FF2B5EF4-FFF2-40B4-BE49-F238E27FC236}">
                <a16:creationId xmlns:a16="http://schemas.microsoft.com/office/drawing/2014/main" id="{FEB86A13-5633-41D6-95B5-43CAAD51CA44}"/>
              </a:ext>
            </a:extLst>
          </p:cNvPr>
          <p:cNvSpPr>
            <a:spLocks xmlns:a="http://schemas.openxmlformats.org/drawingml/2006/main" noGrp="1"/>
          </p:cNvSpPr>
          <p:nvPr/>
        </p:nvSpPr>
        <p:spPr>
          <a:xfrm xmlns:a="http://schemas.openxmlformats.org/drawingml/2006/main" flipV="0">
            <a:off x="3574575"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65" name="university_to_sues/sues200_satellite_to_uav_200m/full/official_trapezoid_mAP/sd-cap-right">
            <a:extLst xmlns:a="http://schemas.openxmlformats.org/drawingml/2006/main">
              <a:ext uri="{FF2B5EF4-FFF2-40B4-BE49-F238E27FC236}">
                <a16:creationId xmlns:a16="http://schemas.microsoft.com/office/drawing/2014/main" id="{4C21421D-292C-4894-8586-0EDE522661F2}"/>
              </a:ext>
            </a:extLst>
          </p:cNvPr>
          <p:cNvSpPr>
            <a:spLocks xmlns:a="http://schemas.openxmlformats.org/drawingml/2006/main" noGrp="1"/>
          </p:cNvSpPr>
          <p:nvPr/>
        </p:nvSpPr>
        <p:spPr>
          <a:xfrm xmlns:a="http://schemas.openxmlformats.org/drawingml/2006/main" flipV="0">
            <a:off x="3615700"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66" name="university_to_sues/sues200_satellite_to_uav_200m/full/official_trapezoid_mAP/mean">
            <a:extLst xmlns:a="http://schemas.openxmlformats.org/drawingml/2006/main">
              <a:ext uri="{FF2B5EF4-FFF2-40B4-BE49-F238E27FC236}">
                <a16:creationId xmlns:a16="http://schemas.microsoft.com/office/drawing/2014/main" id="{63CBDDB2-62FA-44FE-B38B-D24CACF30AFC}"/>
              </a:ext>
            </a:extLst>
          </p:cNvPr>
          <p:cNvSpPr>
            <a:spLocks xmlns:a="http://schemas.openxmlformats.org/drawingml/2006/main" noGrp="1"/>
          </p:cNvSpPr>
          <p:nvPr/>
        </p:nvSpPr>
        <p:spPr>
          <a:xfrm xmlns:a="http://schemas.openxmlformats.org/drawingml/2006/main">
            <a:off x="3572278" y="34569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67" name="university_to_sues/sues200_satellite_to_uav_200m/full/official_trapezoid_mAP/value">
            <a:extLst xmlns:a="http://schemas.openxmlformats.org/drawingml/2006/main">
              <a:ext uri="{FF2B5EF4-FFF2-40B4-BE49-F238E27FC236}">
                <a16:creationId xmlns:a16="http://schemas.microsoft.com/office/drawing/2014/main" id="{250CCE31-2B11-4259-A1C8-15EB60422B32}"/>
              </a:ext>
            </a:extLst>
          </p:cNvPr>
          <p:cNvSpPr>
            <a:spLocks xmlns:a="http://schemas.openxmlformats.org/drawingml/2006/main" noGrp="1"/>
          </p:cNvSpPr>
          <p:nvPr/>
        </p:nvSpPr>
        <p:spPr>
          <a:xfrm xmlns:a="http://schemas.openxmlformats.org/drawingml/2006/main">
            <a:off x="3543157" y="3526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12.097 ± 0.558</a:t>
            </a:r>
          </a:p>
        </p:txBody>
      </p:sp>
      <p:sp>
        <p:nvSpPr>
          <p:cNvPr id="168" name="university_to_sues/sues200_uav_250m_to_satellite/visual/official_trapezoid_mAP/sd-line">
            <a:extLst xmlns:a="http://schemas.openxmlformats.org/drawingml/2006/main">
              <a:ext uri="{FF2B5EF4-FFF2-40B4-BE49-F238E27FC236}">
                <a16:creationId xmlns:a16="http://schemas.microsoft.com/office/drawing/2014/main" id="{57297F96-B9ED-4090-9EB7-897D73004BA9}"/>
              </a:ext>
            </a:extLst>
          </p:cNvPr>
          <p:cNvSpPr>
            <a:spLocks xmlns:a="http://schemas.openxmlformats.org/drawingml/2006/main" noGrp="1"/>
          </p:cNvSpPr>
          <p:nvPr/>
        </p:nvSpPr>
        <p:spPr>
          <a:xfrm xmlns:a="http://schemas.openxmlformats.org/drawingml/2006/main" flipV="0">
            <a:off x="4273355" y="3810000"/>
            <a:ext cx="18142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69" name="university_to_sues/sues200_uav_250m_to_satellite/visual/official_trapezoid_mAP/sd-cap-left">
            <a:extLst xmlns:a="http://schemas.openxmlformats.org/drawingml/2006/main">
              <a:ext uri="{FF2B5EF4-FFF2-40B4-BE49-F238E27FC236}">
                <a16:creationId xmlns:a16="http://schemas.microsoft.com/office/drawing/2014/main" id="{478D8257-1262-458A-87F3-5510018F4499}"/>
              </a:ext>
            </a:extLst>
          </p:cNvPr>
          <p:cNvSpPr>
            <a:spLocks xmlns:a="http://schemas.openxmlformats.org/drawingml/2006/main" noGrp="1"/>
          </p:cNvSpPr>
          <p:nvPr/>
        </p:nvSpPr>
        <p:spPr>
          <a:xfrm xmlns:a="http://schemas.openxmlformats.org/drawingml/2006/main" flipV="0">
            <a:off x="4273355"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70" name="university_to_sues/sues200_uav_250m_to_satellite/visual/official_trapezoid_mAP/sd-cap-right">
            <a:extLst xmlns:a="http://schemas.openxmlformats.org/drawingml/2006/main">
              <a:ext uri="{FF2B5EF4-FFF2-40B4-BE49-F238E27FC236}">
                <a16:creationId xmlns:a16="http://schemas.microsoft.com/office/drawing/2014/main" id="{BE35939B-28D5-4869-A941-6B0B93FB068A}"/>
              </a:ext>
            </a:extLst>
          </p:cNvPr>
          <p:cNvSpPr>
            <a:spLocks xmlns:a="http://schemas.openxmlformats.org/drawingml/2006/main" noGrp="1"/>
          </p:cNvSpPr>
          <p:nvPr/>
        </p:nvSpPr>
        <p:spPr>
          <a:xfrm xmlns:a="http://schemas.openxmlformats.org/drawingml/2006/main" flipV="0">
            <a:off x="4454778"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71" name="university_to_sues/sues200_uav_250m_to_satellite/visual/official_trapezoid_mAP/mean">
            <a:extLst xmlns:a="http://schemas.openxmlformats.org/drawingml/2006/main">
              <a:ext uri="{FF2B5EF4-FFF2-40B4-BE49-F238E27FC236}">
                <a16:creationId xmlns:a16="http://schemas.microsoft.com/office/drawing/2014/main" id="{47408822-95A9-45A7-B3D9-1DCC45DFD0EF}"/>
              </a:ext>
            </a:extLst>
          </p:cNvPr>
          <p:cNvSpPr>
            <a:spLocks xmlns:a="http://schemas.openxmlformats.org/drawingml/2006/main" noGrp="1"/>
          </p:cNvSpPr>
          <p:nvPr/>
        </p:nvSpPr>
        <p:spPr>
          <a:xfrm xmlns:a="http://schemas.openxmlformats.org/drawingml/2006/main">
            <a:off x="4341206" y="37871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university_to_sues/sues200_uav_250m_to_satellite/visual/official_trapezoid_mAP/value">
            <a:extLst xmlns:a="http://schemas.openxmlformats.org/drawingml/2006/main">
              <a:ext uri="{FF2B5EF4-FFF2-40B4-BE49-F238E27FC236}">
                <a16:creationId xmlns:a16="http://schemas.microsoft.com/office/drawing/2014/main" id="{E0AF62FA-3AB8-4328-A1E3-6D0F675AD102}"/>
              </a:ext>
            </a:extLst>
          </p:cNvPr>
          <p:cNvSpPr>
            <a:spLocks xmlns:a="http://schemas.openxmlformats.org/drawingml/2006/main" noGrp="1"/>
          </p:cNvSpPr>
          <p:nvPr/>
        </p:nvSpPr>
        <p:spPr>
          <a:xfrm xmlns:a="http://schemas.openxmlformats.org/drawingml/2006/main">
            <a:off x="3543157" y="3856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32.975 ± 2.463</a:t>
            </a:r>
          </a:p>
        </p:txBody>
      </p:sp>
      <p:sp>
        <p:nvSpPr>
          <p:cNvPr id="173" name="university_to_sues/sues200_uav_250m_to_satellite/full/official_trapezoid_mAP/sd-line">
            <a:extLst xmlns:a="http://schemas.openxmlformats.org/drawingml/2006/main">
              <a:ext uri="{FF2B5EF4-FFF2-40B4-BE49-F238E27FC236}">
                <a16:creationId xmlns:a16="http://schemas.microsoft.com/office/drawing/2014/main" id="{A63F4C43-28C1-4806-9CA8-CECE34415021}"/>
              </a:ext>
            </a:extLst>
          </p:cNvPr>
          <p:cNvSpPr>
            <a:spLocks xmlns:a="http://schemas.openxmlformats.org/drawingml/2006/main" noGrp="1"/>
          </p:cNvSpPr>
          <p:nvPr/>
        </p:nvSpPr>
        <p:spPr>
          <a:xfrm xmlns:a="http://schemas.openxmlformats.org/drawingml/2006/main" flipV="0">
            <a:off x="4017187" y="4064000"/>
            <a:ext cx="57223"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4" name="university_to_sues/sues200_uav_250m_to_satellite/full/official_trapezoid_mAP/sd-cap-left">
            <a:extLst xmlns:a="http://schemas.openxmlformats.org/drawingml/2006/main">
              <a:ext uri="{FF2B5EF4-FFF2-40B4-BE49-F238E27FC236}">
                <a16:creationId xmlns:a16="http://schemas.microsoft.com/office/drawing/2014/main" id="{6C0C2CF8-E1FE-46FF-9066-B5D276415F0B}"/>
              </a:ext>
            </a:extLst>
          </p:cNvPr>
          <p:cNvSpPr>
            <a:spLocks xmlns:a="http://schemas.openxmlformats.org/drawingml/2006/main" noGrp="1"/>
          </p:cNvSpPr>
          <p:nvPr/>
        </p:nvSpPr>
        <p:spPr>
          <a:xfrm xmlns:a="http://schemas.openxmlformats.org/drawingml/2006/main" flipV="0">
            <a:off x="4017187"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75" name="university_to_sues/sues200_uav_250m_to_satellite/full/official_trapezoid_mAP/sd-cap-right">
            <a:extLst xmlns:a="http://schemas.openxmlformats.org/drawingml/2006/main">
              <a:ext uri="{FF2B5EF4-FFF2-40B4-BE49-F238E27FC236}">
                <a16:creationId xmlns:a16="http://schemas.microsoft.com/office/drawing/2014/main" id="{8C000AFE-29BA-443A-9046-4CF7A9E2A5E5}"/>
              </a:ext>
            </a:extLst>
          </p:cNvPr>
          <p:cNvSpPr>
            <a:spLocks xmlns:a="http://schemas.openxmlformats.org/drawingml/2006/main" noGrp="1"/>
          </p:cNvSpPr>
          <p:nvPr/>
        </p:nvSpPr>
        <p:spPr>
          <a:xfrm xmlns:a="http://schemas.openxmlformats.org/drawingml/2006/main" flipV="0">
            <a:off x="4074410"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76" name="university_to_sues/sues200_uav_250m_to_satellite/full/official_trapezoid_mAP/mean">
            <a:extLst xmlns:a="http://schemas.openxmlformats.org/drawingml/2006/main">
              <a:ext uri="{FF2B5EF4-FFF2-40B4-BE49-F238E27FC236}">
                <a16:creationId xmlns:a16="http://schemas.microsoft.com/office/drawing/2014/main" id="{95A5D13E-24A0-4A74-9F54-57B236D64622}"/>
              </a:ext>
            </a:extLst>
          </p:cNvPr>
          <p:cNvSpPr>
            <a:spLocks xmlns:a="http://schemas.openxmlformats.org/drawingml/2006/main" noGrp="1"/>
          </p:cNvSpPr>
          <p:nvPr/>
        </p:nvSpPr>
        <p:spPr>
          <a:xfrm xmlns:a="http://schemas.openxmlformats.org/drawingml/2006/main">
            <a:off x="4022938" y="40411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77" name="university_to_sues/sues200_uav_250m_to_satellite/full/official_trapezoid_mAP/value">
            <a:extLst xmlns:a="http://schemas.openxmlformats.org/drawingml/2006/main">
              <a:ext uri="{FF2B5EF4-FFF2-40B4-BE49-F238E27FC236}">
                <a16:creationId xmlns:a16="http://schemas.microsoft.com/office/drawing/2014/main" id="{78BDF2FC-BDF5-4065-9DDB-DA8199A0D551}"/>
              </a:ext>
            </a:extLst>
          </p:cNvPr>
          <p:cNvSpPr>
            <a:spLocks xmlns:a="http://schemas.openxmlformats.org/drawingml/2006/main" noGrp="1"/>
          </p:cNvSpPr>
          <p:nvPr/>
        </p:nvSpPr>
        <p:spPr>
          <a:xfrm xmlns:a="http://schemas.openxmlformats.org/drawingml/2006/main">
            <a:off x="3543157" y="4110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24.333 ± 0.777</a:t>
            </a:r>
          </a:p>
        </p:txBody>
      </p:sp>
      <p:sp>
        <p:nvSpPr>
          <p:cNvPr id="178" name="university_to_sues/sues200_satellite_to_uav_250m/visual/official_trapezoid_mAP/sd-line">
            <a:extLst xmlns:a="http://schemas.openxmlformats.org/drawingml/2006/main">
              <a:ext uri="{FF2B5EF4-FFF2-40B4-BE49-F238E27FC236}">
                <a16:creationId xmlns:a16="http://schemas.microsoft.com/office/drawing/2014/main" id="{A6404E41-AFD4-46A9-A8CC-DC08C7DD58D9}"/>
              </a:ext>
            </a:extLst>
          </p:cNvPr>
          <p:cNvSpPr>
            <a:spLocks xmlns:a="http://schemas.openxmlformats.org/drawingml/2006/main" noGrp="1"/>
          </p:cNvSpPr>
          <p:nvPr/>
        </p:nvSpPr>
        <p:spPr>
          <a:xfrm xmlns:a="http://schemas.openxmlformats.org/drawingml/2006/main" flipV="0">
            <a:off x="3827248" y="4394200"/>
            <a:ext cx="21321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9" name="university_to_sues/sues200_satellite_to_uav_250m/visual/official_trapezoid_mAP/sd-cap-left">
            <a:extLst xmlns:a="http://schemas.openxmlformats.org/drawingml/2006/main">
              <a:ext uri="{FF2B5EF4-FFF2-40B4-BE49-F238E27FC236}">
                <a16:creationId xmlns:a16="http://schemas.microsoft.com/office/drawing/2014/main" id="{3603887E-85FF-4ECA-AA23-213324256D2B}"/>
              </a:ext>
            </a:extLst>
          </p:cNvPr>
          <p:cNvSpPr>
            <a:spLocks xmlns:a="http://schemas.openxmlformats.org/drawingml/2006/main" noGrp="1"/>
          </p:cNvSpPr>
          <p:nvPr/>
        </p:nvSpPr>
        <p:spPr>
          <a:xfrm xmlns:a="http://schemas.openxmlformats.org/drawingml/2006/main" flipV="0">
            <a:off x="3827248"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80" name="university_to_sues/sues200_satellite_to_uav_250m/visual/official_trapezoid_mAP/sd-cap-right">
            <a:extLst xmlns:a="http://schemas.openxmlformats.org/drawingml/2006/main">
              <a:ext uri="{FF2B5EF4-FFF2-40B4-BE49-F238E27FC236}">
                <a16:creationId xmlns:a16="http://schemas.microsoft.com/office/drawing/2014/main" id="{5DC9043C-F549-4B92-B6E2-0A8AD0DE2BE2}"/>
              </a:ext>
            </a:extLst>
          </p:cNvPr>
          <p:cNvSpPr>
            <a:spLocks xmlns:a="http://schemas.openxmlformats.org/drawingml/2006/main" noGrp="1"/>
          </p:cNvSpPr>
          <p:nvPr/>
        </p:nvSpPr>
        <p:spPr>
          <a:xfrm xmlns:a="http://schemas.openxmlformats.org/drawingml/2006/main" flipV="0">
            <a:off x="4040459"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81" name="university_to_sues/sues200_satellite_to_uav_250m/visual/official_trapezoid_mAP/mean">
            <a:extLst xmlns:a="http://schemas.openxmlformats.org/drawingml/2006/main">
              <a:ext uri="{FF2B5EF4-FFF2-40B4-BE49-F238E27FC236}">
                <a16:creationId xmlns:a16="http://schemas.microsoft.com/office/drawing/2014/main" id="{D9FA973E-F3DE-4109-913D-455011EFC770}"/>
              </a:ext>
            </a:extLst>
          </p:cNvPr>
          <p:cNvSpPr>
            <a:spLocks xmlns:a="http://schemas.openxmlformats.org/drawingml/2006/main" noGrp="1"/>
          </p:cNvSpPr>
          <p:nvPr/>
        </p:nvSpPr>
        <p:spPr>
          <a:xfrm xmlns:a="http://schemas.openxmlformats.org/drawingml/2006/main">
            <a:off x="3910993" y="4371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82" name="university_to_sues/sues200_satellite_to_uav_250m/visual/official_trapezoid_mAP/value">
            <a:extLst xmlns:a="http://schemas.openxmlformats.org/drawingml/2006/main">
              <a:ext uri="{FF2B5EF4-FFF2-40B4-BE49-F238E27FC236}">
                <a16:creationId xmlns:a16="http://schemas.microsoft.com/office/drawing/2014/main" id="{0D6C1F16-6F84-4C68-9B00-593A2851FCFE}"/>
              </a:ext>
            </a:extLst>
          </p:cNvPr>
          <p:cNvSpPr>
            <a:spLocks xmlns:a="http://schemas.openxmlformats.org/drawingml/2006/main" noGrp="1"/>
          </p:cNvSpPr>
          <p:nvPr/>
        </p:nvSpPr>
        <p:spPr>
          <a:xfrm xmlns:a="http://schemas.openxmlformats.org/drawingml/2006/main">
            <a:off x="3543157" y="4440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21.294 ± 2.895</a:t>
            </a:r>
          </a:p>
        </p:txBody>
      </p:sp>
      <p:sp>
        <p:nvSpPr>
          <p:cNvPr id="183" name="university_to_sues/sues200_satellite_to_uav_250m/full/official_trapezoid_mAP/sd-line">
            <a:extLst xmlns:a="http://schemas.openxmlformats.org/drawingml/2006/main">
              <a:ext uri="{FF2B5EF4-FFF2-40B4-BE49-F238E27FC236}">
                <a16:creationId xmlns:a16="http://schemas.microsoft.com/office/drawing/2014/main" id="{97C471B0-53C0-4BDA-8290-9BE30388B1AF}"/>
              </a:ext>
            </a:extLst>
          </p:cNvPr>
          <p:cNvSpPr>
            <a:spLocks xmlns:a="http://schemas.openxmlformats.org/drawingml/2006/main" noGrp="1"/>
          </p:cNvSpPr>
          <p:nvPr/>
        </p:nvSpPr>
        <p:spPr>
          <a:xfrm xmlns:a="http://schemas.openxmlformats.org/drawingml/2006/main" flipV="0">
            <a:off x="3698305" y="4648200"/>
            <a:ext cx="26185"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84" name="university_to_sues/sues200_satellite_to_uav_250m/full/official_trapezoid_mAP/sd-cap-left">
            <a:extLst xmlns:a="http://schemas.openxmlformats.org/drawingml/2006/main">
              <a:ext uri="{FF2B5EF4-FFF2-40B4-BE49-F238E27FC236}">
                <a16:creationId xmlns:a16="http://schemas.microsoft.com/office/drawing/2014/main" id="{E3912E15-C54B-4B64-AAB5-654EC72690C2}"/>
              </a:ext>
            </a:extLst>
          </p:cNvPr>
          <p:cNvSpPr>
            <a:spLocks xmlns:a="http://schemas.openxmlformats.org/drawingml/2006/main" noGrp="1"/>
          </p:cNvSpPr>
          <p:nvPr/>
        </p:nvSpPr>
        <p:spPr>
          <a:xfrm xmlns:a="http://schemas.openxmlformats.org/drawingml/2006/main" flipV="0">
            <a:off x="3698305"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85" name="university_to_sues/sues200_satellite_to_uav_250m/full/official_trapezoid_mAP/sd-cap-right">
            <a:extLst xmlns:a="http://schemas.openxmlformats.org/drawingml/2006/main">
              <a:ext uri="{FF2B5EF4-FFF2-40B4-BE49-F238E27FC236}">
                <a16:creationId xmlns:a16="http://schemas.microsoft.com/office/drawing/2014/main" id="{E830413B-D09E-475E-826B-2161DC5BA1ED}"/>
              </a:ext>
            </a:extLst>
          </p:cNvPr>
          <p:cNvSpPr>
            <a:spLocks xmlns:a="http://schemas.openxmlformats.org/drawingml/2006/main" noGrp="1"/>
          </p:cNvSpPr>
          <p:nvPr/>
        </p:nvSpPr>
        <p:spPr>
          <a:xfrm xmlns:a="http://schemas.openxmlformats.org/drawingml/2006/main" flipV="0">
            <a:off x="3724490"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86" name="university_to_sues/sues200_satellite_to_uav_250m/full/official_trapezoid_mAP/mean">
            <a:extLst xmlns:a="http://schemas.openxmlformats.org/drawingml/2006/main">
              <a:ext uri="{FF2B5EF4-FFF2-40B4-BE49-F238E27FC236}">
                <a16:creationId xmlns:a16="http://schemas.microsoft.com/office/drawing/2014/main" id="{7CAE36B1-C00E-4F4C-B8C0-3669D6078A98}"/>
              </a:ext>
            </a:extLst>
          </p:cNvPr>
          <p:cNvSpPr>
            <a:spLocks xmlns:a="http://schemas.openxmlformats.org/drawingml/2006/main" noGrp="1"/>
          </p:cNvSpPr>
          <p:nvPr/>
        </p:nvSpPr>
        <p:spPr>
          <a:xfrm xmlns:a="http://schemas.openxmlformats.org/drawingml/2006/main">
            <a:off x="3688538" y="4625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7" name="university_to_sues/sues200_satellite_to_uav_250m/full/official_trapezoid_mAP/value">
            <a:extLst xmlns:a="http://schemas.openxmlformats.org/drawingml/2006/main">
              <a:ext uri="{FF2B5EF4-FFF2-40B4-BE49-F238E27FC236}">
                <a16:creationId xmlns:a16="http://schemas.microsoft.com/office/drawing/2014/main" id="{FEF41589-F9B5-490A-91DD-69BB93CF98C0}"/>
              </a:ext>
            </a:extLst>
          </p:cNvPr>
          <p:cNvSpPr>
            <a:spLocks xmlns:a="http://schemas.openxmlformats.org/drawingml/2006/main" noGrp="1"/>
          </p:cNvSpPr>
          <p:nvPr/>
        </p:nvSpPr>
        <p:spPr>
          <a:xfrm xmlns:a="http://schemas.openxmlformats.org/drawingml/2006/main">
            <a:off x="3543157" y="4694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15.254 ± 0.355</a:t>
            </a:r>
          </a:p>
        </p:txBody>
      </p:sp>
      <p:sp>
        <p:nvSpPr>
          <p:cNvPr id="188" name="university_to_sues/sues200_uav_300m_to_satellite/visual/official_trapezoid_mAP/sd-line">
            <a:extLst xmlns:a="http://schemas.openxmlformats.org/drawingml/2006/main">
              <a:ext uri="{FF2B5EF4-FFF2-40B4-BE49-F238E27FC236}">
                <a16:creationId xmlns:a16="http://schemas.microsoft.com/office/drawing/2014/main" id="{3E8B380E-4919-4B58-98C9-D8515B85E476}"/>
              </a:ext>
            </a:extLst>
          </p:cNvPr>
          <p:cNvSpPr>
            <a:spLocks xmlns:a="http://schemas.openxmlformats.org/drawingml/2006/main" noGrp="1"/>
          </p:cNvSpPr>
          <p:nvPr/>
        </p:nvSpPr>
        <p:spPr>
          <a:xfrm xmlns:a="http://schemas.openxmlformats.org/drawingml/2006/main" flipV="0">
            <a:off x="4353318" y="4978400"/>
            <a:ext cx="21503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89" name="university_to_sues/sues200_uav_300m_to_satellite/visual/official_trapezoid_mAP/sd-cap-left">
            <a:extLst xmlns:a="http://schemas.openxmlformats.org/drawingml/2006/main">
              <a:ext uri="{FF2B5EF4-FFF2-40B4-BE49-F238E27FC236}">
                <a16:creationId xmlns:a16="http://schemas.microsoft.com/office/drawing/2014/main" id="{405F7FFF-6E79-4FCF-9F8C-D909DEE2FC2D}"/>
              </a:ext>
            </a:extLst>
          </p:cNvPr>
          <p:cNvSpPr>
            <a:spLocks xmlns:a="http://schemas.openxmlformats.org/drawingml/2006/main" noGrp="1"/>
          </p:cNvSpPr>
          <p:nvPr/>
        </p:nvSpPr>
        <p:spPr>
          <a:xfrm xmlns:a="http://schemas.openxmlformats.org/drawingml/2006/main" flipV="0">
            <a:off x="4353318"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90" name="university_to_sues/sues200_uav_300m_to_satellite/visual/official_trapezoid_mAP/sd-cap-right">
            <a:extLst xmlns:a="http://schemas.openxmlformats.org/drawingml/2006/main">
              <a:ext uri="{FF2B5EF4-FFF2-40B4-BE49-F238E27FC236}">
                <a16:creationId xmlns:a16="http://schemas.microsoft.com/office/drawing/2014/main" id="{C886615F-E6F2-4E99-A028-D2F488C8F4F8}"/>
              </a:ext>
            </a:extLst>
          </p:cNvPr>
          <p:cNvSpPr>
            <a:spLocks xmlns:a="http://schemas.openxmlformats.org/drawingml/2006/main" noGrp="1"/>
          </p:cNvSpPr>
          <p:nvPr/>
        </p:nvSpPr>
        <p:spPr>
          <a:xfrm xmlns:a="http://schemas.openxmlformats.org/drawingml/2006/main" flipV="0">
            <a:off x="4568350"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191" name="university_to_sues/sues200_uav_300m_to_satellite/visual/official_trapezoid_mAP/mean">
            <a:extLst xmlns:a="http://schemas.openxmlformats.org/drawingml/2006/main">
              <a:ext uri="{FF2B5EF4-FFF2-40B4-BE49-F238E27FC236}">
                <a16:creationId xmlns:a16="http://schemas.microsoft.com/office/drawing/2014/main" id="{61A0E4DB-294F-40F1-8844-BE4538B71D2A}"/>
              </a:ext>
            </a:extLst>
          </p:cNvPr>
          <p:cNvSpPr>
            <a:spLocks xmlns:a="http://schemas.openxmlformats.org/drawingml/2006/main" noGrp="1"/>
          </p:cNvSpPr>
          <p:nvPr/>
        </p:nvSpPr>
        <p:spPr>
          <a:xfrm xmlns:a="http://schemas.openxmlformats.org/drawingml/2006/main">
            <a:off x="4437974" y="4955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92" name="university_to_sues/sues200_uav_300m_to_satellite/visual/official_trapezoid_mAP/value">
            <a:extLst xmlns:a="http://schemas.openxmlformats.org/drawingml/2006/main">
              <a:ext uri="{FF2B5EF4-FFF2-40B4-BE49-F238E27FC236}">
                <a16:creationId xmlns:a16="http://schemas.microsoft.com/office/drawing/2014/main" id="{10A7B83B-F085-4692-AE60-E178489C2B08}"/>
              </a:ext>
            </a:extLst>
          </p:cNvPr>
          <p:cNvSpPr>
            <a:spLocks xmlns:a="http://schemas.openxmlformats.org/drawingml/2006/main" noGrp="1"/>
          </p:cNvSpPr>
          <p:nvPr/>
        </p:nvSpPr>
        <p:spPr>
          <a:xfrm xmlns:a="http://schemas.openxmlformats.org/drawingml/2006/main">
            <a:off x="3543157" y="5024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35.602 ± 2.919</a:t>
            </a:r>
          </a:p>
        </p:txBody>
      </p:sp>
      <p:sp>
        <p:nvSpPr>
          <p:cNvPr id="193" name="university_to_sues/sues200_uav_300m_to_satellite/full/official_trapezoid_mAP/sd-line">
            <a:extLst xmlns:a="http://schemas.openxmlformats.org/drawingml/2006/main">
              <a:ext uri="{FF2B5EF4-FFF2-40B4-BE49-F238E27FC236}">
                <a16:creationId xmlns:a16="http://schemas.microsoft.com/office/drawing/2014/main" id="{53D89E5E-A940-4241-9BF6-8021FB666CD7}"/>
              </a:ext>
            </a:extLst>
          </p:cNvPr>
          <p:cNvSpPr>
            <a:spLocks xmlns:a="http://schemas.openxmlformats.org/drawingml/2006/main" noGrp="1"/>
          </p:cNvSpPr>
          <p:nvPr/>
        </p:nvSpPr>
        <p:spPr>
          <a:xfrm xmlns:a="http://schemas.openxmlformats.org/drawingml/2006/main" flipV="0">
            <a:off x="4044669" y="5232400"/>
            <a:ext cx="71523"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94" name="university_to_sues/sues200_uav_300m_to_satellite/full/official_trapezoid_mAP/sd-cap-left">
            <a:extLst xmlns:a="http://schemas.openxmlformats.org/drawingml/2006/main">
              <a:ext uri="{FF2B5EF4-FFF2-40B4-BE49-F238E27FC236}">
                <a16:creationId xmlns:a16="http://schemas.microsoft.com/office/drawing/2014/main" id="{F65F3C69-F265-4B60-A077-2C8662A3F6D0}"/>
              </a:ext>
            </a:extLst>
          </p:cNvPr>
          <p:cNvSpPr>
            <a:spLocks xmlns:a="http://schemas.openxmlformats.org/drawingml/2006/main" noGrp="1"/>
          </p:cNvSpPr>
          <p:nvPr/>
        </p:nvSpPr>
        <p:spPr>
          <a:xfrm xmlns:a="http://schemas.openxmlformats.org/drawingml/2006/main" flipV="0">
            <a:off x="4044669"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95" name="university_to_sues/sues200_uav_300m_to_satellite/full/official_trapezoid_mAP/sd-cap-right">
            <a:extLst xmlns:a="http://schemas.openxmlformats.org/drawingml/2006/main">
              <a:ext uri="{FF2B5EF4-FFF2-40B4-BE49-F238E27FC236}">
                <a16:creationId xmlns:a16="http://schemas.microsoft.com/office/drawing/2014/main" id="{7B94533A-B0D1-47F2-BE1F-83EBBCD81FC4}"/>
              </a:ext>
            </a:extLst>
          </p:cNvPr>
          <p:cNvSpPr>
            <a:spLocks xmlns:a="http://schemas.openxmlformats.org/drawingml/2006/main" noGrp="1"/>
          </p:cNvSpPr>
          <p:nvPr/>
        </p:nvSpPr>
        <p:spPr>
          <a:xfrm xmlns:a="http://schemas.openxmlformats.org/drawingml/2006/main" flipV="0">
            <a:off x="4116191"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196" name="university_to_sues/sues200_uav_300m_to_satellite/full/official_trapezoid_mAP/mean">
            <a:extLst xmlns:a="http://schemas.openxmlformats.org/drawingml/2006/main">
              <a:ext uri="{FF2B5EF4-FFF2-40B4-BE49-F238E27FC236}">
                <a16:creationId xmlns:a16="http://schemas.microsoft.com/office/drawing/2014/main" id="{9024E718-E5C1-4D04-AA75-192CB3E70FA7}"/>
              </a:ext>
            </a:extLst>
          </p:cNvPr>
          <p:cNvSpPr>
            <a:spLocks xmlns:a="http://schemas.openxmlformats.org/drawingml/2006/main" noGrp="1"/>
          </p:cNvSpPr>
          <p:nvPr/>
        </p:nvSpPr>
        <p:spPr>
          <a:xfrm xmlns:a="http://schemas.openxmlformats.org/drawingml/2006/main">
            <a:off x="4057570" y="5209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university_to_sues/sues200_uav_300m_to_satellite/full/official_trapezoid_mAP/value">
            <a:extLst xmlns:a="http://schemas.openxmlformats.org/drawingml/2006/main">
              <a:ext uri="{FF2B5EF4-FFF2-40B4-BE49-F238E27FC236}">
                <a16:creationId xmlns:a16="http://schemas.microsoft.com/office/drawing/2014/main" id="{03F3C63C-AE4B-4641-9C9D-9403FA154FFA}"/>
              </a:ext>
            </a:extLst>
          </p:cNvPr>
          <p:cNvSpPr>
            <a:spLocks xmlns:a="http://schemas.openxmlformats.org/drawingml/2006/main" noGrp="1"/>
          </p:cNvSpPr>
          <p:nvPr/>
        </p:nvSpPr>
        <p:spPr>
          <a:xfrm xmlns:a="http://schemas.openxmlformats.org/drawingml/2006/main">
            <a:off x="3543157" y="5278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25.274 ± 0.971</a:t>
            </a:r>
          </a:p>
        </p:txBody>
      </p:sp>
      <p:sp>
        <p:nvSpPr>
          <p:cNvPr id="198" name="university_to_sues/sues200_satellite_to_uav_300m/visual/official_trapezoid_mAP/sd-line">
            <a:extLst xmlns:a="http://schemas.openxmlformats.org/drawingml/2006/main">
              <a:ext uri="{FF2B5EF4-FFF2-40B4-BE49-F238E27FC236}">
                <a16:creationId xmlns:a16="http://schemas.microsoft.com/office/drawing/2014/main" id="{6AC878CF-717B-405C-A4F9-054295CC3E85}"/>
              </a:ext>
            </a:extLst>
          </p:cNvPr>
          <p:cNvSpPr>
            <a:spLocks xmlns:a="http://schemas.openxmlformats.org/drawingml/2006/main" noGrp="1"/>
          </p:cNvSpPr>
          <p:nvPr/>
        </p:nvSpPr>
        <p:spPr>
          <a:xfrm xmlns:a="http://schemas.openxmlformats.org/drawingml/2006/main" flipV="0">
            <a:off x="3957584" y="5562600"/>
            <a:ext cx="18741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99" name="university_to_sues/sues200_satellite_to_uav_300m/visual/official_trapezoid_mAP/sd-cap-left">
            <a:extLst xmlns:a="http://schemas.openxmlformats.org/drawingml/2006/main">
              <a:ext uri="{FF2B5EF4-FFF2-40B4-BE49-F238E27FC236}">
                <a16:creationId xmlns:a16="http://schemas.microsoft.com/office/drawing/2014/main" id="{E9987401-3CDB-4B01-ADAE-5C345B71E023}"/>
              </a:ext>
            </a:extLst>
          </p:cNvPr>
          <p:cNvSpPr>
            <a:spLocks xmlns:a="http://schemas.openxmlformats.org/drawingml/2006/main" noGrp="1"/>
          </p:cNvSpPr>
          <p:nvPr/>
        </p:nvSpPr>
        <p:spPr>
          <a:xfrm xmlns:a="http://schemas.openxmlformats.org/drawingml/2006/main" flipV="0">
            <a:off x="3957584"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00" name="university_to_sues/sues200_satellite_to_uav_300m/visual/official_trapezoid_mAP/sd-cap-right">
            <a:extLst xmlns:a="http://schemas.openxmlformats.org/drawingml/2006/main">
              <a:ext uri="{FF2B5EF4-FFF2-40B4-BE49-F238E27FC236}">
                <a16:creationId xmlns:a16="http://schemas.microsoft.com/office/drawing/2014/main" id="{0F02DE28-ECBA-4B5F-81A2-B2D450ABAED5}"/>
              </a:ext>
            </a:extLst>
          </p:cNvPr>
          <p:cNvSpPr>
            <a:spLocks xmlns:a="http://schemas.openxmlformats.org/drawingml/2006/main" noGrp="1"/>
          </p:cNvSpPr>
          <p:nvPr/>
        </p:nvSpPr>
        <p:spPr>
          <a:xfrm xmlns:a="http://schemas.openxmlformats.org/drawingml/2006/main" flipV="0">
            <a:off x="4144994"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01" name="university_to_sues/sues200_satellite_to_uav_300m/visual/official_trapezoid_mAP/mean">
            <a:extLst xmlns:a="http://schemas.openxmlformats.org/drawingml/2006/main">
              <a:ext uri="{FF2B5EF4-FFF2-40B4-BE49-F238E27FC236}">
                <a16:creationId xmlns:a16="http://schemas.microsoft.com/office/drawing/2014/main" id="{C5214531-F626-4FFA-9595-834F1D64759A}"/>
              </a:ext>
            </a:extLst>
          </p:cNvPr>
          <p:cNvSpPr>
            <a:spLocks xmlns:a="http://schemas.openxmlformats.org/drawingml/2006/main" noGrp="1"/>
          </p:cNvSpPr>
          <p:nvPr/>
        </p:nvSpPr>
        <p:spPr>
          <a:xfrm xmlns:a="http://schemas.openxmlformats.org/drawingml/2006/main">
            <a:off x="4028429" y="5539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02" name="university_to_sues/sues200_satellite_to_uav_300m/visual/official_trapezoid_mAP/value">
            <a:extLst xmlns:a="http://schemas.openxmlformats.org/drawingml/2006/main">
              <a:ext uri="{FF2B5EF4-FFF2-40B4-BE49-F238E27FC236}">
                <a16:creationId xmlns:a16="http://schemas.microsoft.com/office/drawing/2014/main" id="{84EC84E6-D52B-4AFB-A15D-1D9303E26B1A}"/>
              </a:ext>
            </a:extLst>
          </p:cNvPr>
          <p:cNvSpPr>
            <a:spLocks xmlns:a="http://schemas.openxmlformats.org/drawingml/2006/main" noGrp="1"/>
          </p:cNvSpPr>
          <p:nvPr/>
        </p:nvSpPr>
        <p:spPr>
          <a:xfrm xmlns:a="http://schemas.openxmlformats.org/drawingml/2006/main">
            <a:off x="3543157" y="5608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24.482 ± 2.544</a:t>
            </a:r>
          </a:p>
        </p:txBody>
      </p:sp>
      <p:sp>
        <p:nvSpPr>
          <p:cNvPr id="203" name="university_to_sues/sues200_satellite_to_uav_300m/full/official_trapezoid_mAP/sd-line">
            <a:extLst xmlns:a="http://schemas.openxmlformats.org/drawingml/2006/main">
              <a:ext uri="{FF2B5EF4-FFF2-40B4-BE49-F238E27FC236}">
                <a16:creationId xmlns:a16="http://schemas.microsoft.com/office/drawing/2014/main" id="{7CC4F132-FE5B-479E-8275-BC9D75B18CC6}"/>
              </a:ext>
            </a:extLst>
          </p:cNvPr>
          <p:cNvSpPr>
            <a:spLocks xmlns:a="http://schemas.openxmlformats.org/drawingml/2006/main" noGrp="1"/>
          </p:cNvSpPr>
          <p:nvPr/>
        </p:nvSpPr>
        <p:spPr>
          <a:xfrm xmlns:a="http://schemas.openxmlformats.org/drawingml/2006/main" flipV="0">
            <a:off x="3742769" y="5816600"/>
            <a:ext cx="27341"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04" name="university_to_sues/sues200_satellite_to_uav_300m/full/official_trapezoid_mAP/sd-cap-left">
            <a:extLst xmlns:a="http://schemas.openxmlformats.org/drawingml/2006/main">
              <a:ext uri="{FF2B5EF4-FFF2-40B4-BE49-F238E27FC236}">
                <a16:creationId xmlns:a16="http://schemas.microsoft.com/office/drawing/2014/main" id="{57F0F13B-3DE1-459E-8E4B-A791F360D86C}"/>
              </a:ext>
            </a:extLst>
          </p:cNvPr>
          <p:cNvSpPr>
            <a:spLocks xmlns:a="http://schemas.openxmlformats.org/drawingml/2006/main" noGrp="1"/>
          </p:cNvSpPr>
          <p:nvPr/>
        </p:nvSpPr>
        <p:spPr>
          <a:xfrm xmlns:a="http://schemas.openxmlformats.org/drawingml/2006/main" flipV="0">
            <a:off x="3742769"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05" name="university_to_sues/sues200_satellite_to_uav_300m/full/official_trapezoid_mAP/sd-cap-right">
            <a:extLst xmlns:a="http://schemas.openxmlformats.org/drawingml/2006/main">
              <a:ext uri="{FF2B5EF4-FFF2-40B4-BE49-F238E27FC236}">
                <a16:creationId xmlns:a16="http://schemas.microsoft.com/office/drawing/2014/main" id="{F8D42517-54FC-4F18-B39E-F3380CDD8B18}"/>
              </a:ext>
            </a:extLst>
          </p:cNvPr>
          <p:cNvSpPr>
            <a:spLocks xmlns:a="http://schemas.openxmlformats.org/drawingml/2006/main" noGrp="1"/>
          </p:cNvSpPr>
          <p:nvPr/>
        </p:nvSpPr>
        <p:spPr>
          <a:xfrm xmlns:a="http://schemas.openxmlformats.org/drawingml/2006/main" flipV="0">
            <a:off x="3770110"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06" name="university_to_sues/sues200_satellite_to_uav_300m/full/official_trapezoid_mAP/mean">
            <a:extLst xmlns:a="http://schemas.openxmlformats.org/drawingml/2006/main">
              <a:ext uri="{FF2B5EF4-FFF2-40B4-BE49-F238E27FC236}">
                <a16:creationId xmlns:a16="http://schemas.microsoft.com/office/drawing/2014/main" id="{5524FBCC-896A-4675-929F-0BE4083895BC}"/>
              </a:ext>
            </a:extLst>
          </p:cNvPr>
          <p:cNvSpPr>
            <a:spLocks xmlns:a="http://schemas.openxmlformats.org/drawingml/2006/main" noGrp="1"/>
          </p:cNvSpPr>
          <p:nvPr/>
        </p:nvSpPr>
        <p:spPr>
          <a:xfrm xmlns:a="http://schemas.openxmlformats.org/drawingml/2006/main">
            <a:off x="3733579" y="5793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07" name="university_to_sues/sues200_satellite_to_uav_300m/full/official_trapezoid_mAP/value">
            <a:extLst xmlns:a="http://schemas.openxmlformats.org/drawingml/2006/main">
              <a:ext uri="{FF2B5EF4-FFF2-40B4-BE49-F238E27FC236}">
                <a16:creationId xmlns:a16="http://schemas.microsoft.com/office/drawing/2014/main" id="{88BA8A79-C573-42E7-92FC-1130F38B3CA4}"/>
              </a:ext>
            </a:extLst>
          </p:cNvPr>
          <p:cNvSpPr>
            <a:spLocks xmlns:a="http://schemas.openxmlformats.org/drawingml/2006/main" noGrp="1"/>
          </p:cNvSpPr>
          <p:nvPr/>
        </p:nvSpPr>
        <p:spPr>
          <a:xfrm xmlns:a="http://schemas.openxmlformats.org/drawingml/2006/main">
            <a:off x="3543157" y="5862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16.477 ± 0.371</a:t>
            </a:r>
          </a:p>
        </p:txBody>
      </p:sp>
      <p:sp>
        <p:nvSpPr>
          <p:cNvPr id="208" name="university_to_sues/MRR/heading">
            <a:extLst xmlns:a="http://schemas.openxmlformats.org/drawingml/2006/main">
              <a:ext uri="{FF2B5EF4-FFF2-40B4-BE49-F238E27FC236}">
                <a16:creationId xmlns:a16="http://schemas.microsoft.com/office/drawing/2014/main" id="{68B75CE9-E6F1-49E2-AB3F-40E1DC88E99C}"/>
              </a:ext>
            </a:extLst>
          </p:cNvPr>
          <p:cNvSpPr>
            <a:spLocks xmlns:a="http://schemas.openxmlformats.org/drawingml/2006/main" noGrp="1"/>
          </p:cNvSpPr>
          <p:nvPr/>
        </p:nvSpPr>
        <p:spPr>
          <a:xfrm xmlns:a="http://schemas.openxmlformats.org/drawingml/2006/main">
            <a:off x="5241782" y="898144"/>
            <a:ext cx="590836"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MRR × 100</a:t>
            </a:r>
          </a:p>
        </p:txBody>
      </p:sp>
      <p:sp>
        <p:nvSpPr>
          <p:cNvPr id="209" name="university_to_sues/MRR/grid/0">
            <a:extLst xmlns:a="http://schemas.openxmlformats.org/drawingml/2006/main">
              <a:ext uri="{FF2B5EF4-FFF2-40B4-BE49-F238E27FC236}">
                <a16:creationId xmlns:a16="http://schemas.microsoft.com/office/drawing/2014/main" id="{C9999666-4E92-4448-8326-3470E92FE43F}"/>
              </a:ext>
            </a:extLst>
          </p:cNvPr>
          <p:cNvSpPr>
            <a:spLocks xmlns:a="http://schemas.openxmlformats.org/drawingml/2006/main" noGrp="1"/>
          </p:cNvSpPr>
          <p:nvPr/>
        </p:nvSpPr>
        <p:spPr>
          <a:xfrm xmlns:a="http://schemas.openxmlformats.org/drawingml/2006/main" flipV="0">
            <a:off x="48006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0" name="university_to_sues/MRR/tick/0">
            <a:extLst xmlns:a="http://schemas.openxmlformats.org/drawingml/2006/main">
              <a:ext uri="{FF2B5EF4-FFF2-40B4-BE49-F238E27FC236}">
                <a16:creationId xmlns:a16="http://schemas.microsoft.com/office/drawing/2014/main" id="{7E149407-D6E5-487C-A0E0-6FC33FBA20FF}"/>
              </a:ext>
            </a:extLst>
          </p:cNvPr>
          <p:cNvSpPr>
            <a:spLocks xmlns:a="http://schemas.openxmlformats.org/drawingml/2006/main" noGrp="1"/>
          </p:cNvSpPr>
          <p:nvPr/>
        </p:nvSpPr>
        <p:spPr>
          <a:xfrm xmlns:a="http://schemas.openxmlformats.org/drawingml/2006/main" flipV="0">
            <a:off x="48006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11" name="university_to_sues/MRR/tick-label/0">
            <a:extLst xmlns:a="http://schemas.openxmlformats.org/drawingml/2006/main">
              <a:ext uri="{FF2B5EF4-FFF2-40B4-BE49-F238E27FC236}">
                <a16:creationId xmlns:a16="http://schemas.microsoft.com/office/drawing/2014/main" id="{41C47A82-8F22-45E5-97A3-A682E3B5F506}"/>
              </a:ext>
            </a:extLst>
          </p:cNvPr>
          <p:cNvSpPr>
            <a:spLocks xmlns:a="http://schemas.openxmlformats.org/drawingml/2006/main" noGrp="1"/>
          </p:cNvSpPr>
          <p:nvPr/>
        </p:nvSpPr>
        <p:spPr>
          <a:xfrm xmlns:a="http://schemas.openxmlformats.org/drawingml/2006/main">
            <a:off x="4767596" y="1189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212" name="university_to_sues/MRR/grid/10">
            <a:extLst xmlns:a="http://schemas.openxmlformats.org/drawingml/2006/main">
              <a:ext uri="{FF2B5EF4-FFF2-40B4-BE49-F238E27FC236}">
                <a16:creationId xmlns:a16="http://schemas.microsoft.com/office/drawing/2014/main" id="{F3B24B64-EF2A-4C23-B540-AB6ECFED37D5}"/>
              </a:ext>
            </a:extLst>
          </p:cNvPr>
          <p:cNvSpPr>
            <a:spLocks xmlns:a="http://schemas.openxmlformats.org/drawingml/2006/main" noGrp="1"/>
          </p:cNvSpPr>
          <p:nvPr/>
        </p:nvSpPr>
        <p:spPr>
          <a:xfrm xmlns:a="http://schemas.openxmlformats.org/drawingml/2006/main" flipV="0">
            <a:off x="509524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3" name="university_to_sues/MRR/tick/10">
            <a:extLst xmlns:a="http://schemas.openxmlformats.org/drawingml/2006/main">
              <a:ext uri="{FF2B5EF4-FFF2-40B4-BE49-F238E27FC236}">
                <a16:creationId xmlns:a16="http://schemas.microsoft.com/office/drawing/2014/main" id="{1C373FD9-9432-4C5B-BAA9-7EDD7EC172BD}"/>
              </a:ext>
            </a:extLst>
          </p:cNvPr>
          <p:cNvSpPr>
            <a:spLocks xmlns:a="http://schemas.openxmlformats.org/drawingml/2006/main" noGrp="1"/>
          </p:cNvSpPr>
          <p:nvPr/>
        </p:nvSpPr>
        <p:spPr>
          <a:xfrm xmlns:a="http://schemas.openxmlformats.org/drawingml/2006/main" flipV="0">
            <a:off x="509524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14" name="university_to_sues/MRR/tick-label/10">
            <a:extLst xmlns:a="http://schemas.openxmlformats.org/drawingml/2006/main">
              <a:ext uri="{FF2B5EF4-FFF2-40B4-BE49-F238E27FC236}">
                <a16:creationId xmlns:a16="http://schemas.microsoft.com/office/drawing/2014/main" id="{60B1FA4F-22F9-4A5F-B981-112FA54D1648}"/>
              </a:ext>
            </a:extLst>
          </p:cNvPr>
          <p:cNvSpPr>
            <a:spLocks xmlns:a="http://schemas.openxmlformats.org/drawingml/2006/main" noGrp="1"/>
          </p:cNvSpPr>
          <p:nvPr/>
        </p:nvSpPr>
        <p:spPr>
          <a:xfrm xmlns:a="http://schemas.openxmlformats.org/drawingml/2006/main">
            <a:off x="503404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a:t>
            </a:r>
          </a:p>
        </p:txBody>
      </p:sp>
      <p:sp>
        <p:nvSpPr>
          <p:cNvPr id="215" name="university_to_sues/MRR/grid/20">
            <a:extLst xmlns:a="http://schemas.openxmlformats.org/drawingml/2006/main">
              <a:ext uri="{FF2B5EF4-FFF2-40B4-BE49-F238E27FC236}">
                <a16:creationId xmlns:a16="http://schemas.microsoft.com/office/drawing/2014/main" id="{C7F652A3-F735-4B62-8980-C05EB709D979}"/>
              </a:ext>
            </a:extLst>
          </p:cNvPr>
          <p:cNvSpPr>
            <a:spLocks xmlns:a="http://schemas.openxmlformats.org/drawingml/2006/main" noGrp="1"/>
          </p:cNvSpPr>
          <p:nvPr/>
        </p:nvSpPr>
        <p:spPr>
          <a:xfrm xmlns:a="http://schemas.openxmlformats.org/drawingml/2006/main" flipV="0">
            <a:off x="538988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6" name="university_to_sues/MRR/tick/20">
            <a:extLst xmlns:a="http://schemas.openxmlformats.org/drawingml/2006/main">
              <a:ext uri="{FF2B5EF4-FFF2-40B4-BE49-F238E27FC236}">
                <a16:creationId xmlns:a16="http://schemas.microsoft.com/office/drawing/2014/main" id="{535501E1-A85B-4FEE-BD1C-B40887F64F38}"/>
              </a:ext>
            </a:extLst>
          </p:cNvPr>
          <p:cNvSpPr>
            <a:spLocks xmlns:a="http://schemas.openxmlformats.org/drawingml/2006/main" noGrp="1"/>
          </p:cNvSpPr>
          <p:nvPr/>
        </p:nvSpPr>
        <p:spPr>
          <a:xfrm xmlns:a="http://schemas.openxmlformats.org/drawingml/2006/main" flipV="0">
            <a:off x="538988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17" name="university_to_sues/MRR/tick-label/20">
            <a:extLst xmlns:a="http://schemas.openxmlformats.org/drawingml/2006/main">
              <a:ext uri="{FF2B5EF4-FFF2-40B4-BE49-F238E27FC236}">
                <a16:creationId xmlns:a16="http://schemas.microsoft.com/office/drawing/2014/main" id="{4F26CA34-545C-41C9-9F86-7440DF7D27B1}"/>
              </a:ext>
            </a:extLst>
          </p:cNvPr>
          <p:cNvSpPr>
            <a:spLocks xmlns:a="http://schemas.openxmlformats.org/drawingml/2006/main" noGrp="1"/>
          </p:cNvSpPr>
          <p:nvPr/>
        </p:nvSpPr>
        <p:spPr>
          <a:xfrm xmlns:a="http://schemas.openxmlformats.org/drawingml/2006/main">
            <a:off x="532868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218" name="university_to_sues/MRR/grid/30">
            <a:extLst xmlns:a="http://schemas.openxmlformats.org/drawingml/2006/main">
              <a:ext uri="{FF2B5EF4-FFF2-40B4-BE49-F238E27FC236}">
                <a16:creationId xmlns:a16="http://schemas.microsoft.com/office/drawing/2014/main" id="{E7748520-00AA-413B-986B-C0317B78F110}"/>
              </a:ext>
            </a:extLst>
          </p:cNvPr>
          <p:cNvSpPr>
            <a:spLocks xmlns:a="http://schemas.openxmlformats.org/drawingml/2006/main" noGrp="1"/>
          </p:cNvSpPr>
          <p:nvPr/>
        </p:nvSpPr>
        <p:spPr>
          <a:xfrm xmlns:a="http://schemas.openxmlformats.org/drawingml/2006/main" flipV="0">
            <a:off x="568452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19" name="university_to_sues/MRR/tick/30">
            <a:extLst xmlns:a="http://schemas.openxmlformats.org/drawingml/2006/main">
              <a:ext uri="{FF2B5EF4-FFF2-40B4-BE49-F238E27FC236}">
                <a16:creationId xmlns:a16="http://schemas.microsoft.com/office/drawing/2014/main" id="{BE9F2194-A755-49D7-AE64-2E9BF0F4C850}"/>
              </a:ext>
            </a:extLst>
          </p:cNvPr>
          <p:cNvSpPr>
            <a:spLocks xmlns:a="http://schemas.openxmlformats.org/drawingml/2006/main" noGrp="1"/>
          </p:cNvSpPr>
          <p:nvPr/>
        </p:nvSpPr>
        <p:spPr>
          <a:xfrm xmlns:a="http://schemas.openxmlformats.org/drawingml/2006/main" flipV="0">
            <a:off x="568452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0" name="university_to_sues/MRR/tick-label/30">
            <a:extLst xmlns:a="http://schemas.openxmlformats.org/drawingml/2006/main">
              <a:ext uri="{FF2B5EF4-FFF2-40B4-BE49-F238E27FC236}">
                <a16:creationId xmlns:a16="http://schemas.microsoft.com/office/drawing/2014/main" id="{820723F1-2053-401E-B27A-3EBB974D2A22}"/>
              </a:ext>
            </a:extLst>
          </p:cNvPr>
          <p:cNvSpPr>
            <a:spLocks xmlns:a="http://schemas.openxmlformats.org/drawingml/2006/main" noGrp="1"/>
          </p:cNvSpPr>
          <p:nvPr/>
        </p:nvSpPr>
        <p:spPr>
          <a:xfrm xmlns:a="http://schemas.openxmlformats.org/drawingml/2006/main">
            <a:off x="562332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a:t>
            </a:r>
          </a:p>
        </p:txBody>
      </p:sp>
      <p:sp>
        <p:nvSpPr>
          <p:cNvPr id="221" name="university_to_sues/MRR/grid/40">
            <a:extLst xmlns:a="http://schemas.openxmlformats.org/drawingml/2006/main">
              <a:ext uri="{FF2B5EF4-FFF2-40B4-BE49-F238E27FC236}">
                <a16:creationId xmlns:a16="http://schemas.microsoft.com/office/drawing/2014/main" id="{3EAC8457-9D0A-460F-8EA1-D0A94C6840BF}"/>
              </a:ext>
            </a:extLst>
          </p:cNvPr>
          <p:cNvSpPr>
            <a:spLocks xmlns:a="http://schemas.openxmlformats.org/drawingml/2006/main" noGrp="1"/>
          </p:cNvSpPr>
          <p:nvPr/>
        </p:nvSpPr>
        <p:spPr>
          <a:xfrm xmlns:a="http://schemas.openxmlformats.org/drawingml/2006/main" flipV="0">
            <a:off x="597916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22" name="university_to_sues/MRR/tick/40">
            <a:extLst xmlns:a="http://schemas.openxmlformats.org/drawingml/2006/main">
              <a:ext uri="{FF2B5EF4-FFF2-40B4-BE49-F238E27FC236}">
                <a16:creationId xmlns:a16="http://schemas.microsoft.com/office/drawing/2014/main" id="{FFF80FF7-A0DF-4534-A838-3CB20C913634}"/>
              </a:ext>
            </a:extLst>
          </p:cNvPr>
          <p:cNvSpPr>
            <a:spLocks xmlns:a="http://schemas.openxmlformats.org/drawingml/2006/main" noGrp="1"/>
          </p:cNvSpPr>
          <p:nvPr/>
        </p:nvSpPr>
        <p:spPr>
          <a:xfrm xmlns:a="http://schemas.openxmlformats.org/drawingml/2006/main" flipV="0">
            <a:off x="597916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3" name="university_to_sues/MRR/tick-label/40">
            <a:extLst xmlns:a="http://schemas.openxmlformats.org/drawingml/2006/main">
              <a:ext uri="{FF2B5EF4-FFF2-40B4-BE49-F238E27FC236}">
                <a16:creationId xmlns:a16="http://schemas.microsoft.com/office/drawing/2014/main" id="{4FBC7F3F-9B53-42CB-A1CB-390C97A00BEB}"/>
              </a:ext>
            </a:extLst>
          </p:cNvPr>
          <p:cNvSpPr>
            <a:spLocks xmlns:a="http://schemas.openxmlformats.org/drawingml/2006/main" noGrp="1"/>
          </p:cNvSpPr>
          <p:nvPr/>
        </p:nvSpPr>
        <p:spPr>
          <a:xfrm xmlns:a="http://schemas.openxmlformats.org/drawingml/2006/main">
            <a:off x="591796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224" name="university_to_sues/MRR/grid/50">
            <a:extLst xmlns:a="http://schemas.openxmlformats.org/drawingml/2006/main">
              <a:ext uri="{FF2B5EF4-FFF2-40B4-BE49-F238E27FC236}">
                <a16:creationId xmlns:a16="http://schemas.microsoft.com/office/drawing/2014/main" id="{4FC038CF-3EAD-4BC3-8E8B-8942AF8E88A4}"/>
              </a:ext>
            </a:extLst>
          </p:cNvPr>
          <p:cNvSpPr>
            <a:spLocks xmlns:a="http://schemas.openxmlformats.org/drawingml/2006/main" noGrp="1"/>
          </p:cNvSpPr>
          <p:nvPr/>
        </p:nvSpPr>
        <p:spPr>
          <a:xfrm xmlns:a="http://schemas.openxmlformats.org/drawingml/2006/main" flipV="0">
            <a:off x="6273800" y="1320800"/>
            <a:ext cx="0" cy="4787900"/>
          </a:xfrm>
          <a:prstGeom xmlns:a="http://schemas.openxmlformats.org/drawingml/2006/main" prst="line">
            <a:avLst/>
          </a:prstGeom>
          <a:noFill xmlns:a="http://schemas.openxmlformats.org/drawingml/2006/main"/>
          <a:ln xmlns:a="http://schemas.openxmlformats.org/drawingml/2006/main" w="5080">
            <a:solidFill>
              <a:srgbClr val="E4E8ED"/>
            </a:solidFill>
          </a:ln>
        </p:spPr>
      </p:sp>
      <p:sp>
        <p:nvSpPr>
          <p:cNvPr id="225" name="university_to_sues/MRR/tick/50">
            <a:extLst xmlns:a="http://schemas.openxmlformats.org/drawingml/2006/main">
              <a:ext uri="{FF2B5EF4-FFF2-40B4-BE49-F238E27FC236}">
                <a16:creationId xmlns:a16="http://schemas.microsoft.com/office/drawing/2014/main" id="{8003ED07-806B-4A4A-A68F-9002228AB875}"/>
              </a:ext>
            </a:extLst>
          </p:cNvPr>
          <p:cNvSpPr>
            <a:spLocks xmlns:a="http://schemas.openxmlformats.org/drawingml/2006/main" noGrp="1"/>
          </p:cNvSpPr>
          <p:nvPr/>
        </p:nvSpPr>
        <p:spPr>
          <a:xfrm xmlns:a="http://schemas.openxmlformats.org/drawingml/2006/main" flipV="0">
            <a:off x="6273800" y="1295400"/>
            <a:ext cx="0" cy="254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6" name="university_to_sues/MRR/tick-label/50">
            <a:extLst xmlns:a="http://schemas.openxmlformats.org/drawingml/2006/main">
              <a:ext uri="{FF2B5EF4-FFF2-40B4-BE49-F238E27FC236}">
                <a16:creationId xmlns:a16="http://schemas.microsoft.com/office/drawing/2014/main" id="{EBEDA470-618D-4418-B923-4D0DDC0E829A}"/>
              </a:ext>
            </a:extLst>
          </p:cNvPr>
          <p:cNvSpPr>
            <a:spLocks xmlns:a="http://schemas.openxmlformats.org/drawingml/2006/main" noGrp="1"/>
          </p:cNvSpPr>
          <p:nvPr/>
        </p:nvSpPr>
        <p:spPr>
          <a:xfrm xmlns:a="http://schemas.openxmlformats.org/drawingml/2006/main">
            <a:off x="6212602" y="1189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27" name="university_to_sues/MRR/axis">
            <a:extLst xmlns:a="http://schemas.openxmlformats.org/drawingml/2006/main">
              <a:ext uri="{FF2B5EF4-FFF2-40B4-BE49-F238E27FC236}">
                <a16:creationId xmlns:a16="http://schemas.microsoft.com/office/drawing/2014/main" id="{8CE8670F-5EB9-46DE-B5AD-A081E2D09C6F}"/>
              </a:ext>
            </a:extLst>
          </p:cNvPr>
          <p:cNvSpPr>
            <a:spLocks xmlns:a="http://schemas.openxmlformats.org/drawingml/2006/main" noGrp="1"/>
          </p:cNvSpPr>
          <p:nvPr/>
        </p:nvSpPr>
        <p:spPr>
          <a:xfrm xmlns:a="http://schemas.openxmlformats.org/drawingml/2006/main" flipV="0">
            <a:off x="4800600" y="1320800"/>
            <a:ext cx="1473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28" name="university_to_sues/sues200_uav_150m_to_satellite/visual/MRR/sd-line">
            <a:extLst xmlns:a="http://schemas.openxmlformats.org/drawingml/2006/main">
              <a:ext uri="{FF2B5EF4-FFF2-40B4-BE49-F238E27FC236}">
                <a16:creationId xmlns:a16="http://schemas.microsoft.com/office/drawing/2014/main" id="{F183E3E9-F022-4321-AA5D-F766B6E50E68}"/>
              </a:ext>
            </a:extLst>
          </p:cNvPr>
          <p:cNvSpPr>
            <a:spLocks xmlns:a="http://schemas.openxmlformats.org/drawingml/2006/main" noGrp="1"/>
          </p:cNvSpPr>
          <p:nvPr/>
        </p:nvSpPr>
        <p:spPr>
          <a:xfrm xmlns:a="http://schemas.openxmlformats.org/drawingml/2006/main" flipV="0">
            <a:off x="5608924" y="1473200"/>
            <a:ext cx="147170"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29" name="university_to_sues/sues200_uav_150m_to_satellite/visual/MRR/sd-cap-left">
            <a:extLst xmlns:a="http://schemas.openxmlformats.org/drawingml/2006/main">
              <a:ext uri="{FF2B5EF4-FFF2-40B4-BE49-F238E27FC236}">
                <a16:creationId xmlns:a16="http://schemas.microsoft.com/office/drawing/2014/main" id="{D5F6754A-B76E-4A5B-A898-83A536C7311D}"/>
              </a:ext>
            </a:extLst>
          </p:cNvPr>
          <p:cNvSpPr>
            <a:spLocks xmlns:a="http://schemas.openxmlformats.org/drawingml/2006/main" noGrp="1"/>
          </p:cNvSpPr>
          <p:nvPr/>
        </p:nvSpPr>
        <p:spPr>
          <a:xfrm xmlns:a="http://schemas.openxmlformats.org/drawingml/2006/main" flipV="0">
            <a:off x="5608924"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30" name="university_to_sues/sues200_uav_150m_to_satellite/visual/MRR/sd-cap-right">
            <a:extLst xmlns:a="http://schemas.openxmlformats.org/drawingml/2006/main">
              <a:ext uri="{FF2B5EF4-FFF2-40B4-BE49-F238E27FC236}">
                <a16:creationId xmlns:a16="http://schemas.microsoft.com/office/drawing/2014/main" id="{743A900A-7D4F-4609-97CC-749C8A870063}"/>
              </a:ext>
            </a:extLst>
          </p:cNvPr>
          <p:cNvSpPr>
            <a:spLocks xmlns:a="http://schemas.openxmlformats.org/drawingml/2006/main" noGrp="1"/>
          </p:cNvSpPr>
          <p:nvPr/>
        </p:nvSpPr>
        <p:spPr>
          <a:xfrm xmlns:a="http://schemas.openxmlformats.org/drawingml/2006/main" flipV="0">
            <a:off x="5756094" y="1446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31" name="university_to_sues/sues200_uav_150m_to_satellite/visual/MRR/mean">
            <a:extLst xmlns:a="http://schemas.openxmlformats.org/drawingml/2006/main">
              <a:ext uri="{FF2B5EF4-FFF2-40B4-BE49-F238E27FC236}">
                <a16:creationId xmlns:a16="http://schemas.microsoft.com/office/drawing/2014/main" id="{5E4F0BA8-552F-4A52-AE2A-3516D64600AB}"/>
              </a:ext>
            </a:extLst>
          </p:cNvPr>
          <p:cNvSpPr>
            <a:spLocks xmlns:a="http://schemas.openxmlformats.org/drawingml/2006/main" noGrp="1"/>
          </p:cNvSpPr>
          <p:nvPr/>
        </p:nvSpPr>
        <p:spPr>
          <a:xfrm xmlns:a="http://schemas.openxmlformats.org/drawingml/2006/main">
            <a:off x="5659649" y="1450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32" name="university_to_sues/sues200_uav_150m_to_satellite/visual/MRR/value">
            <a:extLst xmlns:a="http://schemas.openxmlformats.org/drawingml/2006/main">
              <a:ext uri="{FF2B5EF4-FFF2-40B4-BE49-F238E27FC236}">
                <a16:creationId xmlns:a16="http://schemas.microsoft.com/office/drawing/2014/main" id="{B5AF0043-B037-4134-AE22-9C8F81800E5F}"/>
              </a:ext>
            </a:extLst>
          </p:cNvPr>
          <p:cNvSpPr>
            <a:spLocks xmlns:a="http://schemas.openxmlformats.org/drawingml/2006/main" noGrp="1"/>
          </p:cNvSpPr>
          <p:nvPr/>
        </p:nvSpPr>
        <p:spPr>
          <a:xfrm xmlns:a="http://schemas.openxmlformats.org/drawingml/2006/main">
            <a:off x="5194157" y="1519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29.932 ± 2.497</a:t>
            </a:r>
          </a:p>
        </p:txBody>
      </p:sp>
      <p:sp>
        <p:nvSpPr>
          <p:cNvPr id="233" name="university_to_sues/sues200_uav_150m_to_satellite/full/MRR/sd-line">
            <a:extLst xmlns:a="http://schemas.openxmlformats.org/drawingml/2006/main">
              <a:ext uri="{FF2B5EF4-FFF2-40B4-BE49-F238E27FC236}">
                <a16:creationId xmlns:a16="http://schemas.microsoft.com/office/drawing/2014/main" id="{ADDD6D7D-B2BB-47D9-B5EB-CF36F8883EB3}"/>
              </a:ext>
            </a:extLst>
          </p:cNvPr>
          <p:cNvSpPr>
            <a:spLocks xmlns:a="http://schemas.openxmlformats.org/drawingml/2006/main" noGrp="1"/>
          </p:cNvSpPr>
          <p:nvPr/>
        </p:nvSpPr>
        <p:spPr>
          <a:xfrm xmlns:a="http://schemas.openxmlformats.org/drawingml/2006/main" flipV="0">
            <a:off x="5509606" y="1727200"/>
            <a:ext cx="39079"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34" name="university_to_sues/sues200_uav_150m_to_satellite/full/MRR/sd-cap-left">
            <a:extLst xmlns:a="http://schemas.openxmlformats.org/drawingml/2006/main">
              <a:ext uri="{FF2B5EF4-FFF2-40B4-BE49-F238E27FC236}">
                <a16:creationId xmlns:a16="http://schemas.microsoft.com/office/drawing/2014/main" id="{9457130D-FD2C-47AF-B8F7-6C40DD19B489}"/>
              </a:ext>
            </a:extLst>
          </p:cNvPr>
          <p:cNvSpPr>
            <a:spLocks xmlns:a="http://schemas.openxmlformats.org/drawingml/2006/main" noGrp="1"/>
          </p:cNvSpPr>
          <p:nvPr/>
        </p:nvSpPr>
        <p:spPr>
          <a:xfrm xmlns:a="http://schemas.openxmlformats.org/drawingml/2006/main" flipV="0">
            <a:off x="5509606"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35" name="university_to_sues/sues200_uav_150m_to_satellite/full/MRR/sd-cap-right">
            <a:extLst xmlns:a="http://schemas.openxmlformats.org/drawingml/2006/main">
              <a:ext uri="{FF2B5EF4-FFF2-40B4-BE49-F238E27FC236}">
                <a16:creationId xmlns:a16="http://schemas.microsoft.com/office/drawing/2014/main" id="{4EDF8FC0-DE5E-424E-A113-DA2747F1C25C}"/>
              </a:ext>
            </a:extLst>
          </p:cNvPr>
          <p:cNvSpPr>
            <a:spLocks xmlns:a="http://schemas.openxmlformats.org/drawingml/2006/main" noGrp="1"/>
          </p:cNvSpPr>
          <p:nvPr/>
        </p:nvSpPr>
        <p:spPr>
          <a:xfrm xmlns:a="http://schemas.openxmlformats.org/drawingml/2006/main" flipV="0">
            <a:off x="5548686" y="1700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36" name="university_to_sues/sues200_uav_150m_to_satellite/full/MRR/mean">
            <a:extLst xmlns:a="http://schemas.openxmlformats.org/drawingml/2006/main">
              <a:ext uri="{FF2B5EF4-FFF2-40B4-BE49-F238E27FC236}">
                <a16:creationId xmlns:a16="http://schemas.microsoft.com/office/drawing/2014/main" id="{53AC7CA1-4A7A-44FD-A712-3138B281074B}"/>
              </a:ext>
            </a:extLst>
          </p:cNvPr>
          <p:cNvSpPr>
            <a:spLocks xmlns:a="http://schemas.openxmlformats.org/drawingml/2006/main" noGrp="1"/>
          </p:cNvSpPr>
          <p:nvPr/>
        </p:nvSpPr>
        <p:spPr>
          <a:xfrm xmlns:a="http://schemas.openxmlformats.org/drawingml/2006/main">
            <a:off x="5506286" y="1704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37" name="university_to_sues/sues200_uav_150m_to_satellite/full/MRR/value">
            <a:extLst xmlns:a="http://schemas.openxmlformats.org/drawingml/2006/main">
              <a:ext uri="{FF2B5EF4-FFF2-40B4-BE49-F238E27FC236}">
                <a16:creationId xmlns:a16="http://schemas.microsoft.com/office/drawing/2014/main" id="{E9511FE2-A781-481B-B9BF-D2B943F6817A}"/>
              </a:ext>
            </a:extLst>
          </p:cNvPr>
          <p:cNvSpPr>
            <a:spLocks xmlns:a="http://schemas.openxmlformats.org/drawingml/2006/main" noGrp="1"/>
          </p:cNvSpPr>
          <p:nvPr/>
        </p:nvSpPr>
        <p:spPr>
          <a:xfrm xmlns:a="http://schemas.openxmlformats.org/drawingml/2006/main">
            <a:off x="5194157" y="1773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24.727 ± 0.663</a:t>
            </a:r>
          </a:p>
        </p:txBody>
      </p:sp>
      <p:sp>
        <p:nvSpPr>
          <p:cNvPr id="238" name="university_to_sues/sues200_satellite_to_uav_150m/visual/MRR/sd-line">
            <a:extLst xmlns:a="http://schemas.openxmlformats.org/drawingml/2006/main">
              <a:ext uri="{FF2B5EF4-FFF2-40B4-BE49-F238E27FC236}">
                <a16:creationId xmlns:a16="http://schemas.microsoft.com/office/drawing/2014/main" id="{EC3690A3-5943-46B6-8B77-EC2720004986}"/>
              </a:ext>
            </a:extLst>
          </p:cNvPr>
          <p:cNvSpPr>
            <a:spLocks xmlns:a="http://schemas.openxmlformats.org/drawingml/2006/main" noGrp="1"/>
          </p:cNvSpPr>
          <p:nvPr/>
        </p:nvSpPr>
        <p:spPr>
          <a:xfrm xmlns:a="http://schemas.openxmlformats.org/drawingml/2006/main" flipV="0">
            <a:off x="5435677" y="2057400"/>
            <a:ext cx="226806"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39" name="university_to_sues/sues200_satellite_to_uav_150m/visual/MRR/sd-cap-left">
            <a:extLst xmlns:a="http://schemas.openxmlformats.org/drawingml/2006/main">
              <a:ext uri="{FF2B5EF4-FFF2-40B4-BE49-F238E27FC236}">
                <a16:creationId xmlns:a16="http://schemas.microsoft.com/office/drawing/2014/main" id="{BAD37E91-A358-495D-9313-C5F4F157493D}"/>
              </a:ext>
            </a:extLst>
          </p:cNvPr>
          <p:cNvSpPr>
            <a:spLocks xmlns:a="http://schemas.openxmlformats.org/drawingml/2006/main" noGrp="1"/>
          </p:cNvSpPr>
          <p:nvPr/>
        </p:nvSpPr>
        <p:spPr>
          <a:xfrm xmlns:a="http://schemas.openxmlformats.org/drawingml/2006/main" flipV="0">
            <a:off x="5435677"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40" name="university_to_sues/sues200_satellite_to_uav_150m/visual/MRR/sd-cap-right">
            <a:extLst xmlns:a="http://schemas.openxmlformats.org/drawingml/2006/main">
              <a:ext uri="{FF2B5EF4-FFF2-40B4-BE49-F238E27FC236}">
                <a16:creationId xmlns:a16="http://schemas.microsoft.com/office/drawing/2014/main" id="{569BBC1C-2AA6-4746-BD1B-F5C76CE38134}"/>
              </a:ext>
            </a:extLst>
          </p:cNvPr>
          <p:cNvSpPr>
            <a:spLocks xmlns:a="http://schemas.openxmlformats.org/drawingml/2006/main" noGrp="1"/>
          </p:cNvSpPr>
          <p:nvPr/>
        </p:nvSpPr>
        <p:spPr>
          <a:xfrm xmlns:a="http://schemas.openxmlformats.org/drawingml/2006/main" flipV="0">
            <a:off x="5662483" y="2030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41" name="university_to_sues/sues200_satellite_to_uav_150m/visual/MRR/mean">
            <a:extLst xmlns:a="http://schemas.openxmlformats.org/drawingml/2006/main">
              <a:ext uri="{FF2B5EF4-FFF2-40B4-BE49-F238E27FC236}">
                <a16:creationId xmlns:a16="http://schemas.microsoft.com/office/drawing/2014/main" id="{7921A214-C3C7-4FFA-BC48-10E0662162B9}"/>
              </a:ext>
            </a:extLst>
          </p:cNvPr>
          <p:cNvSpPr>
            <a:spLocks xmlns:a="http://schemas.openxmlformats.org/drawingml/2006/main" noGrp="1"/>
          </p:cNvSpPr>
          <p:nvPr/>
        </p:nvSpPr>
        <p:spPr>
          <a:xfrm xmlns:a="http://schemas.openxmlformats.org/drawingml/2006/main">
            <a:off x="5526220" y="2034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42" name="university_to_sues/sues200_satellite_to_uav_150m/visual/MRR/value">
            <a:extLst xmlns:a="http://schemas.openxmlformats.org/drawingml/2006/main">
              <a:ext uri="{FF2B5EF4-FFF2-40B4-BE49-F238E27FC236}">
                <a16:creationId xmlns:a16="http://schemas.microsoft.com/office/drawing/2014/main" id="{8729FDF2-3C0B-4F0D-B0B3-DE6F72722E67}"/>
              </a:ext>
            </a:extLst>
          </p:cNvPr>
          <p:cNvSpPr>
            <a:spLocks xmlns:a="http://schemas.openxmlformats.org/drawingml/2006/main" noGrp="1"/>
          </p:cNvSpPr>
          <p:nvPr/>
        </p:nvSpPr>
        <p:spPr>
          <a:xfrm xmlns:a="http://schemas.openxmlformats.org/drawingml/2006/main">
            <a:off x="5194157" y="2103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25.403 ± 3.849</a:t>
            </a:r>
          </a:p>
        </p:txBody>
      </p:sp>
      <p:sp>
        <p:nvSpPr>
          <p:cNvPr id="243" name="university_to_sues/sues200_satellite_to_uav_150m/full/MRR/sd-line">
            <a:extLst xmlns:a="http://schemas.openxmlformats.org/drawingml/2006/main">
              <a:ext uri="{FF2B5EF4-FFF2-40B4-BE49-F238E27FC236}">
                <a16:creationId xmlns:a16="http://schemas.microsoft.com/office/drawing/2014/main" id="{5E82624C-7D60-42D3-AC32-FEB162A0EDBA}"/>
              </a:ext>
            </a:extLst>
          </p:cNvPr>
          <p:cNvSpPr>
            <a:spLocks xmlns:a="http://schemas.openxmlformats.org/drawingml/2006/main" noGrp="1"/>
          </p:cNvSpPr>
          <p:nvPr/>
        </p:nvSpPr>
        <p:spPr>
          <a:xfrm xmlns:a="http://schemas.openxmlformats.org/drawingml/2006/main" flipV="0">
            <a:off x="5283618" y="2311400"/>
            <a:ext cx="123405"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44" name="university_to_sues/sues200_satellite_to_uav_150m/full/MRR/sd-cap-left">
            <a:extLst xmlns:a="http://schemas.openxmlformats.org/drawingml/2006/main">
              <a:ext uri="{FF2B5EF4-FFF2-40B4-BE49-F238E27FC236}">
                <a16:creationId xmlns:a16="http://schemas.microsoft.com/office/drawing/2014/main" id="{FA430678-E762-4EC1-A633-96C9FADD3495}"/>
              </a:ext>
            </a:extLst>
          </p:cNvPr>
          <p:cNvSpPr>
            <a:spLocks xmlns:a="http://schemas.openxmlformats.org/drawingml/2006/main" noGrp="1"/>
          </p:cNvSpPr>
          <p:nvPr/>
        </p:nvSpPr>
        <p:spPr>
          <a:xfrm xmlns:a="http://schemas.openxmlformats.org/drawingml/2006/main" flipV="0">
            <a:off x="5283618"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45" name="university_to_sues/sues200_satellite_to_uav_150m/full/MRR/sd-cap-right">
            <a:extLst xmlns:a="http://schemas.openxmlformats.org/drawingml/2006/main">
              <a:ext uri="{FF2B5EF4-FFF2-40B4-BE49-F238E27FC236}">
                <a16:creationId xmlns:a16="http://schemas.microsoft.com/office/drawing/2014/main" id="{B418D09C-ACFE-4ADE-B369-37A73A0FE099}"/>
              </a:ext>
            </a:extLst>
          </p:cNvPr>
          <p:cNvSpPr>
            <a:spLocks xmlns:a="http://schemas.openxmlformats.org/drawingml/2006/main" noGrp="1"/>
          </p:cNvSpPr>
          <p:nvPr/>
        </p:nvSpPr>
        <p:spPr>
          <a:xfrm xmlns:a="http://schemas.openxmlformats.org/drawingml/2006/main" flipV="0">
            <a:off x="5407023" y="2284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46" name="university_to_sues/sues200_satellite_to_uav_150m/full/MRR/mean">
            <a:extLst xmlns:a="http://schemas.openxmlformats.org/drawingml/2006/main">
              <a:ext uri="{FF2B5EF4-FFF2-40B4-BE49-F238E27FC236}">
                <a16:creationId xmlns:a16="http://schemas.microsoft.com/office/drawing/2014/main" id="{BA2F377C-3BFF-4DCC-AE97-E25C97A167BB}"/>
              </a:ext>
            </a:extLst>
          </p:cNvPr>
          <p:cNvSpPr>
            <a:spLocks xmlns:a="http://schemas.openxmlformats.org/drawingml/2006/main" noGrp="1"/>
          </p:cNvSpPr>
          <p:nvPr/>
        </p:nvSpPr>
        <p:spPr>
          <a:xfrm xmlns:a="http://schemas.openxmlformats.org/drawingml/2006/main">
            <a:off x="5322460" y="2288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47" name="university_to_sues/sues200_satellite_to_uav_150m/full/MRR/value">
            <a:extLst xmlns:a="http://schemas.openxmlformats.org/drawingml/2006/main">
              <a:ext uri="{FF2B5EF4-FFF2-40B4-BE49-F238E27FC236}">
                <a16:creationId xmlns:a16="http://schemas.microsoft.com/office/drawing/2014/main" id="{E7D72BEE-8E0E-4002-93DF-64D0915BB098}"/>
              </a:ext>
            </a:extLst>
          </p:cNvPr>
          <p:cNvSpPr>
            <a:spLocks xmlns:a="http://schemas.openxmlformats.org/drawingml/2006/main" noGrp="1"/>
          </p:cNvSpPr>
          <p:nvPr/>
        </p:nvSpPr>
        <p:spPr>
          <a:xfrm xmlns:a="http://schemas.openxmlformats.org/drawingml/2006/main">
            <a:off x="5194157" y="2357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18.488 ± 2.094</a:t>
            </a:r>
          </a:p>
        </p:txBody>
      </p:sp>
      <p:sp>
        <p:nvSpPr>
          <p:cNvPr id="248" name="university_to_sues/sues200_uav_200m_to_satellite/visual/MRR/sd-line">
            <a:extLst xmlns:a="http://schemas.openxmlformats.org/drawingml/2006/main">
              <a:ext uri="{FF2B5EF4-FFF2-40B4-BE49-F238E27FC236}">
                <a16:creationId xmlns:a16="http://schemas.microsoft.com/office/drawing/2014/main" id="{7AFFA7E2-CA13-47DE-A943-23EF829C6A76}"/>
              </a:ext>
            </a:extLst>
          </p:cNvPr>
          <p:cNvSpPr>
            <a:spLocks xmlns:a="http://schemas.openxmlformats.org/drawingml/2006/main" noGrp="1"/>
          </p:cNvSpPr>
          <p:nvPr/>
        </p:nvSpPr>
        <p:spPr>
          <a:xfrm xmlns:a="http://schemas.openxmlformats.org/drawingml/2006/main" flipV="0">
            <a:off x="5752566" y="2641600"/>
            <a:ext cx="169909"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49" name="university_to_sues/sues200_uav_200m_to_satellite/visual/MRR/sd-cap-left">
            <a:extLst xmlns:a="http://schemas.openxmlformats.org/drawingml/2006/main">
              <a:ext uri="{FF2B5EF4-FFF2-40B4-BE49-F238E27FC236}">
                <a16:creationId xmlns:a16="http://schemas.microsoft.com/office/drawing/2014/main" id="{AD90C49E-B5C5-4DBD-83D3-B3DCFFA7FF82}"/>
              </a:ext>
            </a:extLst>
          </p:cNvPr>
          <p:cNvSpPr>
            <a:spLocks xmlns:a="http://schemas.openxmlformats.org/drawingml/2006/main" noGrp="1"/>
          </p:cNvSpPr>
          <p:nvPr/>
        </p:nvSpPr>
        <p:spPr>
          <a:xfrm xmlns:a="http://schemas.openxmlformats.org/drawingml/2006/main" flipV="0">
            <a:off x="5752566"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50" name="university_to_sues/sues200_uav_200m_to_satellite/visual/MRR/sd-cap-right">
            <a:extLst xmlns:a="http://schemas.openxmlformats.org/drawingml/2006/main">
              <a:ext uri="{FF2B5EF4-FFF2-40B4-BE49-F238E27FC236}">
                <a16:creationId xmlns:a16="http://schemas.microsoft.com/office/drawing/2014/main" id="{DE694B08-B99B-45DD-AB1E-21F08A7B1DCA}"/>
              </a:ext>
            </a:extLst>
          </p:cNvPr>
          <p:cNvSpPr>
            <a:spLocks xmlns:a="http://schemas.openxmlformats.org/drawingml/2006/main" noGrp="1"/>
          </p:cNvSpPr>
          <p:nvPr/>
        </p:nvSpPr>
        <p:spPr>
          <a:xfrm xmlns:a="http://schemas.openxmlformats.org/drawingml/2006/main" flipV="0">
            <a:off x="5922476" y="2614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51" name="university_to_sues/sues200_uav_200m_to_satellite/visual/MRR/mean">
            <a:extLst xmlns:a="http://schemas.openxmlformats.org/drawingml/2006/main">
              <a:ext uri="{FF2B5EF4-FFF2-40B4-BE49-F238E27FC236}">
                <a16:creationId xmlns:a16="http://schemas.microsoft.com/office/drawing/2014/main" id="{E022D65A-FA0B-4632-B772-3AE88B967DE3}"/>
              </a:ext>
            </a:extLst>
          </p:cNvPr>
          <p:cNvSpPr>
            <a:spLocks xmlns:a="http://schemas.openxmlformats.org/drawingml/2006/main" noGrp="1"/>
          </p:cNvSpPr>
          <p:nvPr/>
        </p:nvSpPr>
        <p:spPr>
          <a:xfrm xmlns:a="http://schemas.openxmlformats.org/drawingml/2006/main">
            <a:off x="5814661" y="2618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52" name="university_to_sues/sues200_uav_200m_to_satellite/visual/MRR/value">
            <a:extLst xmlns:a="http://schemas.openxmlformats.org/drawingml/2006/main">
              <a:ext uri="{FF2B5EF4-FFF2-40B4-BE49-F238E27FC236}">
                <a16:creationId xmlns:a16="http://schemas.microsoft.com/office/drawing/2014/main" id="{1AAA99B7-E886-42A4-A5AD-5794AF6B9C4C}"/>
              </a:ext>
            </a:extLst>
          </p:cNvPr>
          <p:cNvSpPr>
            <a:spLocks xmlns:a="http://schemas.openxmlformats.org/drawingml/2006/main" noGrp="1"/>
          </p:cNvSpPr>
          <p:nvPr/>
        </p:nvSpPr>
        <p:spPr>
          <a:xfrm xmlns:a="http://schemas.openxmlformats.org/drawingml/2006/main">
            <a:off x="5194157" y="2687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35.193 ± 2.883</a:t>
            </a:r>
          </a:p>
        </p:txBody>
      </p:sp>
      <p:sp>
        <p:nvSpPr>
          <p:cNvPr id="253" name="university_to_sues/sues200_uav_200m_to_satellite/full/MRR/sd-line">
            <a:extLst xmlns:a="http://schemas.openxmlformats.org/drawingml/2006/main">
              <a:ext uri="{FF2B5EF4-FFF2-40B4-BE49-F238E27FC236}">
                <a16:creationId xmlns:a16="http://schemas.microsoft.com/office/drawing/2014/main" id="{34EC3AA4-8988-4D9B-9D76-DB3B8C09C850}"/>
              </a:ext>
            </a:extLst>
          </p:cNvPr>
          <p:cNvSpPr>
            <a:spLocks xmlns:a="http://schemas.openxmlformats.org/drawingml/2006/main" noGrp="1"/>
          </p:cNvSpPr>
          <p:nvPr/>
        </p:nvSpPr>
        <p:spPr>
          <a:xfrm xmlns:a="http://schemas.openxmlformats.org/drawingml/2006/main" flipV="0">
            <a:off x="5582059" y="2895600"/>
            <a:ext cx="38910"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54" name="university_to_sues/sues200_uav_200m_to_satellite/full/MRR/sd-cap-left">
            <a:extLst xmlns:a="http://schemas.openxmlformats.org/drawingml/2006/main">
              <a:ext uri="{FF2B5EF4-FFF2-40B4-BE49-F238E27FC236}">
                <a16:creationId xmlns:a16="http://schemas.microsoft.com/office/drawing/2014/main" id="{6E882FC2-1281-48D2-ACF8-002B15DEFC14}"/>
              </a:ext>
            </a:extLst>
          </p:cNvPr>
          <p:cNvSpPr>
            <a:spLocks xmlns:a="http://schemas.openxmlformats.org/drawingml/2006/main" noGrp="1"/>
          </p:cNvSpPr>
          <p:nvPr/>
        </p:nvSpPr>
        <p:spPr>
          <a:xfrm xmlns:a="http://schemas.openxmlformats.org/drawingml/2006/main" flipV="0">
            <a:off x="5582059"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55" name="university_to_sues/sues200_uav_200m_to_satellite/full/MRR/sd-cap-right">
            <a:extLst xmlns:a="http://schemas.openxmlformats.org/drawingml/2006/main">
              <a:ext uri="{FF2B5EF4-FFF2-40B4-BE49-F238E27FC236}">
                <a16:creationId xmlns:a16="http://schemas.microsoft.com/office/drawing/2014/main" id="{12C7275C-5637-47CF-BCB6-242503D2E09D}"/>
              </a:ext>
            </a:extLst>
          </p:cNvPr>
          <p:cNvSpPr>
            <a:spLocks xmlns:a="http://schemas.openxmlformats.org/drawingml/2006/main" noGrp="1"/>
          </p:cNvSpPr>
          <p:nvPr/>
        </p:nvSpPr>
        <p:spPr>
          <a:xfrm xmlns:a="http://schemas.openxmlformats.org/drawingml/2006/main" flipV="0">
            <a:off x="5620969" y="2868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56" name="university_to_sues/sues200_uav_200m_to_satellite/full/MRR/mean">
            <a:extLst xmlns:a="http://schemas.openxmlformats.org/drawingml/2006/main">
              <a:ext uri="{FF2B5EF4-FFF2-40B4-BE49-F238E27FC236}">
                <a16:creationId xmlns:a16="http://schemas.microsoft.com/office/drawing/2014/main" id="{DBAE00A0-7E05-431B-A226-0E88309EC046}"/>
              </a:ext>
            </a:extLst>
          </p:cNvPr>
          <p:cNvSpPr>
            <a:spLocks xmlns:a="http://schemas.openxmlformats.org/drawingml/2006/main" noGrp="1"/>
          </p:cNvSpPr>
          <p:nvPr/>
        </p:nvSpPr>
        <p:spPr>
          <a:xfrm xmlns:a="http://schemas.openxmlformats.org/drawingml/2006/main">
            <a:off x="5578654" y="2872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57" name="university_to_sues/sues200_uav_200m_to_satellite/full/MRR/value">
            <a:extLst xmlns:a="http://schemas.openxmlformats.org/drawingml/2006/main">
              <a:ext uri="{FF2B5EF4-FFF2-40B4-BE49-F238E27FC236}">
                <a16:creationId xmlns:a16="http://schemas.microsoft.com/office/drawing/2014/main" id="{69F0A36A-A044-4337-AD0C-D282520BA7C9}"/>
              </a:ext>
            </a:extLst>
          </p:cNvPr>
          <p:cNvSpPr>
            <a:spLocks xmlns:a="http://schemas.openxmlformats.org/drawingml/2006/main" noGrp="1"/>
          </p:cNvSpPr>
          <p:nvPr/>
        </p:nvSpPr>
        <p:spPr>
          <a:xfrm xmlns:a="http://schemas.openxmlformats.org/drawingml/2006/main">
            <a:off x="5194157" y="2941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27.183 ± 0.660</a:t>
            </a:r>
          </a:p>
        </p:txBody>
      </p:sp>
      <p:sp>
        <p:nvSpPr>
          <p:cNvPr id="258" name="university_to_sues/sues200_satellite_to_uav_200m/visual/MRR/sd-line">
            <a:extLst xmlns:a="http://schemas.openxmlformats.org/drawingml/2006/main">
              <a:ext uri="{FF2B5EF4-FFF2-40B4-BE49-F238E27FC236}">
                <a16:creationId xmlns:a16="http://schemas.microsoft.com/office/drawing/2014/main" id="{9FFECDAF-BBBE-4DC0-B45A-031560903F9B}"/>
              </a:ext>
            </a:extLst>
          </p:cNvPr>
          <p:cNvSpPr>
            <a:spLocks xmlns:a="http://schemas.openxmlformats.org/drawingml/2006/main" noGrp="1"/>
          </p:cNvSpPr>
          <p:nvPr/>
        </p:nvSpPr>
        <p:spPr>
          <a:xfrm xmlns:a="http://schemas.openxmlformats.org/drawingml/2006/main" flipV="0">
            <a:off x="5632938" y="3225800"/>
            <a:ext cx="319152"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59" name="university_to_sues/sues200_satellite_to_uav_200m/visual/MRR/sd-cap-left">
            <a:extLst xmlns:a="http://schemas.openxmlformats.org/drawingml/2006/main">
              <a:ext uri="{FF2B5EF4-FFF2-40B4-BE49-F238E27FC236}">
                <a16:creationId xmlns:a16="http://schemas.microsoft.com/office/drawing/2014/main" id="{72DA35C9-7BC6-4F33-841A-37E745B760F2}"/>
              </a:ext>
            </a:extLst>
          </p:cNvPr>
          <p:cNvSpPr>
            <a:spLocks xmlns:a="http://schemas.openxmlformats.org/drawingml/2006/main" noGrp="1"/>
          </p:cNvSpPr>
          <p:nvPr/>
        </p:nvSpPr>
        <p:spPr>
          <a:xfrm xmlns:a="http://schemas.openxmlformats.org/drawingml/2006/main" flipV="0">
            <a:off x="5632938"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60" name="university_to_sues/sues200_satellite_to_uav_200m/visual/MRR/sd-cap-right">
            <a:extLst xmlns:a="http://schemas.openxmlformats.org/drawingml/2006/main">
              <a:ext uri="{FF2B5EF4-FFF2-40B4-BE49-F238E27FC236}">
                <a16:creationId xmlns:a16="http://schemas.microsoft.com/office/drawing/2014/main" id="{B0FF956D-2ABF-48C4-8975-586210589F61}"/>
              </a:ext>
            </a:extLst>
          </p:cNvPr>
          <p:cNvSpPr>
            <a:spLocks xmlns:a="http://schemas.openxmlformats.org/drawingml/2006/main" noGrp="1"/>
          </p:cNvSpPr>
          <p:nvPr/>
        </p:nvSpPr>
        <p:spPr>
          <a:xfrm xmlns:a="http://schemas.openxmlformats.org/drawingml/2006/main" flipV="0">
            <a:off x="5952090" y="31991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61" name="university_to_sues/sues200_satellite_to_uav_200m/visual/MRR/mean">
            <a:extLst xmlns:a="http://schemas.openxmlformats.org/drawingml/2006/main">
              <a:ext uri="{FF2B5EF4-FFF2-40B4-BE49-F238E27FC236}">
                <a16:creationId xmlns:a16="http://schemas.microsoft.com/office/drawing/2014/main" id="{AACE5C42-4F28-4E0E-8AB1-7F4357F5851F}"/>
              </a:ext>
            </a:extLst>
          </p:cNvPr>
          <p:cNvSpPr>
            <a:spLocks xmlns:a="http://schemas.openxmlformats.org/drawingml/2006/main" noGrp="1"/>
          </p:cNvSpPr>
          <p:nvPr/>
        </p:nvSpPr>
        <p:spPr>
          <a:xfrm xmlns:a="http://schemas.openxmlformats.org/drawingml/2006/main">
            <a:off x="5769654" y="32029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62" name="university_to_sues/sues200_satellite_to_uav_200m/visual/MRR/value">
            <a:extLst xmlns:a="http://schemas.openxmlformats.org/drawingml/2006/main">
              <a:ext uri="{FF2B5EF4-FFF2-40B4-BE49-F238E27FC236}">
                <a16:creationId xmlns:a16="http://schemas.microsoft.com/office/drawing/2014/main" id="{B2328B7F-BF50-4853-9AD1-396A56EF1FEE}"/>
              </a:ext>
            </a:extLst>
          </p:cNvPr>
          <p:cNvSpPr>
            <a:spLocks xmlns:a="http://schemas.openxmlformats.org/drawingml/2006/main" noGrp="1"/>
          </p:cNvSpPr>
          <p:nvPr/>
        </p:nvSpPr>
        <p:spPr>
          <a:xfrm xmlns:a="http://schemas.openxmlformats.org/drawingml/2006/main">
            <a:off x="5194157" y="3272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33.665 ± 5.416</a:t>
            </a:r>
          </a:p>
        </p:txBody>
      </p:sp>
      <p:sp>
        <p:nvSpPr>
          <p:cNvPr id="263" name="university_to_sues/sues200_satellite_to_uav_200m/full/MRR/sd-line">
            <a:extLst xmlns:a="http://schemas.openxmlformats.org/drawingml/2006/main">
              <a:ext uri="{FF2B5EF4-FFF2-40B4-BE49-F238E27FC236}">
                <a16:creationId xmlns:a16="http://schemas.microsoft.com/office/drawing/2014/main" id="{9B80EB1D-8053-4ECD-96BD-1AEE899FF1A5}"/>
              </a:ext>
            </a:extLst>
          </p:cNvPr>
          <p:cNvSpPr>
            <a:spLocks xmlns:a="http://schemas.openxmlformats.org/drawingml/2006/main" noGrp="1"/>
          </p:cNvSpPr>
          <p:nvPr/>
        </p:nvSpPr>
        <p:spPr>
          <a:xfrm xmlns:a="http://schemas.openxmlformats.org/drawingml/2006/main" flipV="0">
            <a:off x="5377828" y="3479800"/>
            <a:ext cx="10667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64" name="university_to_sues/sues200_satellite_to_uav_200m/full/MRR/sd-cap-left">
            <a:extLst xmlns:a="http://schemas.openxmlformats.org/drawingml/2006/main">
              <a:ext uri="{FF2B5EF4-FFF2-40B4-BE49-F238E27FC236}">
                <a16:creationId xmlns:a16="http://schemas.microsoft.com/office/drawing/2014/main" id="{D037E2DC-1606-4E79-AC91-23E29F6069B8}"/>
              </a:ext>
            </a:extLst>
          </p:cNvPr>
          <p:cNvSpPr>
            <a:spLocks xmlns:a="http://schemas.openxmlformats.org/drawingml/2006/main" noGrp="1"/>
          </p:cNvSpPr>
          <p:nvPr/>
        </p:nvSpPr>
        <p:spPr>
          <a:xfrm xmlns:a="http://schemas.openxmlformats.org/drawingml/2006/main" flipV="0">
            <a:off x="5377828"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65" name="university_to_sues/sues200_satellite_to_uav_200m/full/MRR/sd-cap-right">
            <a:extLst xmlns:a="http://schemas.openxmlformats.org/drawingml/2006/main">
              <a:ext uri="{FF2B5EF4-FFF2-40B4-BE49-F238E27FC236}">
                <a16:creationId xmlns:a16="http://schemas.microsoft.com/office/drawing/2014/main" id="{96A1DD67-68BB-45CA-9675-43B4C03D94CC}"/>
              </a:ext>
            </a:extLst>
          </p:cNvPr>
          <p:cNvSpPr>
            <a:spLocks xmlns:a="http://schemas.openxmlformats.org/drawingml/2006/main" noGrp="1"/>
          </p:cNvSpPr>
          <p:nvPr/>
        </p:nvSpPr>
        <p:spPr>
          <a:xfrm xmlns:a="http://schemas.openxmlformats.org/drawingml/2006/main" flipV="0">
            <a:off x="5484503" y="34531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66" name="university_to_sues/sues200_satellite_to_uav_200m/full/MRR/mean">
            <a:extLst xmlns:a="http://schemas.openxmlformats.org/drawingml/2006/main">
              <a:ext uri="{FF2B5EF4-FFF2-40B4-BE49-F238E27FC236}">
                <a16:creationId xmlns:a16="http://schemas.microsoft.com/office/drawing/2014/main" id="{48C19BD7-7CEF-44B1-AD60-A275D773D1B3}"/>
              </a:ext>
            </a:extLst>
          </p:cNvPr>
          <p:cNvSpPr>
            <a:spLocks xmlns:a="http://schemas.openxmlformats.org/drawingml/2006/main" noGrp="1"/>
          </p:cNvSpPr>
          <p:nvPr/>
        </p:nvSpPr>
        <p:spPr>
          <a:xfrm xmlns:a="http://schemas.openxmlformats.org/drawingml/2006/main">
            <a:off x="5408305" y="34569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67" name="university_to_sues/sues200_satellite_to_uav_200m/full/MRR/value">
            <a:extLst xmlns:a="http://schemas.openxmlformats.org/drawingml/2006/main">
              <a:ext uri="{FF2B5EF4-FFF2-40B4-BE49-F238E27FC236}">
                <a16:creationId xmlns:a16="http://schemas.microsoft.com/office/drawing/2014/main" id="{5DF90982-F293-4F54-9BAD-F11AD3E0B2DB}"/>
              </a:ext>
            </a:extLst>
          </p:cNvPr>
          <p:cNvSpPr>
            <a:spLocks xmlns:a="http://schemas.openxmlformats.org/drawingml/2006/main" noGrp="1"/>
          </p:cNvSpPr>
          <p:nvPr/>
        </p:nvSpPr>
        <p:spPr>
          <a:xfrm xmlns:a="http://schemas.openxmlformats.org/drawingml/2006/main">
            <a:off x="5194157" y="35260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21.401 ± 1.810</a:t>
            </a:r>
          </a:p>
        </p:txBody>
      </p:sp>
      <p:sp>
        <p:nvSpPr>
          <p:cNvPr id="268" name="university_to_sues/sues200_uav_250m_to_satellite/visual/MRR/sd-line">
            <a:extLst xmlns:a="http://schemas.openxmlformats.org/drawingml/2006/main">
              <a:ext uri="{FF2B5EF4-FFF2-40B4-BE49-F238E27FC236}">
                <a16:creationId xmlns:a16="http://schemas.microsoft.com/office/drawing/2014/main" id="{D299E384-75CB-4E31-80DC-0E8458321D62}"/>
              </a:ext>
            </a:extLst>
          </p:cNvPr>
          <p:cNvSpPr>
            <a:spLocks xmlns:a="http://schemas.openxmlformats.org/drawingml/2006/main" noGrp="1"/>
          </p:cNvSpPr>
          <p:nvPr/>
        </p:nvSpPr>
        <p:spPr>
          <a:xfrm xmlns:a="http://schemas.openxmlformats.org/drawingml/2006/main" flipV="0">
            <a:off x="5864260" y="3810000"/>
            <a:ext cx="15171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69" name="university_to_sues/sues200_uav_250m_to_satellite/visual/MRR/sd-cap-left">
            <a:extLst xmlns:a="http://schemas.openxmlformats.org/drawingml/2006/main">
              <a:ext uri="{FF2B5EF4-FFF2-40B4-BE49-F238E27FC236}">
                <a16:creationId xmlns:a16="http://schemas.microsoft.com/office/drawing/2014/main" id="{4CC50719-7568-4352-A31D-FD7913685D1B}"/>
              </a:ext>
            </a:extLst>
          </p:cNvPr>
          <p:cNvSpPr>
            <a:spLocks xmlns:a="http://schemas.openxmlformats.org/drawingml/2006/main" noGrp="1"/>
          </p:cNvSpPr>
          <p:nvPr/>
        </p:nvSpPr>
        <p:spPr>
          <a:xfrm xmlns:a="http://schemas.openxmlformats.org/drawingml/2006/main" flipV="0">
            <a:off x="5864260"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70" name="university_to_sues/sues200_uav_250m_to_satellite/visual/MRR/sd-cap-right">
            <a:extLst xmlns:a="http://schemas.openxmlformats.org/drawingml/2006/main">
              <a:ext uri="{FF2B5EF4-FFF2-40B4-BE49-F238E27FC236}">
                <a16:creationId xmlns:a16="http://schemas.microsoft.com/office/drawing/2014/main" id="{E6497CB6-8C52-4E02-B396-45244F410D42}"/>
              </a:ext>
            </a:extLst>
          </p:cNvPr>
          <p:cNvSpPr>
            <a:spLocks xmlns:a="http://schemas.openxmlformats.org/drawingml/2006/main" noGrp="1"/>
          </p:cNvSpPr>
          <p:nvPr/>
        </p:nvSpPr>
        <p:spPr>
          <a:xfrm xmlns:a="http://schemas.openxmlformats.org/drawingml/2006/main" flipV="0">
            <a:off x="6015971" y="37833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71" name="university_to_sues/sues200_uav_250m_to_satellite/visual/MRR/mean">
            <a:extLst xmlns:a="http://schemas.openxmlformats.org/drawingml/2006/main">
              <a:ext uri="{FF2B5EF4-FFF2-40B4-BE49-F238E27FC236}">
                <a16:creationId xmlns:a16="http://schemas.microsoft.com/office/drawing/2014/main" id="{6982EBCA-6227-4C6C-914F-5F6E58DC7554}"/>
              </a:ext>
            </a:extLst>
          </p:cNvPr>
          <p:cNvSpPr>
            <a:spLocks xmlns:a="http://schemas.openxmlformats.org/drawingml/2006/main" noGrp="1"/>
          </p:cNvSpPr>
          <p:nvPr/>
        </p:nvSpPr>
        <p:spPr>
          <a:xfrm xmlns:a="http://schemas.openxmlformats.org/drawingml/2006/main">
            <a:off x="5917255" y="37871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72" name="university_to_sues/sues200_uav_250m_to_satellite/visual/MRR/value">
            <a:extLst xmlns:a="http://schemas.openxmlformats.org/drawingml/2006/main">
              <a:ext uri="{FF2B5EF4-FFF2-40B4-BE49-F238E27FC236}">
                <a16:creationId xmlns:a16="http://schemas.microsoft.com/office/drawing/2014/main" id="{5634165B-C27A-48EB-89C4-1D7D263FD8E7}"/>
              </a:ext>
            </a:extLst>
          </p:cNvPr>
          <p:cNvSpPr>
            <a:spLocks xmlns:a="http://schemas.openxmlformats.org/drawingml/2006/main" noGrp="1"/>
          </p:cNvSpPr>
          <p:nvPr/>
        </p:nvSpPr>
        <p:spPr>
          <a:xfrm xmlns:a="http://schemas.openxmlformats.org/drawingml/2006/main">
            <a:off x="5194157" y="3856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38.675 ± 2.575</a:t>
            </a:r>
          </a:p>
        </p:txBody>
      </p:sp>
      <p:sp>
        <p:nvSpPr>
          <p:cNvPr id="273" name="university_to_sues/sues200_uav_250m_to_satellite/full/MRR/sd-line">
            <a:extLst xmlns:a="http://schemas.openxmlformats.org/drawingml/2006/main">
              <a:ext uri="{FF2B5EF4-FFF2-40B4-BE49-F238E27FC236}">
                <a16:creationId xmlns:a16="http://schemas.microsoft.com/office/drawing/2014/main" id="{586ED12C-C411-4CC2-9655-425232AA1634}"/>
              </a:ext>
            </a:extLst>
          </p:cNvPr>
          <p:cNvSpPr>
            <a:spLocks xmlns:a="http://schemas.openxmlformats.org/drawingml/2006/main" noGrp="1"/>
          </p:cNvSpPr>
          <p:nvPr/>
        </p:nvSpPr>
        <p:spPr>
          <a:xfrm xmlns:a="http://schemas.openxmlformats.org/drawingml/2006/main" flipV="0">
            <a:off x="5668634" y="4064000"/>
            <a:ext cx="35214"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74" name="university_to_sues/sues200_uav_250m_to_satellite/full/MRR/sd-cap-left">
            <a:extLst xmlns:a="http://schemas.openxmlformats.org/drawingml/2006/main">
              <a:ext uri="{FF2B5EF4-FFF2-40B4-BE49-F238E27FC236}">
                <a16:creationId xmlns:a16="http://schemas.microsoft.com/office/drawing/2014/main" id="{0A9BFE8F-1F27-4769-A602-DCE741AB8FF3}"/>
              </a:ext>
            </a:extLst>
          </p:cNvPr>
          <p:cNvSpPr>
            <a:spLocks xmlns:a="http://schemas.openxmlformats.org/drawingml/2006/main" noGrp="1"/>
          </p:cNvSpPr>
          <p:nvPr/>
        </p:nvSpPr>
        <p:spPr>
          <a:xfrm xmlns:a="http://schemas.openxmlformats.org/drawingml/2006/main" flipV="0">
            <a:off x="5668634"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75" name="university_to_sues/sues200_uav_250m_to_satellite/full/MRR/sd-cap-right">
            <a:extLst xmlns:a="http://schemas.openxmlformats.org/drawingml/2006/main">
              <a:ext uri="{FF2B5EF4-FFF2-40B4-BE49-F238E27FC236}">
                <a16:creationId xmlns:a16="http://schemas.microsoft.com/office/drawing/2014/main" id="{0453DB7E-AC08-45E1-97FB-616DC39109E9}"/>
              </a:ext>
            </a:extLst>
          </p:cNvPr>
          <p:cNvSpPr>
            <a:spLocks xmlns:a="http://schemas.openxmlformats.org/drawingml/2006/main" noGrp="1"/>
          </p:cNvSpPr>
          <p:nvPr/>
        </p:nvSpPr>
        <p:spPr>
          <a:xfrm xmlns:a="http://schemas.openxmlformats.org/drawingml/2006/main" flipV="0">
            <a:off x="5703849" y="40373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76" name="university_to_sues/sues200_uav_250m_to_satellite/full/MRR/mean">
            <a:extLst xmlns:a="http://schemas.openxmlformats.org/drawingml/2006/main">
              <a:ext uri="{FF2B5EF4-FFF2-40B4-BE49-F238E27FC236}">
                <a16:creationId xmlns:a16="http://schemas.microsoft.com/office/drawing/2014/main" id="{15BDCC33-7C82-4C89-AB6F-8113DAE73D6F}"/>
              </a:ext>
            </a:extLst>
          </p:cNvPr>
          <p:cNvSpPr>
            <a:spLocks xmlns:a="http://schemas.openxmlformats.org/drawingml/2006/main" noGrp="1"/>
          </p:cNvSpPr>
          <p:nvPr/>
        </p:nvSpPr>
        <p:spPr>
          <a:xfrm xmlns:a="http://schemas.openxmlformats.org/drawingml/2006/main">
            <a:off x="5663381" y="40411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77" name="university_to_sues/sues200_uav_250m_to_satellite/full/MRR/value">
            <a:extLst xmlns:a="http://schemas.openxmlformats.org/drawingml/2006/main">
              <a:ext uri="{FF2B5EF4-FFF2-40B4-BE49-F238E27FC236}">
                <a16:creationId xmlns:a16="http://schemas.microsoft.com/office/drawing/2014/main" id="{4E222E8E-BC8E-4024-AB22-9D95BB982A5A}"/>
              </a:ext>
            </a:extLst>
          </p:cNvPr>
          <p:cNvSpPr>
            <a:spLocks xmlns:a="http://schemas.openxmlformats.org/drawingml/2006/main" noGrp="1"/>
          </p:cNvSpPr>
          <p:nvPr/>
        </p:nvSpPr>
        <p:spPr>
          <a:xfrm xmlns:a="http://schemas.openxmlformats.org/drawingml/2006/main">
            <a:off x="5194157" y="41102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30.058 ± 0.598</a:t>
            </a:r>
          </a:p>
        </p:txBody>
      </p:sp>
      <p:sp>
        <p:nvSpPr>
          <p:cNvPr id="278" name="university_to_sues/sues200_satellite_to_uav_250m/visual/MRR/sd-line">
            <a:extLst xmlns:a="http://schemas.openxmlformats.org/drawingml/2006/main">
              <a:ext uri="{FF2B5EF4-FFF2-40B4-BE49-F238E27FC236}">
                <a16:creationId xmlns:a16="http://schemas.microsoft.com/office/drawing/2014/main" id="{B56BF2BF-5CED-4604-A52F-64F1F8ABA52F}"/>
              </a:ext>
            </a:extLst>
          </p:cNvPr>
          <p:cNvSpPr>
            <a:spLocks xmlns:a="http://schemas.openxmlformats.org/drawingml/2006/main" noGrp="1"/>
          </p:cNvSpPr>
          <p:nvPr/>
        </p:nvSpPr>
        <p:spPr>
          <a:xfrm xmlns:a="http://schemas.openxmlformats.org/drawingml/2006/main" flipV="0">
            <a:off x="5794391" y="4394200"/>
            <a:ext cx="183891"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79" name="university_to_sues/sues200_satellite_to_uav_250m/visual/MRR/sd-cap-left">
            <a:extLst xmlns:a="http://schemas.openxmlformats.org/drawingml/2006/main">
              <a:ext uri="{FF2B5EF4-FFF2-40B4-BE49-F238E27FC236}">
                <a16:creationId xmlns:a16="http://schemas.microsoft.com/office/drawing/2014/main" id="{3014FC60-01EE-43FD-955F-4B352EFEF3C6}"/>
              </a:ext>
            </a:extLst>
          </p:cNvPr>
          <p:cNvSpPr>
            <a:spLocks xmlns:a="http://schemas.openxmlformats.org/drawingml/2006/main" noGrp="1"/>
          </p:cNvSpPr>
          <p:nvPr/>
        </p:nvSpPr>
        <p:spPr>
          <a:xfrm xmlns:a="http://schemas.openxmlformats.org/drawingml/2006/main" flipV="0">
            <a:off x="5794391"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80" name="university_to_sues/sues200_satellite_to_uav_250m/visual/MRR/sd-cap-right">
            <a:extLst xmlns:a="http://schemas.openxmlformats.org/drawingml/2006/main">
              <a:ext uri="{FF2B5EF4-FFF2-40B4-BE49-F238E27FC236}">
                <a16:creationId xmlns:a16="http://schemas.microsoft.com/office/drawing/2014/main" id="{3B9F4EE5-B7C1-42D0-812E-A8266BFC15CE}"/>
              </a:ext>
            </a:extLst>
          </p:cNvPr>
          <p:cNvSpPr>
            <a:spLocks xmlns:a="http://schemas.openxmlformats.org/drawingml/2006/main" noGrp="1"/>
          </p:cNvSpPr>
          <p:nvPr/>
        </p:nvSpPr>
        <p:spPr>
          <a:xfrm xmlns:a="http://schemas.openxmlformats.org/drawingml/2006/main" flipV="0">
            <a:off x="5978282" y="43675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81" name="university_to_sues/sues200_satellite_to_uav_250m/visual/MRR/mean">
            <a:extLst xmlns:a="http://schemas.openxmlformats.org/drawingml/2006/main">
              <a:ext uri="{FF2B5EF4-FFF2-40B4-BE49-F238E27FC236}">
                <a16:creationId xmlns:a16="http://schemas.microsoft.com/office/drawing/2014/main" id="{99E38546-9F5B-45BE-A9AD-C652963716FA}"/>
              </a:ext>
            </a:extLst>
          </p:cNvPr>
          <p:cNvSpPr>
            <a:spLocks xmlns:a="http://schemas.openxmlformats.org/drawingml/2006/main" noGrp="1"/>
          </p:cNvSpPr>
          <p:nvPr/>
        </p:nvSpPr>
        <p:spPr>
          <a:xfrm xmlns:a="http://schemas.openxmlformats.org/drawingml/2006/main">
            <a:off x="5863477" y="43713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82" name="university_to_sues/sues200_satellite_to_uav_250m/visual/MRR/value">
            <a:extLst xmlns:a="http://schemas.openxmlformats.org/drawingml/2006/main">
              <a:ext uri="{FF2B5EF4-FFF2-40B4-BE49-F238E27FC236}">
                <a16:creationId xmlns:a16="http://schemas.microsoft.com/office/drawing/2014/main" id="{E1B90D69-DD25-4220-AD93-AE6CD2AA5452}"/>
              </a:ext>
            </a:extLst>
          </p:cNvPr>
          <p:cNvSpPr>
            <a:spLocks xmlns:a="http://schemas.openxmlformats.org/drawingml/2006/main" noGrp="1"/>
          </p:cNvSpPr>
          <p:nvPr/>
        </p:nvSpPr>
        <p:spPr>
          <a:xfrm xmlns:a="http://schemas.openxmlformats.org/drawingml/2006/main">
            <a:off x="5194157" y="4440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36.850 ± 3.121</a:t>
            </a:r>
          </a:p>
        </p:txBody>
      </p:sp>
      <p:sp>
        <p:nvSpPr>
          <p:cNvPr id="283" name="university_to_sues/sues200_satellite_to_uav_250m/full/MRR/sd-line">
            <a:extLst xmlns:a="http://schemas.openxmlformats.org/drawingml/2006/main">
              <a:ext uri="{FF2B5EF4-FFF2-40B4-BE49-F238E27FC236}">
                <a16:creationId xmlns:a16="http://schemas.microsoft.com/office/drawing/2014/main" id="{E73A2FC3-4E0E-4FB0-8FE1-9550C27BD505}"/>
              </a:ext>
            </a:extLst>
          </p:cNvPr>
          <p:cNvSpPr>
            <a:spLocks xmlns:a="http://schemas.openxmlformats.org/drawingml/2006/main" noGrp="1"/>
          </p:cNvSpPr>
          <p:nvPr/>
        </p:nvSpPr>
        <p:spPr>
          <a:xfrm xmlns:a="http://schemas.openxmlformats.org/drawingml/2006/main" flipV="0">
            <a:off x="5493371" y="4648200"/>
            <a:ext cx="185341"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84" name="university_to_sues/sues200_satellite_to_uav_250m/full/MRR/sd-cap-left">
            <a:extLst xmlns:a="http://schemas.openxmlformats.org/drawingml/2006/main">
              <a:ext uri="{FF2B5EF4-FFF2-40B4-BE49-F238E27FC236}">
                <a16:creationId xmlns:a16="http://schemas.microsoft.com/office/drawing/2014/main" id="{9AAE7A97-0170-4FC6-A8EF-45CE39A8737D}"/>
              </a:ext>
            </a:extLst>
          </p:cNvPr>
          <p:cNvSpPr>
            <a:spLocks xmlns:a="http://schemas.openxmlformats.org/drawingml/2006/main" noGrp="1"/>
          </p:cNvSpPr>
          <p:nvPr/>
        </p:nvSpPr>
        <p:spPr>
          <a:xfrm xmlns:a="http://schemas.openxmlformats.org/drawingml/2006/main" flipV="0">
            <a:off x="5493371"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85" name="university_to_sues/sues200_satellite_to_uav_250m/full/MRR/sd-cap-right">
            <a:extLst xmlns:a="http://schemas.openxmlformats.org/drawingml/2006/main">
              <a:ext uri="{FF2B5EF4-FFF2-40B4-BE49-F238E27FC236}">
                <a16:creationId xmlns:a16="http://schemas.microsoft.com/office/drawing/2014/main" id="{44F0CD5C-C1C8-41A7-9275-7D6EE9CC5367}"/>
              </a:ext>
            </a:extLst>
          </p:cNvPr>
          <p:cNvSpPr>
            <a:spLocks xmlns:a="http://schemas.openxmlformats.org/drawingml/2006/main" noGrp="1"/>
          </p:cNvSpPr>
          <p:nvPr/>
        </p:nvSpPr>
        <p:spPr>
          <a:xfrm xmlns:a="http://schemas.openxmlformats.org/drawingml/2006/main" flipV="0">
            <a:off x="5678713" y="46215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86" name="university_to_sues/sues200_satellite_to_uav_250m/full/MRR/mean">
            <a:extLst xmlns:a="http://schemas.openxmlformats.org/drawingml/2006/main">
              <a:ext uri="{FF2B5EF4-FFF2-40B4-BE49-F238E27FC236}">
                <a16:creationId xmlns:a16="http://schemas.microsoft.com/office/drawing/2014/main" id="{002013A1-CF29-4628-A3FB-DBADF26662D5}"/>
              </a:ext>
            </a:extLst>
          </p:cNvPr>
          <p:cNvSpPr>
            <a:spLocks xmlns:a="http://schemas.openxmlformats.org/drawingml/2006/main" noGrp="1"/>
          </p:cNvSpPr>
          <p:nvPr/>
        </p:nvSpPr>
        <p:spPr>
          <a:xfrm xmlns:a="http://schemas.openxmlformats.org/drawingml/2006/main">
            <a:off x="5563182" y="46253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87" name="university_to_sues/sues200_satellite_to_uav_250m/full/MRR/value">
            <a:extLst xmlns:a="http://schemas.openxmlformats.org/drawingml/2006/main">
              <a:ext uri="{FF2B5EF4-FFF2-40B4-BE49-F238E27FC236}">
                <a16:creationId xmlns:a16="http://schemas.microsoft.com/office/drawing/2014/main" id="{F586AAC6-6EF2-4FA9-8CBD-A21245D8B8E1}"/>
              </a:ext>
            </a:extLst>
          </p:cNvPr>
          <p:cNvSpPr>
            <a:spLocks xmlns:a="http://schemas.openxmlformats.org/drawingml/2006/main" noGrp="1"/>
          </p:cNvSpPr>
          <p:nvPr/>
        </p:nvSpPr>
        <p:spPr>
          <a:xfrm xmlns:a="http://schemas.openxmlformats.org/drawingml/2006/main">
            <a:off x="5194157" y="46944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26.658 ± 3.145</a:t>
            </a:r>
          </a:p>
        </p:txBody>
      </p:sp>
      <p:sp>
        <p:nvSpPr>
          <p:cNvPr id="288" name="university_to_sues/sues200_uav_300m_to_satellite/visual/MRR/sd-line">
            <a:extLst xmlns:a="http://schemas.openxmlformats.org/drawingml/2006/main">
              <a:ext uri="{FF2B5EF4-FFF2-40B4-BE49-F238E27FC236}">
                <a16:creationId xmlns:a16="http://schemas.microsoft.com/office/drawing/2014/main" id="{A5306C42-488B-45DE-81FB-B5DA97EC49EB}"/>
              </a:ext>
            </a:extLst>
          </p:cNvPr>
          <p:cNvSpPr>
            <a:spLocks xmlns:a="http://schemas.openxmlformats.org/drawingml/2006/main" noGrp="1"/>
          </p:cNvSpPr>
          <p:nvPr/>
        </p:nvSpPr>
        <p:spPr>
          <a:xfrm xmlns:a="http://schemas.openxmlformats.org/drawingml/2006/main" flipV="0">
            <a:off x="5925994" y="4978400"/>
            <a:ext cx="180266"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89" name="university_to_sues/sues200_uav_300m_to_satellite/visual/MRR/sd-cap-left">
            <a:extLst xmlns:a="http://schemas.openxmlformats.org/drawingml/2006/main">
              <a:ext uri="{FF2B5EF4-FFF2-40B4-BE49-F238E27FC236}">
                <a16:creationId xmlns:a16="http://schemas.microsoft.com/office/drawing/2014/main" id="{6A72A7A3-46FB-4F5D-8C97-F143612CE485}"/>
              </a:ext>
            </a:extLst>
          </p:cNvPr>
          <p:cNvSpPr>
            <a:spLocks xmlns:a="http://schemas.openxmlformats.org/drawingml/2006/main" noGrp="1"/>
          </p:cNvSpPr>
          <p:nvPr/>
        </p:nvSpPr>
        <p:spPr>
          <a:xfrm xmlns:a="http://schemas.openxmlformats.org/drawingml/2006/main" flipV="0">
            <a:off x="5925994"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90" name="university_to_sues/sues200_uav_300m_to_satellite/visual/MRR/sd-cap-right">
            <a:extLst xmlns:a="http://schemas.openxmlformats.org/drawingml/2006/main">
              <a:ext uri="{FF2B5EF4-FFF2-40B4-BE49-F238E27FC236}">
                <a16:creationId xmlns:a16="http://schemas.microsoft.com/office/drawing/2014/main" id="{E0BCBF81-4483-4F2A-BA5B-662B1F216E41}"/>
              </a:ext>
            </a:extLst>
          </p:cNvPr>
          <p:cNvSpPr>
            <a:spLocks xmlns:a="http://schemas.openxmlformats.org/drawingml/2006/main" noGrp="1"/>
          </p:cNvSpPr>
          <p:nvPr/>
        </p:nvSpPr>
        <p:spPr>
          <a:xfrm xmlns:a="http://schemas.openxmlformats.org/drawingml/2006/main" flipV="0">
            <a:off x="6106261" y="49517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291" name="university_to_sues/sues200_uav_300m_to_satellite/visual/MRR/mean">
            <a:extLst xmlns:a="http://schemas.openxmlformats.org/drawingml/2006/main">
              <a:ext uri="{FF2B5EF4-FFF2-40B4-BE49-F238E27FC236}">
                <a16:creationId xmlns:a16="http://schemas.microsoft.com/office/drawing/2014/main" id="{2370FCC3-9B1E-42AA-A05F-5A281334C205}"/>
              </a:ext>
            </a:extLst>
          </p:cNvPr>
          <p:cNvSpPr>
            <a:spLocks xmlns:a="http://schemas.openxmlformats.org/drawingml/2006/main" noGrp="1"/>
          </p:cNvSpPr>
          <p:nvPr/>
        </p:nvSpPr>
        <p:spPr>
          <a:xfrm xmlns:a="http://schemas.openxmlformats.org/drawingml/2006/main">
            <a:off x="5993267" y="49555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292" name="university_to_sues/sues200_uav_300m_to_satellite/visual/MRR/value">
            <a:extLst xmlns:a="http://schemas.openxmlformats.org/drawingml/2006/main">
              <a:ext uri="{FF2B5EF4-FFF2-40B4-BE49-F238E27FC236}">
                <a16:creationId xmlns:a16="http://schemas.microsoft.com/office/drawing/2014/main" id="{94604D88-6291-4285-A2D5-E465D15BE5C6}"/>
              </a:ext>
            </a:extLst>
          </p:cNvPr>
          <p:cNvSpPr>
            <a:spLocks xmlns:a="http://schemas.openxmlformats.org/drawingml/2006/main" noGrp="1"/>
          </p:cNvSpPr>
          <p:nvPr/>
        </p:nvSpPr>
        <p:spPr>
          <a:xfrm xmlns:a="http://schemas.openxmlformats.org/drawingml/2006/main">
            <a:off x="5194157" y="5024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41.255 ± 3.059</a:t>
            </a:r>
          </a:p>
        </p:txBody>
      </p:sp>
      <p:sp>
        <p:nvSpPr>
          <p:cNvPr id="293" name="university_to_sues/sues200_uav_300m_to_satellite/full/MRR/sd-line">
            <a:extLst xmlns:a="http://schemas.openxmlformats.org/drawingml/2006/main">
              <a:ext uri="{FF2B5EF4-FFF2-40B4-BE49-F238E27FC236}">
                <a16:creationId xmlns:a16="http://schemas.microsoft.com/office/drawing/2014/main" id="{8584AE37-DDAE-42ED-8CA3-864C24ACFCBA}"/>
              </a:ext>
            </a:extLst>
          </p:cNvPr>
          <p:cNvSpPr>
            <a:spLocks xmlns:a="http://schemas.openxmlformats.org/drawingml/2006/main" noGrp="1"/>
          </p:cNvSpPr>
          <p:nvPr/>
        </p:nvSpPr>
        <p:spPr>
          <a:xfrm xmlns:a="http://schemas.openxmlformats.org/drawingml/2006/main" flipV="0">
            <a:off x="5689332" y="5232400"/>
            <a:ext cx="50132"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294" name="university_to_sues/sues200_uav_300m_to_satellite/full/MRR/sd-cap-left">
            <a:extLst xmlns:a="http://schemas.openxmlformats.org/drawingml/2006/main">
              <a:ext uri="{FF2B5EF4-FFF2-40B4-BE49-F238E27FC236}">
                <a16:creationId xmlns:a16="http://schemas.microsoft.com/office/drawing/2014/main" id="{313C5312-8DD3-46A8-8F42-7CFD8EC28EE6}"/>
              </a:ext>
            </a:extLst>
          </p:cNvPr>
          <p:cNvSpPr>
            <a:spLocks xmlns:a="http://schemas.openxmlformats.org/drawingml/2006/main" noGrp="1"/>
          </p:cNvSpPr>
          <p:nvPr/>
        </p:nvSpPr>
        <p:spPr>
          <a:xfrm xmlns:a="http://schemas.openxmlformats.org/drawingml/2006/main" flipV="0">
            <a:off x="5689332"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95" name="university_to_sues/sues200_uav_300m_to_satellite/full/MRR/sd-cap-right">
            <a:extLst xmlns:a="http://schemas.openxmlformats.org/drawingml/2006/main">
              <a:ext uri="{FF2B5EF4-FFF2-40B4-BE49-F238E27FC236}">
                <a16:creationId xmlns:a16="http://schemas.microsoft.com/office/drawing/2014/main" id="{80A65EE3-D519-4B36-85E7-DA22BF5A09DE}"/>
              </a:ext>
            </a:extLst>
          </p:cNvPr>
          <p:cNvSpPr>
            <a:spLocks xmlns:a="http://schemas.openxmlformats.org/drawingml/2006/main" noGrp="1"/>
          </p:cNvSpPr>
          <p:nvPr/>
        </p:nvSpPr>
        <p:spPr>
          <a:xfrm xmlns:a="http://schemas.openxmlformats.org/drawingml/2006/main" flipV="0">
            <a:off x="5739464" y="52057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296" name="university_to_sues/sues200_uav_300m_to_satellite/full/MRR/mean">
            <a:extLst xmlns:a="http://schemas.openxmlformats.org/drawingml/2006/main">
              <a:ext uri="{FF2B5EF4-FFF2-40B4-BE49-F238E27FC236}">
                <a16:creationId xmlns:a16="http://schemas.microsoft.com/office/drawing/2014/main" id="{8321CFDD-1BA4-4992-9F3A-B72D0797A8DA}"/>
              </a:ext>
            </a:extLst>
          </p:cNvPr>
          <p:cNvSpPr>
            <a:spLocks xmlns:a="http://schemas.openxmlformats.org/drawingml/2006/main" noGrp="1"/>
          </p:cNvSpPr>
          <p:nvPr/>
        </p:nvSpPr>
        <p:spPr>
          <a:xfrm xmlns:a="http://schemas.openxmlformats.org/drawingml/2006/main">
            <a:off x="5691538" y="52095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297" name="university_to_sues/sues200_uav_300m_to_satellite/full/MRR/value">
            <a:extLst xmlns:a="http://schemas.openxmlformats.org/drawingml/2006/main">
              <a:ext uri="{FF2B5EF4-FFF2-40B4-BE49-F238E27FC236}">
                <a16:creationId xmlns:a16="http://schemas.microsoft.com/office/drawing/2014/main" id="{98A824DE-4D4C-4B90-961F-1B05CFB7E076}"/>
              </a:ext>
            </a:extLst>
          </p:cNvPr>
          <p:cNvSpPr>
            <a:spLocks xmlns:a="http://schemas.openxmlformats.org/drawingml/2006/main" noGrp="1"/>
          </p:cNvSpPr>
          <p:nvPr/>
        </p:nvSpPr>
        <p:spPr>
          <a:xfrm xmlns:a="http://schemas.openxmlformats.org/drawingml/2006/main">
            <a:off x="5194157" y="52786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31.014 ± 0.851</a:t>
            </a:r>
          </a:p>
        </p:txBody>
      </p:sp>
      <p:sp>
        <p:nvSpPr>
          <p:cNvPr id="298" name="university_to_sues/sues200_satellite_to_uav_300m/visual/MRR/sd-line">
            <a:extLst xmlns:a="http://schemas.openxmlformats.org/drawingml/2006/main">
              <a:ext uri="{FF2B5EF4-FFF2-40B4-BE49-F238E27FC236}">
                <a16:creationId xmlns:a16="http://schemas.microsoft.com/office/drawing/2014/main" id="{634BE220-7CFD-4740-A69F-1A961328377A}"/>
              </a:ext>
            </a:extLst>
          </p:cNvPr>
          <p:cNvSpPr>
            <a:spLocks xmlns:a="http://schemas.openxmlformats.org/drawingml/2006/main" noGrp="1"/>
          </p:cNvSpPr>
          <p:nvPr/>
        </p:nvSpPr>
        <p:spPr>
          <a:xfrm xmlns:a="http://schemas.openxmlformats.org/drawingml/2006/main" flipV="0">
            <a:off x="5835405" y="5562600"/>
            <a:ext cx="301753" cy="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299" name="university_to_sues/sues200_satellite_to_uav_300m/visual/MRR/sd-cap-left">
            <a:extLst xmlns:a="http://schemas.openxmlformats.org/drawingml/2006/main">
              <a:ext uri="{FF2B5EF4-FFF2-40B4-BE49-F238E27FC236}">
                <a16:creationId xmlns:a16="http://schemas.microsoft.com/office/drawing/2014/main" id="{549B6BE1-DDAB-4D0F-A5FF-626C52147398}"/>
              </a:ext>
            </a:extLst>
          </p:cNvPr>
          <p:cNvSpPr>
            <a:spLocks xmlns:a="http://schemas.openxmlformats.org/drawingml/2006/main" noGrp="1"/>
          </p:cNvSpPr>
          <p:nvPr/>
        </p:nvSpPr>
        <p:spPr>
          <a:xfrm xmlns:a="http://schemas.openxmlformats.org/drawingml/2006/main" flipV="0">
            <a:off x="5835405"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00" name="university_to_sues/sues200_satellite_to_uav_300m/visual/MRR/sd-cap-right">
            <a:extLst xmlns:a="http://schemas.openxmlformats.org/drawingml/2006/main">
              <a:ext uri="{FF2B5EF4-FFF2-40B4-BE49-F238E27FC236}">
                <a16:creationId xmlns:a16="http://schemas.microsoft.com/office/drawing/2014/main" id="{F23C7C21-ABA7-4FC4-97B4-338658730751}"/>
              </a:ext>
            </a:extLst>
          </p:cNvPr>
          <p:cNvSpPr>
            <a:spLocks xmlns:a="http://schemas.openxmlformats.org/drawingml/2006/main" noGrp="1"/>
          </p:cNvSpPr>
          <p:nvPr/>
        </p:nvSpPr>
        <p:spPr>
          <a:xfrm xmlns:a="http://schemas.openxmlformats.org/drawingml/2006/main" flipV="0">
            <a:off x="6137158" y="5535930"/>
            <a:ext cx="0" cy="53340"/>
          </a:xfrm>
          <a:prstGeom xmlns:a="http://schemas.openxmlformats.org/drawingml/2006/main" prst="line">
            <a:avLst/>
          </a:prstGeom>
          <a:noFill xmlns:a="http://schemas.openxmlformats.org/drawingml/2006/main"/>
          <a:ln xmlns:a="http://schemas.openxmlformats.org/drawingml/2006/main" w="10160">
            <a:solidFill>
              <a:srgbClr val="0072B2"/>
            </a:solidFill>
          </a:ln>
        </p:spPr>
      </p:sp>
      <p:sp>
        <p:nvSpPr>
          <p:cNvPr id="301" name="university_to_sues/sues200_satellite_to_uav_300m/visual/MRR/mean">
            <a:extLst xmlns:a="http://schemas.openxmlformats.org/drawingml/2006/main">
              <a:ext uri="{FF2B5EF4-FFF2-40B4-BE49-F238E27FC236}">
                <a16:creationId xmlns:a16="http://schemas.microsoft.com/office/drawing/2014/main" id="{7FC28674-A386-4819-BAA7-5988A7DE41FC}"/>
              </a:ext>
            </a:extLst>
          </p:cNvPr>
          <p:cNvSpPr>
            <a:spLocks xmlns:a="http://schemas.openxmlformats.org/drawingml/2006/main" noGrp="1"/>
          </p:cNvSpPr>
          <p:nvPr/>
        </p:nvSpPr>
        <p:spPr>
          <a:xfrm xmlns:a="http://schemas.openxmlformats.org/drawingml/2006/main">
            <a:off x="5963422" y="5539740"/>
            <a:ext cx="45720" cy="4572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302" name="university_to_sues/sues200_satellite_to_uav_300m/visual/MRR/value">
            <a:extLst xmlns:a="http://schemas.openxmlformats.org/drawingml/2006/main">
              <a:ext uri="{FF2B5EF4-FFF2-40B4-BE49-F238E27FC236}">
                <a16:creationId xmlns:a16="http://schemas.microsoft.com/office/drawing/2014/main" id="{AEFA8E4C-FA79-4A99-A0F3-47FD4999926C}"/>
              </a:ext>
            </a:extLst>
          </p:cNvPr>
          <p:cNvSpPr>
            <a:spLocks xmlns:a="http://schemas.openxmlformats.org/drawingml/2006/main" noGrp="1"/>
          </p:cNvSpPr>
          <p:nvPr/>
        </p:nvSpPr>
        <p:spPr>
          <a:xfrm xmlns:a="http://schemas.openxmlformats.org/drawingml/2006/main">
            <a:off x="5194157" y="5608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40.242 ± 5.121</a:t>
            </a:r>
          </a:p>
        </p:txBody>
      </p:sp>
      <p:sp>
        <p:nvSpPr>
          <p:cNvPr id="303" name="university_to_sues/sues200_satellite_to_uav_300m/full/MRR/sd-line">
            <a:extLst xmlns:a="http://schemas.openxmlformats.org/drawingml/2006/main">
              <a:ext uri="{FF2B5EF4-FFF2-40B4-BE49-F238E27FC236}">
                <a16:creationId xmlns:a16="http://schemas.microsoft.com/office/drawing/2014/main" id="{DDB45B88-DAD5-4CFC-99F0-F0EFF6921656}"/>
              </a:ext>
            </a:extLst>
          </p:cNvPr>
          <p:cNvSpPr>
            <a:spLocks xmlns:a="http://schemas.openxmlformats.org/drawingml/2006/main" noGrp="1"/>
          </p:cNvSpPr>
          <p:nvPr/>
        </p:nvSpPr>
        <p:spPr>
          <a:xfrm xmlns:a="http://schemas.openxmlformats.org/drawingml/2006/main" flipV="0">
            <a:off x="5549268" y="5816600"/>
            <a:ext cx="35628" cy="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04" name="university_to_sues/sues200_satellite_to_uav_300m/full/MRR/sd-cap-left">
            <a:extLst xmlns:a="http://schemas.openxmlformats.org/drawingml/2006/main">
              <a:ext uri="{FF2B5EF4-FFF2-40B4-BE49-F238E27FC236}">
                <a16:creationId xmlns:a16="http://schemas.microsoft.com/office/drawing/2014/main" id="{F49A99FF-86B2-4713-99F6-199C207712B9}"/>
              </a:ext>
            </a:extLst>
          </p:cNvPr>
          <p:cNvSpPr>
            <a:spLocks xmlns:a="http://schemas.openxmlformats.org/drawingml/2006/main" noGrp="1"/>
          </p:cNvSpPr>
          <p:nvPr/>
        </p:nvSpPr>
        <p:spPr>
          <a:xfrm xmlns:a="http://schemas.openxmlformats.org/drawingml/2006/main" flipV="0">
            <a:off x="5549268"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05" name="university_to_sues/sues200_satellite_to_uav_300m/full/MRR/sd-cap-right">
            <a:extLst xmlns:a="http://schemas.openxmlformats.org/drawingml/2006/main">
              <a:ext uri="{FF2B5EF4-FFF2-40B4-BE49-F238E27FC236}">
                <a16:creationId xmlns:a16="http://schemas.microsoft.com/office/drawing/2014/main" id="{1BC870E2-CEEE-4BE9-879C-5E59610F7C4C}"/>
              </a:ext>
            </a:extLst>
          </p:cNvPr>
          <p:cNvSpPr>
            <a:spLocks xmlns:a="http://schemas.openxmlformats.org/drawingml/2006/main" noGrp="1"/>
          </p:cNvSpPr>
          <p:nvPr/>
        </p:nvSpPr>
        <p:spPr>
          <a:xfrm xmlns:a="http://schemas.openxmlformats.org/drawingml/2006/main" flipV="0">
            <a:off x="5584896" y="5789930"/>
            <a:ext cx="0" cy="53340"/>
          </a:xfrm>
          <a:prstGeom xmlns:a="http://schemas.openxmlformats.org/drawingml/2006/main" prst="line">
            <a:avLst/>
          </a:prstGeom>
          <a:noFill xmlns:a="http://schemas.openxmlformats.org/drawingml/2006/main"/>
          <a:ln xmlns:a="http://schemas.openxmlformats.org/drawingml/2006/main" w="10160">
            <a:solidFill>
              <a:srgbClr val="D55E00"/>
            </a:solidFill>
          </a:ln>
        </p:spPr>
      </p:sp>
      <p:sp>
        <p:nvSpPr>
          <p:cNvPr id="306" name="university_to_sues/sues200_satellite_to_uav_300m/full/MRR/mean">
            <a:extLst xmlns:a="http://schemas.openxmlformats.org/drawingml/2006/main">
              <a:ext uri="{FF2B5EF4-FFF2-40B4-BE49-F238E27FC236}">
                <a16:creationId xmlns:a16="http://schemas.microsoft.com/office/drawing/2014/main" id="{50C31B55-A1F1-4D10-A71C-B5986C44D27E}"/>
              </a:ext>
            </a:extLst>
          </p:cNvPr>
          <p:cNvSpPr>
            <a:spLocks xmlns:a="http://schemas.openxmlformats.org/drawingml/2006/main" noGrp="1"/>
          </p:cNvSpPr>
          <p:nvPr/>
        </p:nvSpPr>
        <p:spPr>
          <a:xfrm xmlns:a="http://schemas.openxmlformats.org/drawingml/2006/main">
            <a:off x="5544222" y="5793740"/>
            <a:ext cx="45720" cy="4572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307" name="university_to_sues/sues200_satellite_to_uav_300m/full/MRR/value">
            <a:extLst xmlns:a="http://schemas.openxmlformats.org/drawingml/2006/main">
              <a:ext uri="{FF2B5EF4-FFF2-40B4-BE49-F238E27FC236}">
                <a16:creationId xmlns:a16="http://schemas.microsoft.com/office/drawing/2014/main" id="{6FBD1465-6FAF-40CE-BAE5-D1FAAC303E7A}"/>
              </a:ext>
            </a:extLst>
          </p:cNvPr>
          <p:cNvSpPr>
            <a:spLocks xmlns:a="http://schemas.openxmlformats.org/drawingml/2006/main" noGrp="1"/>
          </p:cNvSpPr>
          <p:nvPr/>
        </p:nvSpPr>
        <p:spPr>
          <a:xfrm xmlns:a="http://schemas.openxmlformats.org/drawingml/2006/main">
            <a:off x="5194157" y="5862828"/>
            <a:ext cx="68608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26.014 ± 0.605</a:t>
            </a:r>
          </a:p>
        </p:txBody>
      </p:sp>
      <p:sp>
        <p:nvSpPr>
          <p:cNvPr id="308" name="university_to_sues/sues200_uav_150m_to_satellite/label/0">
            <a:extLst xmlns:a="http://schemas.openxmlformats.org/drawingml/2006/main">
              <a:ext uri="{FF2B5EF4-FFF2-40B4-BE49-F238E27FC236}">
                <a16:creationId xmlns:a16="http://schemas.microsoft.com/office/drawing/2014/main" id="{B62AC40B-4050-430B-9958-4BD3B66A4AC3}"/>
              </a:ext>
            </a:extLst>
          </p:cNvPr>
          <p:cNvSpPr>
            <a:spLocks xmlns:a="http://schemas.openxmlformats.org/drawingml/2006/main" noGrp="1"/>
          </p:cNvSpPr>
          <p:nvPr/>
        </p:nvSpPr>
        <p:spPr>
          <a:xfrm xmlns:a="http://schemas.openxmlformats.org/drawingml/2006/main">
            <a:off x="190500" y="1494028"/>
            <a:ext cx="7127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UAV → satellite</a:t>
            </a:r>
          </a:p>
        </p:txBody>
      </p:sp>
      <p:sp>
        <p:nvSpPr>
          <p:cNvPr id="309" name="university_to_sues/sues200_uav_150m_to_satellite/label/1">
            <a:extLst xmlns:a="http://schemas.openxmlformats.org/drawingml/2006/main">
              <a:ext uri="{FF2B5EF4-FFF2-40B4-BE49-F238E27FC236}">
                <a16:creationId xmlns:a16="http://schemas.microsoft.com/office/drawing/2014/main" id="{B6F0C443-B184-4F67-9F94-4E07064474E5}"/>
              </a:ext>
            </a:extLst>
          </p:cNvPr>
          <p:cNvSpPr>
            <a:spLocks xmlns:a="http://schemas.openxmlformats.org/drawingml/2006/main" noGrp="1"/>
          </p:cNvSpPr>
          <p:nvPr/>
        </p:nvSpPr>
        <p:spPr>
          <a:xfrm xmlns:a="http://schemas.openxmlformats.org/drawingml/2006/main">
            <a:off x="190500" y="16464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150 m</a:t>
            </a:r>
          </a:p>
        </p:txBody>
      </p:sp>
      <p:sp>
        <p:nvSpPr>
          <p:cNvPr id="310" name="university_to_sues/sues200_uav_150m_to_satellite/separator">
            <a:extLst xmlns:a="http://schemas.openxmlformats.org/drawingml/2006/main">
              <a:ext uri="{FF2B5EF4-FFF2-40B4-BE49-F238E27FC236}">
                <a16:creationId xmlns:a16="http://schemas.microsoft.com/office/drawing/2014/main" id="{13D0FB90-E369-483D-B922-3FE5A655DC8F}"/>
              </a:ext>
            </a:extLst>
          </p:cNvPr>
          <p:cNvSpPr>
            <a:spLocks xmlns:a="http://schemas.openxmlformats.org/drawingml/2006/main" noGrp="1"/>
          </p:cNvSpPr>
          <p:nvPr/>
        </p:nvSpPr>
        <p:spPr>
          <a:xfrm xmlns:a="http://schemas.openxmlformats.org/drawingml/2006/main" flipV="0">
            <a:off x="190500" y="19558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11" name="university_to_sues/sues200_satellite_to_uav_150m/label/0">
            <a:extLst xmlns:a="http://schemas.openxmlformats.org/drawingml/2006/main">
              <a:ext uri="{FF2B5EF4-FFF2-40B4-BE49-F238E27FC236}">
                <a16:creationId xmlns:a16="http://schemas.microsoft.com/office/drawing/2014/main" id="{96461A8C-683D-4ABE-8D44-AB0C77E2E6AB}"/>
              </a:ext>
            </a:extLst>
          </p:cNvPr>
          <p:cNvSpPr>
            <a:spLocks xmlns:a="http://schemas.openxmlformats.org/drawingml/2006/main" noGrp="1"/>
          </p:cNvSpPr>
          <p:nvPr/>
        </p:nvSpPr>
        <p:spPr>
          <a:xfrm xmlns:a="http://schemas.openxmlformats.org/drawingml/2006/main">
            <a:off x="190500" y="2078228"/>
            <a:ext cx="72971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Satellite → UAV</a:t>
            </a:r>
          </a:p>
        </p:txBody>
      </p:sp>
      <p:sp>
        <p:nvSpPr>
          <p:cNvPr id="312" name="university_to_sues/sues200_satellite_to_uav_150m/label/1">
            <a:extLst xmlns:a="http://schemas.openxmlformats.org/drawingml/2006/main">
              <a:ext uri="{FF2B5EF4-FFF2-40B4-BE49-F238E27FC236}">
                <a16:creationId xmlns:a16="http://schemas.microsoft.com/office/drawing/2014/main" id="{6B1689CE-748F-4DF3-B6C2-E783992AC45E}"/>
              </a:ext>
            </a:extLst>
          </p:cNvPr>
          <p:cNvSpPr>
            <a:spLocks xmlns:a="http://schemas.openxmlformats.org/drawingml/2006/main" noGrp="1"/>
          </p:cNvSpPr>
          <p:nvPr/>
        </p:nvSpPr>
        <p:spPr>
          <a:xfrm xmlns:a="http://schemas.openxmlformats.org/drawingml/2006/main">
            <a:off x="190500" y="22306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150 m</a:t>
            </a:r>
          </a:p>
        </p:txBody>
      </p:sp>
      <p:sp>
        <p:nvSpPr>
          <p:cNvPr id="313" name="university_to_sues/sues200_satellite_to_uav_150m/separator">
            <a:extLst xmlns:a="http://schemas.openxmlformats.org/drawingml/2006/main">
              <a:ext uri="{FF2B5EF4-FFF2-40B4-BE49-F238E27FC236}">
                <a16:creationId xmlns:a16="http://schemas.microsoft.com/office/drawing/2014/main" id="{940C9B2C-EB2F-4E95-B2F1-96FF7A882ECE}"/>
              </a:ext>
            </a:extLst>
          </p:cNvPr>
          <p:cNvSpPr>
            <a:spLocks xmlns:a="http://schemas.openxmlformats.org/drawingml/2006/main" noGrp="1"/>
          </p:cNvSpPr>
          <p:nvPr/>
        </p:nvSpPr>
        <p:spPr>
          <a:xfrm xmlns:a="http://schemas.openxmlformats.org/drawingml/2006/main" flipV="0">
            <a:off x="190500" y="25400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14" name="university_to_sues/sues200_uav_200m_to_satellite/label/0">
            <a:extLst xmlns:a="http://schemas.openxmlformats.org/drawingml/2006/main">
              <a:ext uri="{FF2B5EF4-FFF2-40B4-BE49-F238E27FC236}">
                <a16:creationId xmlns:a16="http://schemas.microsoft.com/office/drawing/2014/main" id="{D0DCACF7-9F75-4ACC-AC49-36F35A652291}"/>
              </a:ext>
            </a:extLst>
          </p:cNvPr>
          <p:cNvSpPr>
            <a:spLocks xmlns:a="http://schemas.openxmlformats.org/drawingml/2006/main" noGrp="1"/>
          </p:cNvSpPr>
          <p:nvPr/>
        </p:nvSpPr>
        <p:spPr>
          <a:xfrm xmlns:a="http://schemas.openxmlformats.org/drawingml/2006/main">
            <a:off x="190500" y="2662428"/>
            <a:ext cx="7127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UAV → satellite</a:t>
            </a:r>
          </a:p>
        </p:txBody>
      </p:sp>
      <p:sp>
        <p:nvSpPr>
          <p:cNvPr id="315" name="university_to_sues/sues200_uav_200m_to_satellite/label/1">
            <a:extLst xmlns:a="http://schemas.openxmlformats.org/drawingml/2006/main">
              <a:ext uri="{FF2B5EF4-FFF2-40B4-BE49-F238E27FC236}">
                <a16:creationId xmlns:a16="http://schemas.microsoft.com/office/drawing/2014/main" id="{AB03463C-BB83-47E0-852D-ECE6561E7C84}"/>
              </a:ext>
            </a:extLst>
          </p:cNvPr>
          <p:cNvSpPr>
            <a:spLocks xmlns:a="http://schemas.openxmlformats.org/drawingml/2006/main" noGrp="1"/>
          </p:cNvSpPr>
          <p:nvPr/>
        </p:nvSpPr>
        <p:spPr>
          <a:xfrm xmlns:a="http://schemas.openxmlformats.org/drawingml/2006/main">
            <a:off x="190500" y="28148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200 m</a:t>
            </a:r>
          </a:p>
        </p:txBody>
      </p:sp>
      <p:sp>
        <p:nvSpPr>
          <p:cNvPr id="316" name="university_to_sues/sues200_uav_200m_to_satellite/separator">
            <a:extLst xmlns:a="http://schemas.openxmlformats.org/drawingml/2006/main">
              <a:ext uri="{FF2B5EF4-FFF2-40B4-BE49-F238E27FC236}">
                <a16:creationId xmlns:a16="http://schemas.microsoft.com/office/drawing/2014/main" id="{81AB4C0B-DB52-4DD0-AF3D-1F22810F96DE}"/>
              </a:ext>
            </a:extLst>
          </p:cNvPr>
          <p:cNvSpPr>
            <a:spLocks xmlns:a="http://schemas.openxmlformats.org/drawingml/2006/main" noGrp="1"/>
          </p:cNvSpPr>
          <p:nvPr/>
        </p:nvSpPr>
        <p:spPr>
          <a:xfrm xmlns:a="http://schemas.openxmlformats.org/drawingml/2006/main" flipV="0">
            <a:off x="190500" y="31242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17" name="university_to_sues/sues200_satellite_to_uav_200m/label/0">
            <a:extLst xmlns:a="http://schemas.openxmlformats.org/drawingml/2006/main">
              <a:ext uri="{FF2B5EF4-FFF2-40B4-BE49-F238E27FC236}">
                <a16:creationId xmlns:a16="http://schemas.microsoft.com/office/drawing/2014/main" id="{0BE28711-C09F-44CB-88EB-E5E18F1AD5B3}"/>
              </a:ext>
            </a:extLst>
          </p:cNvPr>
          <p:cNvSpPr>
            <a:spLocks xmlns:a="http://schemas.openxmlformats.org/drawingml/2006/main" noGrp="1"/>
          </p:cNvSpPr>
          <p:nvPr/>
        </p:nvSpPr>
        <p:spPr>
          <a:xfrm xmlns:a="http://schemas.openxmlformats.org/drawingml/2006/main">
            <a:off x="190500" y="3246628"/>
            <a:ext cx="72971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Satellite → UAV</a:t>
            </a:r>
          </a:p>
        </p:txBody>
      </p:sp>
      <p:sp>
        <p:nvSpPr>
          <p:cNvPr id="318" name="university_to_sues/sues200_satellite_to_uav_200m/label/1">
            <a:extLst xmlns:a="http://schemas.openxmlformats.org/drawingml/2006/main">
              <a:ext uri="{FF2B5EF4-FFF2-40B4-BE49-F238E27FC236}">
                <a16:creationId xmlns:a16="http://schemas.microsoft.com/office/drawing/2014/main" id="{E1B88187-CC9A-403D-9B5C-CA5B8FE714E2}"/>
              </a:ext>
            </a:extLst>
          </p:cNvPr>
          <p:cNvSpPr>
            <a:spLocks xmlns:a="http://schemas.openxmlformats.org/drawingml/2006/main" noGrp="1"/>
          </p:cNvSpPr>
          <p:nvPr/>
        </p:nvSpPr>
        <p:spPr>
          <a:xfrm xmlns:a="http://schemas.openxmlformats.org/drawingml/2006/main">
            <a:off x="190500" y="33990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200 m</a:t>
            </a:r>
          </a:p>
        </p:txBody>
      </p:sp>
      <p:sp>
        <p:nvSpPr>
          <p:cNvPr id="319" name="university_to_sues/sues200_satellite_to_uav_200m/separator">
            <a:extLst xmlns:a="http://schemas.openxmlformats.org/drawingml/2006/main">
              <a:ext uri="{FF2B5EF4-FFF2-40B4-BE49-F238E27FC236}">
                <a16:creationId xmlns:a16="http://schemas.microsoft.com/office/drawing/2014/main" id="{D286C4F4-8AF9-4CF1-9D2F-B500DF4666E3}"/>
              </a:ext>
            </a:extLst>
          </p:cNvPr>
          <p:cNvSpPr>
            <a:spLocks xmlns:a="http://schemas.openxmlformats.org/drawingml/2006/main" noGrp="1"/>
          </p:cNvSpPr>
          <p:nvPr/>
        </p:nvSpPr>
        <p:spPr>
          <a:xfrm xmlns:a="http://schemas.openxmlformats.org/drawingml/2006/main" flipV="0">
            <a:off x="190500" y="37084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20" name="university_to_sues/sues200_uav_250m_to_satellite/label/0">
            <a:extLst xmlns:a="http://schemas.openxmlformats.org/drawingml/2006/main">
              <a:ext uri="{FF2B5EF4-FFF2-40B4-BE49-F238E27FC236}">
                <a16:creationId xmlns:a16="http://schemas.microsoft.com/office/drawing/2014/main" id="{32C94822-D341-4496-8340-62255ECA8FD1}"/>
              </a:ext>
            </a:extLst>
          </p:cNvPr>
          <p:cNvSpPr>
            <a:spLocks xmlns:a="http://schemas.openxmlformats.org/drawingml/2006/main" noGrp="1"/>
          </p:cNvSpPr>
          <p:nvPr/>
        </p:nvSpPr>
        <p:spPr>
          <a:xfrm xmlns:a="http://schemas.openxmlformats.org/drawingml/2006/main">
            <a:off x="190500" y="3830828"/>
            <a:ext cx="7127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UAV → satellite</a:t>
            </a:r>
          </a:p>
        </p:txBody>
      </p:sp>
      <p:sp>
        <p:nvSpPr>
          <p:cNvPr id="321" name="university_to_sues/sues200_uav_250m_to_satellite/label/1">
            <a:extLst xmlns:a="http://schemas.openxmlformats.org/drawingml/2006/main">
              <a:ext uri="{FF2B5EF4-FFF2-40B4-BE49-F238E27FC236}">
                <a16:creationId xmlns:a16="http://schemas.microsoft.com/office/drawing/2014/main" id="{1EFAE112-0B9A-461D-B0C2-E3AACEC8C89B}"/>
              </a:ext>
            </a:extLst>
          </p:cNvPr>
          <p:cNvSpPr>
            <a:spLocks xmlns:a="http://schemas.openxmlformats.org/drawingml/2006/main" noGrp="1"/>
          </p:cNvSpPr>
          <p:nvPr/>
        </p:nvSpPr>
        <p:spPr>
          <a:xfrm xmlns:a="http://schemas.openxmlformats.org/drawingml/2006/main">
            <a:off x="190500" y="39832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250 m</a:t>
            </a:r>
          </a:p>
        </p:txBody>
      </p:sp>
      <p:sp>
        <p:nvSpPr>
          <p:cNvPr id="322" name="university_to_sues/sues200_uav_250m_to_satellite/separator">
            <a:extLst xmlns:a="http://schemas.openxmlformats.org/drawingml/2006/main">
              <a:ext uri="{FF2B5EF4-FFF2-40B4-BE49-F238E27FC236}">
                <a16:creationId xmlns:a16="http://schemas.microsoft.com/office/drawing/2014/main" id="{318B0861-AD66-49B0-99C3-A0C02A94D959}"/>
              </a:ext>
            </a:extLst>
          </p:cNvPr>
          <p:cNvSpPr>
            <a:spLocks xmlns:a="http://schemas.openxmlformats.org/drawingml/2006/main" noGrp="1"/>
          </p:cNvSpPr>
          <p:nvPr/>
        </p:nvSpPr>
        <p:spPr>
          <a:xfrm xmlns:a="http://schemas.openxmlformats.org/drawingml/2006/main" flipV="0">
            <a:off x="190500" y="42926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23" name="university_to_sues/sues200_satellite_to_uav_250m/label/0">
            <a:extLst xmlns:a="http://schemas.openxmlformats.org/drawingml/2006/main">
              <a:ext uri="{FF2B5EF4-FFF2-40B4-BE49-F238E27FC236}">
                <a16:creationId xmlns:a16="http://schemas.microsoft.com/office/drawing/2014/main" id="{CBC4EDE7-5DB2-4B1B-9B2C-426D3A69B57F}"/>
              </a:ext>
            </a:extLst>
          </p:cNvPr>
          <p:cNvSpPr>
            <a:spLocks xmlns:a="http://schemas.openxmlformats.org/drawingml/2006/main" noGrp="1"/>
          </p:cNvSpPr>
          <p:nvPr/>
        </p:nvSpPr>
        <p:spPr>
          <a:xfrm xmlns:a="http://schemas.openxmlformats.org/drawingml/2006/main">
            <a:off x="190500" y="4415028"/>
            <a:ext cx="72971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Satellite → UAV</a:t>
            </a:r>
          </a:p>
        </p:txBody>
      </p:sp>
      <p:sp>
        <p:nvSpPr>
          <p:cNvPr id="324" name="university_to_sues/sues200_satellite_to_uav_250m/label/1">
            <a:extLst xmlns:a="http://schemas.openxmlformats.org/drawingml/2006/main">
              <a:ext uri="{FF2B5EF4-FFF2-40B4-BE49-F238E27FC236}">
                <a16:creationId xmlns:a16="http://schemas.microsoft.com/office/drawing/2014/main" id="{DAAF1759-CB47-4DF4-A3DB-0468320A73C4}"/>
              </a:ext>
            </a:extLst>
          </p:cNvPr>
          <p:cNvSpPr>
            <a:spLocks xmlns:a="http://schemas.openxmlformats.org/drawingml/2006/main" noGrp="1"/>
          </p:cNvSpPr>
          <p:nvPr/>
        </p:nvSpPr>
        <p:spPr>
          <a:xfrm xmlns:a="http://schemas.openxmlformats.org/drawingml/2006/main">
            <a:off x="190500" y="45674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250 m</a:t>
            </a:r>
          </a:p>
        </p:txBody>
      </p:sp>
      <p:sp>
        <p:nvSpPr>
          <p:cNvPr id="325" name="university_to_sues/sues200_satellite_to_uav_250m/separator">
            <a:extLst xmlns:a="http://schemas.openxmlformats.org/drawingml/2006/main">
              <a:ext uri="{FF2B5EF4-FFF2-40B4-BE49-F238E27FC236}">
                <a16:creationId xmlns:a16="http://schemas.microsoft.com/office/drawing/2014/main" id="{4D039335-AB2B-495B-8C83-57EFE6095EB6}"/>
              </a:ext>
            </a:extLst>
          </p:cNvPr>
          <p:cNvSpPr>
            <a:spLocks xmlns:a="http://schemas.openxmlformats.org/drawingml/2006/main" noGrp="1"/>
          </p:cNvSpPr>
          <p:nvPr/>
        </p:nvSpPr>
        <p:spPr>
          <a:xfrm xmlns:a="http://schemas.openxmlformats.org/drawingml/2006/main" flipV="0">
            <a:off x="190500" y="48768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26" name="university_to_sues/sues200_uav_300m_to_satellite/label/0">
            <a:extLst xmlns:a="http://schemas.openxmlformats.org/drawingml/2006/main">
              <a:ext uri="{FF2B5EF4-FFF2-40B4-BE49-F238E27FC236}">
                <a16:creationId xmlns:a16="http://schemas.microsoft.com/office/drawing/2014/main" id="{7E951A9B-FF05-4154-B4B8-83C0852F6F4B}"/>
              </a:ext>
            </a:extLst>
          </p:cNvPr>
          <p:cNvSpPr>
            <a:spLocks xmlns:a="http://schemas.openxmlformats.org/drawingml/2006/main" noGrp="1"/>
          </p:cNvSpPr>
          <p:nvPr/>
        </p:nvSpPr>
        <p:spPr>
          <a:xfrm xmlns:a="http://schemas.openxmlformats.org/drawingml/2006/main">
            <a:off x="190500" y="4999228"/>
            <a:ext cx="7127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UAV → satellite</a:t>
            </a:r>
          </a:p>
        </p:txBody>
      </p:sp>
      <p:sp>
        <p:nvSpPr>
          <p:cNvPr id="327" name="university_to_sues/sues200_uav_300m_to_satellite/label/1">
            <a:extLst xmlns:a="http://schemas.openxmlformats.org/drawingml/2006/main">
              <a:ext uri="{FF2B5EF4-FFF2-40B4-BE49-F238E27FC236}">
                <a16:creationId xmlns:a16="http://schemas.microsoft.com/office/drawing/2014/main" id="{BF07CDBB-842C-401C-9346-AA1EC9E91463}"/>
              </a:ext>
            </a:extLst>
          </p:cNvPr>
          <p:cNvSpPr>
            <a:spLocks xmlns:a="http://schemas.openxmlformats.org/drawingml/2006/main" noGrp="1"/>
          </p:cNvSpPr>
          <p:nvPr/>
        </p:nvSpPr>
        <p:spPr>
          <a:xfrm xmlns:a="http://schemas.openxmlformats.org/drawingml/2006/main">
            <a:off x="190500" y="51516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300 m</a:t>
            </a:r>
          </a:p>
        </p:txBody>
      </p:sp>
      <p:sp>
        <p:nvSpPr>
          <p:cNvPr id="328" name="university_to_sues/sues200_uav_300m_to_satellite/separator">
            <a:extLst xmlns:a="http://schemas.openxmlformats.org/drawingml/2006/main">
              <a:ext uri="{FF2B5EF4-FFF2-40B4-BE49-F238E27FC236}">
                <a16:creationId xmlns:a16="http://schemas.microsoft.com/office/drawing/2014/main" id="{93A80F3B-5CE0-4F50-A5D3-5C965DFFE271}"/>
              </a:ext>
            </a:extLst>
          </p:cNvPr>
          <p:cNvSpPr>
            <a:spLocks xmlns:a="http://schemas.openxmlformats.org/drawingml/2006/main" noGrp="1"/>
          </p:cNvSpPr>
          <p:nvPr/>
        </p:nvSpPr>
        <p:spPr>
          <a:xfrm xmlns:a="http://schemas.openxmlformats.org/drawingml/2006/main" flipV="0">
            <a:off x="190500" y="5461000"/>
            <a:ext cx="61674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329" name="university_to_sues/sues200_satellite_to_uav_300m/label/0">
            <a:extLst xmlns:a="http://schemas.openxmlformats.org/drawingml/2006/main">
              <a:ext uri="{FF2B5EF4-FFF2-40B4-BE49-F238E27FC236}">
                <a16:creationId xmlns:a16="http://schemas.microsoft.com/office/drawing/2014/main" id="{A8384104-35D1-4174-9E42-ED0EB769BCE2}"/>
              </a:ext>
            </a:extLst>
          </p:cNvPr>
          <p:cNvSpPr>
            <a:spLocks xmlns:a="http://schemas.openxmlformats.org/drawingml/2006/main" noGrp="1"/>
          </p:cNvSpPr>
          <p:nvPr/>
        </p:nvSpPr>
        <p:spPr>
          <a:xfrm xmlns:a="http://schemas.openxmlformats.org/drawingml/2006/main">
            <a:off x="190500" y="5583428"/>
            <a:ext cx="72971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Satellite → UAV</a:t>
            </a:r>
          </a:p>
        </p:txBody>
      </p:sp>
      <p:sp>
        <p:nvSpPr>
          <p:cNvPr id="330" name="university_to_sues/sues200_satellite_to_uav_300m/label/1">
            <a:extLst xmlns:a="http://schemas.openxmlformats.org/drawingml/2006/main">
              <a:ext uri="{FF2B5EF4-FFF2-40B4-BE49-F238E27FC236}">
                <a16:creationId xmlns:a16="http://schemas.microsoft.com/office/drawing/2014/main" id="{EAC7D09F-44E5-4F8B-A67C-25BE66F80B04}"/>
              </a:ext>
            </a:extLst>
          </p:cNvPr>
          <p:cNvSpPr>
            <a:spLocks xmlns:a="http://schemas.openxmlformats.org/drawingml/2006/main" noGrp="1"/>
          </p:cNvSpPr>
          <p:nvPr/>
        </p:nvSpPr>
        <p:spPr>
          <a:xfrm xmlns:a="http://schemas.openxmlformats.org/drawingml/2006/main">
            <a:off x="190500" y="5735828"/>
            <a:ext cx="2916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300 m</a:t>
            </a:r>
          </a:p>
        </p:txBody>
      </p:sp>
      <p:sp>
        <p:nvSpPr>
          <p:cNvPr id="331" name="university_to_sues/footnote/sd">
            <a:extLst xmlns:a="http://schemas.openxmlformats.org/drawingml/2006/main">
              <a:ext uri="{FF2B5EF4-FFF2-40B4-BE49-F238E27FC236}">
                <a16:creationId xmlns:a16="http://schemas.microsoft.com/office/drawing/2014/main" id="{3FA849A0-A795-4353-8AA3-BE4C1BBC34C5}"/>
              </a:ext>
            </a:extLst>
          </p:cNvPr>
          <p:cNvSpPr>
            <a:spLocks xmlns:a="http://schemas.openxmlformats.org/drawingml/2006/main" noGrp="1"/>
          </p:cNvSpPr>
          <p:nvPr/>
        </p:nvSpPr>
        <p:spPr>
          <a:xfrm xmlns:a="http://schemas.openxmlformats.org/drawingml/2006/main">
            <a:off x="190500" y="6231128"/>
            <a:ext cx="348481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Bars are sample SD (n − 1 = 2), not confidence intervals or significance tests.</a:t>
            </a:r>
          </a:p>
        </p:txBody>
      </p:sp>
      <p:sp>
        <p:nvSpPr>
          <p:cNvPr id="332" name="university_to_sues/footnote/tasks">
            <a:extLst xmlns:a="http://schemas.openxmlformats.org/drawingml/2006/main">
              <a:ext uri="{FF2B5EF4-FFF2-40B4-BE49-F238E27FC236}">
                <a16:creationId xmlns:a16="http://schemas.microsoft.com/office/drawing/2014/main" id="{C3670A2D-B17C-4B8F-ADB2-634A7C918D4C}"/>
              </a:ext>
            </a:extLst>
          </p:cNvPr>
          <p:cNvSpPr>
            <a:spLocks xmlns:a="http://schemas.openxmlformats.org/drawingml/2006/main" noGrp="1"/>
          </p:cNvSpPr>
          <p:nvPr/>
        </p:nvSpPr>
        <p:spPr>
          <a:xfrm xmlns:a="http://schemas.openxmlformats.org/drawingml/2006/main">
            <a:off x="190500" y="6396228"/>
            <a:ext cx="362597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Each retrieval task is separate; no pooling across heights, directions or datasets.</a:t>
            </a:r>
          </a:p>
        </p:txBody>
      </p:sp>
      <p:sp>
        <p:nvSpPr>
          <p:cNvPr id="333" name="university_to_sues/footnote/units">
            <a:extLst xmlns:a="http://schemas.openxmlformats.org/drawingml/2006/main">
              <a:ext uri="{FF2B5EF4-FFF2-40B4-BE49-F238E27FC236}">
                <a16:creationId xmlns:a16="http://schemas.microsoft.com/office/drawing/2014/main" id="{E6519032-F32B-4809-8436-BC9D7E35DD0B}"/>
              </a:ext>
            </a:extLst>
          </p:cNvPr>
          <p:cNvSpPr>
            <a:spLocks xmlns:a="http://schemas.openxmlformats.org/drawingml/2006/main" noGrp="1"/>
          </p:cNvSpPr>
          <p:nvPr/>
        </p:nvSpPr>
        <p:spPr>
          <a:xfrm xmlns:a="http://schemas.openxmlformats.org/drawingml/2006/main">
            <a:off x="190500" y="6561328"/>
            <a:ext cx="404021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R@1 and mAP are percentages; MRR × 100 is scaled MRR, not an accuracy percentage.</a:t>
            </a:r>
          </a:p>
        </p:txBody>
      </p:sp>
      <p:sp>
        <p:nvSpPr>
          <p:cNvPr id="334" name="university_to_sues/footnote/numerics">
            <a:extLst xmlns:a="http://schemas.openxmlformats.org/drawingml/2006/main">
              <a:ext uri="{FF2B5EF4-FFF2-40B4-BE49-F238E27FC236}">
                <a16:creationId xmlns:a16="http://schemas.microsoft.com/office/drawing/2014/main" id="{2BD39ECD-105D-4D01-AD7C-03B4B88AE24C}"/>
              </a:ext>
            </a:extLst>
          </p:cNvPr>
          <p:cNvSpPr>
            <a:spLocks xmlns:a="http://schemas.openxmlformats.org/drawingml/2006/main" noGrp="1"/>
          </p:cNvSpPr>
          <p:nvPr/>
        </p:nvSpPr>
        <p:spPr>
          <a:xfrm xmlns:a="http://schemas.openxmlformats.org/drawingml/2006/main">
            <a:off x="190500" y="6726428"/>
            <a:ext cx="418385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Labels show mean ± sample SD; exact fractions and all seed values are in the source tables.</a:t>
            </a:r>
          </a:p>
        </p:txBody>
      </p:sp>
    </p:spTree>
    <p:extLst>
      <p:ext uri="{BB962C8B-B14F-4D97-AF65-F5344CB8AC3E}">
        <p14:creationId xmlns:p14="http://schemas.microsoft.com/office/powerpoint/2010/main" val="534018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2026-09-29T16:54:14.8620000Z</dcterms:created>
  <dcterms:modified xsi:type="dcterms:W3CDTF">2026-09-29T16:54:14.8620000Z</dcterms:modified>
</coreProperties>
</file>