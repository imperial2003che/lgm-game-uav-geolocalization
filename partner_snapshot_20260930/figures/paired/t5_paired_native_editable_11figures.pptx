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385c526fd24902" /><Relationship Type="http://schemas.openxmlformats.org/officeDocument/2006/relationships/extended-properties" Target="/docProps/app.xml" Id="R1f7adca834454ceb" /><Relationship Type="http://schemas.openxmlformats.org/officeDocument/2006/relationships/officeDocument" Target="/ppt/presentation.xml" Id="R40082301924d44f8" /></Relationships>
</file>

<file path=ppt/presentation.xml><?xml version="1.0" encoding="utf-8"?>
<p:presentation xmlns:p="http://schemas.openxmlformats.org/presentationml/2006/main">
  <p:sldMasterIdLst>
    <p:sldMasterId xmlns:r="http://schemas.openxmlformats.org/officeDocument/2006/relationships" id="2147483648" r:id="R56689d4196f8440d"/>
  </p:sldMasterIdLst>
  <p:notesMasterIdLst>
    <p:notesMasterId xmlns:r="http://schemas.openxmlformats.org/officeDocument/2006/relationships" r:id="R1e1b0e68c92b426e"/>
  </p:notesMasterIdLst>
  <p:sldIdLst>
    <p:sldId xmlns:r="http://schemas.openxmlformats.org/officeDocument/2006/relationships" id="256" r:id="Rbb4c5584db7c4d25"/>
    <p:sldId xmlns:r="http://schemas.openxmlformats.org/officeDocument/2006/relationships" id="257" r:id="R4bc2c73132754b79"/>
    <p:sldId xmlns:r="http://schemas.openxmlformats.org/officeDocument/2006/relationships" id="258" r:id="R9605ca4f75424014"/>
    <p:sldId xmlns:r="http://schemas.openxmlformats.org/officeDocument/2006/relationships" id="259" r:id="R2257a16373d8451e"/>
    <p:sldId xmlns:r="http://schemas.openxmlformats.org/officeDocument/2006/relationships" id="260" r:id="R20389ecf2f264605"/>
    <p:sldId xmlns:r="http://schemas.openxmlformats.org/officeDocument/2006/relationships" id="261" r:id="Rb10340eb7ac746c8"/>
    <p:sldId xmlns:r="http://schemas.openxmlformats.org/officeDocument/2006/relationships" id="262" r:id="R3ef71df538af4d68"/>
    <p:sldId xmlns:r="http://schemas.openxmlformats.org/officeDocument/2006/relationships" id="263" r:id="R28d6d1a69eeb4294"/>
    <p:sldId xmlns:r="http://schemas.openxmlformats.org/officeDocument/2006/relationships" id="264" r:id="R37647a78651045ff"/>
    <p:sldId xmlns:r="http://schemas.openxmlformats.org/officeDocument/2006/relationships" id="265" r:id="Rcac30224c16f4259"/>
    <p:sldId xmlns:r="http://schemas.openxmlformats.org/officeDocument/2006/relationships" id="266" r:id="Racd5a2062ea14144"/>
  </p:sldIdLst>
  <p:sldSz cx="6548400" cy="6781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434d5a6efc46bf" /><Relationship Type="http://schemas.openxmlformats.org/officeDocument/2006/relationships/slideMaster" Target="/ppt/slideMasters/slideMaster1.xml" Id="R56689d4196f8440d" /><Relationship Type="http://schemas.openxmlformats.org/officeDocument/2006/relationships/notesMaster" Target="/ppt/notesMasters/notesMaster1.xml" Id="R1e1b0e68c92b426e" /><Relationship Type="http://schemas.openxmlformats.org/officeDocument/2006/relationships/presProps" Target="/ppt/presProps.xml" Id="Rc741da7bfbd84eda" /><Relationship Type="http://schemas.openxmlformats.org/officeDocument/2006/relationships/tableStyles" Target="/ppt/tableStyles.xml" Id="Rd56338403a1b41b1" /><Relationship Type="http://schemas.openxmlformats.org/officeDocument/2006/relationships/slide" Target="/ppt/slides/slide1.xml" Id="Rbb4c5584db7c4d25" /><Relationship Type="http://schemas.openxmlformats.org/officeDocument/2006/relationships/slide" Target="/ppt/slides/slide2.xml" Id="R4bc2c73132754b79" /><Relationship Type="http://schemas.openxmlformats.org/officeDocument/2006/relationships/slide" Target="/ppt/slides/slide3.xml" Id="R9605ca4f75424014" /><Relationship Type="http://schemas.openxmlformats.org/officeDocument/2006/relationships/slide" Target="/ppt/slides/slide4.xml" Id="R2257a16373d8451e" /><Relationship Type="http://schemas.openxmlformats.org/officeDocument/2006/relationships/slide" Target="/ppt/slides/slide5.xml" Id="R20389ecf2f264605" /><Relationship Type="http://schemas.openxmlformats.org/officeDocument/2006/relationships/slide" Target="/ppt/slides/slide6.xml" Id="Rb10340eb7ac746c8" /><Relationship Type="http://schemas.openxmlformats.org/officeDocument/2006/relationships/slide" Target="/ppt/slides/slide7.xml" Id="R3ef71df538af4d68" /><Relationship Type="http://schemas.openxmlformats.org/officeDocument/2006/relationships/slide" Target="/ppt/slides/slide8.xml" Id="R28d6d1a69eeb4294" /><Relationship Type="http://schemas.openxmlformats.org/officeDocument/2006/relationships/slide" Target="/ppt/slides/slide9.xml" Id="R37647a78651045ff" /><Relationship Type="http://schemas.openxmlformats.org/officeDocument/2006/relationships/slide" Target="/ppt/slides/slide10.xml" Id="Rcac30224c16f4259" /><Relationship Type="http://schemas.openxmlformats.org/officeDocument/2006/relationships/slide" Target="/ppt/slides/slide11.xml" Id="Racd5a2062ea141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229c8bec6b46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9cd321acf849e4" /><Relationship Type="http://schemas.openxmlformats.org/officeDocument/2006/relationships/notesMaster" Target="/ppt/notesMasters/notesMaster1.xml" Id="Rfc40307a08874c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1971a5c6884815" /><Relationship Type="http://schemas.openxmlformats.org/officeDocument/2006/relationships/notesMaster" Target="/ppt/notesMasters/notesMaster1.xml" Id="R2f35db4fe37940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4c75a398ec4ac7" /><Relationship Type="http://schemas.openxmlformats.org/officeDocument/2006/relationships/notesMaster" Target="/ppt/notesMasters/notesMaster1.xml" Id="Rd7bd6214e4c144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56393bf2034c00" /><Relationship Type="http://schemas.openxmlformats.org/officeDocument/2006/relationships/notesMaster" Target="/ppt/notesMasters/notesMaster1.xml" Id="Rc4ff04368d7c4f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5e10abcdb94e25" /><Relationship Type="http://schemas.openxmlformats.org/officeDocument/2006/relationships/notesMaster" Target="/ppt/notesMasters/notesMaster1.xml" Id="R27e27c29837c45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0c9805d5ae4ba1" /><Relationship Type="http://schemas.openxmlformats.org/officeDocument/2006/relationships/notesMaster" Target="/ppt/notesMasters/notesMaster1.xml" Id="Ra85fca0a2d6d47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83de275e2c4924" /><Relationship Type="http://schemas.openxmlformats.org/officeDocument/2006/relationships/notesMaster" Target="/ppt/notesMasters/notesMaster1.xml" Id="R7b423924fda447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ccb2a9b96f47da" /><Relationship Type="http://schemas.openxmlformats.org/officeDocument/2006/relationships/notesMaster" Target="/ppt/notesMasters/notesMaster1.xml" Id="R41e882df330b4a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3bcc4e55ca44ad" /><Relationship Type="http://schemas.openxmlformats.org/officeDocument/2006/relationships/notesMaster" Target="/ppt/notesMasters/notesMaster1.xml" Id="Re2b938fd88d148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88b59dffaf4af8" /><Relationship Type="http://schemas.openxmlformats.org/officeDocument/2006/relationships/notesMaster" Target="/ppt/notesMasters/notesMaster1.xml" Id="R46f187e5e35948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c8bb3b883448e6" /><Relationship Type="http://schemas.openxmlformats.org/officeDocument/2006/relationships/notesMaster" Target="/ppt/notesMasters/notesMaster1.xml" Id="R76c1e6680ade45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University-1652: Drone → satellite.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university1652,university1652_drone_to_satellite,1,37855,0.5,0.5000132082948091,18928,10597,0.27853652093514725,0.2215559371285167,27.853652093514725,22.15559371285167,50.00132082948091,d66087cdc8700b60359995c5da4f13341267ec4c6276d7208f71f2f9d8db4371,033b6eaea71b3084ca043902f6ba03b6487bf1762a9180963357103097d172cc</a:t>
            </a:r>
          </a:p>
          <a:p xmlns:a="http://schemas.openxmlformats.org/drawingml/2006/main">
            <a:r>
              <a:t>university1652,university1652_drone_to_satellite,1,37855,0.75,0.7500198124422137,28392,21710,0.3386606789063532,0.27452119931316865,33.86606789063532,27.452119931316865,75.00198124422137,d66087cdc8700b60359995c5da4f13341267ec4c6276d7208f71f2f9d8db4371,033b6eaea71b3084ca043902f6ba03b6487bf1762a9180963357103097d172cc</a:t>
            </a:r>
          </a:p>
          <a:p xmlns:a="http://schemas.openxmlformats.org/drawingml/2006/main">
            <a:r>
              <a:t>university1652,university1652_drone_to_satellite,1,37855,0.9,0.9000132082948091,34070,30847,0.3691190067362303,0.3022057852331264,36.91190067362303,30.220578523312643,90.00132082948092,d66087cdc8700b60359995c5da4f13341267ec4c6276d7208f71f2f9d8db4371,033b6eaea71b3084ca043902f6ba03b6487bf1762a9180963357103097d172cc</a:t>
            </a:r>
          </a:p>
          <a:p xmlns:a="http://schemas.openxmlformats.org/drawingml/2006/main">
            <a:r>
              <a:t>university1652,university1652_drone_to_satellite,1,37855,1,1,37855,37855,0.3855501254788007,0.31905956940958924,38.55501254788007,31.905956940958923,100,d66087cdc8700b60359995c5da4f13341267ec4c6276d7208f71f2f9d8db4371,033b6eaea71b3084ca043902f6ba03b6487bf1762a9180963357103097d172cc</a:t>
            </a:r>
          </a:p>
          <a:p xmlns:a="http://schemas.openxmlformats.org/drawingml/2006/main">
            <a:r>
              <a:t>university1652,university1652_drone_to_satellite,2,37855,0.5,0.5000132082948091,18928,10695,0.26633205653150177,0.22739400343415664,26.633205653150178,22.739400343415664,50.00132082948091,d66087cdc8700b60359995c5da4f13341267ec4c6276d7208f71f2f9d8db4371,033b6eaea71b3084ca043902f6ba03b6487bf1762a9180963357103097d172cc</a:t>
            </a:r>
          </a:p>
          <a:p xmlns:a="http://schemas.openxmlformats.org/drawingml/2006/main">
            <a:r>
              <a:t>university1652,university1652_drone_to_satellite,2,37855,0.75,0.7500198124422137,28392,21731,0.3240258882578259,0.2821291771232334,32.402588825782594,28.21291771232334,75.00198124422137,d66087cdc8700b60359995c5da4f13341267ec4c6276d7208f71f2f9d8db4371,033b6eaea71b3084ca043902f6ba03b6487bf1762a9180963357103097d172cc</a:t>
            </a:r>
          </a:p>
          <a:p xmlns:a="http://schemas.openxmlformats.org/drawingml/2006/main">
            <a:r>
              <a:t>university1652,university1652_drone_to_satellite,2,37855,0.9,0.9000132082948091,34070,30837,0.3513142253335094,0.3090740985338793,35.13142253335094,30.90740985338793,90.00132082948092,d66087cdc8700b60359995c5da4f13341267ec4c6276d7208f71f2f9d8db4371,033b6eaea71b3084ca043902f6ba03b6487bf1762a9180963357103097d172cc</a:t>
            </a:r>
          </a:p>
          <a:p xmlns:a="http://schemas.openxmlformats.org/drawingml/2006/main">
            <a:r>
              <a:t>university1652,university1652_drone_to_satellite,2,37855,1,1,37855,37855,0.3670320961563862,0.32555805045568614,36.70320961563862,32.55580504556861,100,d66087cdc8700b60359995c5da4f13341267ec4c6276d7208f71f2f9d8db4371,033b6eaea71b3084ca043902f6ba03b6487bf1762a9180963357103097d172cc</a:t>
            </a:r>
          </a:p>
          <a:p xmlns:a="http://schemas.openxmlformats.org/drawingml/2006/main">
            <a:r>
              <a:t>university1652,university1652_drone_to_satellite,3,37855,0.5,0.5000132082948091,18928,10662,0.2719323735305772,0.2275789195614846,27.193237353057718,22.75789195614846,50.00132082948091,d66087cdc8700b60359995c5da4f13341267ec4c6276d7208f71f2f9d8db4371,033b6eaea71b3084ca043902f6ba03b6487bf1762a9180963357103097d172cc</a:t>
            </a:r>
          </a:p>
          <a:p xmlns:a="http://schemas.openxmlformats.org/drawingml/2006/main">
            <a:r>
              <a:t>university1652,university1652_drone_to_satellite,3,37855,0.75,0.7500198124422137,28392,21699,0.33517368907674017,0.2825518425571259,33.51736890767402,28.25518425571259,75.00198124422137,d66087cdc8700b60359995c5da4f13341267ec4c6276d7208f71f2f9d8db4371,033b6eaea71b3084ca043902f6ba03b6487bf1762a9180963357103097d172cc</a:t>
            </a:r>
          </a:p>
          <a:p xmlns:a="http://schemas.openxmlformats.org/drawingml/2006/main">
            <a:r>
              <a:t>university1652,university1652_drone_to_satellite,3,37855,0.9,0.9000132082948091,34070,30824,0.36483951921806895,0.3086250165103685,36.4839519218069,30.86250165103685,90.00132082948092,d66087cdc8700b60359995c5da4f13341267ec4c6276d7208f71f2f9d8db4371,033b6eaea71b3084ca043902f6ba03b6487bf1762a9180963357103097d172cc</a:t>
            </a:r>
          </a:p>
          <a:p xmlns:a="http://schemas.openxmlformats.org/drawingml/2006/main">
            <a:r>
              <a:t>university1652,university1652_drone_to_satellite,3,37855,1,1,37855,37855,0.38333113195086516,0.32439572051248183,38.33311319508652,32.439572051248184,100,d66087cdc8700b60359995c5da4f13341267ec4c6276d7208f71f2f9d8db4371,033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University-1652: Satellite → drone.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university1652,university1652_satellite_to_drone,1,701,0.5,0.5007132667617689,351,180,0.2838801711840228,0.21255349500713266,28.38801711840228,21.255349500713265,50.07132667617689,e4607da9f50a694dc9277c628d9f1b284533923e32987e687d9348e5bda71d02,033b6eaea71b3084ca043902f6ba03b6487bf1762a9180963357103097d172cc</a:t>
            </a:r>
          </a:p>
          <a:p xmlns:a="http://schemas.openxmlformats.org/drawingml/2006/main">
            <a:r>
              <a:t>university1652,university1652_satellite_to_drone,1,701,0.75,0.7503566333808844,526,398,0.43794579172610554,0.33238231098430815,43.794579172610554,33.238231098430816,75.03566333808844,e4607da9f50a694dc9277c628d9f1b284533923e32987e687d9348e5bda71d02,033b6eaea71b3084ca043902f6ba03b6487bf1762a9180963357103097d172cc</a:t>
            </a:r>
          </a:p>
          <a:p xmlns:a="http://schemas.openxmlformats.org/drawingml/2006/main">
            <a:r>
              <a:t>university1652,university1652_satellite_to_drone,1,701,0.9,0.9001426533523538,631,570,0.514978601997147,0.4108416547788873,51.497860199714694,41.08416547788873,90.01426533523538,e4607da9f50a694dc9277c628d9f1b284533923e32987e687d9348e5bda71d02,033b6eaea71b3084ca043902f6ba03b6487bf1762a9180963357103097d172cc</a:t>
            </a:r>
          </a:p>
          <a:p xmlns:a="http://schemas.openxmlformats.org/drawingml/2006/main">
            <a:r>
              <a:t>university1652,university1652_satellite_to_drone,1,701,1,1,701,701,0.5649072753209701,0.4593437945791726,56.490727532097004,45.93437945791726,100,e4607da9f50a694dc9277c628d9f1b284533923e32987e687d9348e5bda71d02,033b6eaea71b3084ca043902f6ba03b6487bf1762a9180963357103097d172cc</a:t>
            </a:r>
          </a:p>
          <a:p xmlns:a="http://schemas.openxmlformats.org/drawingml/2006/main">
            <a:r>
              <a:t>university1652,university1652_satellite_to_drone,2,701,0.5,0.5007132667617689,351,182,0.25962910128388017,0.21540656205420827,25.962910128388017,21.540656205420827,50.07132667617689,e4607da9f50a694dc9277c628d9f1b284533923e32987e687d9348e5bda71d02,033b6eaea71b3084ca043902f6ba03b6487bf1762a9180963357103097d172cc</a:t>
            </a:r>
          </a:p>
          <a:p xmlns:a="http://schemas.openxmlformats.org/drawingml/2006/main">
            <a:r>
              <a:t>university1652,university1652_satellite_to_drone,2,701,0.75,0.7503566333808844,526,396,0.3780313837375178,0.3166904422253923,37.803138373751786,31.669044222539227,75.03566333808844,e4607da9f50a694dc9277c628d9f1b284533923e32987e687d9348e5bda71d02,033b6eaea71b3084ca043902f6ba03b6487bf1762a9180963357103097d172cc</a:t>
            </a:r>
          </a:p>
          <a:p xmlns:a="http://schemas.openxmlformats.org/drawingml/2006/main">
            <a:r>
              <a:t>university1652,university1652_satellite_to_drone,2,701,0.9,0.9001426533523538,631,568,0.4522111269614836,0.38516405135520687,45.22111269614836,38.516405135520685,90.01426533523538,e4607da9f50a694dc9277c628d9f1b284533923e32987e687d9348e5bda71d02,033b6eaea71b3084ca043902f6ba03b6487bf1762a9180963357103097d172cc</a:t>
            </a:r>
          </a:p>
          <a:p xmlns:a="http://schemas.openxmlformats.org/drawingml/2006/main">
            <a:r>
              <a:t>university1652,university1652_satellite_to_drone,2,701,1,1,701,701,0.5035663338088445,0.43081312410841655,50.35663338088445,43.081312410841655,100,e4607da9f50a694dc9277c628d9f1b284533923e32987e687d9348e5bda71d02,033b6eaea71b3084ca043902f6ba03b6487bf1762a9180963357103097d172cc</a:t>
            </a:r>
          </a:p>
          <a:p xmlns:a="http://schemas.openxmlformats.org/drawingml/2006/main">
            <a:r>
              <a:t>university1652,university1652_satellite_to_drone,3,701,0.5,0.5007132667617689,351,183,0.2781740370898716,0.20970042796005706,27.81740370898716,20.970042796005707,50.07132667617689,e4607da9f50a694dc9277c628d9f1b284533923e32987e687d9348e5bda71d02,033b6eaea71b3084ca043902f6ba03b6487bf1762a9180963357103097d172cc</a:t>
            </a:r>
          </a:p>
          <a:p xmlns:a="http://schemas.openxmlformats.org/drawingml/2006/main">
            <a:r>
              <a:t>university1652,university1652_satellite_to_drone,3,701,0.75,0.7503566333808844,526,400,0.42938659058487877,0.31383737517831667,42.93865905848788,31.383737517831666,75.03566333808844,e4607da9f50a694dc9277c628d9f1b284533923e32987e687d9348e5bda71d02,033b6eaea71b3084ca043902f6ba03b6487bf1762a9180963357103097d172cc</a:t>
            </a:r>
          </a:p>
          <a:p xmlns:a="http://schemas.openxmlformats.org/drawingml/2006/main">
            <a:r>
              <a:t>university1652,university1652_satellite_to_drone,3,701,0.9,0.9001426533523538,631,573,0.5064194008559201,0.39372325249643364,50.641940085592005,39.37232524964337,90.01426533523538,e4607da9f50a694dc9277c628d9f1b284533923e32987e687d9348e5bda71d02,033b6eaea71b3084ca043902f6ba03b6487bf1762a9180963357103097d172cc</a:t>
            </a:r>
          </a:p>
          <a:p xmlns:a="http://schemas.openxmlformats.org/drawingml/2006/main">
            <a:r>
              <a:t>university1652,university1652_satellite_to_drone,3,701,1,1,701,701,0.5606276747503567,0.43509272467902993,56.06276747503567,43.509272467902996,100,e4607da9f50a694dc9277c628d9f1b284533923e32987e687d9348e5bda71d02,033b6eaea71b3084ca043902f6ba03b6487bf1762a9180963357103097d172cc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University-1652: Street → satellite.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university1652,university1652_street_to_satellite,1,2579,0.5,0.5001938735944165,1290,662,0.0023264831329972858,0.0058162078324932144,0.23264831329972857,0.5816207832493214,50.019387359441644,7a9c2d19c8e46fbd0315d8a22ee640fd64cd987a66fa4e28b9ab005c8e51fc17,033b6eaea71b3084ca043902f6ba03b6487bf1762a9180963357103097d172cc</a:t>
            </a:r>
          </a:p>
          <a:p xmlns:a="http://schemas.openxmlformats.org/drawingml/2006/main">
            <a:r>
              <a:t>university1652,university1652_street_to_satellite,1,2579,0.75,0.7502908103916247,1935,1454,0.0034897246994959287,0.0077549437766576195,0.34897246994959286,0.7754943776657619,75.02908103916248,7a9c2d19c8e46fbd0315d8a22ee640fd64cd987a66fa4e28b9ab005c8e51fc17,033b6eaea71b3084ca043902f6ba03b6487bf1762a9180963357103097d172cc</a:t>
            </a:r>
          </a:p>
          <a:p xmlns:a="http://schemas.openxmlformats.org/drawingml/2006/main">
            <a:r>
              <a:t>university1652,university1652_street_to_satellite,1,2579,0.9,0.9003489724699496,2322,2089,0.0038774718883288098,0.008530438154323382,0.38774718883288095,0.8530438154323382,90.03489724699496,7a9c2d19c8e46fbd0315d8a22ee640fd64cd987a66fa4e28b9ab005c8e51fc17,033b6eaea71b3084ca043902f6ba03b6487bf1762a9180963357103097d172cc</a:t>
            </a:r>
          </a:p>
          <a:p xmlns:a="http://schemas.openxmlformats.org/drawingml/2006/main">
            <a:r>
              <a:t>university1652,university1652_street_to_satellite,1,2579,1,1,2579,2579,0.005428460643660334,0.009305932531989143,0.5428460643660333,0.9305932531989143,100,7a9c2d19c8e46fbd0315d8a22ee640fd64cd987a66fa4e28b9ab005c8e51fc17,033b6eaea71b3084ca043902f6ba03b6487bf1762a9180963357103097d172cc</a:t>
            </a:r>
          </a:p>
          <a:p xmlns:a="http://schemas.openxmlformats.org/drawingml/2006/main">
            <a:r>
              <a:t>university1652,university1652_street_to_satellite,2,2579,0.5,0.5001938735944165,1290,647,0.0046529662659945716,0.0031019775106630476,0.46529662659945714,0.31019775106630476,50.019387359441644,7a9c2d19c8e46fbd0315d8a22ee640fd64cd987a66fa4e28b9ab005c8e51fc17,033b6eaea71b3084ca043902f6ba03b6487bf1762a9180963357103097d172cc</a:t>
            </a:r>
          </a:p>
          <a:p xmlns:a="http://schemas.openxmlformats.org/drawingml/2006/main">
            <a:r>
              <a:t>university1652,university1652_street_to_satellite,2,2579,0.75,0.7502908103916247,1935,1455,0.006591702210158977,0.005428460643660334,0.6591702210158976,0.5428460643660333,75.02908103916248,7a9c2d19c8e46fbd0315d8a22ee640fd64cd987a66fa4e28b9ab005c8e51fc17,033b6eaea71b3084ca043902f6ba03b6487bf1762a9180963357103097d172cc</a:t>
            </a:r>
          </a:p>
          <a:p xmlns:a="http://schemas.openxmlformats.org/drawingml/2006/main">
            <a:r>
              <a:t>university1652,university1652_street_to_satellite,2,2579,0.9,0.9003489724699496,2322,2090,0.007367196587824738,0.007367196587824738,0.7367196587824738,0.7367196587824738,90.03489724699496,7a9c2d19c8e46fbd0315d8a22ee640fd64cd987a66fa4e28b9ab005c8e51fc17,033b6eaea71b3084ca043902f6ba03b6487bf1762a9180963357103097d172cc</a:t>
            </a:r>
          </a:p>
          <a:p xmlns:a="http://schemas.openxmlformats.org/drawingml/2006/main">
            <a:r>
              <a:t>university1652,university1652_street_to_satellite,2,2579,1,1,2579,2579,0.0081426909654905,0.009693679720822024,0.8142690965490499,0.9693679720822024,100,7a9c2d19c8e46fbd0315d8a22ee640fd64cd987a66fa4e28b9ab005c8e51fc17,033b6eaea71b3084ca043902f6ba03b6487bf1762a9180963357103097d172cc</a:t>
            </a:r>
          </a:p>
          <a:p xmlns:a="http://schemas.openxmlformats.org/drawingml/2006/main">
            <a:r>
              <a:t>university1652,university1652_street_to_satellite,3,2579,0.5,0.5001938735944165,1290,624,0.006591702210158977,0.005040713454827452,0.6591702210158976,0.5040713454827452,50.019387359441644,7a9c2d19c8e46fbd0315d8a22ee640fd64cd987a66fa4e28b9ab005c8e51fc17,033b6eaea71b3084ca043902f6ba03b6487bf1762a9180963357103097d172cc</a:t>
            </a:r>
          </a:p>
          <a:p xmlns:a="http://schemas.openxmlformats.org/drawingml/2006/main">
            <a:r>
              <a:t>university1652,university1652_street_to_satellite,3,2579,0.75,0.7502908103916247,1935,1443,0.0081426909654905,0.007367196587824738,0.8142690965490499,0.7367196587824738,75.02908103916248,7a9c2d19c8e46fbd0315d8a22ee640fd64cd987a66fa4e28b9ab005c8e51fc17,033b6eaea71b3084ca043902f6ba03b6487bf1762a9180963357103097d172cc</a:t>
            </a:r>
          </a:p>
          <a:p xmlns:a="http://schemas.openxmlformats.org/drawingml/2006/main">
            <a:r>
              <a:t>university1652,university1652_street_to_satellite,3,2579,0.9,0.9003489724699496,2322,2090,0.008918185343156262,0.009305932531989143,0.8918185343156262,0.9305932531989143,90.03489724699496,7a9c2d19c8e46fbd0315d8a22ee640fd64cd987a66fa4e28b9ab005c8e51fc17,033b6eaea71b3084ca043902f6ba03b6487bf1762a9180963357103097d172cc</a:t>
            </a:r>
          </a:p>
          <a:p xmlns:a="http://schemas.openxmlformats.org/drawingml/2006/main">
            <a:r>
              <a:t>university1652,university1652_street_to_satellite,3,2579,1,1,2579,2579,0.010081426909654904,0.010081426909654904,1.0081426909654905,1.0081426909654905,100,7a9c2d19c8e46fbd0315d8a22ee640fd64cd987a66fa4e28b9ab005c8e51fc17,033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150 m → satellite.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sues200,sues200_uav_150m_to_satellite,1,4000,0.5,0.5,2000,1084,0.22125,0.18125,22.125,18.125,50,57dc33cac810a66f1c276b8dc68466a2562826bfa3d96a19a4e94af56fd0392a,033b6eaea71b3084ca043902f6ba03b6487bf1762a9180963357103097d172cc</a:t>
            </a:r>
          </a:p>
          <a:p xmlns:a="http://schemas.openxmlformats.org/drawingml/2006/main">
            <a:r>
              <a:t>sues200,sues200_uav_150m_to_satellite,1,4000,0.75,0.75,3000,2287,0.28725,0.242,28.725,24.2,75,57dc33cac810a66f1c276b8dc68466a2562826bfa3d96a19a4e94af56fd0392a,033b6eaea71b3084ca043902f6ba03b6487bf1762a9180963357103097d172cc</a:t>
            </a:r>
          </a:p>
          <a:p xmlns:a="http://schemas.openxmlformats.org/drawingml/2006/main">
            <a:r>
              <a:t>sues200,sues200_uav_150m_to_satellite,1,4000,0.9,0.9,3600,3279,0.32575,0.27175,32.574999999999996,27.175,90,57dc33cac810a66f1c276b8dc68466a2562826bfa3d96a19a4e94af56fd0392a,033b6eaea71b3084ca043902f6ba03b6487bf1762a9180963357103097d172cc</a:t>
            </a:r>
          </a:p>
          <a:p xmlns:a="http://schemas.openxmlformats.org/drawingml/2006/main">
            <a:r>
              <a:t>sues200,sues200_uav_150m_to_satellite,1,4000,1,1,4000,4000,0.34075,0.287,34.075,28.7,100,57dc33cac810a66f1c276b8dc68466a2562826bfa3d96a19a4e94af56fd0392a,033b6eaea71b3084ca043902f6ba03b6487bf1762a9180963357103097d172cc</a:t>
            </a:r>
          </a:p>
          <a:p xmlns:a="http://schemas.openxmlformats.org/drawingml/2006/main">
            <a:r>
              <a:t>sues200,sues200_uav_150m_to_satellite,2,4000,0.5,0.5,2000,1095,0.22225,0.1755,22.225,17.549999999999997,50,57dc33cac810a66f1c276b8dc68466a2562826bfa3d96a19a4e94af56fd0392a,033b6eaea71b3084ca043902f6ba03b6487bf1762a9180963357103097d172cc</a:t>
            </a:r>
          </a:p>
          <a:p xmlns:a="http://schemas.openxmlformats.org/drawingml/2006/main">
            <a:r>
              <a:t>sues200,sues200_uav_150m_to_satellite,2,4000,0.75,0.75,3000,2306,0.28725,0.2315,28.725,23.150000000000002,75,57dc33cac810a66f1c276b8dc68466a2562826bfa3d96a19a4e94af56fd0392a,033b6eaea71b3084ca043902f6ba03b6487bf1762a9180963357103097d172cc</a:t>
            </a:r>
          </a:p>
          <a:p xmlns:a="http://schemas.openxmlformats.org/drawingml/2006/main">
            <a:r>
              <a:t>sues200,sues200_uav_150m_to_satellite,2,4000,0.9,0.9,3600,3277,0.31975,0.25625,31.974999999999998,25.624999999999996,90,57dc33cac810a66f1c276b8dc68466a2562826bfa3d96a19a4e94af56fd0392a,033b6eaea71b3084ca043902f6ba03b6487bf1762a9180963357103097d172cc</a:t>
            </a:r>
          </a:p>
          <a:p xmlns:a="http://schemas.openxmlformats.org/drawingml/2006/main">
            <a:r>
              <a:t>sues200,sues200_uav_150m_to_satellite,2,4000,1,1,4000,4000,0.3385,0.2685,33.85,26.85,100,57dc33cac810a66f1c276b8dc68466a2562826bfa3d96a19a4e94af56fd0392a,033b6eaea71b3084ca043902f6ba03b6487bf1762a9180963357103097d172cc</a:t>
            </a:r>
          </a:p>
          <a:p xmlns:a="http://schemas.openxmlformats.org/drawingml/2006/main">
            <a:r>
              <a:t>sues200,sues200_uav_150m_to_satellite,3,4000,0.5,0.5,2000,1049,0.26425,0.19425,26.424999999999997,19.425,50,57dc33cac810a66f1c276b8dc68466a2562826bfa3d96a19a4e94af56fd0392a,033b6eaea71b3084ca043902f6ba03b6487bf1762a9180963357103097d172cc</a:t>
            </a:r>
          </a:p>
          <a:p xmlns:a="http://schemas.openxmlformats.org/drawingml/2006/main">
            <a:r>
              <a:t>sues200,sues200_uav_150m_to_satellite,3,4000,0.75,0.75,3000,2281,0.33,0.2525,33,25.25,75,57dc33cac810a66f1c276b8dc68466a2562826bfa3d96a19a4e94af56fd0392a,033b6eaea71b3084ca043902f6ba03b6487bf1762a9180963357103097d172cc</a:t>
            </a:r>
          </a:p>
          <a:p xmlns:a="http://schemas.openxmlformats.org/drawingml/2006/main">
            <a:r>
              <a:t>sues200,sues200_uav_150m_to_satellite,3,4000,0.9,0.9,3600,3274,0.3705,0.28125,37.05,28.125,90,57dc33cac810a66f1c276b8dc68466a2562826bfa3d96a19a4e94af56fd0392a,033b6eaea71b3084ca043902f6ba03b6487bf1762a9180963357103097d172cc</a:t>
            </a:r>
          </a:p>
          <a:p xmlns:a="http://schemas.openxmlformats.org/drawingml/2006/main">
            <a:r>
              <a:t>sues200,sues200_uav_150m_to_satellite,3,4000,1,1,4000,4000,0.3875,0.2975,38.75,29.75,100,57dc33cac810a66f1c276b8dc68466a2562826bfa3d96a19a4e94af56fd0392a,033b6eaea71b3084ca043902f6ba03b6487bf1762a9180963357103097d172cc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150 m.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sues200,sues200_satellite_to_uav_150m,1,80,0.5,0.5,40,25,0.2875,0.2125,28.749999999999996,21.25,50,a0024554fabfdcd03efe8d46da3c80414baa16d26cf6a40d05e521ce55eeaddc,033b6eaea71b3084ca043902f6ba03b6487bf1762a9180963357103097d172cc</a:t>
            </a:r>
          </a:p>
          <a:p xmlns:a="http://schemas.openxmlformats.org/drawingml/2006/main">
            <a:r>
              <a:t>sues200,sues200_satellite_to_uav_150m,1,80,0.75,0.75,60,48,0.425,0.3625,42.5,36.25,75,a0024554fabfdcd03efe8d46da3c80414baa16d26cf6a40d05e521ce55eeaddc,033b6eaea71b3084ca043902f6ba03b6487bf1762a9180963357103097d172cc</a:t>
            </a:r>
          </a:p>
          <a:p xmlns:a="http://schemas.openxmlformats.org/drawingml/2006/main">
            <a:r>
              <a:t>sues200,sues200_satellite_to_uav_150m,1,80,0.9,0.9,72,67,0.5125,0.45,51.24999999999999,45,90,a0024554fabfdcd03efe8d46da3c80414baa16d26cf6a40d05e521ce55eeaddc,033b6eaea71b3084ca043902f6ba03b6487bf1762a9180963357103097d172cc</a:t>
            </a:r>
          </a:p>
          <a:p xmlns:a="http://schemas.openxmlformats.org/drawingml/2006/main">
            <a:r>
              <a:t>sues200,sues200_satellite_to_uav_150m,1,80,1,1,80,80,0.5375,0.475,53.75,47.5,100,a0024554fabfdcd03efe8d46da3c80414baa16d26cf6a40d05e521ce55eeaddc,033b6eaea71b3084ca043902f6ba03b6487bf1762a9180963357103097d172cc</a:t>
            </a:r>
          </a:p>
          <a:p xmlns:a="http://schemas.openxmlformats.org/drawingml/2006/main">
            <a:r>
              <a:t>sues200,sues200_satellite_to_uav_150m,2,80,0.5,0.5,40,18,0.275,0.275,27.500000000000004,27.500000000000004,50,a0024554fabfdcd03efe8d46da3c80414baa16d26cf6a40d05e521ce55eeaddc,033b6eaea71b3084ca043902f6ba03b6487bf1762a9180963357103097d172cc</a:t>
            </a:r>
          </a:p>
          <a:p xmlns:a="http://schemas.openxmlformats.org/drawingml/2006/main">
            <a:r>
              <a:t>sues200,sues200_satellite_to_uav_150m,2,80,0.75,0.75,60,47,0.425,0.375,42.5,37.5,75,a0024554fabfdcd03efe8d46da3c80414baa16d26cf6a40d05e521ce55eeaddc,033b6eaea71b3084ca043902f6ba03b6487bf1762a9180963357103097d172cc</a:t>
            </a:r>
          </a:p>
          <a:p xmlns:a="http://schemas.openxmlformats.org/drawingml/2006/main">
            <a:r>
              <a:t>sues200,sues200_satellite_to_uav_150m,2,80,0.9,0.9,72,67,0.525,0.45,52.5,45,90,a0024554fabfdcd03efe8d46da3c80414baa16d26cf6a40d05e521ce55eeaddc,033b6eaea71b3084ca043902f6ba03b6487bf1762a9180963357103097d172cc</a:t>
            </a:r>
          </a:p>
          <a:p xmlns:a="http://schemas.openxmlformats.org/drawingml/2006/main">
            <a:r>
              <a:t>sues200,sues200_satellite_to_uav_150m,2,80,1,1,80,80,0.575,0.475,57.49999999999999,47.5,100,a0024554fabfdcd03efe8d46da3c80414baa16d26cf6a40d05e521ce55eeaddc,033b6eaea71b3084ca043902f6ba03b6487bf1762a9180963357103097d172cc</a:t>
            </a:r>
          </a:p>
          <a:p xmlns:a="http://schemas.openxmlformats.org/drawingml/2006/main">
            <a:r>
              <a:t>sues200,sues200_satellite_to_uav_150m,3,80,0.5,0.5,40,21,0.2875,0.2625,28.749999999999996,26.25,50,a0024554fabfdcd03efe8d46da3c80414baa16d26cf6a40d05e521ce55eeaddc,033b6eaea71b3084ca043902f6ba03b6487bf1762a9180963357103097d172cc</a:t>
            </a:r>
          </a:p>
          <a:p xmlns:a="http://schemas.openxmlformats.org/drawingml/2006/main">
            <a:r>
              <a:t>sues200,sues200_satellite_to_uav_150m,3,80,0.75,0.75,60,46,0.4625,0.375,46.25,37.5,75,a0024554fabfdcd03efe8d46da3c80414baa16d26cf6a40d05e521ce55eeaddc,033b6eaea71b3084ca043902f6ba03b6487bf1762a9180963357103097d172cc</a:t>
            </a:r>
          </a:p>
          <a:p xmlns:a="http://schemas.openxmlformats.org/drawingml/2006/main">
            <a:r>
              <a:t>sues200,sues200_satellite_to_uav_150m,3,80,0.9,0.9,72,66,0.5625,0.4375,56.25,43.75,90,a0024554fabfdcd03efe8d46da3c80414baa16d26cf6a40d05e521ce55eeaddc,033b6eaea71b3084ca043902f6ba03b6487bf1762a9180963357103097d172cc</a:t>
            </a:r>
          </a:p>
          <a:p xmlns:a="http://schemas.openxmlformats.org/drawingml/2006/main">
            <a:r>
              <a:t>sues200,sues200_satellite_to_uav_150m,3,80,1,1,80,80,0.6125,0.4875,61.25000000000001,48.75,100,a0024554fabfdcd03efe8d46da3c80414baa16d26cf6a40d05e521ce55eeaddc,033b6eaea71b3084ca043902f6ba03b6487bf1762a9180963357103097d172cc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200 m → satellite.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sues200,sues200_uav_200m_to_satellite,1,4000,0.5,0.5,2000,1075,0.26575,0.21025,26.575,21.025,50,1c63f0c6b60ebe4da0355b53ff295adff78f798586c3e712f31f03804171e221,033b6eaea71b3084ca043902f6ba03b6487bf1762a9180963357103097d172cc</a:t>
            </a:r>
          </a:p>
          <a:p xmlns:a="http://schemas.openxmlformats.org/drawingml/2006/main">
            <a:r>
              <a:t>sues200,sues200_uav_200m_to_satellite,1,4000,0.75,0.75,3000,2278,0.347,0.2775,34.699999999999996,27.750000000000004,75,1c63f0c6b60ebe4da0355b53ff295adff78f798586c3e712f31f03804171e221,033b6eaea71b3084ca043902f6ba03b6487bf1762a9180963357103097d172cc</a:t>
            </a:r>
          </a:p>
          <a:p xmlns:a="http://schemas.openxmlformats.org/drawingml/2006/main">
            <a:r>
              <a:t>sues200,sues200_uav_200m_to_satellite,1,4000,0.9,0.9,3600,3281,0.39225,0.3165,39.225,31.65,90,1c63f0c6b60ebe4da0355b53ff295adff78f798586c3e712f31f03804171e221,033b6eaea71b3084ca043902f6ba03b6487bf1762a9180963357103097d172cc</a:t>
            </a:r>
          </a:p>
          <a:p xmlns:a="http://schemas.openxmlformats.org/drawingml/2006/main">
            <a:r>
              <a:t>sues200,sues200_uav_200m_to_satellite,1,4000,1,1,4000,4000,0.4145,0.3315,41.449999999999996,33.15,100,1c63f0c6b60ebe4da0355b53ff295adff78f798586c3e712f31f03804171e221,033b6eaea71b3084ca043902f6ba03b6487bf1762a9180963357103097d172cc</a:t>
            </a:r>
          </a:p>
          <a:p xmlns:a="http://schemas.openxmlformats.org/drawingml/2006/main">
            <a:r>
              <a:t>sues200,sues200_uav_200m_to_satellite,2,4000,0.5,0.5,2000,1048,0.27525,0.20825,27.525,20.825,50,1c63f0c6b60ebe4da0355b53ff295adff78f798586c3e712f31f03804171e221,033b6eaea71b3084ca043902f6ba03b6487bf1762a9180963357103097d172cc</a:t>
            </a:r>
          </a:p>
          <a:p xmlns:a="http://schemas.openxmlformats.org/drawingml/2006/main">
            <a:r>
              <a:t>sues200,sues200_uav_200m_to_satellite,2,4000,0.75,0.75,3000,2300,0.36575,0.27775,36.575,27.775,75,1c63f0c6b60ebe4da0355b53ff295adff78f798586c3e712f31f03804171e221,033b6eaea71b3084ca043902f6ba03b6487bf1762a9180963357103097d172cc</a:t>
            </a:r>
          </a:p>
          <a:p xmlns:a="http://schemas.openxmlformats.org/drawingml/2006/main">
            <a:r>
              <a:t>sues200,sues200_uav_200m_to_satellite,2,4000,0.9,0.9,3600,3284,0.40725,0.31175,40.725,31.175000000000004,90,1c63f0c6b60ebe4da0355b53ff295adff78f798586c3e712f31f03804171e221,033b6eaea71b3084ca043902f6ba03b6487bf1762a9180963357103097d172cc</a:t>
            </a:r>
          </a:p>
          <a:p xmlns:a="http://schemas.openxmlformats.org/drawingml/2006/main">
            <a:r>
              <a:t>sues200,sues200_uav_200m_to_satellite,2,4000,1,1,4000,4000,0.42725,0.32725,42.725,32.725,100,1c63f0c6b60ebe4da0355b53ff295adff78f798586c3e712f31f03804171e221,033b6eaea71b3084ca043902f6ba03b6487bf1762a9180963357103097d172cc</a:t>
            </a:r>
          </a:p>
          <a:p xmlns:a="http://schemas.openxmlformats.org/drawingml/2006/main">
            <a:r>
              <a:t>sues200,sues200_uav_200m_to_satellite,3,4000,0.5,0.5,2000,1088,0.29,0.2375,28.999999999999996,23.75,50,1c63f0c6b60ebe4da0355b53ff295adff78f798586c3e712f31f03804171e221,033b6eaea71b3084ca043902f6ba03b6487bf1762a9180963357103097d172cc</a:t>
            </a:r>
          </a:p>
          <a:p xmlns:a="http://schemas.openxmlformats.org/drawingml/2006/main">
            <a:r>
              <a:t>sues200,sues200_uav_200m_to_satellite,3,4000,0.75,0.75,3000,2294,0.38325,0.30225,38.324999999999996,30.225,75,1c63f0c6b60ebe4da0355b53ff295adff78f798586c3e712f31f03804171e221,033b6eaea71b3084ca043902f6ba03b6487bf1762a9180963357103097d172cc</a:t>
            </a:r>
          </a:p>
          <a:p xmlns:a="http://schemas.openxmlformats.org/drawingml/2006/main">
            <a:r>
              <a:t>sues200,sues200_uav_200m_to_satellite,3,4000,0.9,0.9,3600,3283,0.42875,0.33725,42.875,33.725,90,1c63f0c6b60ebe4da0355b53ff295adff78f798586c3e712f31f03804171e221,033b6eaea71b3084ca043902f6ba03b6487bf1762a9180963357103097d172cc</a:t>
            </a:r>
          </a:p>
          <a:p xmlns:a="http://schemas.openxmlformats.org/drawingml/2006/main">
            <a:r>
              <a:t>sues200,sues200_uav_200m_to_satellite,3,4000,1,1,4000,4000,0.4475,0.35,44.75,35,100,1c63f0c6b60ebe4da0355b53ff295adff78f798586c3e712f31f03804171e221,033b6eaea71b3084ca043902f6ba03b6487bf1762a9180963357103097d172cc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200 m.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sues200,sues200_satellite_to_uav_200m,1,80,0.5,0.5,40,20,0.325,0.3,32.5,30,50,a0024554fabfdcd03efe8d46da3c80414baa16d26cf6a40d05e521ce55eeaddc,033b6eaea71b3084ca043902f6ba03b6487bf1762a9180963357103097d172cc</a:t>
            </a:r>
          </a:p>
          <a:p xmlns:a="http://schemas.openxmlformats.org/drawingml/2006/main">
            <a:r>
              <a:t>sues200,sues200_satellite_to_uav_200m,1,80,0.75,0.75,60,45,0.45,0.4875,45,48.75,75,a0024554fabfdcd03efe8d46da3c80414baa16d26cf6a40d05e521ce55eeaddc,033b6eaea71b3084ca043902f6ba03b6487bf1762a9180963357103097d172cc</a:t>
            </a:r>
          </a:p>
          <a:p xmlns:a="http://schemas.openxmlformats.org/drawingml/2006/main">
            <a:r>
              <a:t>sues200,sues200_satellite_to_uav_200m,1,80,0.9,0.9,72,65,0.5625,0.5625,56.25,56.25,90,a0024554fabfdcd03efe8d46da3c80414baa16d26cf6a40d05e521ce55eeaddc,033b6eaea71b3084ca043902f6ba03b6487bf1762a9180963357103097d172cc</a:t>
            </a:r>
          </a:p>
          <a:p xmlns:a="http://schemas.openxmlformats.org/drawingml/2006/main">
            <a:r>
              <a:t>sues200,sues200_satellite_to_uav_200m,1,80,1,1,80,80,0.6125,0.6125,61.25000000000001,61.25000000000001,100,a0024554fabfdcd03efe8d46da3c80414baa16d26cf6a40d05e521ce55eeaddc,033b6eaea71b3084ca043902f6ba03b6487bf1762a9180963357103097d172cc</a:t>
            </a:r>
          </a:p>
          <a:p xmlns:a="http://schemas.openxmlformats.org/drawingml/2006/main">
            <a:r>
              <a:t>sues200,sues200_satellite_to_uav_200m,2,80,0.5,0.5,40,21,0.3625,0.225,36.25,22.5,50,a0024554fabfdcd03efe8d46da3c80414baa16d26cf6a40d05e521ce55eeaddc,033b6eaea71b3084ca043902f6ba03b6487bf1762a9180963357103097d172cc</a:t>
            </a:r>
          </a:p>
          <a:p xmlns:a="http://schemas.openxmlformats.org/drawingml/2006/main">
            <a:r>
              <a:t>sues200,sues200_satellite_to_uav_200m,2,80,0.75,0.75,60,47,0.5125,0.4,51.24999999999999,40,75,a0024554fabfdcd03efe8d46da3c80414baa16d26cf6a40d05e521ce55eeaddc,033b6eaea71b3084ca043902f6ba03b6487bf1762a9180963357103097d172cc</a:t>
            </a:r>
          </a:p>
          <a:p xmlns:a="http://schemas.openxmlformats.org/drawingml/2006/main">
            <a:r>
              <a:t>sues200,sues200_satellite_to_uav_200m,2,80,0.9,0.9,72,66,0.625,0.4875,62.5,48.75,90,a0024554fabfdcd03efe8d46da3c80414baa16d26cf6a40d05e521ce55eeaddc,033b6eaea71b3084ca043902f6ba03b6487bf1762a9180963357103097d172cc</a:t>
            </a:r>
          </a:p>
          <a:p xmlns:a="http://schemas.openxmlformats.org/drawingml/2006/main">
            <a:r>
              <a:t>sues200,sues200_satellite_to_uav_200m,2,80,1,1,80,80,0.6625,0.525,66.25,52.5,100,a0024554fabfdcd03efe8d46da3c80414baa16d26cf6a40d05e521ce55eeaddc,033b6eaea71b3084ca043902f6ba03b6487bf1762a9180963357103097d172cc</a:t>
            </a:r>
          </a:p>
          <a:p xmlns:a="http://schemas.openxmlformats.org/drawingml/2006/main">
            <a:r>
              <a:t>sues200,sues200_satellite_to_uav_200m,3,80,0.5,0.5,40,26,0.325,0.2375,32.5,23.75,50,a0024554fabfdcd03efe8d46da3c80414baa16d26cf6a40d05e521ce55eeaddc,033b6eaea71b3084ca043902f6ba03b6487bf1762a9180963357103097d172cc</a:t>
            </a:r>
          </a:p>
          <a:p xmlns:a="http://schemas.openxmlformats.org/drawingml/2006/main">
            <a:r>
              <a:t>sues200,sues200_satellite_to_uav_200m,3,80,0.75,0.75,60,46,0.45,0.3875,45,38.75,75,a0024554fabfdcd03efe8d46da3c80414baa16d26cf6a40d05e521ce55eeaddc,033b6eaea71b3084ca043902f6ba03b6487bf1762a9180963357103097d172cc</a:t>
            </a:r>
          </a:p>
          <a:p xmlns:a="http://schemas.openxmlformats.org/drawingml/2006/main">
            <a:r>
              <a:t>sues200,sues200_satellite_to_uav_200m,3,80,0.9,0.9,72,66,0.5375,0.475,53.75,47.5,90,a0024554fabfdcd03efe8d46da3c80414baa16d26cf6a40d05e521ce55eeaddc,033b6eaea71b3084ca043902f6ba03b6487bf1762a9180963357103097d172cc</a:t>
            </a:r>
          </a:p>
          <a:p xmlns:a="http://schemas.openxmlformats.org/drawingml/2006/main">
            <a:r>
              <a:t>sues200,sues200_satellite_to_uav_200m,3,80,1,1,80,80,0.625,0.5125,62.5,51.24999999999999,100,a0024554fabfdcd03efe8d46da3c80414baa16d26cf6a40d05e521ce55eeaddc,033b6eaea71b3084ca043902f6ba03b6487bf1762a9180963357103097d172cc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250 m → satellite.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sues200,sues200_uav_250m_to_satellite,1,4000,0.5,0.5,2000,1098,0.30675,0.2205,30.675,22.05,50,df64ad73d2ea80e1dd0b23fc8074aecd3cbd909b0f4363e60e11a61eb4ffbff8,033b6eaea71b3084ca043902f6ba03b6487bf1762a9180963357103097d172cc</a:t>
            </a:r>
          </a:p>
          <a:p xmlns:a="http://schemas.openxmlformats.org/drawingml/2006/main">
            <a:r>
              <a:t>sues200,sues200_uav_250m_to_satellite,1,4000,0.75,0.75,3000,2292,0.40925,0.30575,40.925,30.575000000000003,75,df64ad73d2ea80e1dd0b23fc8074aecd3cbd909b0f4363e60e11a61eb4ffbff8,033b6eaea71b3084ca043902f6ba03b6487bf1762a9180963357103097d172cc</a:t>
            </a:r>
          </a:p>
          <a:p xmlns:a="http://schemas.openxmlformats.org/drawingml/2006/main">
            <a:r>
              <a:t>sues200,sues200_uav_250m_to_satellite,1,4000,0.9,0.9,3600,3282,0.4575,0.338,45.75,33.800000000000004,90,df64ad73d2ea80e1dd0b23fc8074aecd3cbd909b0f4363e60e11a61eb4ffbff8,033b6eaea71b3084ca043902f6ba03b6487bf1762a9180963357103097d172cc</a:t>
            </a:r>
          </a:p>
          <a:p xmlns:a="http://schemas.openxmlformats.org/drawingml/2006/main">
            <a:r>
              <a:t>sues200,sues200_uav_250m_to_satellite,1,4000,1,1,4000,4000,0.481,0.35975,48.1,35.975,100,df64ad73d2ea80e1dd0b23fc8074aecd3cbd909b0f4363e60e11a61eb4ffbff8,033b6eaea71b3084ca043902f6ba03b6487bf1762a9180963357103097d172cc</a:t>
            </a:r>
          </a:p>
          <a:p xmlns:a="http://schemas.openxmlformats.org/drawingml/2006/main">
            <a:r>
              <a:t>sues200,sues200_uav_250m_to_satellite,2,4000,0.5,0.5,2000,1054,0.30275,0.24225,30.275000000000002,24.224999999999998,50,df64ad73d2ea80e1dd0b23fc8074aecd3cbd909b0f4363e60e11a61eb4ffbff8,033b6eaea71b3084ca043902f6ba03b6487bf1762a9180963357103097d172cc</a:t>
            </a:r>
          </a:p>
          <a:p xmlns:a="http://schemas.openxmlformats.org/drawingml/2006/main">
            <a:r>
              <a:t>sues200,sues200_uav_250m_to_satellite,2,4000,0.75,0.75,3000,2300,0.39075,0.321,39.074999999999996,32.1,75,df64ad73d2ea80e1dd0b23fc8074aecd3cbd909b0f4363e60e11a61eb4ffbff8,033b6eaea71b3084ca043902f6ba03b6487bf1762a9180963357103097d172cc</a:t>
            </a:r>
          </a:p>
          <a:p xmlns:a="http://schemas.openxmlformats.org/drawingml/2006/main">
            <a:r>
              <a:t>sues200,sues200_uav_250m_to_satellite,2,4000,0.9,0.9,3600,3283,0.433,0.36175,43.3,36.175000000000004,90,df64ad73d2ea80e1dd0b23fc8074aecd3cbd909b0f4363e60e11a61eb4ffbff8,033b6eaea71b3084ca043902f6ba03b6487bf1762a9180963357103097d172cc</a:t>
            </a:r>
          </a:p>
          <a:p xmlns:a="http://schemas.openxmlformats.org/drawingml/2006/main">
            <a:r>
              <a:t>sues200,sues200_uav_250m_to_satellite,2,4000,1,1,4000,4000,0.4545,0.38575,45.45,38.574999999999996,100,df64ad73d2ea80e1dd0b23fc8074aecd3cbd909b0f4363e60e11a61eb4ffbff8,033b6eaea71b3084ca043902f6ba03b6487bf1762a9180963357103097d172cc</a:t>
            </a:r>
          </a:p>
          <a:p xmlns:a="http://schemas.openxmlformats.org/drawingml/2006/main">
            <a:r>
              <a:t>sues200,sues200_uav_250m_to_satellite,3,4000,0.5,0.5,2000,1137,0.3125,0.2455,31.25,24.55,50,df64ad73d2ea80e1dd0b23fc8074aecd3cbd909b0f4363e60e11a61eb4ffbff8,033b6eaea71b3084ca043902f6ba03b6487bf1762a9180963357103097d172cc</a:t>
            </a:r>
          </a:p>
          <a:p xmlns:a="http://schemas.openxmlformats.org/drawingml/2006/main">
            <a:r>
              <a:t>sues200,sues200_uav_250m_to_satellite,3,4000,0.75,0.75,3000,2308,0.408,0.314,40.8,31.4,75,df64ad73d2ea80e1dd0b23fc8074aecd3cbd909b0f4363e60e11a61eb4ffbff8,033b6eaea71b3084ca043902f6ba03b6487bf1762a9180963357103097d172cc</a:t>
            </a:r>
          </a:p>
          <a:p xmlns:a="http://schemas.openxmlformats.org/drawingml/2006/main">
            <a:r>
              <a:t>sues200,sues200_uav_250m_to_satellite,3,4000,0.9,0.9,3600,3291,0.44875,0.34225,44.875,34.225,90,df64ad73d2ea80e1dd0b23fc8074aecd3cbd909b0f4363e60e11a61eb4ffbff8,033b6eaea71b3084ca043902f6ba03b6487bf1762a9180963357103097d172cc</a:t>
            </a:r>
          </a:p>
          <a:p xmlns:a="http://schemas.openxmlformats.org/drawingml/2006/main">
            <a:r>
              <a:t>sues200,sues200_uav_250m_to_satellite,3,4000,1,1,4000,4000,0.47325,0.35525,47.325,35.525,100,df64ad73d2ea80e1dd0b23fc8074aecd3cbd909b0f4363e60e11a61eb4ffbff8,033b6eaea71b3084ca043902f6ba03b6487bf1762a9180963357103097d172cc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250 m.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sues200,sues200_satellite_to_uav_250m,1,80,0.5,0.5,40,21,0.3875,0.3,38.75,30,50,a0024554fabfdcd03efe8d46da3c80414baa16d26cf6a40d05e521ce55eeaddc,033b6eaea71b3084ca043902f6ba03b6487bf1762a9180963357103097d172cc</a:t>
            </a:r>
          </a:p>
          <a:p xmlns:a="http://schemas.openxmlformats.org/drawingml/2006/main">
            <a:r>
              <a:t>sues200,sues200_satellite_to_uav_250m,1,80,0.75,0.75,60,45,0.5625,0.4625,56.25,46.25,75,a0024554fabfdcd03efe8d46da3c80414baa16d26cf6a40d05e521ce55eeaddc,033b6eaea71b3084ca043902f6ba03b6487bf1762a9180963357103097d172cc</a:t>
            </a:r>
          </a:p>
          <a:p xmlns:a="http://schemas.openxmlformats.org/drawingml/2006/main">
            <a:r>
              <a:t>sues200,sues200_satellite_to_uav_250m,1,80,0.9,0.9,72,66,0.65,0.5625,65,56.25,90,a0024554fabfdcd03efe8d46da3c80414baa16d26cf6a40d05e521ce55eeaddc,033b6eaea71b3084ca043902f6ba03b6487bf1762a9180963357103097d172cc</a:t>
            </a:r>
          </a:p>
          <a:p xmlns:a="http://schemas.openxmlformats.org/drawingml/2006/main">
            <a:r>
              <a:t>sues200,sues200_satellite_to_uav_250m,1,80,1,1,80,80,0.6875,0.6,68.75,60,100,a0024554fabfdcd03efe8d46da3c80414baa16d26cf6a40d05e521ce55eeaddc,033b6eaea71b3084ca043902f6ba03b6487bf1762a9180963357103097d172cc</a:t>
            </a:r>
          </a:p>
          <a:p xmlns:a="http://schemas.openxmlformats.org/drawingml/2006/main">
            <a:r>
              <a:t>sues200,sues200_satellite_to_uav_250m,2,80,0.5,0.5,40,22,0.3125,0.3125,31.25,31.25,50,a0024554fabfdcd03efe8d46da3c80414baa16d26cf6a40d05e521ce55eeaddc,033b6eaea71b3084ca043902f6ba03b6487bf1762a9180963357103097d172cc</a:t>
            </a:r>
          </a:p>
          <a:p xmlns:a="http://schemas.openxmlformats.org/drawingml/2006/main">
            <a:r>
              <a:t>sues200,sues200_satellite_to_uav_250m,2,80,0.75,0.75,60,43,0.525,0.475,52.5,47.5,75,a0024554fabfdcd03efe8d46da3c80414baa16d26cf6a40d05e521ce55eeaddc,033b6eaea71b3084ca043902f6ba03b6487bf1762a9180963357103097d172cc</a:t>
            </a:r>
          </a:p>
          <a:p xmlns:a="http://schemas.openxmlformats.org/drawingml/2006/main">
            <a:r>
              <a:t>sues200,sues200_satellite_to_uav_250m,2,80,0.9,0.9,72,65,0.6125,0.55,61.25000000000001,55.00000000000001,90,a0024554fabfdcd03efe8d46da3c80414baa16d26cf6a40d05e521ce55eeaddc,033b6eaea71b3084ca043902f6ba03b6487bf1762a9180963357103097d172cc</a:t>
            </a:r>
          </a:p>
          <a:p xmlns:a="http://schemas.openxmlformats.org/drawingml/2006/main">
            <a:r>
              <a:t>sues200,sues200_satellite_to_uav_250m,2,80,1,1,80,80,0.6625,0.5875,66.25,58.75,100,a0024554fabfdcd03efe8d46da3c80414baa16d26cf6a40d05e521ce55eeaddc,033b6eaea71b3084ca043902f6ba03b6487bf1762a9180963357103097d172cc</a:t>
            </a:r>
          </a:p>
          <a:p xmlns:a="http://schemas.openxmlformats.org/drawingml/2006/main">
            <a:r>
              <a:t>sues200,sues200_satellite_to_uav_250m,3,80,0.5,0.5,40,23,0.4,0.3125,40,31.25,50,a0024554fabfdcd03efe8d46da3c80414baa16d26cf6a40d05e521ce55eeaddc,033b6eaea71b3084ca043902f6ba03b6487bf1762a9180963357103097d172cc</a:t>
            </a:r>
          </a:p>
          <a:p xmlns:a="http://schemas.openxmlformats.org/drawingml/2006/main">
            <a:r>
              <a:t>sues200,sues200_satellite_to_uav_250m,3,80,0.75,0.75,60,48,0.5625,0.3875,56.25,38.75,75,a0024554fabfdcd03efe8d46da3c80414baa16d26cf6a40d05e521ce55eeaddc,033b6eaea71b3084ca043902f6ba03b6487bf1762a9180963357103097d172cc</a:t>
            </a:r>
          </a:p>
          <a:p xmlns:a="http://schemas.openxmlformats.org/drawingml/2006/main">
            <a:r>
              <a:t>sues200,sues200_satellite_to_uav_250m,3,80,0.9,0.9,72,66,0.65,0.4625,65,46.25,90,a0024554fabfdcd03efe8d46da3c80414baa16d26cf6a40d05e521ce55eeaddc,033b6eaea71b3084ca043902f6ba03b6487bf1762a9180963357103097d172cc</a:t>
            </a:r>
          </a:p>
          <a:p xmlns:a="http://schemas.openxmlformats.org/drawingml/2006/main">
            <a:r>
              <a:t>sues200,sues200_satellite_to_uav_250m,3,80,1,1,80,80,0.725,0.525,72.5,52.5,100,a0024554fabfdcd03efe8d46da3c80414baa16d26cf6a40d05e521ce55eeaddc,033b6eaea71b3084ca043902f6ba03b6487bf1762a9180963357103097d172cc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300 m → satellite.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sues200,sues200_uav_300m_to_satellite,1,4000,0.5,0.5,2000,1059,0.32725,0.23375,32.725,23.375,50,9ed2f51f15e95d86a8b1b19b92bdfafbe954e6ca69c281ff55a8fd5cdcac0fd0,033b6eaea71b3084ca043902f6ba03b6487bf1762a9180963357103097d172cc</a:t>
            </a:r>
          </a:p>
          <a:p xmlns:a="http://schemas.openxmlformats.org/drawingml/2006/main">
            <a:r>
              <a:t>sues200,sues200_uav_300m_to_satellite,1,4000,0.75,0.75,3000,2298,0.42225,0.318,42.225,31.8,75,9ed2f51f15e95d86a8b1b19b92bdfafbe954e6ca69c281ff55a8fd5cdcac0fd0,033b6eaea71b3084ca043902f6ba03b6487bf1762a9180963357103097d172cc</a:t>
            </a:r>
          </a:p>
          <a:p xmlns:a="http://schemas.openxmlformats.org/drawingml/2006/main">
            <a:r>
              <a:t>sues200,sues200_uav_300m_to_satellite,1,4000,0.9,0.9,3600,3285,0.47425,0.3645,47.425,36.449999999999996,90,9ed2f51f15e95d86a8b1b19b92bdfafbe954e6ca69c281ff55a8fd5cdcac0fd0,033b6eaea71b3084ca043902f6ba03b6487bf1762a9180963357103097d172cc</a:t>
            </a:r>
          </a:p>
          <a:p xmlns:a="http://schemas.openxmlformats.org/drawingml/2006/main">
            <a:r>
              <a:t>sues200,sues200_uav_300m_to_satellite,1,4000,1,1,4000,4000,0.49675,0.38775,49.675000000000004,38.775,100,9ed2f51f15e95d86a8b1b19b92bdfafbe954e6ca69c281ff55a8fd5cdcac0fd0,033b6eaea71b3084ca043902f6ba03b6487bf1762a9180963357103097d172cc</a:t>
            </a:r>
          </a:p>
          <a:p xmlns:a="http://schemas.openxmlformats.org/drawingml/2006/main">
            <a:r>
              <a:t>sues200,sues200_uav_300m_to_satellite,2,4000,0.5,0.5,2000,1042,0.3225,0.24125,32.25,24.125,50,9ed2f51f15e95d86a8b1b19b92bdfafbe954e6ca69c281ff55a8fd5cdcac0fd0,033b6eaea71b3084ca043902f6ba03b6487bf1762a9180963357103097d172cc</a:t>
            </a:r>
          </a:p>
          <a:p xmlns:a="http://schemas.openxmlformats.org/drawingml/2006/main">
            <a:r>
              <a:t>sues200,sues200_uav_300m_to_satellite,2,4000,0.75,0.75,3000,2291,0.4235,0.32825,42.35,32.824999999999996,75,9ed2f51f15e95d86a8b1b19b92bdfafbe954e6ca69c281ff55a8fd5cdcac0fd0,033b6eaea71b3084ca043902f6ba03b6487bf1762a9180963357103097d172cc</a:t>
            </a:r>
          </a:p>
          <a:p xmlns:a="http://schemas.openxmlformats.org/drawingml/2006/main">
            <a:r>
              <a:t>sues200,sues200_uav_300m_to_satellite,2,4000,0.9,0.9,3600,3283,0.47025,0.367,47.025,36.7,90,9ed2f51f15e95d86a8b1b19b92bdfafbe954e6ca69c281ff55a8fd5cdcac0fd0,033b6eaea71b3084ca043902f6ba03b6487bf1762a9180963357103097d172cc</a:t>
            </a:r>
          </a:p>
          <a:p xmlns:a="http://schemas.openxmlformats.org/drawingml/2006/main">
            <a:r>
              <a:t>sues200,sues200_uav_300m_to_satellite,2,4000,1,1,4000,4000,0.494,0.39025,49.4,39.025,100,9ed2f51f15e95d86a8b1b19b92bdfafbe954e6ca69c281ff55a8fd5cdcac0fd0,033b6eaea71b3084ca043902f6ba03b6487bf1762a9180963357103097d172cc</a:t>
            </a:r>
          </a:p>
          <a:p xmlns:a="http://schemas.openxmlformats.org/drawingml/2006/main">
            <a:r>
              <a:t>sues200,sues200_uav_300m_to_satellite,3,4000,0.5,0.5,2000,1134,0.3305,0.2535,33.050000000000004,25.35,50,9ed2f51f15e95d86a8b1b19b92bdfafbe954e6ca69c281ff55a8fd5cdcac0fd0,033b6eaea71b3084ca043902f6ba03b6487bf1762a9180963357103097d172cc</a:t>
            </a:r>
          </a:p>
          <a:p xmlns:a="http://schemas.openxmlformats.org/drawingml/2006/main">
            <a:r>
              <a:t>sues200,sues200_uav_300m_to_satellite,3,4000,0.75,0.75,3000,2307,0.42675,0.32725,42.675000000000004,32.725,75,9ed2f51f15e95d86a8b1b19b92bdfafbe954e6ca69c281ff55a8fd5cdcac0fd0,033b6eaea71b3084ca043902f6ba03b6487bf1762a9180963357103097d172cc</a:t>
            </a:r>
          </a:p>
          <a:p xmlns:a="http://schemas.openxmlformats.org/drawingml/2006/main">
            <a:r>
              <a:t>sues200,sues200_uav_300m_to_satellite,3,4000,0.9,0.9,3600,3284,0.474,0.36075,47.4,36.075,90,9ed2f51f15e95d86a8b1b19b92bdfafbe954e6ca69c281ff55a8fd5cdcac0fd0,033b6eaea71b3084ca043902f6ba03b6487bf1762a9180963357103097d172cc</a:t>
            </a:r>
          </a:p>
          <a:p xmlns:a="http://schemas.openxmlformats.org/drawingml/2006/main">
            <a:r>
              <a:t>sues200,sues200_uav_300m_to_satellite,3,4000,1,1,4000,4000,0.5005,0.375,50.05,37.5,100,9ed2f51f15e95d86a8b1b19b92bdfafbe954e6ca69c281ff55a8fd5cdcac0fd0,033b6eaea71b3084ca043902f6ba03b6487bf1762a9180963357103097d172cc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300 m. Coverage-constrained success is the saved count of queries selected AND Top-1 correct, divided by the common full query N, not the selected-subset accuracy whose denominator is k. The y coordinate copies coverage_constrained_success.visual_rate/full_rate×100. The x coordinate copies the saved realized_coverage=k/N×100. Each variant has four observations, at requested coverage50%,75%,90%,100%; actual realized coverage may differ after k=ceil(requested×N). The 75% observation is the paired source row, not an interpolation of native ten-point coverage results. Full query N and its shared membership descriptor are taken from the exact corresponding Visual/Full native records. Each variant ranks its own raw cosine Top-1 minus Top-2 margins with stable query-order ties and selects k queries. The same k is not proof of identical selected members. The visible success-value block additionally reports all eight saved success percentages per seed to three decimals, preserving readability for very low values on the common0–100 axes; exact source precision remains in CSV and notes. The four-row table reports requested coverage, exact k/N per variant and the saved count of shared selected members (overlap), which is not the number jointly correct. At100% coverage, k=overlap=N, and success is the full-query R@1; all endpoints are retained. Lines connect only adjacent saved observations as visual guides, with no additional origin, extrapolation, interpolation claim or area/integral metric. Increasing coverage admits more queries and can mechanically increase full-N success; it does not by itself establish improved ranking performance. True point coordinates are retained, including overlap, without jitter. Tasks, directions, heights and the three seeds stay separate. No selective-accuracy difference, SD, confidence interval, bootstrap interval, p-value, Holm decision or significance is plotted or recalculated. The full source JSON retains all132 original paired rows and inferential fields, but this figure does not add inference or claim their recomputation. Saved success/selection/overlap fields are copied directly; no query arrays or statistics are reconstructed. These are official clean-query results. Upstream typed-scalar query validation, inherited checkpoint/cache/image SHA authority and historical metadata-chain gaps remain unchanged. No NPZ, weight, cache, image, model, full-ranking or all-positive-rank AP is read or recomputed, and this graphical conversion creates no new scientific run or T6 completion.</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
            </a:r>
          </a:p>
          <a:p xmlns:a="http://schemas.openxmlformats.org/drawingml/2006/main">
            <a:r>
              <a:t>All12 paired display rows for this task, saved precision retained; N sources are same-task/seed native records:</a:t>
            </a:r>
          </a:p>
          <a:p xmlns:a="http://schemas.openxmlformats.org/drawingml/2006/main">
            <a:r>
              <a:t>dataset,task,seed,full_query_N,requested_coverage,realized_coverage,selected_queries_per_variant,visual_full_selected_query_overlap,visual_success_rate,full_success_rate,visual_success_percent,full_success_percent,realized_coverage_percent,full_query_membership_sha256,source_json_sha256</a:t>
            </a:r>
          </a:p>
          <a:p xmlns:a="http://schemas.openxmlformats.org/drawingml/2006/main">
            <a:r>
              <a:t>sues200,sues200_satellite_to_uav_300m,1,80,0.5,0.5,40,23,0.375,0.325,37.5,32.5,50,a0024554fabfdcd03efe8d46da3c80414baa16d26cf6a40d05e521ce55eeaddc,033b6eaea71b3084ca043902f6ba03b6487bf1762a9180963357103097d172cc</a:t>
            </a:r>
          </a:p>
          <a:p xmlns:a="http://schemas.openxmlformats.org/drawingml/2006/main">
            <a:r>
              <a:t>sues200,sues200_satellite_to_uav_300m,1,80,0.75,0.75,60,46,0.5375,0.45,53.75,45,75,a0024554fabfdcd03efe8d46da3c80414baa16d26cf6a40d05e521ce55eeaddc,033b6eaea71b3084ca043902f6ba03b6487bf1762a9180963357103097d172cc</a:t>
            </a:r>
          </a:p>
          <a:p xmlns:a="http://schemas.openxmlformats.org/drawingml/2006/main">
            <a:r>
              <a:t>sues200,sues200_satellite_to_uav_300m,1,80,0.9,0.9,72,66,0.6375,0.55,63.74999999999999,55.00000000000001,90,a0024554fabfdcd03efe8d46da3c80414baa16d26cf6a40d05e521ce55eeaddc,033b6eaea71b3084ca043902f6ba03b6487bf1762a9180963357103097d172cc</a:t>
            </a:r>
          </a:p>
          <a:p xmlns:a="http://schemas.openxmlformats.org/drawingml/2006/main">
            <a:r>
              <a:t>sues200,sues200_satellite_to_uav_300m,1,80,1,1,80,80,0.7,0.6,70,60,100,a0024554fabfdcd03efe8d46da3c80414baa16d26cf6a40d05e521ce55eeaddc,033b6eaea71b3084ca043902f6ba03b6487bf1762a9180963357103097d172cc</a:t>
            </a:r>
          </a:p>
          <a:p xmlns:a="http://schemas.openxmlformats.org/drawingml/2006/main">
            <a:r>
              <a:t>sues200,sues200_satellite_to_uav_300m,2,80,0.5,0.5,40,24,0.3625,0.3,36.25,30,50,a0024554fabfdcd03efe8d46da3c80414baa16d26cf6a40d05e521ce55eeaddc,033b6eaea71b3084ca043902f6ba03b6487bf1762a9180963357103097d172cc</a:t>
            </a:r>
          </a:p>
          <a:p xmlns:a="http://schemas.openxmlformats.org/drawingml/2006/main">
            <a:r>
              <a:t>sues200,sues200_satellite_to_uav_300m,2,80,0.75,0.75,60,44,0.55,0.4375,55.00000000000001,43.75,75,a0024554fabfdcd03efe8d46da3c80414baa16d26cf6a40d05e521ce55eeaddc,033b6eaea71b3084ca043902f6ba03b6487bf1762a9180963357103097d172cc</a:t>
            </a:r>
          </a:p>
          <a:p xmlns:a="http://schemas.openxmlformats.org/drawingml/2006/main">
            <a:r>
              <a:t>sues200,sues200_satellite_to_uav_300m,2,80,0.9,0.9,72,65,0.675,0.5375,67.5,53.75,90,a0024554fabfdcd03efe8d46da3c80414baa16d26cf6a40d05e521ce55eeaddc,033b6eaea71b3084ca043902f6ba03b6487bf1762a9180963357103097d172cc</a:t>
            </a:r>
          </a:p>
          <a:p xmlns:a="http://schemas.openxmlformats.org/drawingml/2006/main">
            <a:r>
              <a:t>sues200,sues200_satellite_to_uav_300m,2,80,1,1,80,80,0.7375,0.575,73.75,57.49999999999999,100,a0024554fabfdcd03efe8d46da3c80414baa16d26cf6a40d05e521ce55eeaddc,033b6eaea71b3084ca043902f6ba03b6487bf1762a9180963357103097d172cc</a:t>
            </a:r>
          </a:p>
          <a:p xmlns:a="http://schemas.openxmlformats.org/drawingml/2006/main">
            <a:r>
              <a:t>sues200,sues200_satellite_to_uav_300m,3,80,0.5,0.5,40,23,0.3875,0.3,38.75,30,50,a0024554fabfdcd03efe8d46da3c80414baa16d26cf6a40d05e521ce55eeaddc,033b6eaea71b3084ca043902f6ba03b6487bf1762a9180963357103097d172cc</a:t>
            </a:r>
          </a:p>
          <a:p xmlns:a="http://schemas.openxmlformats.org/drawingml/2006/main">
            <a:r>
              <a:t>sues200,sues200_satellite_to_uav_300m,3,80,0.75,0.75,60,47,0.575,0.4375,57.49999999999999,43.75,75,a0024554fabfdcd03efe8d46da3c80414baa16d26cf6a40d05e521ce55eeaddc,033b6eaea71b3084ca043902f6ba03b6487bf1762a9180963357103097d172cc</a:t>
            </a:r>
          </a:p>
          <a:p xmlns:a="http://schemas.openxmlformats.org/drawingml/2006/main">
            <a:r>
              <a:t>sues200,sues200_satellite_to_uav_300m,3,80,0.9,0.9,72,65,0.7125,0.55,71.25,55.00000000000001,90,a0024554fabfdcd03efe8d46da3c80414baa16d26cf6a40d05e521ce55eeaddc,033b6eaea71b3084ca043902f6ba03b6487bf1762a9180963357103097d172cc</a:t>
            </a:r>
          </a:p>
          <a:p xmlns:a="http://schemas.openxmlformats.org/drawingml/2006/main">
            <a:r>
              <a:t>sues200,sues200_satellite_to_uav_300m,3,80,1,1,80,80,0.775,0.575,77.5,57.49999999999999,100,a0024554fabfdcd03efe8d46da3c80414baa16d26cf6a40d05e521ce55eeaddc,033b6eaea71b3084ca043902f6ba03b6487bf1762a9180963357103097d172cc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fcb8e7f96c41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b02c41683546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858986dfcd4c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06ed27a09d4c5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5b50d236bc43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9179e732254d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F35271F-6DD9-4845-8187-FB2D04A30A50}"/>
              </a:ext>
            </a:extLst>
          </p:cNvPr>
          <p:cNvSpPr>
            <a:spLocks xmlns:a="http://schemas.openxmlformats.org/drawingml/2006/main" noGrp="1"/>
          </p:cNvSpPr>
          <p:nvPr/>
        </p:nvSpPr>
        <p:spPr>
          <a:xfrm xmlns:a="http://schemas.openxmlformats.org/drawingml/2006/main">
            <a:off x="3110490" y="2185247"/>
            <a:ext cx="327420" cy="3767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0260164-B08E-4F9E-BECD-BF59718313BC}"/>
              </a:ext>
            </a:extLst>
          </p:cNvPr>
          <p:cNvSpPr>
            <a:spLocks xmlns:a="http://schemas.openxmlformats.org/drawingml/2006/main" noGrp="1"/>
          </p:cNvSpPr>
          <p:nvPr>
            <p:ph type="title" idx="0"/>
          </p:nvPr>
        </p:nvSpPr>
        <p:spPr>
          <a:xfrm xmlns:a="http://schemas.openxmlformats.org/drawingml/2006/main">
            <a:off x="654840" y="2562013"/>
            <a:ext cx="5238720" cy="9795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103984BA-BCD2-4149-B307-83021DAEE3A5}"/>
              </a:ext>
            </a:extLst>
          </p:cNvPr>
          <p:cNvSpPr>
            <a:spLocks xmlns:a="http://schemas.openxmlformats.org/drawingml/2006/main" noGrp="1"/>
          </p:cNvSpPr>
          <p:nvPr>
            <p:ph type="subTitle" idx="1"/>
          </p:nvPr>
        </p:nvSpPr>
        <p:spPr>
          <a:xfrm xmlns:a="http://schemas.openxmlformats.org/drawingml/2006/main">
            <a:off x="982260" y="3729990"/>
            <a:ext cx="4583880" cy="7535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34889027-8053-4736-87F9-B7AAEA5D480D}"/>
              </a:ext>
            </a:extLst>
          </p:cNvPr>
          <p:cNvSpPr>
            <a:spLocks xmlns:a="http://schemas.openxmlformats.org/drawingml/2006/main" noGrp="1"/>
          </p:cNvSpPr>
          <p:nvPr/>
        </p:nvSpPr>
        <p:spPr>
          <a:xfrm xmlns:a="http://schemas.openxmlformats.org/drawingml/2006/main">
            <a:off x="3110490" y="2448983"/>
            <a:ext cx="327420" cy="3767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DB651E01-ECD6-4B96-AAAE-D6784932B874}"/>
              </a:ext>
            </a:extLst>
          </p:cNvPr>
          <p:cNvSpPr>
            <a:spLocks xmlns:a="http://schemas.openxmlformats.org/drawingml/2006/main" noGrp="1"/>
          </p:cNvSpPr>
          <p:nvPr>
            <p:ph type="title" idx="0"/>
          </p:nvPr>
        </p:nvSpPr>
        <p:spPr>
          <a:xfrm xmlns:a="http://schemas.openxmlformats.org/drawingml/2006/main">
            <a:off x="654840" y="2825750"/>
            <a:ext cx="5238720" cy="1130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BEA84F2-FEBE-4C01-84D3-714B856C7428}"/>
              </a:ext>
            </a:extLst>
          </p:cNvPr>
          <p:cNvSpPr>
            <a:spLocks xmlns:a="http://schemas.openxmlformats.org/drawingml/2006/main" noGrp="1"/>
          </p:cNvSpPr>
          <p:nvPr/>
        </p:nvSpPr>
        <p:spPr>
          <a:xfrm xmlns:a="http://schemas.openxmlformats.org/drawingml/2006/main">
            <a:off x="368348" y="1507067"/>
            <a:ext cx="327420" cy="3767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7944034-8F7C-4106-ADBC-89BDB8ED6B84}"/>
              </a:ext>
            </a:extLst>
          </p:cNvPr>
          <p:cNvSpPr>
            <a:spLocks xmlns:a="http://schemas.openxmlformats.org/drawingml/2006/main" noGrp="1"/>
          </p:cNvSpPr>
          <p:nvPr>
            <p:ph type="title" idx="0"/>
          </p:nvPr>
        </p:nvSpPr>
        <p:spPr>
          <a:xfrm xmlns:a="http://schemas.openxmlformats.org/drawingml/2006/main">
            <a:off x="368348" y="527473"/>
            <a:ext cx="5811705" cy="8288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687CA6F1-5CD8-4308-826B-4EFC23ADBBBD}"/>
              </a:ext>
            </a:extLst>
          </p:cNvPr>
          <p:cNvSpPr>
            <a:spLocks xmlns:a="http://schemas.openxmlformats.org/drawingml/2006/main" noGrp="1"/>
          </p:cNvSpPr>
          <p:nvPr>
            <p:ph type="body" idx="1"/>
          </p:nvPr>
        </p:nvSpPr>
        <p:spPr>
          <a:xfrm xmlns:a="http://schemas.openxmlformats.org/drawingml/2006/main">
            <a:off x="368348" y="1883833"/>
            <a:ext cx="5811705" cy="42197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CBE6D10-4B51-407C-BBB4-60B3101221A7}"/>
              </a:ext>
            </a:extLst>
          </p:cNvPr>
          <p:cNvSpPr>
            <a:spLocks xmlns:a="http://schemas.openxmlformats.org/drawingml/2006/main" noGrp="1"/>
          </p:cNvSpPr>
          <p:nvPr/>
        </p:nvSpPr>
        <p:spPr>
          <a:xfrm xmlns:a="http://schemas.openxmlformats.org/drawingml/2006/main">
            <a:off x="368348" y="1507067"/>
            <a:ext cx="327420" cy="3767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D836DB9-7F24-418C-B764-9E91B591DA57}"/>
              </a:ext>
            </a:extLst>
          </p:cNvPr>
          <p:cNvSpPr>
            <a:spLocks xmlns:a="http://schemas.openxmlformats.org/drawingml/2006/main" noGrp="1"/>
          </p:cNvSpPr>
          <p:nvPr>
            <p:ph type="title" idx="0"/>
          </p:nvPr>
        </p:nvSpPr>
        <p:spPr>
          <a:xfrm xmlns:a="http://schemas.openxmlformats.org/drawingml/2006/main">
            <a:off x="368348" y="527473"/>
            <a:ext cx="5811705" cy="8288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0C390D6-8433-4824-9867-A7CC3B4B2D9D}"/>
              </a:ext>
            </a:extLst>
          </p:cNvPr>
          <p:cNvSpPr>
            <a:spLocks xmlns:a="http://schemas.openxmlformats.org/drawingml/2006/main" noGrp="1"/>
          </p:cNvSpPr>
          <p:nvPr>
            <p:ph type="body" idx="1"/>
          </p:nvPr>
        </p:nvSpPr>
        <p:spPr>
          <a:xfrm xmlns:a="http://schemas.openxmlformats.org/drawingml/2006/main">
            <a:off x="368348" y="1883833"/>
            <a:ext cx="2701215" cy="42197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23B82DCE-08C5-47D2-BB67-4E2C54208AB4}"/>
              </a:ext>
            </a:extLst>
          </p:cNvPr>
          <p:cNvSpPr>
            <a:spLocks xmlns:a="http://schemas.openxmlformats.org/drawingml/2006/main" noGrp="1"/>
          </p:cNvSpPr>
          <p:nvPr>
            <p:ph type="body" idx="2"/>
          </p:nvPr>
        </p:nvSpPr>
        <p:spPr>
          <a:xfrm xmlns:a="http://schemas.openxmlformats.org/drawingml/2006/main">
            <a:off x="3478838" y="1883833"/>
            <a:ext cx="2701215" cy="42197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A9E6901-7287-42A1-AA95-F497770464CC}"/>
              </a:ext>
            </a:extLst>
          </p:cNvPr>
          <p:cNvSpPr>
            <a:spLocks xmlns:a="http://schemas.openxmlformats.org/drawingml/2006/main" noGrp="1"/>
          </p:cNvSpPr>
          <p:nvPr/>
        </p:nvSpPr>
        <p:spPr>
          <a:xfrm xmlns:a="http://schemas.openxmlformats.org/drawingml/2006/main">
            <a:off x="368348" y="1507067"/>
            <a:ext cx="327420" cy="37677"/>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B56D140-071D-4F13-8F9C-FE799FE116ED}"/>
              </a:ext>
            </a:extLst>
          </p:cNvPr>
          <p:cNvSpPr>
            <a:spLocks xmlns:a="http://schemas.openxmlformats.org/drawingml/2006/main" noGrp="1"/>
          </p:cNvSpPr>
          <p:nvPr>
            <p:ph type="title" idx="0"/>
          </p:nvPr>
        </p:nvSpPr>
        <p:spPr>
          <a:xfrm xmlns:a="http://schemas.openxmlformats.org/drawingml/2006/main">
            <a:off x="368348" y="527473"/>
            <a:ext cx="5811705" cy="8288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CF69E72-A233-4DD0-B603-01F6C94CB91A}"/>
              </a:ext>
            </a:extLst>
          </p:cNvPr>
          <p:cNvSpPr>
            <a:spLocks xmlns:a="http://schemas.openxmlformats.org/drawingml/2006/main" noGrp="1"/>
          </p:cNvSpPr>
          <p:nvPr>
            <p:ph type="body" idx="1"/>
          </p:nvPr>
        </p:nvSpPr>
        <p:spPr>
          <a:xfrm xmlns:a="http://schemas.openxmlformats.org/drawingml/2006/main">
            <a:off x="368348" y="1883833"/>
            <a:ext cx="2701215" cy="42197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ea5f4bad15449d" /><Relationship Type="http://schemas.openxmlformats.org/officeDocument/2006/relationships/slideLayout" Target="/ppt/slideLayouts/slideLayout1.xml" Id="R0ab49ed504f54d08" /><Relationship Type="http://schemas.openxmlformats.org/officeDocument/2006/relationships/slideLayout" Target="/ppt/slideLayouts/slideLayout2.xml" Id="Rafae0961e71b4db3" /><Relationship Type="http://schemas.openxmlformats.org/officeDocument/2006/relationships/slideLayout" Target="/ppt/slideLayouts/slideLayout3.xml" Id="R4966871e83844b1b" /><Relationship Type="http://schemas.openxmlformats.org/officeDocument/2006/relationships/slideLayout" Target="/ppt/slideLayouts/slideLayout4.xml" Id="R43bbd5ce02824a5c" /><Relationship Type="http://schemas.openxmlformats.org/officeDocument/2006/relationships/slideLayout" Target="/ppt/slideLayouts/slideLayout5.xml" Id="R0fa4cc7546e84bf7" /><Relationship Type="http://schemas.openxmlformats.org/officeDocument/2006/relationships/slideLayout" Target="/ppt/slideLayouts/slideLayout6.xml" Id="Rc02f7dfb4cb143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b49ed504f54d08"/>
    <p:sldLayoutId xmlns:r="http://schemas.openxmlformats.org/officeDocument/2006/relationships" id="2147483650" r:id="Rafae0961e71b4db3"/>
    <p:sldLayoutId xmlns:r="http://schemas.openxmlformats.org/officeDocument/2006/relationships" id="2147483651" r:id="R4966871e83844b1b"/>
    <p:sldLayoutId xmlns:r="http://schemas.openxmlformats.org/officeDocument/2006/relationships" id="2147483652" r:id="R43bbd5ce02824a5c"/>
    <p:sldLayoutId xmlns:r="http://schemas.openxmlformats.org/officeDocument/2006/relationships" id="2147483653" r:id="R0fa4cc7546e84bf7"/>
    <p:sldLayoutId xmlns:r="http://schemas.openxmlformats.org/officeDocument/2006/relationships" id="2147483654" r:id="Rc02f7dfb4cb143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323bc41fbe415c" /><Relationship Type="http://schemas.openxmlformats.org/officeDocument/2006/relationships/notesSlide" Target="/ppt/notesSlides/notesSlide1.xml" Id="R482bc77ed4c442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35ccce80d94763" /><Relationship Type="http://schemas.openxmlformats.org/officeDocument/2006/relationships/notesSlide" Target="/ppt/notesSlides/notesSlide2.xml" Id="Rf0e73328c67745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728a9ebe75c4bb7" /><Relationship Type="http://schemas.openxmlformats.org/officeDocument/2006/relationships/notesSlide" Target="/ppt/notesSlides/notesSlide3.xml" Id="R01618af8bd3943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42baf9d8364886" /><Relationship Type="http://schemas.openxmlformats.org/officeDocument/2006/relationships/notesSlide" Target="/ppt/notesSlides/notesSlide4.xml" Id="R78dae5db84e54f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194f220a794cb5" /><Relationship Type="http://schemas.openxmlformats.org/officeDocument/2006/relationships/notesSlide" Target="/ppt/notesSlides/notesSlide5.xml" Id="R5273a3ab490c4b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6355fab658d4492" /><Relationship Type="http://schemas.openxmlformats.org/officeDocument/2006/relationships/notesSlide" Target="/ppt/notesSlides/notesSlide6.xml" Id="R60bdf520954640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f8d8396472492d" /><Relationship Type="http://schemas.openxmlformats.org/officeDocument/2006/relationships/notesSlide" Target="/ppt/notesSlides/notesSlide7.xml" Id="R65aa96313ad841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285604e27204e13" /><Relationship Type="http://schemas.openxmlformats.org/officeDocument/2006/relationships/notesSlide" Target="/ppt/notesSlides/notesSlide8.xml" Id="R38935c4ba30440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2906c43d98c4c0e" /><Relationship Type="http://schemas.openxmlformats.org/officeDocument/2006/relationships/notesSlide" Target="/ppt/notesSlides/notesSlide9.xml" Id="R79a0702393294b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aaeeda570a64d41" /><Relationship Type="http://schemas.openxmlformats.org/officeDocument/2006/relationships/notesSlide" Target="/ppt/notesSlides/notesSlide10.xml" Id="Rb3f5d5b430f745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98cf56824384a4d" /><Relationship Type="http://schemas.openxmlformats.org/officeDocument/2006/relationships/notesSlide" Target="/ppt/notesSlides/notesSlide11.xml" Id="Re34eff9d53764ac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university1652_drone_to_satellite/title">
            <a:extLst xmlns:a="http://schemas.openxmlformats.org/drawingml/2006/main">
              <a:ext uri="{FF2B5EF4-FFF2-40B4-BE49-F238E27FC236}">
                <a16:creationId xmlns:a16="http://schemas.microsoft.com/office/drawing/2014/main" id="{481549CA-1EB8-4D6F-A20D-BF73EAD62E30}"/>
              </a:ext>
            </a:extLst>
          </p:cNvPr>
          <p:cNvSpPr>
            <a:spLocks xmlns:a="http://schemas.openxmlformats.org/drawingml/2006/main" noGrp="1"/>
          </p:cNvSpPr>
          <p:nvPr/>
        </p:nvSpPr>
        <p:spPr>
          <a:xfrm xmlns:a="http://schemas.openxmlformats.org/drawingml/2006/main">
            <a:off x="190500" y="111760"/>
            <a:ext cx="2062639"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University-1652: Drone → satellite</a:t>
            </a:r>
          </a:p>
        </p:txBody>
      </p:sp>
      <p:sp>
        <p:nvSpPr>
          <p:cNvPr id="2" name="university1652_drone_to_satellite/subtitle">
            <a:extLst xmlns:a="http://schemas.openxmlformats.org/drawingml/2006/main">
              <a:ext uri="{FF2B5EF4-FFF2-40B4-BE49-F238E27FC236}">
                <a16:creationId xmlns:a16="http://schemas.microsoft.com/office/drawing/2014/main" id="{BA6498AD-7740-42DE-8BD8-46057689474F}"/>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university1652_drone_to_satellite/legend/visual/marker">
            <a:extLst xmlns:a="http://schemas.openxmlformats.org/drawingml/2006/main">
              <a:ext uri="{FF2B5EF4-FFF2-40B4-BE49-F238E27FC236}">
                <a16:creationId xmlns:a16="http://schemas.microsoft.com/office/drawing/2014/main" id="{BDF3DBF2-C51E-442F-B54A-756C44452948}"/>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university1652_drone_to_satellite/legend/visual/text">
            <a:extLst xmlns:a="http://schemas.openxmlformats.org/drawingml/2006/main">
              <a:ext uri="{FF2B5EF4-FFF2-40B4-BE49-F238E27FC236}">
                <a16:creationId xmlns:a16="http://schemas.microsoft.com/office/drawing/2014/main" id="{3607F73B-D06F-4A93-A420-58271546441A}"/>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university1652_drone_to_satellite/legend/full/marker">
            <a:extLst xmlns:a="http://schemas.openxmlformats.org/drawingml/2006/main">
              <a:ext uri="{FF2B5EF4-FFF2-40B4-BE49-F238E27FC236}">
                <a16:creationId xmlns:a16="http://schemas.microsoft.com/office/drawing/2014/main" id="{A2F3BC8D-CFF3-491E-B432-CB412BA4CB04}"/>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university1652_drone_to_satellite/legend/full/text">
            <a:extLst xmlns:a="http://schemas.openxmlformats.org/drawingml/2006/main">
              <a:ext uri="{FF2B5EF4-FFF2-40B4-BE49-F238E27FC236}">
                <a16:creationId xmlns:a16="http://schemas.microsoft.com/office/drawing/2014/main" id="{FA575353-A399-424C-BF1B-BFAD965E9822}"/>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university1652_drone_to_satellite/y-axis-label">
            <a:extLst xmlns:a="http://schemas.openxmlformats.org/drawingml/2006/main">
              <a:ext uri="{FF2B5EF4-FFF2-40B4-BE49-F238E27FC236}">
                <a16:creationId xmlns:a16="http://schemas.microsoft.com/office/drawing/2014/main" id="{629CCFCD-FD09-46E2-9CC7-90F1EBE344D7}"/>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university1652_drone_to_satellite/university1652_drone_to_satellite/seed-1/heading">
            <a:extLst xmlns:a="http://schemas.openxmlformats.org/drawingml/2006/main">
              <a:ext uri="{FF2B5EF4-FFF2-40B4-BE49-F238E27FC236}">
                <a16:creationId xmlns:a16="http://schemas.microsoft.com/office/drawing/2014/main" id="{39773064-DAC1-436B-A761-0144518600C8}"/>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university1652_drone_to_satellite/university1652_drone_to_satellite/seed-1/y-grid-0">
            <a:extLst xmlns:a="http://schemas.openxmlformats.org/drawingml/2006/main">
              <a:ext uri="{FF2B5EF4-FFF2-40B4-BE49-F238E27FC236}">
                <a16:creationId xmlns:a16="http://schemas.microsoft.com/office/drawing/2014/main" id="{0E73B1E4-DCE0-4FA9-8753-B721AB0E9B29}"/>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university1652_drone_to_satellite/university1652_drone_to_satellite/seed-1/y-label-0">
            <a:extLst xmlns:a="http://schemas.openxmlformats.org/drawingml/2006/main">
              <a:ext uri="{FF2B5EF4-FFF2-40B4-BE49-F238E27FC236}">
                <a16:creationId xmlns:a16="http://schemas.microsoft.com/office/drawing/2014/main" id="{49CDC5CB-0A0A-4243-A615-3D30608C537B}"/>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university1652_drone_to_satellite/university1652_drone_to_satellite/seed-1/x-tick-0">
            <a:extLst xmlns:a="http://schemas.openxmlformats.org/drawingml/2006/main">
              <a:ext uri="{FF2B5EF4-FFF2-40B4-BE49-F238E27FC236}">
                <a16:creationId xmlns:a16="http://schemas.microsoft.com/office/drawing/2014/main" id="{7288C39B-79A8-4371-A09D-B10A2F886512}"/>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university1652_drone_to_satellite/university1652_drone_to_satellite/seed-1/x-label-0">
            <a:extLst xmlns:a="http://schemas.openxmlformats.org/drawingml/2006/main">
              <a:ext uri="{FF2B5EF4-FFF2-40B4-BE49-F238E27FC236}">
                <a16:creationId xmlns:a16="http://schemas.microsoft.com/office/drawing/2014/main" id="{A98CD34F-F36A-4918-8320-7577A4554E30}"/>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university1652_drone_to_satellite/university1652_drone_to_satellite/seed-1/y-grid-25">
            <a:extLst xmlns:a="http://schemas.openxmlformats.org/drawingml/2006/main">
              <a:ext uri="{FF2B5EF4-FFF2-40B4-BE49-F238E27FC236}">
                <a16:creationId xmlns:a16="http://schemas.microsoft.com/office/drawing/2014/main" id="{A97F3ED5-3132-4A67-AAD1-F78BDE192AE6}"/>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university1652_drone_to_satellite/university1652_drone_to_satellite/seed-1/y-label-25">
            <a:extLst xmlns:a="http://schemas.openxmlformats.org/drawingml/2006/main">
              <a:ext uri="{FF2B5EF4-FFF2-40B4-BE49-F238E27FC236}">
                <a16:creationId xmlns:a16="http://schemas.microsoft.com/office/drawing/2014/main" id="{E28F3D43-CBF7-4002-8F14-D6EC9400B12F}"/>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university1652_drone_to_satellite/university1652_drone_to_satellite/seed-1/x-tick-25">
            <a:extLst xmlns:a="http://schemas.openxmlformats.org/drawingml/2006/main">
              <a:ext uri="{FF2B5EF4-FFF2-40B4-BE49-F238E27FC236}">
                <a16:creationId xmlns:a16="http://schemas.microsoft.com/office/drawing/2014/main" id="{7B70ED25-B4BB-46B5-8BBF-E375395B4D6D}"/>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university1652_drone_to_satellite/university1652_drone_to_satellite/seed-1/x-label-25">
            <a:extLst xmlns:a="http://schemas.openxmlformats.org/drawingml/2006/main">
              <a:ext uri="{FF2B5EF4-FFF2-40B4-BE49-F238E27FC236}">
                <a16:creationId xmlns:a16="http://schemas.microsoft.com/office/drawing/2014/main" id="{C60E57DC-076F-408D-B177-0E22AEF22016}"/>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university1652_drone_to_satellite/university1652_drone_to_satellite/seed-1/y-grid-50">
            <a:extLst xmlns:a="http://schemas.openxmlformats.org/drawingml/2006/main">
              <a:ext uri="{FF2B5EF4-FFF2-40B4-BE49-F238E27FC236}">
                <a16:creationId xmlns:a16="http://schemas.microsoft.com/office/drawing/2014/main" id="{69A4C35D-A851-4D1D-8899-E5C4F30AC171}"/>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university1652_drone_to_satellite/university1652_drone_to_satellite/seed-1/y-label-50">
            <a:extLst xmlns:a="http://schemas.openxmlformats.org/drawingml/2006/main">
              <a:ext uri="{FF2B5EF4-FFF2-40B4-BE49-F238E27FC236}">
                <a16:creationId xmlns:a16="http://schemas.microsoft.com/office/drawing/2014/main" id="{AA20CE58-87EF-4C33-B1AD-5C08AC27D17D}"/>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university1652_drone_to_satellite/university1652_drone_to_satellite/seed-1/x-tick-50">
            <a:extLst xmlns:a="http://schemas.openxmlformats.org/drawingml/2006/main">
              <a:ext uri="{FF2B5EF4-FFF2-40B4-BE49-F238E27FC236}">
                <a16:creationId xmlns:a16="http://schemas.microsoft.com/office/drawing/2014/main" id="{1768F230-47F3-4A4F-9ED5-724C4464EC66}"/>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university1652_drone_to_satellite/university1652_drone_to_satellite/seed-1/x-label-50">
            <a:extLst xmlns:a="http://schemas.openxmlformats.org/drawingml/2006/main">
              <a:ext uri="{FF2B5EF4-FFF2-40B4-BE49-F238E27FC236}">
                <a16:creationId xmlns:a16="http://schemas.microsoft.com/office/drawing/2014/main" id="{DC0FB637-9F84-4EAB-B0F5-9E154091ACA4}"/>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university1652_drone_to_satellite/university1652_drone_to_satellite/seed-1/y-grid-75">
            <a:extLst xmlns:a="http://schemas.openxmlformats.org/drawingml/2006/main">
              <a:ext uri="{FF2B5EF4-FFF2-40B4-BE49-F238E27FC236}">
                <a16:creationId xmlns:a16="http://schemas.microsoft.com/office/drawing/2014/main" id="{ED277830-578F-4479-8E72-8930C4DC35C4}"/>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university1652_drone_to_satellite/university1652_drone_to_satellite/seed-1/y-label-75">
            <a:extLst xmlns:a="http://schemas.openxmlformats.org/drawingml/2006/main">
              <a:ext uri="{FF2B5EF4-FFF2-40B4-BE49-F238E27FC236}">
                <a16:creationId xmlns:a16="http://schemas.microsoft.com/office/drawing/2014/main" id="{2578DA8A-15E3-4F69-BF4D-E15C08D6E68D}"/>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university1652_drone_to_satellite/university1652_drone_to_satellite/seed-1/x-tick-75">
            <a:extLst xmlns:a="http://schemas.openxmlformats.org/drawingml/2006/main">
              <a:ext uri="{FF2B5EF4-FFF2-40B4-BE49-F238E27FC236}">
                <a16:creationId xmlns:a16="http://schemas.microsoft.com/office/drawing/2014/main" id="{8818B94E-1443-4A37-9D00-6C32E48F26D1}"/>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university1652_drone_to_satellite/university1652_drone_to_satellite/seed-1/x-label-75">
            <a:extLst xmlns:a="http://schemas.openxmlformats.org/drawingml/2006/main">
              <a:ext uri="{FF2B5EF4-FFF2-40B4-BE49-F238E27FC236}">
                <a16:creationId xmlns:a16="http://schemas.microsoft.com/office/drawing/2014/main" id="{6ECA67B9-2F1C-4F13-B49C-56ECFCD85347}"/>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university1652_drone_to_satellite/university1652_drone_to_satellite/seed-1/y-grid-100">
            <a:extLst xmlns:a="http://schemas.openxmlformats.org/drawingml/2006/main">
              <a:ext uri="{FF2B5EF4-FFF2-40B4-BE49-F238E27FC236}">
                <a16:creationId xmlns:a16="http://schemas.microsoft.com/office/drawing/2014/main" id="{24BB2184-140C-466E-AE66-C7774A313CA4}"/>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university1652_drone_to_satellite/university1652_drone_to_satellite/seed-1/y-label-100">
            <a:extLst xmlns:a="http://schemas.openxmlformats.org/drawingml/2006/main">
              <a:ext uri="{FF2B5EF4-FFF2-40B4-BE49-F238E27FC236}">
                <a16:creationId xmlns:a16="http://schemas.microsoft.com/office/drawing/2014/main" id="{571737E4-7CB9-47C3-B285-8A004F877264}"/>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university1652_drone_to_satellite/university1652_drone_to_satellite/seed-1/x-tick-100">
            <a:extLst xmlns:a="http://schemas.openxmlformats.org/drawingml/2006/main">
              <a:ext uri="{FF2B5EF4-FFF2-40B4-BE49-F238E27FC236}">
                <a16:creationId xmlns:a16="http://schemas.microsoft.com/office/drawing/2014/main" id="{8F1D34FE-D215-496B-9590-96B514D7E0CB}"/>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university1652_drone_to_satellite/university1652_drone_to_satellite/seed-1/x-label-100">
            <a:extLst xmlns:a="http://schemas.openxmlformats.org/drawingml/2006/main">
              <a:ext uri="{FF2B5EF4-FFF2-40B4-BE49-F238E27FC236}">
                <a16:creationId xmlns:a16="http://schemas.microsoft.com/office/drawing/2014/main" id="{CC3CCCE7-BF05-4BF4-8969-EAB0ABA4AC09}"/>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university1652_drone_to_satellite/university1652_drone_to_satellite/seed-1/y-axis">
            <a:extLst xmlns:a="http://schemas.openxmlformats.org/drawingml/2006/main">
              <a:ext uri="{FF2B5EF4-FFF2-40B4-BE49-F238E27FC236}">
                <a16:creationId xmlns:a16="http://schemas.microsoft.com/office/drawing/2014/main" id="{013D438F-59F7-4F85-B220-DCB975CCDF92}"/>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university1652_drone_to_satellite/university1652_drone_to_satellite/seed-1/x-axis">
            <a:extLst xmlns:a="http://schemas.openxmlformats.org/drawingml/2006/main">
              <a:ext uri="{FF2B5EF4-FFF2-40B4-BE49-F238E27FC236}">
                <a16:creationId xmlns:a16="http://schemas.microsoft.com/office/drawing/2014/main" id="{15876C3E-4A7B-4D59-9032-C9CF8B67478D}"/>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university1652_drone_to_satellite/university1652_drone_to_satellite/seed-1/visual/guide-1-2">
            <a:extLst xmlns:a="http://schemas.openxmlformats.org/drawingml/2006/main">
              <a:ext uri="{FF2B5EF4-FFF2-40B4-BE49-F238E27FC236}">
                <a16:creationId xmlns:a16="http://schemas.microsoft.com/office/drawing/2014/main" id="{A0455F88-A522-4153-93D0-293294A86759}"/>
              </a:ext>
            </a:extLst>
          </p:cNvPr>
          <p:cNvSpPr>
            <a:spLocks xmlns:a="http://schemas.openxmlformats.org/drawingml/2006/main" noGrp="1"/>
          </p:cNvSpPr>
          <p:nvPr/>
        </p:nvSpPr>
        <p:spPr>
          <a:xfrm xmlns:a="http://schemas.openxmlformats.org/drawingml/2006/main" flipV="1">
            <a:off x="1333521" y="2332373"/>
            <a:ext cx="400061" cy="97738"/>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university1652_drone_to_satellite/university1652_drone_to_satellite/seed-1/visual/guide-2-3">
            <a:extLst xmlns:a="http://schemas.openxmlformats.org/drawingml/2006/main">
              <a:ext uri="{FF2B5EF4-FFF2-40B4-BE49-F238E27FC236}">
                <a16:creationId xmlns:a16="http://schemas.microsoft.com/office/drawing/2014/main" id="{C4C9AD79-0FDF-4196-9216-522B20F37ACB}"/>
              </a:ext>
            </a:extLst>
          </p:cNvPr>
          <p:cNvSpPr>
            <a:spLocks xmlns:a="http://schemas.openxmlformats.org/drawingml/2006/main" noGrp="1"/>
          </p:cNvSpPr>
          <p:nvPr/>
        </p:nvSpPr>
        <p:spPr>
          <a:xfrm xmlns:a="http://schemas.openxmlformats.org/drawingml/2006/main" flipV="1">
            <a:off x="1733582" y="2282860"/>
            <a:ext cx="240019" cy="49513"/>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university1652_drone_to_satellite/university1652_drone_to_satellite/seed-1/visual/guide-3-4">
            <a:extLst xmlns:a="http://schemas.openxmlformats.org/drawingml/2006/main">
              <a:ext uri="{FF2B5EF4-FFF2-40B4-BE49-F238E27FC236}">
                <a16:creationId xmlns:a16="http://schemas.microsoft.com/office/drawing/2014/main" id="{E04BBE60-FCE7-422D-A6AE-83B8548A9B45}"/>
              </a:ext>
            </a:extLst>
          </p:cNvPr>
          <p:cNvSpPr>
            <a:spLocks xmlns:a="http://schemas.openxmlformats.org/drawingml/2006/main" noGrp="1"/>
          </p:cNvSpPr>
          <p:nvPr/>
        </p:nvSpPr>
        <p:spPr>
          <a:xfrm xmlns:a="http://schemas.openxmlformats.org/drawingml/2006/main" flipV="1">
            <a:off x="1973601" y="2256150"/>
            <a:ext cx="159999" cy="2671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university1652_drone_to_satellite/university1652_drone_to_satellite/seed-1/visual/point-cov-0.5">
            <a:extLst xmlns:a="http://schemas.openxmlformats.org/drawingml/2006/main">
              <a:ext uri="{FF2B5EF4-FFF2-40B4-BE49-F238E27FC236}">
                <a16:creationId xmlns:a16="http://schemas.microsoft.com/office/drawing/2014/main" id="{94949D6B-3FFF-4EC2-B9E8-3946F2490B4A}"/>
              </a:ext>
            </a:extLst>
          </p:cNvPr>
          <p:cNvSpPr>
            <a:spLocks xmlns:a="http://schemas.openxmlformats.org/drawingml/2006/main" noGrp="1"/>
          </p:cNvSpPr>
          <p:nvPr/>
        </p:nvSpPr>
        <p:spPr>
          <a:xfrm xmlns:a="http://schemas.openxmlformats.org/drawingml/2006/main">
            <a:off x="1303676" y="2400266"/>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university1652_drone_to_satellite/university1652_drone_to_satellite/seed-1/visual/point-cov-0.75">
            <a:extLst xmlns:a="http://schemas.openxmlformats.org/drawingml/2006/main">
              <a:ext uri="{FF2B5EF4-FFF2-40B4-BE49-F238E27FC236}">
                <a16:creationId xmlns:a16="http://schemas.microsoft.com/office/drawing/2014/main" id="{5515C3B2-589A-41AB-953C-C610810E33B6}"/>
              </a:ext>
            </a:extLst>
          </p:cNvPr>
          <p:cNvSpPr>
            <a:spLocks xmlns:a="http://schemas.openxmlformats.org/drawingml/2006/main" noGrp="1"/>
          </p:cNvSpPr>
          <p:nvPr/>
        </p:nvSpPr>
        <p:spPr>
          <a:xfrm xmlns:a="http://schemas.openxmlformats.org/drawingml/2006/main">
            <a:off x="1703737" y="230252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university1652_drone_to_satellite/university1652_drone_to_satellite/seed-1/visual/point-cov-0.9">
            <a:extLst xmlns:a="http://schemas.openxmlformats.org/drawingml/2006/main">
              <a:ext uri="{FF2B5EF4-FFF2-40B4-BE49-F238E27FC236}">
                <a16:creationId xmlns:a16="http://schemas.microsoft.com/office/drawing/2014/main" id="{697681DD-2C7F-4B78-AD76-ADCE42A28095}"/>
              </a:ext>
            </a:extLst>
          </p:cNvPr>
          <p:cNvSpPr>
            <a:spLocks xmlns:a="http://schemas.openxmlformats.org/drawingml/2006/main" noGrp="1"/>
          </p:cNvSpPr>
          <p:nvPr/>
        </p:nvSpPr>
        <p:spPr>
          <a:xfrm xmlns:a="http://schemas.openxmlformats.org/drawingml/2006/main">
            <a:off x="1943756" y="22530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university1652_drone_to_satellite/university1652_drone_to_satellite/seed-1/visual/point-cov-1">
            <a:extLst xmlns:a="http://schemas.openxmlformats.org/drawingml/2006/main">
              <a:ext uri="{FF2B5EF4-FFF2-40B4-BE49-F238E27FC236}">
                <a16:creationId xmlns:a16="http://schemas.microsoft.com/office/drawing/2014/main" id="{FD6B5995-4AFE-4E0A-AB4C-18C010BC14B3}"/>
              </a:ext>
            </a:extLst>
          </p:cNvPr>
          <p:cNvSpPr>
            <a:spLocks xmlns:a="http://schemas.openxmlformats.org/drawingml/2006/main" noGrp="1"/>
          </p:cNvSpPr>
          <p:nvPr/>
        </p:nvSpPr>
        <p:spPr>
          <a:xfrm xmlns:a="http://schemas.openxmlformats.org/drawingml/2006/main">
            <a:off x="2103755" y="222630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university1652_drone_to_satellite/university1652_drone_to_satellite/seed-1/full/guide-1-2">
            <a:extLst xmlns:a="http://schemas.openxmlformats.org/drawingml/2006/main">
              <a:ext uri="{FF2B5EF4-FFF2-40B4-BE49-F238E27FC236}">
                <a16:creationId xmlns:a16="http://schemas.microsoft.com/office/drawing/2014/main" id="{DFF5F343-5742-4E34-AF45-83FF9D3F0496}"/>
              </a:ext>
            </a:extLst>
          </p:cNvPr>
          <p:cNvSpPr>
            <a:spLocks xmlns:a="http://schemas.openxmlformats.org/drawingml/2006/main" noGrp="1"/>
          </p:cNvSpPr>
          <p:nvPr/>
        </p:nvSpPr>
        <p:spPr>
          <a:xfrm xmlns:a="http://schemas.openxmlformats.org/drawingml/2006/main" flipV="1">
            <a:off x="1333521" y="2436638"/>
            <a:ext cx="400061" cy="8610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university1652_drone_to_satellite/university1652_drone_to_satellite/seed-1/full/guide-2-3">
            <a:extLst xmlns:a="http://schemas.openxmlformats.org/drawingml/2006/main">
              <a:ext uri="{FF2B5EF4-FFF2-40B4-BE49-F238E27FC236}">
                <a16:creationId xmlns:a16="http://schemas.microsoft.com/office/drawing/2014/main" id="{DA644DA5-197B-45C2-BA71-F4A8476776A9}"/>
              </a:ext>
            </a:extLst>
          </p:cNvPr>
          <p:cNvSpPr>
            <a:spLocks xmlns:a="http://schemas.openxmlformats.org/drawingml/2006/main" noGrp="1"/>
          </p:cNvSpPr>
          <p:nvPr/>
        </p:nvSpPr>
        <p:spPr>
          <a:xfrm xmlns:a="http://schemas.openxmlformats.org/drawingml/2006/main" flipV="1">
            <a:off x="1733582" y="2391634"/>
            <a:ext cx="240019" cy="45004"/>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university1652_drone_to_satellite/university1652_drone_to_satellite/seed-1/full/guide-3-4">
            <a:extLst xmlns:a="http://schemas.openxmlformats.org/drawingml/2006/main">
              <a:ext uri="{FF2B5EF4-FFF2-40B4-BE49-F238E27FC236}">
                <a16:creationId xmlns:a16="http://schemas.microsoft.com/office/drawing/2014/main" id="{AFF3281D-BDF9-4C39-9DFD-0D5311778B2B}"/>
              </a:ext>
            </a:extLst>
          </p:cNvPr>
          <p:cNvSpPr>
            <a:spLocks xmlns:a="http://schemas.openxmlformats.org/drawingml/2006/main" noGrp="1"/>
          </p:cNvSpPr>
          <p:nvPr/>
        </p:nvSpPr>
        <p:spPr>
          <a:xfrm xmlns:a="http://schemas.openxmlformats.org/drawingml/2006/main" flipV="1">
            <a:off x="1973601" y="2364237"/>
            <a:ext cx="159999" cy="27398"/>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university1652_drone_to_satellite/university1652_drone_to_satellite/seed-1/full/point-cov-0.5">
            <a:extLst xmlns:a="http://schemas.openxmlformats.org/drawingml/2006/main">
              <a:ext uri="{FF2B5EF4-FFF2-40B4-BE49-F238E27FC236}">
                <a16:creationId xmlns:a16="http://schemas.microsoft.com/office/drawing/2014/main" id="{4CA1ACF6-1B9D-41D5-84C0-65442AE875ED}"/>
              </a:ext>
            </a:extLst>
          </p:cNvPr>
          <p:cNvSpPr>
            <a:spLocks xmlns:a="http://schemas.openxmlformats.org/drawingml/2006/main" noGrp="1"/>
          </p:cNvSpPr>
          <p:nvPr/>
        </p:nvSpPr>
        <p:spPr>
          <a:xfrm xmlns:a="http://schemas.openxmlformats.org/drawingml/2006/main">
            <a:off x="1309391" y="249860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university1652_drone_to_satellite/university1652_drone_to_satellite/seed-1/full/point-cov-0.75">
            <a:extLst xmlns:a="http://schemas.openxmlformats.org/drawingml/2006/main">
              <a:ext uri="{FF2B5EF4-FFF2-40B4-BE49-F238E27FC236}">
                <a16:creationId xmlns:a16="http://schemas.microsoft.com/office/drawing/2014/main" id="{256B0138-82D1-4157-ABC0-5112BCAD3711}"/>
              </a:ext>
            </a:extLst>
          </p:cNvPr>
          <p:cNvSpPr>
            <a:spLocks xmlns:a="http://schemas.openxmlformats.org/drawingml/2006/main" noGrp="1"/>
          </p:cNvSpPr>
          <p:nvPr/>
        </p:nvSpPr>
        <p:spPr>
          <a:xfrm xmlns:a="http://schemas.openxmlformats.org/drawingml/2006/main">
            <a:off x="1709452" y="241250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university1652_drone_to_satellite/university1652_drone_to_satellite/seed-1/full/point-cov-0.9">
            <a:extLst xmlns:a="http://schemas.openxmlformats.org/drawingml/2006/main">
              <a:ext uri="{FF2B5EF4-FFF2-40B4-BE49-F238E27FC236}">
                <a16:creationId xmlns:a16="http://schemas.microsoft.com/office/drawing/2014/main" id="{2558BB54-F0E4-4D67-A8D6-6FE7059649B4}"/>
              </a:ext>
            </a:extLst>
          </p:cNvPr>
          <p:cNvSpPr>
            <a:spLocks xmlns:a="http://schemas.openxmlformats.org/drawingml/2006/main" noGrp="1"/>
          </p:cNvSpPr>
          <p:nvPr/>
        </p:nvSpPr>
        <p:spPr>
          <a:xfrm xmlns:a="http://schemas.openxmlformats.org/drawingml/2006/main">
            <a:off x="1949471" y="236750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university1652_drone_to_satellite/university1652_drone_to_satellite/seed-1/full/point-cov-1">
            <a:extLst xmlns:a="http://schemas.openxmlformats.org/drawingml/2006/main">
              <a:ext uri="{FF2B5EF4-FFF2-40B4-BE49-F238E27FC236}">
                <a16:creationId xmlns:a16="http://schemas.microsoft.com/office/drawing/2014/main" id="{A77E97CD-9226-4264-96BA-5268753A95B1}"/>
              </a:ext>
            </a:extLst>
          </p:cNvPr>
          <p:cNvSpPr>
            <a:spLocks xmlns:a="http://schemas.openxmlformats.org/drawingml/2006/main" noGrp="1"/>
          </p:cNvSpPr>
          <p:nvPr/>
        </p:nvSpPr>
        <p:spPr>
          <a:xfrm xmlns:a="http://schemas.openxmlformats.org/drawingml/2006/main">
            <a:off x="2109470" y="234010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university1652_drone_to_satellite/university1652_drone_to_satellite/seed-1/count/N">
            <a:extLst xmlns:a="http://schemas.openxmlformats.org/drawingml/2006/main">
              <a:ext uri="{FF2B5EF4-FFF2-40B4-BE49-F238E27FC236}">
                <a16:creationId xmlns:a16="http://schemas.microsoft.com/office/drawing/2014/main" id="{52E96590-94C0-4016-AC89-EA94C8D1F386}"/>
              </a:ext>
            </a:extLst>
          </p:cNvPr>
          <p:cNvSpPr>
            <a:spLocks xmlns:a="http://schemas.openxmlformats.org/drawingml/2006/main" noGrp="1"/>
          </p:cNvSpPr>
          <p:nvPr/>
        </p:nvSpPr>
        <p:spPr>
          <a:xfrm xmlns:a="http://schemas.openxmlformats.org/drawingml/2006/main">
            <a:off x="822436" y="3500628"/>
            <a:ext cx="10221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37,855</a:t>
            </a:r>
          </a:p>
        </p:txBody>
      </p:sp>
      <p:sp>
        <p:nvSpPr>
          <p:cNvPr id="46" name="university1652_drone_to_satellite/university1652_drone_to_satellite/seed-1/count/header/requested">
            <a:extLst xmlns:a="http://schemas.openxmlformats.org/drawingml/2006/main">
              <a:ext uri="{FF2B5EF4-FFF2-40B4-BE49-F238E27FC236}">
                <a16:creationId xmlns:a16="http://schemas.microsoft.com/office/drawing/2014/main" id="{CEA3B480-E3E1-4DE5-B6F4-C00D298CC0DE}"/>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university1652_drone_to_satellite/university1652_drone_to_satellite/seed-1/count/header/kN">
            <a:extLst xmlns:a="http://schemas.openxmlformats.org/drawingml/2006/main">
              <a:ext uri="{FF2B5EF4-FFF2-40B4-BE49-F238E27FC236}">
                <a16:creationId xmlns:a16="http://schemas.microsoft.com/office/drawing/2014/main" id="{0E041F14-896E-4A6F-B367-1F1B2F9FE7DA}"/>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university1652_drone_to_satellite/university1652_drone_to_satellite/seed-1/count/header/overlap">
            <a:extLst xmlns:a="http://schemas.openxmlformats.org/drawingml/2006/main">
              <a:ext uri="{FF2B5EF4-FFF2-40B4-BE49-F238E27FC236}">
                <a16:creationId xmlns:a16="http://schemas.microsoft.com/office/drawing/2014/main" id="{A342E6D1-5459-41F8-B414-45B11193D773}"/>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university1652_drone_to_satellite/university1652_drone_to_satellite/seed-1/count/header/rule">
            <a:extLst xmlns:a="http://schemas.openxmlformats.org/drawingml/2006/main">
              <a:ext uri="{FF2B5EF4-FFF2-40B4-BE49-F238E27FC236}">
                <a16:creationId xmlns:a16="http://schemas.microsoft.com/office/drawing/2014/main" id="{867406B8-E103-47F7-8AD4-E50ABA349AA5}"/>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university1652_drone_to_satellite/university1652_drone_to_satellite/seed-1/count/cov-0.5/requested">
            <a:extLst xmlns:a="http://schemas.openxmlformats.org/drawingml/2006/main">
              <a:ext uri="{FF2B5EF4-FFF2-40B4-BE49-F238E27FC236}">
                <a16:creationId xmlns:a16="http://schemas.microsoft.com/office/drawing/2014/main" id="{D533401E-7AD3-442B-88D4-6FB0106CDF02}"/>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university1652_drone_to_satellite/university1652_drone_to_satellite/seed-1/count/cov-0.5/kN">
            <a:extLst xmlns:a="http://schemas.openxmlformats.org/drawingml/2006/main">
              <a:ext uri="{FF2B5EF4-FFF2-40B4-BE49-F238E27FC236}">
                <a16:creationId xmlns:a16="http://schemas.microsoft.com/office/drawing/2014/main" id="{E1ACC416-67BA-48BE-819E-68A4C9C98096}"/>
              </a:ext>
            </a:extLst>
          </p:cNvPr>
          <p:cNvSpPr>
            <a:spLocks xmlns:a="http://schemas.openxmlformats.org/drawingml/2006/main" noGrp="1"/>
          </p:cNvSpPr>
          <p:nvPr/>
        </p:nvSpPr>
        <p:spPr>
          <a:xfrm xmlns:a="http://schemas.openxmlformats.org/drawingml/2006/main">
            <a:off x="1006967" y="39197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18928/37855</a:t>
            </a:r>
          </a:p>
        </p:txBody>
      </p:sp>
      <p:sp>
        <p:nvSpPr>
          <p:cNvPr id="52" name="university1652_drone_to_satellite/university1652_drone_to_satellite/seed-1/count/cov-0.5/overlap">
            <a:extLst xmlns:a="http://schemas.openxmlformats.org/drawingml/2006/main">
              <a:ext uri="{FF2B5EF4-FFF2-40B4-BE49-F238E27FC236}">
                <a16:creationId xmlns:a16="http://schemas.microsoft.com/office/drawing/2014/main" id="{1B1751D8-B864-4C89-AA3A-A61A1D31AA26}"/>
              </a:ext>
            </a:extLst>
          </p:cNvPr>
          <p:cNvSpPr>
            <a:spLocks xmlns:a="http://schemas.openxmlformats.org/drawingml/2006/main" noGrp="1"/>
          </p:cNvSpPr>
          <p:nvPr/>
        </p:nvSpPr>
        <p:spPr>
          <a:xfrm xmlns:a="http://schemas.openxmlformats.org/drawingml/2006/main">
            <a:off x="1797225" y="39197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10597</a:t>
            </a:r>
          </a:p>
        </p:txBody>
      </p:sp>
      <p:sp>
        <p:nvSpPr>
          <p:cNvPr id="53" name="university1652_drone_to_satellite/university1652_drone_to_satellite/seed-1/count/cov-0.75/requested">
            <a:extLst xmlns:a="http://schemas.openxmlformats.org/drawingml/2006/main">
              <a:ext uri="{FF2B5EF4-FFF2-40B4-BE49-F238E27FC236}">
                <a16:creationId xmlns:a16="http://schemas.microsoft.com/office/drawing/2014/main" id="{34664735-C2F9-470B-A527-D8064547387E}"/>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university1652_drone_to_satellite/university1652_drone_to_satellite/seed-1/count/cov-0.75/kN">
            <a:extLst xmlns:a="http://schemas.openxmlformats.org/drawingml/2006/main">
              <a:ext uri="{FF2B5EF4-FFF2-40B4-BE49-F238E27FC236}">
                <a16:creationId xmlns:a16="http://schemas.microsoft.com/office/drawing/2014/main" id="{632AFF9A-8E3A-441D-A182-C3E77B6BA843}"/>
              </a:ext>
            </a:extLst>
          </p:cNvPr>
          <p:cNvSpPr>
            <a:spLocks xmlns:a="http://schemas.openxmlformats.org/drawingml/2006/main" noGrp="1"/>
          </p:cNvSpPr>
          <p:nvPr/>
        </p:nvSpPr>
        <p:spPr>
          <a:xfrm xmlns:a="http://schemas.openxmlformats.org/drawingml/2006/main">
            <a:off x="1006967" y="40975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28392/37855</a:t>
            </a:r>
          </a:p>
        </p:txBody>
      </p:sp>
      <p:sp>
        <p:nvSpPr>
          <p:cNvPr id="55" name="university1652_drone_to_satellite/university1652_drone_to_satellite/seed-1/count/cov-0.75/overlap">
            <a:extLst xmlns:a="http://schemas.openxmlformats.org/drawingml/2006/main">
              <a:ext uri="{FF2B5EF4-FFF2-40B4-BE49-F238E27FC236}">
                <a16:creationId xmlns:a16="http://schemas.microsoft.com/office/drawing/2014/main" id="{91C349CE-09C1-4811-BE4B-E4B3C3EA8CB9}"/>
              </a:ext>
            </a:extLst>
          </p:cNvPr>
          <p:cNvSpPr>
            <a:spLocks xmlns:a="http://schemas.openxmlformats.org/drawingml/2006/main" noGrp="1"/>
          </p:cNvSpPr>
          <p:nvPr/>
        </p:nvSpPr>
        <p:spPr>
          <a:xfrm xmlns:a="http://schemas.openxmlformats.org/drawingml/2006/main">
            <a:off x="1797225" y="40975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21710</a:t>
            </a:r>
          </a:p>
        </p:txBody>
      </p:sp>
      <p:sp>
        <p:nvSpPr>
          <p:cNvPr id="56" name="university1652_drone_to_satellite/university1652_drone_to_satellite/seed-1/count/cov-0.9/requested">
            <a:extLst xmlns:a="http://schemas.openxmlformats.org/drawingml/2006/main">
              <a:ext uri="{FF2B5EF4-FFF2-40B4-BE49-F238E27FC236}">
                <a16:creationId xmlns:a16="http://schemas.microsoft.com/office/drawing/2014/main" id="{3F9557D8-6B1C-4885-8CA5-9F4ACA0A7D6D}"/>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university1652_drone_to_satellite/university1652_drone_to_satellite/seed-1/count/cov-0.9/kN">
            <a:extLst xmlns:a="http://schemas.openxmlformats.org/drawingml/2006/main">
              <a:ext uri="{FF2B5EF4-FFF2-40B4-BE49-F238E27FC236}">
                <a16:creationId xmlns:a16="http://schemas.microsoft.com/office/drawing/2014/main" id="{31327426-9B2D-4BFC-9463-122B767E77CD}"/>
              </a:ext>
            </a:extLst>
          </p:cNvPr>
          <p:cNvSpPr>
            <a:spLocks xmlns:a="http://schemas.openxmlformats.org/drawingml/2006/main" noGrp="1"/>
          </p:cNvSpPr>
          <p:nvPr/>
        </p:nvSpPr>
        <p:spPr>
          <a:xfrm xmlns:a="http://schemas.openxmlformats.org/drawingml/2006/main">
            <a:off x="1006967" y="42753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34070/37855</a:t>
            </a:r>
          </a:p>
        </p:txBody>
      </p:sp>
      <p:sp>
        <p:nvSpPr>
          <p:cNvPr id="58" name="university1652_drone_to_satellite/university1652_drone_to_satellite/seed-1/count/cov-0.9/overlap">
            <a:extLst xmlns:a="http://schemas.openxmlformats.org/drawingml/2006/main">
              <a:ext uri="{FF2B5EF4-FFF2-40B4-BE49-F238E27FC236}">
                <a16:creationId xmlns:a16="http://schemas.microsoft.com/office/drawing/2014/main" id="{35DE0F10-4414-4181-BFA7-D9088CD23A12}"/>
              </a:ext>
            </a:extLst>
          </p:cNvPr>
          <p:cNvSpPr>
            <a:spLocks xmlns:a="http://schemas.openxmlformats.org/drawingml/2006/main" noGrp="1"/>
          </p:cNvSpPr>
          <p:nvPr/>
        </p:nvSpPr>
        <p:spPr>
          <a:xfrm xmlns:a="http://schemas.openxmlformats.org/drawingml/2006/main">
            <a:off x="1797225" y="42753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30847</a:t>
            </a:r>
          </a:p>
        </p:txBody>
      </p:sp>
      <p:sp>
        <p:nvSpPr>
          <p:cNvPr id="59" name="university1652_drone_to_satellite/university1652_drone_to_satellite/seed-1/count/cov-1/requested">
            <a:extLst xmlns:a="http://schemas.openxmlformats.org/drawingml/2006/main">
              <a:ext uri="{FF2B5EF4-FFF2-40B4-BE49-F238E27FC236}">
                <a16:creationId xmlns:a16="http://schemas.microsoft.com/office/drawing/2014/main" id="{BC5F8D4B-FCA8-499F-AA11-F9DBCA8E2632}"/>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university1652_drone_to_satellite/university1652_drone_to_satellite/seed-1/count/cov-1/kN">
            <a:extLst xmlns:a="http://schemas.openxmlformats.org/drawingml/2006/main">
              <a:ext uri="{FF2B5EF4-FFF2-40B4-BE49-F238E27FC236}">
                <a16:creationId xmlns:a16="http://schemas.microsoft.com/office/drawing/2014/main" id="{BEB48DF0-82D9-43AB-97D7-4E0F9F23FD82}"/>
              </a:ext>
            </a:extLst>
          </p:cNvPr>
          <p:cNvSpPr>
            <a:spLocks xmlns:a="http://schemas.openxmlformats.org/drawingml/2006/main" noGrp="1"/>
          </p:cNvSpPr>
          <p:nvPr/>
        </p:nvSpPr>
        <p:spPr>
          <a:xfrm xmlns:a="http://schemas.openxmlformats.org/drawingml/2006/main">
            <a:off x="1006967" y="44531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37855/37855</a:t>
            </a:r>
          </a:p>
        </p:txBody>
      </p:sp>
      <p:sp>
        <p:nvSpPr>
          <p:cNvPr id="61" name="university1652_drone_to_satellite/university1652_drone_to_satellite/seed-1/count/cov-1/overlap">
            <a:extLst xmlns:a="http://schemas.openxmlformats.org/drawingml/2006/main">
              <a:ext uri="{FF2B5EF4-FFF2-40B4-BE49-F238E27FC236}">
                <a16:creationId xmlns:a16="http://schemas.microsoft.com/office/drawing/2014/main" id="{046A1FC0-6A03-4A90-8C87-9C358136EB20}"/>
              </a:ext>
            </a:extLst>
          </p:cNvPr>
          <p:cNvSpPr>
            <a:spLocks xmlns:a="http://schemas.openxmlformats.org/drawingml/2006/main" noGrp="1"/>
          </p:cNvSpPr>
          <p:nvPr/>
        </p:nvSpPr>
        <p:spPr>
          <a:xfrm xmlns:a="http://schemas.openxmlformats.org/drawingml/2006/main">
            <a:off x="1797225" y="44531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37855</a:t>
            </a:r>
          </a:p>
        </p:txBody>
      </p:sp>
      <p:sp>
        <p:nvSpPr>
          <p:cNvPr id="62" name="university1652_drone_to_satellite/university1652_drone_to_satellite/seed-1/success/heading">
            <a:extLst xmlns:a="http://schemas.openxmlformats.org/drawingml/2006/main">
              <a:ext uri="{FF2B5EF4-FFF2-40B4-BE49-F238E27FC236}">
                <a16:creationId xmlns:a16="http://schemas.microsoft.com/office/drawing/2014/main" id="{D456D332-F04D-4838-B91B-CFE3038A3D16}"/>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university1652_drone_to_satellite/university1652_drone_to_satellite/seed-1/success/cov-0.5/heading">
            <a:extLst xmlns:a="http://schemas.openxmlformats.org/drawingml/2006/main">
              <a:ext uri="{FF2B5EF4-FFF2-40B4-BE49-F238E27FC236}">
                <a16:creationId xmlns:a16="http://schemas.microsoft.com/office/drawing/2014/main" id="{EF425982-4EC7-4F08-8188-1F8C746B1CC6}"/>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university1652_drone_to_satellite/university1652_drone_to_satellite/seed-1/visual/success-cov-0.5">
            <a:extLst xmlns:a="http://schemas.openxmlformats.org/drawingml/2006/main">
              <a:ext uri="{FF2B5EF4-FFF2-40B4-BE49-F238E27FC236}">
                <a16:creationId xmlns:a16="http://schemas.microsoft.com/office/drawing/2014/main" id="{69A0D1F5-9C1D-4F77-BB64-83C3CF3CC776}"/>
              </a:ext>
            </a:extLst>
          </p:cNvPr>
          <p:cNvSpPr>
            <a:spLocks xmlns:a="http://schemas.openxmlformats.org/drawingml/2006/main" noGrp="1"/>
          </p:cNvSpPr>
          <p:nvPr/>
        </p:nvSpPr>
        <p:spPr>
          <a:xfrm xmlns:a="http://schemas.openxmlformats.org/drawingml/2006/main">
            <a:off x="5734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27.854</a:t>
            </a:r>
          </a:p>
        </p:txBody>
      </p:sp>
      <p:sp>
        <p:nvSpPr>
          <p:cNvPr id="65" name="university1652_drone_to_satellite/university1652_drone_to_satellite/seed-1/full/success-cov-0.5">
            <a:extLst xmlns:a="http://schemas.openxmlformats.org/drawingml/2006/main">
              <a:ext uri="{FF2B5EF4-FFF2-40B4-BE49-F238E27FC236}">
                <a16:creationId xmlns:a16="http://schemas.microsoft.com/office/drawing/2014/main" id="{6C3176EC-0686-438D-8889-6869C74F322A}"/>
              </a:ext>
            </a:extLst>
          </p:cNvPr>
          <p:cNvSpPr>
            <a:spLocks xmlns:a="http://schemas.openxmlformats.org/drawingml/2006/main" noGrp="1"/>
          </p:cNvSpPr>
          <p:nvPr/>
        </p:nvSpPr>
        <p:spPr>
          <a:xfrm xmlns:a="http://schemas.openxmlformats.org/drawingml/2006/main">
            <a:off x="5734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22.156</a:t>
            </a:r>
          </a:p>
        </p:txBody>
      </p:sp>
      <p:sp>
        <p:nvSpPr>
          <p:cNvPr id="66" name="university1652_drone_to_satellite/university1652_drone_to_satellite/seed-1/success/cov-0.75/heading">
            <a:extLst xmlns:a="http://schemas.openxmlformats.org/drawingml/2006/main">
              <a:ext uri="{FF2B5EF4-FFF2-40B4-BE49-F238E27FC236}">
                <a16:creationId xmlns:a16="http://schemas.microsoft.com/office/drawing/2014/main" id="{599B553D-5D4E-4DEE-8462-7D69C4691230}"/>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university1652_drone_to_satellite/university1652_drone_to_satellite/seed-1/visual/success-cov-0.75">
            <a:extLst xmlns:a="http://schemas.openxmlformats.org/drawingml/2006/main">
              <a:ext uri="{FF2B5EF4-FFF2-40B4-BE49-F238E27FC236}">
                <a16:creationId xmlns:a16="http://schemas.microsoft.com/office/drawing/2014/main" id="{A520E23A-3428-4560-A01E-B746251C23B3}"/>
              </a:ext>
            </a:extLst>
          </p:cNvPr>
          <p:cNvSpPr>
            <a:spLocks xmlns:a="http://schemas.openxmlformats.org/drawingml/2006/main" noGrp="1"/>
          </p:cNvSpPr>
          <p:nvPr/>
        </p:nvSpPr>
        <p:spPr>
          <a:xfrm xmlns:a="http://schemas.openxmlformats.org/drawingml/2006/main">
            <a:off x="9735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33.866</a:t>
            </a:r>
          </a:p>
        </p:txBody>
      </p:sp>
      <p:sp>
        <p:nvSpPr>
          <p:cNvPr id="68" name="university1652_drone_to_satellite/university1652_drone_to_satellite/seed-1/full/success-cov-0.75">
            <a:extLst xmlns:a="http://schemas.openxmlformats.org/drawingml/2006/main">
              <a:ext uri="{FF2B5EF4-FFF2-40B4-BE49-F238E27FC236}">
                <a16:creationId xmlns:a16="http://schemas.microsoft.com/office/drawing/2014/main" id="{23D9AE82-1A76-4627-9F92-1CD19DDAA385}"/>
              </a:ext>
            </a:extLst>
          </p:cNvPr>
          <p:cNvSpPr>
            <a:spLocks xmlns:a="http://schemas.openxmlformats.org/drawingml/2006/main" noGrp="1"/>
          </p:cNvSpPr>
          <p:nvPr/>
        </p:nvSpPr>
        <p:spPr>
          <a:xfrm xmlns:a="http://schemas.openxmlformats.org/drawingml/2006/main">
            <a:off x="9735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27.452</a:t>
            </a:r>
          </a:p>
        </p:txBody>
      </p:sp>
      <p:sp>
        <p:nvSpPr>
          <p:cNvPr id="69" name="university1652_drone_to_satellite/university1652_drone_to_satellite/seed-1/success/cov-0.9/heading">
            <a:extLst xmlns:a="http://schemas.openxmlformats.org/drawingml/2006/main">
              <a:ext uri="{FF2B5EF4-FFF2-40B4-BE49-F238E27FC236}">
                <a16:creationId xmlns:a16="http://schemas.microsoft.com/office/drawing/2014/main" id="{4935A338-4D31-4102-B585-8D784EE7758D}"/>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university1652_drone_to_satellite/university1652_drone_to_satellite/seed-1/visual/success-cov-0.9">
            <a:extLst xmlns:a="http://schemas.openxmlformats.org/drawingml/2006/main">
              <a:ext uri="{FF2B5EF4-FFF2-40B4-BE49-F238E27FC236}">
                <a16:creationId xmlns:a16="http://schemas.microsoft.com/office/drawing/2014/main" id="{3EDDE225-ACFE-44EA-8E0F-099FB4804F42}"/>
              </a:ext>
            </a:extLst>
          </p:cNvPr>
          <p:cNvSpPr>
            <a:spLocks xmlns:a="http://schemas.openxmlformats.org/drawingml/2006/main" noGrp="1"/>
          </p:cNvSpPr>
          <p:nvPr/>
        </p:nvSpPr>
        <p:spPr>
          <a:xfrm xmlns:a="http://schemas.openxmlformats.org/drawingml/2006/main">
            <a:off x="13735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36.912</a:t>
            </a:r>
          </a:p>
        </p:txBody>
      </p:sp>
      <p:sp>
        <p:nvSpPr>
          <p:cNvPr id="71" name="university1652_drone_to_satellite/university1652_drone_to_satellite/seed-1/full/success-cov-0.9">
            <a:extLst xmlns:a="http://schemas.openxmlformats.org/drawingml/2006/main">
              <a:ext uri="{FF2B5EF4-FFF2-40B4-BE49-F238E27FC236}">
                <a16:creationId xmlns:a16="http://schemas.microsoft.com/office/drawing/2014/main" id="{4A6B0255-253E-4701-96D5-3131DD3A621A}"/>
              </a:ext>
            </a:extLst>
          </p:cNvPr>
          <p:cNvSpPr>
            <a:spLocks xmlns:a="http://schemas.openxmlformats.org/drawingml/2006/main" noGrp="1"/>
          </p:cNvSpPr>
          <p:nvPr/>
        </p:nvSpPr>
        <p:spPr>
          <a:xfrm xmlns:a="http://schemas.openxmlformats.org/drawingml/2006/main">
            <a:off x="13735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30.221</a:t>
            </a:r>
          </a:p>
        </p:txBody>
      </p:sp>
      <p:sp>
        <p:nvSpPr>
          <p:cNvPr id="72" name="university1652_drone_to_satellite/university1652_drone_to_satellite/seed-1/success/cov-1/heading">
            <a:extLst xmlns:a="http://schemas.openxmlformats.org/drawingml/2006/main">
              <a:ext uri="{FF2B5EF4-FFF2-40B4-BE49-F238E27FC236}">
                <a16:creationId xmlns:a16="http://schemas.microsoft.com/office/drawing/2014/main" id="{47217E5C-D55A-4293-BC03-27B11F5907EE}"/>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university1652_drone_to_satellite/university1652_drone_to_satellite/seed-1/visual/success-cov-1">
            <a:extLst xmlns:a="http://schemas.openxmlformats.org/drawingml/2006/main">
              <a:ext uri="{FF2B5EF4-FFF2-40B4-BE49-F238E27FC236}">
                <a16:creationId xmlns:a16="http://schemas.microsoft.com/office/drawing/2014/main" id="{6A824B78-68FA-4057-863B-95973BCFD130}"/>
              </a:ext>
            </a:extLst>
          </p:cNvPr>
          <p:cNvSpPr>
            <a:spLocks xmlns:a="http://schemas.openxmlformats.org/drawingml/2006/main" noGrp="1"/>
          </p:cNvSpPr>
          <p:nvPr/>
        </p:nvSpPr>
        <p:spPr>
          <a:xfrm xmlns:a="http://schemas.openxmlformats.org/drawingml/2006/main">
            <a:off x="17736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38.555</a:t>
            </a:r>
          </a:p>
        </p:txBody>
      </p:sp>
      <p:sp>
        <p:nvSpPr>
          <p:cNvPr id="74" name="university1652_drone_to_satellite/university1652_drone_to_satellite/seed-1/full/success-cov-1">
            <a:extLst xmlns:a="http://schemas.openxmlformats.org/drawingml/2006/main">
              <a:ext uri="{FF2B5EF4-FFF2-40B4-BE49-F238E27FC236}">
                <a16:creationId xmlns:a16="http://schemas.microsoft.com/office/drawing/2014/main" id="{7B625623-28EE-406D-8298-FD2D7BFC3F8C}"/>
              </a:ext>
            </a:extLst>
          </p:cNvPr>
          <p:cNvSpPr>
            <a:spLocks xmlns:a="http://schemas.openxmlformats.org/drawingml/2006/main" noGrp="1"/>
          </p:cNvSpPr>
          <p:nvPr/>
        </p:nvSpPr>
        <p:spPr>
          <a:xfrm xmlns:a="http://schemas.openxmlformats.org/drawingml/2006/main">
            <a:off x="17736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31.906</a:t>
            </a:r>
          </a:p>
        </p:txBody>
      </p:sp>
      <p:sp>
        <p:nvSpPr>
          <p:cNvPr id="75" name="university1652_drone_to_satellite/university1652_drone_to_satellite/seed-1/visual/success-prefix">
            <a:extLst xmlns:a="http://schemas.openxmlformats.org/drawingml/2006/main">
              <a:ext uri="{FF2B5EF4-FFF2-40B4-BE49-F238E27FC236}">
                <a16:creationId xmlns:a16="http://schemas.microsoft.com/office/drawing/2014/main" id="{D3393F47-0E20-4E1E-86D2-C5AE75900899}"/>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university1652_drone_to_satellite/university1652_drone_to_satellite/seed-1/full/success-prefix">
            <a:extLst xmlns:a="http://schemas.openxmlformats.org/drawingml/2006/main">
              <a:ext uri="{FF2B5EF4-FFF2-40B4-BE49-F238E27FC236}">
                <a16:creationId xmlns:a16="http://schemas.microsoft.com/office/drawing/2014/main" id="{DF042334-7744-412A-95F5-B891D3502838}"/>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university1652_drone_to_satellite/university1652_drone_to_satellite/seed-2/heading">
            <a:extLst xmlns:a="http://schemas.openxmlformats.org/drawingml/2006/main">
              <a:ext uri="{FF2B5EF4-FFF2-40B4-BE49-F238E27FC236}">
                <a16:creationId xmlns:a16="http://schemas.microsoft.com/office/drawing/2014/main" id="{DD568BE2-4FF6-44E8-AD10-7D4AD92E75F7}"/>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university1652_drone_to_satellite/university1652_drone_to_satellite/seed-2/y-grid-0">
            <a:extLst xmlns:a="http://schemas.openxmlformats.org/drawingml/2006/main">
              <a:ext uri="{FF2B5EF4-FFF2-40B4-BE49-F238E27FC236}">
                <a16:creationId xmlns:a16="http://schemas.microsoft.com/office/drawing/2014/main" id="{CCF03FD9-CE80-4730-8760-B2F2074768FA}"/>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university1652_drone_to_satellite/university1652_drone_to_satellite/seed-2/y-label-0">
            <a:extLst xmlns:a="http://schemas.openxmlformats.org/drawingml/2006/main">
              <a:ext uri="{FF2B5EF4-FFF2-40B4-BE49-F238E27FC236}">
                <a16:creationId xmlns:a16="http://schemas.microsoft.com/office/drawing/2014/main" id="{C77C3DFD-0B23-445D-ADB5-13EA3C7BD0FA}"/>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university1652_drone_to_satellite/university1652_drone_to_satellite/seed-2/x-tick-0">
            <a:extLst xmlns:a="http://schemas.openxmlformats.org/drawingml/2006/main">
              <a:ext uri="{FF2B5EF4-FFF2-40B4-BE49-F238E27FC236}">
                <a16:creationId xmlns:a16="http://schemas.microsoft.com/office/drawing/2014/main" id="{4A908092-BE4B-4E6D-99E7-04848C877824}"/>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university1652_drone_to_satellite/university1652_drone_to_satellite/seed-2/x-label-0">
            <a:extLst xmlns:a="http://schemas.openxmlformats.org/drawingml/2006/main">
              <a:ext uri="{FF2B5EF4-FFF2-40B4-BE49-F238E27FC236}">
                <a16:creationId xmlns:a16="http://schemas.microsoft.com/office/drawing/2014/main" id="{569B6808-3B9A-4AE6-9C8E-7DD58E967712}"/>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university1652_drone_to_satellite/university1652_drone_to_satellite/seed-2/y-grid-25">
            <a:extLst xmlns:a="http://schemas.openxmlformats.org/drawingml/2006/main">
              <a:ext uri="{FF2B5EF4-FFF2-40B4-BE49-F238E27FC236}">
                <a16:creationId xmlns:a16="http://schemas.microsoft.com/office/drawing/2014/main" id="{2AADD856-F980-4B06-BE08-E5BAE0CB16B0}"/>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university1652_drone_to_satellite/university1652_drone_to_satellite/seed-2/y-label-25">
            <a:extLst xmlns:a="http://schemas.openxmlformats.org/drawingml/2006/main">
              <a:ext uri="{FF2B5EF4-FFF2-40B4-BE49-F238E27FC236}">
                <a16:creationId xmlns:a16="http://schemas.microsoft.com/office/drawing/2014/main" id="{5F2D4307-03FB-4B91-AE09-2335273FD6AE}"/>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university1652_drone_to_satellite/university1652_drone_to_satellite/seed-2/x-tick-25">
            <a:extLst xmlns:a="http://schemas.openxmlformats.org/drawingml/2006/main">
              <a:ext uri="{FF2B5EF4-FFF2-40B4-BE49-F238E27FC236}">
                <a16:creationId xmlns:a16="http://schemas.microsoft.com/office/drawing/2014/main" id="{083B0850-A09A-4480-83AD-9B947F328B34}"/>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university1652_drone_to_satellite/university1652_drone_to_satellite/seed-2/x-label-25">
            <a:extLst xmlns:a="http://schemas.openxmlformats.org/drawingml/2006/main">
              <a:ext uri="{FF2B5EF4-FFF2-40B4-BE49-F238E27FC236}">
                <a16:creationId xmlns:a16="http://schemas.microsoft.com/office/drawing/2014/main" id="{76E2FF14-900A-40CD-A77C-42709897C215}"/>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university1652_drone_to_satellite/university1652_drone_to_satellite/seed-2/y-grid-50">
            <a:extLst xmlns:a="http://schemas.openxmlformats.org/drawingml/2006/main">
              <a:ext uri="{FF2B5EF4-FFF2-40B4-BE49-F238E27FC236}">
                <a16:creationId xmlns:a16="http://schemas.microsoft.com/office/drawing/2014/main" id="{2527C4F9-5AC6-49FD-91C2-4813A4582441}"/>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university1652_drone_to_satellite/university1652_drone_to_satellite/seed-2/y-label-50">
            <a:extLst xmlns:a="http://schemas.openxmlformats.org/drawingml/2006/main">
              <a:ext uri="{FF2B5EF4-FFF2-40B4-BE49-F238E27FC236}">
                <a16:creationId xmlns:a16="http://schemas.microsoft.com/office/drawing/2014/main" id="{A3F71C74-BFBB-494F-9A9C-B025F9652A51}"/>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university1652_drone_to_satellite/university1652_drone_to_satellite/seed-2/x-tick-50">
            <a:extLst xmlns:a="http://schemas.openxmlformats.org/drawingml/2006/main">
              <a:ext uri="{FF2B5EF4-FFF2-40B4-BE49-F238E27FC236}">
                <a16:creationId xmlns:a16="http://schemas.microsoft.com/office/drawing/2014/main" id="{24729A0A-9461-4523-9581-C0EC4745341A}"/>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university1652_drone_to_satellite/university1652_drone_to_satellite/seed-2/x-label-50">
            <a:extLst xmlns:a="http://schemas.openxmlformats.org/drawingml/2006/main">
              <a:ext uri="{FF2B5EF4-FFF2-40B4-BE49-F238E27FC236}">
                <a16:creationId xmlns:a16="http://schemas.microsoft.com/office/drawing/2014/main" id="{696A260A-780C-4D0E-BA8B-49D757711F82}"/>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university1652_drone_to_satellite/university1652_drone_to_satellite/seed-2/y-grid-75">
            <a:extLst xmlns:a="http://schemas.openxmlformats.org/drawingml/2006/main">
              <a:ext uri="{FF2B5EF4-FFF2-40B4-BE49-F238E27FC236}">
                <a16:creationId xmlns:a16="http://schemas.microsoft.com/office/drawing/2014/main" id="{1390FD8F-A350-4188-9C13-F3B5F628D8D2}"/>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university1652_drone_to_satellite/university1652_drone_to_satellite/seed-2/y-label-75">
            <a:extLst xmlns:a="http://schemas.openxmlformats.org/drawingml/2006/main">
              <a:ext uri="{FF2B5EF4-FFF2-40B4-BE49-F238E27FC236}">
                <a16:creationId xmlns:a16="http://schemas.microsoft.com/office/drawing/2014/main" id="{7461EAD0-A06C-4336-9B20-8B504F6DF0E0}"/>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university1652_drone_to_satellite/university1652_drone_to_satellite/seed-2/x-tick-75">
            <a:extLst xmlns:a="http://schemas.openxmlformats.org/drawingml/2006/main">
              <a:ext uri="{FF2B5EF4-FFF2-40B4-BE49-F238E27FC236}">
                <a16:creationId xmlns:a16="http://schemas.microsoft.com/office/drawing/2014/main" id="{ED16D8B7-7D13-4813-915F-09B441FD152F}"/>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university1652_drone_to_satellite/university1652_drone_to_satellite/seed-2/x-label-75">
            <a:extLst xmlns:a="http://schemas.openxmlformats.org/drawingml/2006/main">
              <a:ext uri="{FF2B5EF4-FFF2-40B4-BE49-F238E27FC236}">
                <a16:creationId xmlns:a16="http://schemas.microsoft.com/office/drawing/2014/main" id="{A559F918-966A-4288-98EA-7D3B5551D80B}"/>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university1652_drone_to_satellite/university1652_drone_to_satellite/seed-2/y-grid-100">
            <a:extLst xmlns:a="http://schemas.openxmlformats.org/drawingml/2006/main">
              <a:ext uri="{FF2B5EF4-FFF2-40B4-BE49-F238E27FC236}">
                <a16:creationId xmlns:a16="http://schemas.microsoft.com/office/drawing/2014/main" id="{77684D8C-30E7-4A1C-AE41-FCE9D28089C3}"/>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university1652_drone_to_satellite/university1652_drone_to_satellite/seed-2/y-label-100">
            <a:extLst xmlns:a="http://schemas.openxmlformats.org/drawingml/2006/main">
              <a:ext uri="{FF2B5EF4-FFF2-40B4-BE49-F238E27FC236}">
                <a16:creationId xmlns:a16="http://schemas.microsoft.com/office/drawing/2014/main" id="{AA2796AE-6373-460F-944A-FB5290CC3950}"/>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university1652_drone_to_satellite/university1652_drone_to_satellite/seed-2/x-tick-100">
            <a:extLst xmlns:a="http://schemas.openxmlformats.org/drawingml/2006/main">
              <a:ext uri="{FF2B5EF4-FFF2-40B4-BE49-F238E27FC236}">
                <a16:creationId xmlns:a16="http://schemas.microsoft.com/office/drawing/2014/main" id="{E630557F-F312-450C-BBC3-3FB8947E7532}"/>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university1652_drone_to_satellite/university1652_drone_to_satellite/seed-2/x-label-100">
            <a:extLst xmlns:a="http://schemas.openxmlformats.org/drawingml/2006/main">
              <a:ext uri="{FF2B5EF4-FFF2-40B4-BE49-F238E27FC236}">
                <a16:creationId xmlns:a16="http://schemas.microsoft.com/office/drawing/2014/main" id="{21393290-57DC-49AE-8EF5-524451691F79}"/>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university1652_drone_to_satellite/university1652_drone_to_satellite/seed-2/y-axis">
            <a:extLst xmlns:a="http://schemas.openxmlformats.org/drawingml/2006/main">
              <a:ext uri="{FF2B5EF4-FFF2-40B4-BE49-F238E27FC236}">
                <a16:creationId xmlns:a16="http://schemas.microsoft.com/office/drawing/2014/main" id="{7F974C41-6C47-4F57-870C-2C996834D795}"/>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university1652_drone_to_satellite/university1652_drone_to_satellite/seed-2/x-axis">
            <a:extLst xmlns:a="http://schemas.openxmlformats.org/drawingml/2006/main">
              <a:ext uri="{FF2B5EF4-FFF2-40B4-BE49-F238E27FC236}">
                <a16:creationId xmlns:a16="http://schemas.microsoft.com/office/drawing/2014/main" id="{2A1A21C6-77C1-4900-ADA1-B4C73AB890A2}"/>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university1652_drone_to_satellite/university1652_drone_to_satellite/seed-2/visual/guide-1-2">
            <a:extLst xmlns:a="http://schemas.openxmlformats.org/drawingml/2006/main">
              <a:ext uri="{FF2B5EF4-FFF2-40B4-BE49-F238E27FC236}">
                <a16:creationId xmlns:a16="http://schemas.microsoft.com/office/drawing/2014/main" id="{3CE3E238-7490-4768-BBDB-B0FC51F171AA}"/>
              </a:ext>
            </a:extLst>
          </p:cNvPr>
          <p:cNvSpPr>
            <a:spLocks xmlns:a="http://schemas.openxmlformats.org/drawingml/2006/main" noGrp="1"/>
          </p:cNvSpPr>
          <p:nvPr/>
        </p:nvSpPr>
        <p:spPr>
          <a:xfrm xmlns:a="http://schemas.openxmlformats.org/drawingml/2006/main" flipV="1">
            <a:off x="3340121" y="2356164"/>
            <a:ext cx="400061" cy="93787"/>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university1652_drone_to_satellite/university1652_drone_to_satellite/seed-2/visual/guide-2-3">
            <a:extLst xmlns:a="http://schemas.openxmlformats.org/drawingml/2006/main">
              <a:ext uri="{FF2B5EF4-FFF2-40B4-BE49-F238E27FC236}">
                <a16:creationId xmlns:a16="http://schemas.microsoft.com/office/drawing/2014/main" id="{1B5DD197-3790-46E4-A348-DE83D73C083F}"/>
              </a:ext>
            </a:extLst>
          </p:cNvPr>
          <p:cNvSpPr>
            <a:spLocks xmlns:a="http://schemas.openxmlformats.org/drawingml/2006/main" noGrp="1"/>
          </p:cNvSpPr>
          <p:nvPr/>
        </p:nvSpPr>
        <p:spPr>
          <a:xfrm xmlns:a="http://schemas.openxmlformats.org/drawingml/2006/main" flipV="1">
            <a:off x="3740182" y="2311804"/>
            <a:ext cx="240019" cy="4436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university1652_drone_to_satellite/university1652_drone_to_satellite/seed-2/visual/guide-3-4">
            <a:extLst xmlns:a="http://schemas.openxmlformats.org/drawingml/2006/main">
              <a:ext uri="{FF2B5EF4-FFF2-40B4-BE49-F238E27FC236}">
                <a16:creationId xmlns:a16="http://schemas.microsoft.com/office/drawing/2014/main" id="{E10273C7-A6C6-4BF1-A4DB-01C15B96EFE8}"/>
              </a:ext>
            </a:extLst>
          </p:cNvPr>
          <p:cNvSpPr>
            <a:spLocks xmlns:a="http://schemas.openxmlformats.org/drawingml/2006/main" noGrp="1"/>
          </p:cNvSpPr>
          <p:nvPr/>
        </p:nvSpPr>
        <p:spPr>
          <a:xfrm xmlns:a="http://schemas.openxmlformats.org/drawingml/2006/main" flipV="1">
            <a:off x="3980201" y="2286253"/>
            <a:ext cx="159999" cy="2555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university1652_drone_to_satellite/university1652_drone_to_satellite/seed-2/visual/point-cov-0.5">
            <a:extLst xmlns:a="http://schemas.openxmlformats.org/drawingml/2006/main">
              <a:ext uri="{FF2B5EF4-FFF2-40B4-BE49-F238E27FC236}">
                <a16:creationId xmlns:a16="http://schemas.microsoft.com/office/drawing/2014/main" id="{CB184233-D882-4764-B533-FEAC93CBC778}"/>
              </a:ext>
            </a:extLst>
          </p:cNvPr>
          <p:cNvSpPr>
            <a:spLocks xmlns:a="http://schemas.openxmlformats.org/drawingml/2006/main" noGrp="1"/>
          </p:cNvSpPr>
          <p:nvPr/>
        </p:nvSpPr>
        <p:spPr>
          <a:xfrm xmlns:a="http://schemas.openxmlformats.org/drawingml/2006/main">
            <a:off x="3310276" y="2420106"/>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university1652_drone_to_satellite/university1652_drone_to_satellite/seed-2/visual/point-cov-0.75">
            <a:extLst xmlns:a="http://schemas.openxmlformats.org/drawingml/2006/main">
              <a:ext uri="{FF2B5EF4-FFF2-40B4-BE49-F238E27FC236}">
                <a16:creationId xmlns:a16="http://schemas.microsoft.com/office/drawing/2014/main" id="{6E9F9CC0-0DCF-4BF4-A2CB-A4863CE8348B}"/>
              </a:ext>
            </a:extLst>
          </p:cNvPr>
          <p:cNvSpPr>
            <a:spLocks xmlns:a="http://schemas.openxmlformats.org/drawingml/2006/main" noGrp="1"/>
          </p:cNvSpPr>
          <p:nvPr/>
        </p:nvSpPr>
        <p:spPr>
          <a:xfrm xmlns:a="http://schemas.openxmlformats.org/drawingml/2006/main">
            <a:off x="3710337" y="232631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university1652_drone_to_satellite/university1652_drone_to_satellite/seed-2/visual/point-cov-0.9">
            <a:extLst xmlns:a="http://schemas.openxmlformats.org/drawingml/2006/main">
              <a:ext uri="{FF2B5EF4-FFF2-40B4-BE49-F238E27FC236}">
                <a16:creationId xmlns:a16="http://schemas.microsoft.com/office/drawing/2014/main" id="{291DC54B-D062-491D-941B-BF2B8F9DC944}"/>
              </a:ext>
            </a:extLst>
          </p:cNvPr>
          <p:cNvSpPr>
            <a:spLocks xmlns:a="http://schemas.openxmlformats.org/drawingml/2006/main" noGrp="1"/>
          </p:cNvSpPr>
          <p:nvPr/>
        </p:nvSpPr>
        <p:spPr>
          <a:xfrm xmlns:a="http://schemas.openxmlformats.org/drawingml/2006/main">
            <a:off x="3950356" y="228195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university1652_drone_to_satellite/university1652_drone_to_satellite/seed-2/visual/point-cov-1">
            <a:extLst xmlns:a="http://schemas.openxmlformats.org/drawingml/2006/main">
              <a:ext uri="{FF2B5EF4-FFF2-40B4-BE49-F238E27FC236}">
                <a16:creationId xmlns:a16="http://schemas.microsoft.com/office/drawing/2014/main" id="{85D984C1-877D-4452-9E74-02A0285AC3E4}"/>
              </a:ext>
            </a:extLst>
          </p:cNvPr>
          <p:cNvSpPr>
            <a:spLocks xmlns:a="http://schemas.openxmlformats.org/drawingml/2006/main" noGrp="1"/>
          </p:cNvSpPr>
          <p:nvPr/>
        </p:nvSpPr>
        <p:spPr>
          <a:xfrm xmlns:a="http://schemas.openxmlformats.org/drawingml/2006/main">
            <a:off x="4110355" y="225640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university1652_drone_to_satellite/university1652_drone_to_satellite/seed-2/full/guide-1-2">
            <a:extLst xmlns:a="http://schemas.openxmlformats.org/drawingml/2006/main">
              <a:ext uri="{FF2B5EF4-FFF2-40B4-BE49-F238E27FC236}">
                <a16:creationId xmlns:a16="http://schemas.microsoft.com/office/drawing/2014/main" id="{439FFDA0-B206-49DA-B300-47C1F98BEFD5}"/>
              </a:ext>
            </a:extLst>
          </p:cNvPr>
          <p:cNvSpPr>
            <a:spLocks xmlns:a="http://schemas.openxmlformats.org/drawingml/2006/main" noGrp="1"/>
          </p:cNvSpPr>
          <p:nvPr/>
        </p:nvSpPr>
        <p:spPr>
          <a:xfrm xmlns:a="http://schemas.openxmlformats.org/drawingml/2006/main" flipV="1">
            <a:off x="3340121" y="2424271"/>
            <a:ext cx="400061" cy="88977"/>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university1652_drone_to_satellite/university1652_drone_to_satellite/seed-2/full/guide-2-3">
            <a:extLst xmlns:a="http://schemas.openxmlformats.org/drawingml/2006/main">
              <a:ext uri="{FF2B5EF4-FFF2-40B4-BE49-F238E27FC236}">
                <a16:creationId xmlns:a16="http://schemas.microsoft.com/office/drawing/2014/main" id="{10C11C02-C156-4112-B604-1B2279281E74}"/>
              </a:ext>
            </a:extLst>
          </p:cNvPr>
          <p:cNvSpPr>
            <a:spLocks xmlns:a="http://schemas.openxmlformats.org/drawingml/2006/main" noGrp="1"/>
          </p:cNvSpPr>
          <p:nvPr/>
        </p:nvSpPr>
        <p:spPr>
          <a:xfrm xmlns:a="http://schemas.openxmlformats.org/drawingml/2006/main" flipV="1">
            <a:off x="3740182" y="2380469"/>
            <a:ext cx="240019" cy="4380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university1652_drone_to_satellite/university1652_drone_to_satellite/seed-2/full/guide-3-4">
            <a:extLst xmlns:a="http://schemas.openxmlformats.org/drawingml/2006/main">
              <a:ext uri="{FF2B5EF4-FFF2-40B4-BE49-F238E27FC236}">
                <a16:creationId xmlns:a16="http://schemas.microsoft.com/office/drawing/2014/main" id="{03DBCE32-42F7-44A9-956A-62AA63619629}"/>
              </a:ext>
            </a:extLst>
          </p:cNvPr>
          <p:cNvSpPr>
            <a:spLocks xmlns:a="http://schemas.openxmlformats.org/drawingml/2006/main" noGrp="1"/>
          </p:cNvSpPr>
          <p:nvPr/>
        </p:nvSpPr>
        <p:spPr>
          <a:xfrm xmlns:a="http://schemas.openxmlformats.org/drawingml/2006/main" flipV="1">
            <a:off x="3980201" y="2353673"/>
            <a:ext cx="159999" cy="26796"/>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university1652_drone_to_satellite/university1652_drone_to_satellite/seed-2/full/point-cov-0.5">
            <a:extLst xmlns:a="http://schemas.openxmlformats.org/drawingml/2006/main">
              <a:ext uri="{FF2B5EF4-FFF2-40B4-BE49-F238E27FC236}">
                <a16:creationId xmlns:a16="http://schemas.microsoft.com/office/drawing/2014/main" id="{9303C016-04FA-4277-B912-3EA093E8A12C}"/>
              </a:ext>
            </a:extLst>
          </p:cNvPr>
          <p:cNvSpPr>
            <a:spLocks xmlns:a="http://schemas.openxmlformats.org/drawingml/2006/main" noGrp="1"/>
          </p:cNvSpPr>
          <p:nvPr/>
        </p:nvSpPr>
        <p:spPr>
          <a:xfrm xmlns:a="http://schemas.openxmlformats.org/drawingml/2006/main">
            <a:off x="3315991" y="248911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university1652_drone_to_satellite/university1652_drone_to_satellite/seed-2/full/point-cov-0.75">
            <a:extLst xmlns:a="http://schemas.openxmlformats.org/drawingml/2006/main">
              <a:ext uri="{FF2B5EF4-FFF2-40B4-BE49-F238E27FC236}">
                <a16:creationId xmlns:a16="http://schemas.microsoft.com/office/drawing/2014/main" id="{EC66AF16-366E-4E16-93C4-2605B68DE430}"/>
              </a:ext>
            </a:extLst>
          </p:cNvPr>
          <p:cNvSpPr>
            <a:spLocks xmlns:a="http://schemas.openxmlformats.org/drawingml/2006/main" noGrp="1"/>
          </p:cNvSpPr>
          <p:nvPr/>
        </p:nvSpPr>
        <p:spPr>
          <a:xfrm xmlns:a="http://schemas.openxmlformats.org/drawingml/2006/main">
            <a:off x="3716052" y="2400141"/>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university1652_drone_to_satellite/university1652_drone_to_satellite/seed-2/full/point-cov-0.9">
            <a:extLst xmlns:a="http://schemas.openxmlformats.org/drawingml/2006/main">
              <a:ext uri="{FF2B5EF4-FFF2-40B4-BE49-F238E27FC236}">
                <a16:creationId xmlns:a16="http://schemas.microsoft.com/office/drawing/2014/main" id="{CE538AFF-7099-4B25-AEDA-B76DF21356D1}"/>
              </a:ext>
            </a:extLst>
          </p:cNvPr>
          <p:cNvSpPr>
            <a:spLocks xmlns:a="http://schemas.openxmlformats.org/drawingml/2006/main" noGrp="1"/>
          </p:cNvSpPr>
          <p:nvPr/>
        </p:nvSpPr>
        <p:spPr>
          <a:xfrm xmlns:a="http://schemas.openxmlformats.org/drawingml/2006/main">
            <a:off x="3956071" y="235633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university1652_drone_to_satellite/university1652_drone_to_satellite/seed-2/full/point-cov-1">
            <a:extLst xmlns:a="http://schemas.openxmlformats.org/drawingml/2006/main">
              <a:ext uri="{FF2B5EF4-FFF2-40B4-BE49-F238E27FC236}">
                <a16:creationId xmlns:a16="http://schemas.microsoft.com/office/drawing/2014/main" id="{6B94C156-B527-43B0-BEAA-8B4AD4A344BC}"/>
              </a:ext>
            </a:extLst>
          </p:cNvPr>
          <p:cNvSpPr>
            <a:spLocks xmlns:a="http://schemas.openxmlformats.org/drawingml/2006/main" noGrp="1"/>
          </p:cNvSpPr>
          <p:nvPr/>
        </p:nvSpPr>
        <p:spPr>
          <a:xfrm xmlns:a="http://schemas.openxmlformats.org/drawingml/2006/main">
            <a:off x="4116070" y="232954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university1652_drone_to_satellite/university1652_drone_to_satellite/seed-2/count/N">
            <a:extLst xmlns:a="http://schemas.openxmlformats.org/drawingml/2006/main">
              <a:ext uri="{FF2B5EF4-FFF2-40B4-BE49-F238E27FC236}">
                <a16:creationId xmlns:a16="http://schemas.microsoft.com/office/drawing/2014/main" id="{D71F2E1B-5E27-4FF1-BB0A-CE9A450EA08F}"/>
              </a:ext>
            </a:extLst>
          </p:cNvPr>
          <p:cNvSpPr>
            <a:spLocks xmlns:a="http://schemas.openxmlformats.org/drawingml/2006/main" noGrp="1"/>
          </p:cNvSpPr>
          <p:nvPr/>
        </p:nvSpPr>
        <p:spPr>
          <a:xfrm xmlns:a="http://schemas.openxmlformats.org/drawingml/2006/main">
            <a:off x="2829036" y="3500628"/>
            <a:ext cx="10221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37,855</a:t>
            </a:r>
          </a:p>
        </p:txBody>
      </p:sp>
      <p:sp>
        <p:nvSpPr>
          <p:cNvPr id="115" name="university1652_drone_to_satellite/university1652_drone_to_satellite/seed-2/count/header/requested">
            <a:extLst xmlns:a="http://schemas.openxmlformats.org/drawingml/2006/main">
              <a:ext uri="{FF2B5EF4-FFF2-40B4-BE49-F238E27FC236}">
                <a16:creationId xmlns:a16="http://schemas.microsoft.com/office/drawing/2014/main" id="{B0CABFD4-4690-493E-80A2-6A6F3C0938B5}"/>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university1652_drone_to_satellite/university1652_drone_to_satellite/seed-2/count/header/kN">
            <a:extLst xmlns:a="http://schemas.openxmlformats.org/drawingml/2006/main">
              <a:ext uri="{FF2B5EF4-FFF2-40B4-BE49-F238E27FC236}">
                <a16:creationId xmlns:a16="http://schemas.microsoft.com/office/drawing/2014/main" id="{D2780D4B-25DC-4559-9FF3-8C23D81CF7C0}"/>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university1652_drone_to_satellite/university1652_drone_to_satellite/seed-2/count/header/overlap">
            <a:extLst xmlns:a="http://schemas.openxmlformats.org/drawingml/2006/main">
              <a:ext uri="{FF2B5EF4-FFF2-40B4-BE49-F238E27FC236}">
                <a16:creationId xmlns:a16="http://schemas.microsoft.com/office/drawing/2014/main" id="{3FAAB5B2-3388-4FB3-BEB8-E447A2B3E0F8}"/>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university1652_drone_to_satellite/university1652_drone_to_satellite/seed-2/count/header/rule">
            <a:extLst xmlns:a="http://schemas.openxmlformats.org/drawingml/2006/main">
              <a:ext uri="{FF2B5EF4-FFF2-40B4-BE49-F238E27FC236}">
                <a16:creationId xmlns:a16="http://schemas.microsoft.com/office/drawing/2014/main" id="{8DE91CC0-B1CA-4CB8-9083-B480870A7B98}"/>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university1652_drone_to_satellite/university1652_drone_to_satellite/seed-2/count/cov-0.5/requested">
            <a:extLst xmlns:a="http://schemas.openxmlformats.org/drawingml/2006/main">
              <a:ext uri="{FF2B5EF4-FFF2-40B4-BE49-F238E27FC236}">
                <a16:creationId xmlns:a16="http://schemas.microsoft.com/office/drawing/2014/main" id="{8788C5BE-FC4F-4578-9EE1-019ADCB7D026}"/>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university1652_drone_to_satellite/university1652_drone_to_satellite/seed-2/count/cov-0.5/kN">
            <a:extLst xmlns:a="http://schemas.openxmlformats.org/drawingml/2006/main">
              <a:ext uri="{FF2B5EF4-FFF2-40B4-BE49-F238E27FC236}">
                <a16:creationId xmlns:a16="http://schemas.microsoft.com/office/drawing/2014/main" id="{B726B36F-920A-4238-8E9D-2914E1A0472D}"/>
              </a:ext>
            </a:extLst>
          </p:cNvPr>
          <p:cNvSpPr>
            <a:spLocks xmlns:a="http://schemas.openxmlformats.org/drawingml/2006/main" noGrp="1"/>
          </p:cNvSpPr>
          <p:nvPr/>
        </p:nvSpPr>
        <p:spPr>
          <a:xfrm xmlns:a="http://schemas.openxmlformats.org/drawingml/2006/main">
            <a:off x="3013567" y="39197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18928/37855</a:t>
            </a:r>
          </a:p>
        </p:txBody>
      </p:sp>
      <p:sp>
        <p:nvSpPr>
          <p:cNvPr id="121" name="university1652_drone_to_satellite/university1652_drone_to_satellite/seed-2/count/cov-0.5/overlap">
            <a:extLst xmlns:a="http://schemas.openxmlformats.org/drawingml/2006/main">
              <a:ext uri="{FF2B5EF4-FFF2-40B4-BE49-F238E27FC236}">
                <a16:creationId xmlns:a16="http://schemas.microsoft.com/office/drawing/2014/main" id="{41F9A0FD-8668-486D-87B2-6D654003F788}"/>
              </a:ext>
            </a:extLst>
          </p:cNvPr>
          <p:cNvSpPr>
            <a:spLocks xmlns:a="http://schemas.openxmlformats.org/drawingml/2006/main" noGrp="1"/>
          </p:cNvSpPr>
          <p:nvPr/>
        </p:nvSpPr>
        <p:spPr>
          <a:xfrm xmlns:a="http://schemas.openxmlformats.org/drawingml/2006/main">
            <a:off x="3803825" y="39197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10695</a:t>
            </a:r>
          </a:p>
        </p:txBody>
      </p:sp>
      <p:sp>
        <p:nvSpPr>
          <p:cNvPr id="122" name="university1652_drone_to_satellite/university1652_drone_to_satellite/seed-2/count/cov-0.75/requested">
            <a:extLst xmlns:a="http://schemas.openxmlformats.org/drawingml/2006/main">
              <a:ext uri="{FF2B5EF4-FFF2-40B4-BE49-F238E27FC236}">
                <a16:creationId xmlns:a16="http://schemas.microsoft.com/office/drawing/2014/main" id="{4E151D13-09AC-49E8-B796-37F599415468}"/>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university1652_drone_to_satellite/university1652_drone_to_satellite/seed-2/count/cov-0.75/kN">
            <a:extLst xmlns:a="http://schemas.openxmlformats.org/drawingml/2006/main">
              <a:ext uri="{FF2B5EF4-FFF2-40B4-BE49-F238E27FC236}">
                <a16:creationId xmlns:a16="http://schemas.microsoft.com/office/drawing/2014/main" id="{A2009959-991D-4C8D-94C8-511161DFD31D}"/>
              </a:ext>
            </a:extLst>
          </p:cNvPr>
          <p:cNvSpPr>
            <a:spLocks xmlns:a="http://schemas.openxmlformats.org/drawingml/2006/main" noGrp="1"/>
          </p:cNvSpPr>
          <p:nvPr/>
        </p:nvSpPr>
        <p:spPr>
          <a:xfrm xmlns:a="http://schemas.openxmlformats.org/drawingml/2006/main">
            <a:off x="3013567" y="40975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28392/37855</a:t>
            </a:r>
          </a:p>
        </p:txBody>
      </p:sp>
      <p:sp>
        <p:nvSpPr>
          <p:cNvPr id="124" name="university1652_drone_to_satellite/university1652_drone_to_satellite/seed-2/count/cov-0.75/overlap">
            <a:extLst xmlns:a="http://schemas.openxmlformats.org/drawingml/2006/main">
              <a:ext uri="{FF2B5EF4-FFF2-40B4-BE49-F238E27FC236}">
                <a16:creationId xmlns:a16="http://schemas.microsoft.com/office/drawing/2014/main" id="{DB68C761-9662-4F46-845A-8F097E5AE5FB}"/>
              </a:ext>
            </a:extLst>
          </p:cNvPr>
          <p:cNvSpPr>
            <a:spLocks xmlns:a="http://schemas.openxmlformats.org/drawingml/2006/main" noGrp="1"/>
          </p:cNvSpPr>
          <p:nvPr/>
        </p:nvSpPr>
        <p:spPr>
          <a:xfrm xmlns:a="http://schemas.openxmlformats.org/drawingml/2006/main">
            <a:off x="3803825" y="40975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21731</a:t>
            </a:r>
          </a:p>
        </p:txBody>
      </p:sp>
      <p:sp>
        <p:nvSpPr>
          <p:cNvPr id="125" name="university1652_drone_to_satellite/university1652_drone_to_satellite/seed-2/count/cov-0.9/requested">
            <a:extLst xmlns:a="http://schemas.openxmlformats.org/drawingml/2006/main">
              <a:ext uri="{FF2B5EF4-FFF2-40B4-BE49-F238E27FC236}">
                <a16:creationId xmlns:a16="http://schemas.microsoft.com/office/drawing/2014/main" id="{AF76DCC1-A2A6-47E4-8136-159FE2E15239}"/>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university1652_drone_to_satellite/university1652_drone_to_satellite/seed-2/count/cov-0.9/kN">
            <a:extLst xmlns:a="http://schemas.openxmlformats.org/drawingml/2006/main">
              <a:ext uri="{FF2B5EF4-FFF2-40B4-BE49-F238E27FC236}">
                <a16:creationId xmlns:a16="http://schemas.microsoft.com/office/drawing/2014/main" id="{107D430F-638B-40F5-88EE-82484F06B52D}"/>
              </a:ext>
            </a:extLst>
          </p:cNvPr>
          <p:cNvSpPr>
            <a:spLocks xmlns:a="http://schemas.openxmlformats.org/drawingml/2006/main" noGrp="1"/>
          </p:cNvSpPr>
          <p:nvPr/>
        </p:nvSpPr>
        <p:spPr>
          <a:xfrm xmlns:a="http://schemas.openxmlformats.org/drawingml/2006/main">
            <a:off x="3013567" y="42753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34070/37855</a:t>
            </a:r>
          </a:p>
        </p:txBody>
      </p:sp>
      <p:sp>
        <p:nvSpPr>
          <p:cNvPr id="127" name="university1652_drone_to_satellite/university1652_drone_to_satellite/seed-2/count/cov-0.9/overlap">
            <a:extLst xmlns:a="http://schemas.openxmlformats.org/drawingml/2006/main">
              <a:ext uri="{FF2B5EF4-FFF2-40B4-BE49-F238E27FC236}">
                <a16:creationId xmlns:a16="http://schemas.microsoft.com/office/drawing/2014/main" id="{C570353B-707C-4C28-9FB7-71E881B18731}"/>
              </a:ext>
            </a:extLst>
          </p:cNvPr>
          <p:cNvSpPr>
            <a:spLocks xmlns:a="http://schemas.openxmlformats.org/drawingml/2006/main" noGrp="1"/>
          </p:cNvSpPr>
          <p:nvPr/>
        </p:nvSpPr>
        <p:spPr>
          <a:xfrm xmlns:a="http://schemas.openxmlformats.org/drawingml/2006/main">
            <a:off x="3803825" y="42753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30837</a:t>
            </a:r>
          </a:p>
        </p:txBody>
      </p:sp>
      <p:sp>
        <p:nvSpPr>
          <p:cNvPr id="128" name="university1652_drone_to_satellite/university1652_drone_to_satellite/seed-2/count/cov-1/requested">
            <a:extLst xmlns:a="http://schemas.openxmlformats.org/drawingml/2006/main">
              <a:ext uri="{FF2B5EF4-FFF2-40B4-BE49-F238E27FC236}">
                <a16:creationId xmlns:a16="http://schemas.microsoft.com/office/drawing/2014/main" id="{B43D5841-CEEF-468F-8E99-8F2521B89F1A}"/>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university1652_drone_to_satellite/university1652_drone_to_satellite/seed-2/count/cov-1/kN">
            <a:extLst xmlns:a="http://schemas.openxmlformats.org/drawingml/2006/main">
              <a:ext uri="{FF2B5EF4-FFF2-40B4-BE49-F238E27FC236}">
                <a16:creationId xmlns:a16="http://schemas.microsoft.com/office/drawing/2014/main" id="{0071FD9A-87DC-4F05-9FEC-0D7728B5FA70}"/>
              </a:ext>
            </a:extLst>
          </p:cNvPr>
          <p:cNvSpPr>
            <a:spLocks xmlns:a="http://schemas.openxmlformats.org/drawingml/2006/main" noGrp="1"/>
          </p:cNvSpPr>
          <p:nvPr/>
        </p:nvSpPr>
        <p:spPr>
          <a:xfrm xmlns:a="http://schemas.openxmlformats.org/drawingml/2006/main">
            <a:off x="3013567" y="44531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37855/37855</a:t>
            </a:r>
          </a:p>
        </p:txBody>
      </p:sp>
      <p:sp>
        <p:nvSpPr>
          <p:cNvPr id="130" name="university1652_drone_to_satellite/university1652_drone_to_satellite/seed-2/count/cov-1/overlap">
            <a:extLst xmlns:a="http://schemas.openxmlformats.org/drawingml/2006/main">
              <a:ext uri="{FF2B5EF4-FFF2-40B4-BE49-F238E27FC236}">
                <a16:creationId xmlns:a16="http://schemas.microsoft.com/office/drawing/2014/main" id="{EBAB2688-EEDD-42C5-88CA-2CE5C2C3D6E7}"/>
              </a:ext>
            </a:extLst>
          </p:cNvPr>
          <p:cNvSpPr>
            <a:spLocks xmlns:a="http://schemas.openxmlformats.org/drawingml/2006/main" noGrp="1"/>
          </p:cNvSpPr>
          <p:nvPr/>
        </p:nvSpPr>
        <p:spPr>
          <a:xfrm xmlns:a="http://schemas.openxmlformats.org/drawingml/2006/main">
            <a:off x="3803825" y="44531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37855</a:t>
            </a:r>
          </a:p>
        </p:txBody>
      </p:sp>
      <p:sp>
        <p:nvSpPr>
          <p:cNvPr id="131" name="university1652_drone_to_satellite/university1652_drone_to_satellite/seed-2/success/heading">
            <a:extLst xmlns:a="http://schemas.openxmlformats.org/drawingml/2006/main">
              <a:ext uri="{FF2B5EF4-FFF2-40B4-BE49-F238E27FC236}">
                <a16:creationId xmlns:a16="http://schemas.microsoft.com/office/drawing/2014/main" id="{D2764FCE-CA46-48C6-808D-DCB4AC95F4A8}"/>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university1652_drone_to_satellite/university1652_drone_to_satellite/seed-2/success/cov-0.5/heading">
            <a:extLst xmlns:a="http://schemas.openxmlformats.org/drawingml/2006/main">
              <a:ext uri="{FF2B5EF4-FFF2-40B4-BE49-F238E27FC236}">
                <a16:creationId xmlns:a16="http://schemas.microsoft.com/office/drawing/2014/main" id="{8AB15C97-24CC-46DF-B8FD-8F14C01A166D}"/>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university1652_drone_to_satellite/university1652_drone_to_satellite/seed-2/visual/success-cov-0.5">
            <a:extLst xmlns:a="http://schemas.openxmlformats.org/drawingml/2006/main">
              <a:ext uri="{FF2B5EF4-FFF2-40B4-BE49-F238E27FC236}">
                <a16:creationId xmlns:a16="http://schemas.microsoft.com/office/drawing/2014/main" id="{668E9E3A-96EB-4F93-9CC4-777E6DE8561D}"/>
              </a:ext>
            </a:extLst>
          </p:cNvPr>
          <p:cNvSpPr>
            <a:spLocks xmlns:a="http://schemas.openxmlformats.org/drawingml/2006/main" noGrp="1"/>
          </p:cNvSpPr>
          <p:nvPr/>
        </p:nvSpPr>
        <p:spPr>
          <a:xfrm xmlns:a="http://schemas.openxmlformats.org/drawingml/2006/main">
            <a:off x="25800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26.633</a:t>
            </a:r>
          </a:p>
        </p:txBody>
      </p:sp>
      <p:sp>
        <p:nvSpPr>
          <p:cNvPr id="134" name="university1652_drone_to_satellite/university1652_drone_to_satellite/seed-2/full/success-cov-0.5">
            <a:extLst xmlns:a="http://schemas.openxmlformats.org/drawingml/2006/main">
              <a:ext uri="{FF2B5EF4-FFF2-40B4-BE49-F238E27FC236}">
                <a16:creationId xmlns:a16="http://schemas.microsoft.com/office/drawing/2014/main" id="{41927359-0E56-492D-A387-5200CCD12764}"/>
              </a:ext>
            </a:extLst>
          </p:cNvPr>
          <p:cNvSpPr>
            <a:spLocks xmlns:a="http://schemas.openxmlformats.org/drawingml/2006/main" noGrp="1"/>
          </p:cNvSpPr>
          <p:nvPr/>
        </p:nvSpPr>
        <p:spPr>
          <a:xfrm xmlns:a="http://schemas.openxmlformats.org/drawingml/2006/main">
            <a:off x="25800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22.739</a:t>
            </a:r>
          </a:p>
        </p:txBody>
      </p:sp>
      <p:sp>
        <p:nvSpPr>
          <p:cNvPr id="135" name="university1652_drone_to_satellite/university1652_drone_to_satellite/seed-2/success/cov-0.75/heading">
            <a:extLst xmlns:a="http://schemas.openxmlformats.org/drawingml/2006/main">
              <a:ext uri="{FF2B5EF4-FFF2-40B4-BE49-F238E27FC236}">
                <a16:creationId xmlns:a16="http://schemas.microsoft.com/office/drawing/2014/main" id="{61757FC6-10EC-48FE-894A-460B44D90523}"/>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university1652_drone_to_satellite/university1652_drone_to_satellite/seed-2/visual/success-cov-0.75">
            <a:extLst xmlns:a="http://schemas.openxmlformats.org/drawingml/2006/main">
              <a:ext uri="{FF2B5EF4-FFF2-40B4-BE49-F238E27FC236}">
                <a16:creationId xmlns:a16="http://schemas.microsoft.com/office/drawing/2014/main" id="{774AB6F2-67C2-4C3D-87C6-1F9B3B322C60}"/>
              </a:ext>
            </a:extLst>
          </p:cNvPr>
          <p:cNvSpPr>
            <a:spLocks xmlns:a="http://schemas.openxmlformats.org/drawingml/2006/main" noGrp="1"/>
          </p:cNvSpPr>
          <p:nvPr/>
        </p:nvSpPr>
        <p:spPr>
          <a:xfrm xmlns:a="http://schemas.openxmlformats.org/drawingml/2006/main">
            <a:off x="29801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32.403</a:t>
            </a:r>
          </a:p>
        </p:txBody>
      </p:sp>
      <p:sp>
        <p:nvSpPr>
          <p:cNvPr id="137" name="university1652_drone_to_satellite/university1652_drone_to_satellite/seed-2/full/success-cov-0.75">
            <a:extLst xmlns:a="http://schemas.openxmlformats.org/drawingml/2006/main">
              <a:ext uri="{FF2B5EF4-FFF2-40B4-BE49-F238E27FC236}">
                <a16:creationId xmlns:a16="http://schemas.microsoft.com/office/drawing/2014/main" id="{35806923-C7D0-4691-AA77-7533B5BDE6EE}"/>
              </a:ext>
            </a:extLst>
          </p:cNvPr>
          <p:cNvSpPr>
            <a:spLocks xmlns:a="http://schemas.openxmlformats.org/drawingml/2006/main" noGrp="1"/>
          </p:cNvSpPr>
          <p:nvPr/>
        </p:nvSpPr>
        <p:spPr>
          <a:xfrm xmlns:a="http://schemas.openxmlformats.org/drawingml/2006/main">
            <a:off x="29801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28.213</a:t>
            </a:r>
          </a:p>
        </p:txBody>
      </p:sp>
      <p:sp>
        <p:nvSpPr>
          <p:cNvPr id="138" name="university1652_drone_to_satellite/university1652_drone_to_satellite/seed-2/success/cov-0.9/heading">
            <a:extLst xmlns:a="http://schemas.openxmlformats.org/drawingml/2006/main">
              <a:ext uri="{FF2B5EF4-FFF2-40B4-BE49-F238E27FC236}">
                <a16:creationId xmlns:a16="http://schemas.microsoft.com/office/drawing/2014/main" id="{D66AD8A6-A615-4499-B805-1C7CC535E2BF}"/>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university1652_drone_to_satellite/university1652_drone_to_satellite/seed-2/visual/success-cov-0.9">
            <a:extLst xmlns:a="http://schemas.openxmlformats.org/drawingml/2006/main">
              <a:ext uri="{FF2B5EF4-FFF2-40B4-BE49-F238E27FC236}">
                <a16:creationId xmlns:a16="http://schemas.microsoft.com/office/drawing/2014/main" id="{59F4FFE0-3FCE-4093-8C09-4215165818B8}"/>
              </a:ext>
            </a:extLst>
          </p:cNvPr>
          <p:cNvSpPr>
            <a:spLocks xmlns:a="http://schemas.openxmlformats.org/drawingml/2006/main" noGrp="1"/>
          </p:cNvSpPr>
          <p:nvPr/>
        </p:nvSpPr>
        <p:spPr>
          <a:xfrm xmlns:a="http://schemas.openxmlformats.org/drawingml/2006/main">
            <a:off x="33801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35.131</a:t>
            </a:r>
          </a:p>
        </p:txBody>
      </p:sp>
      <p:sp>
        <p:nvSpPr>
          <p:cNvPr id="140" name="university1652_drone_to_satellite/university1652_drone_to_satellite/seed-2/full/success-cov-0.9">
            <a:extLst xmlns:a="http://schemas.openxmlformats.org/drawingml/2006/main">
              <a:ext uri="{FF2B5EF4-FFF2-40B4-BE49-F238E27FC236}">
                <a16:creationId xmlns:a16="http://schemas.microsoft.com/office/drawing/2014/main" id="{D43EEE12-978F-4AAC-9FAF-14572582CC56}"/>
              </a:ext>
            </a:extLst>
          </p:cNvPr>
          <p:cNvSpPr>
            <a:spLocks xmlns:a="http://schemas.openxmlformats.org/drawingml/2006/main" noGrp="1"/>
          </p:cNvSpPr>
          <p:nvPr/>
        </p:nvSpPr>
        <p:spPr>
          <a:xfrm xmlns:a="http://schemas.openxmlformats.org/drawingml/2006/main">
            <a:off x="33801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30.907</a:t>
            </a:r>
          </a:p>
        </p:txBody>
      </p:sp>
      <p:sp>
        <p:nvSpPr>
          <p:cNvPr id="141" name="university1652_drone_to_satellite/university1652_drone_to_satellite/seed-2/success/cov-1/heading">
            <a:extLst xmlns:a="http://schemas.openxmlformats.org/drawingml/2006/main">
              <a:ext uri="{FF2B5EF4-FFF2-40B4-BE49-F238E27FC236}">
                <a16:creationId xmlns:a16="http://schemas.microsoft.com/office/drawing/2014/main" id="{2E6666CF-40BD-4C23-BCB0-7EA4B4D46123}"/>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university1652_drone_to_satellite/university1652_drone_to_satellite/seed-2/visual/success-cov-1">
            <a:extLst xmlns:a="http://schemas.openxmlformats.org/drawingml/2006/main">
              <a:ext uri="{FF2B5EF4-FFF2-40B4-BE49-F238E27FC236}">
                <a16:creationId xmlns:a16="http://schemas.microsoft.com/office/drawing/2014/main" id="{84A00594-4B80-49C7-90AE-574152E0B092}"/>
              </a:ext>
            </a:extLst>
          </p:cNvPr>
          <p:cNvSpPr>
            <a:spLocks xmlns:a="http://schemas.openxmlformats.org/drawingml/2006/main" noGrp="1"/>
          </p:cNvSpPr>
          <p:nvPr/>
        </p:nvSpPr>
        <p:spPr>
          <a:xfrm xmlns:a="http://schemas.openxmlformats.org/drawingml/2006/main">
            <a:off x="37802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36.703</a:t>
            </a:r>
          </a:p>
        </p:txBody>
      </p:sp>
      <p:sp>
        <p:nvSpPr>
          <p:cNvPr id="143" name="university1652_drone_to_satellite/university1652_drone_to_satellite/seed-2/full/success-cov-1">
            <a:extLst xmlns:a="http://schemas.openxmlformats.org/drawingml/2006/main">
              <a:ext uri="{FF2B5EF4-FFF2-40B4-BE49-F238E27FC236}">
                <a16:creationId xmlns:a16="http://schemas.microsoft.com/office/drawing/2014/main" id="{166FAB8A-B27D-4745-9913-95D7B21D840A}"/>
              </a:ext>
            </a:extLst>
          </p:cNvPr>
          <p:cNvSpPr>
            <a:spLocks xmlns:a="http://schemas.openxmlformats.org/drawingml/2006/main" noGrp="1"/>
          </p:cNvSpPr>
          <p:nvPr/>
        </p:nvSpPr>
        <p:spPr>
          <a:xfrm xmlns:a="http://schemas.openxmlformats.org/drawingml/2006/main">
            <a:off x="37802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32.556</a:t>
            </a:r>
          </a:p>
        </p:txBody>
      </p:sp>
      <p:sp>
        <p:nvSpPr>
          <p:cNvPr id="144" name="university1652_drone_to_satellite/university1652_drone_to_satellite/seed-2/visual/success-prefix">
            <a:extLst xmlns:a="http://schemas.openxmlformats.org/drawingml/2006/main">
              <a:ext uri="{FF2B5EF4-FFF2-40B4-BE49-F238E27FC236}">
                <a16:creationId xmlns:a16="http://schemas.microsoft.com/office/drawing/2014/main" id="{D7A350B4-3A6A-479F-A698-B09FBAFB217B}"/>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university1652_drone_to_satellite/university1652_drone_to_satellite/seed-2/full/success-prefix">
            <a:extLst xmlns:a="http://schemas.openxmlformats.org/drawingml/2006/main">
              <a:ext uri="{FF2B5EF4-FFF2-40B4-BE49-F238E27FC236}">
                <a16:creationId xmlns:a16="http://schemas.microsoft.com/office/drawing/2014/main" id="{31601631-BC78-4B5E-BEFD-C6AD3583ED40}"/>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university1652_drone_to_satellite/university1652_drone_to_satellite/seed-3/heading">
            <a:extLst xmlns:a="http://schemas.openxmlformats.org/drawingml/2006/main">
              <a:ext uri="{FF2B5EF4-FFF2-40B4-BE49-F238E27FC236}">
                <a16:creationId xmlns:a16="http://schemas.microsoft.com/office/drawing/2014/main" id="{31E96CD9-ECC8-44F6-9A87-7028A458150A}"/>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university1652_drone_to_satellite/university1652_drone_to_satellite/seed-3/y-grid-0">
            <a:extLst xmlns:a="http://schemas.openxmlformats.org/drawingml/2006/main">
              <a:ext uri="{FF2B5EF4-FFF2-40B4-BE49-F238E27FC236}">
                <a16:creationId xmlns:a16="http://schemas.microsoft.com/office/drawing/2014/main" id="{0E69BBF5-D66D-4448-8C08-60572B44D673}"/>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university1652_drone_to_satellite/university1652_drone_to_satellite/seed-3/y-label-0">
            <a:extLst xmlns:a="http://schemas.openxmlformats.org/drawingml/2006/main">
              <a:ext uri="{FF2B5EF4-FFF2-40B4-BE49-F238E27FC236}">
                <a16:creationId xmlns:a16="http://schemas.microsoft.com/office/drawing/2014/main" id="{27B06462-275D-4C8F-B4A3-E51617674BD5}"/>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university1652_drone_to_satellite/university1652_drone_to_satellite/seed-3/x-tick-0">
            <a:extLst xmlns:a="http://schemas.openxmlformats.org/drawingml/2006/main">
              <a:ext uri="{FF2B5EF4-FFF2-40B4-BE49-F238E27FC236}">
                <a16:creationId xmlns:a16="http://schemas.microsoft.com/office/drawing/2014/main" id="{9740C3D5-55E3-48E1-8E0B-00DC4CDE6311}"/>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university1652_drone_to_satellite/university1652_drone_to_satellite/seed-3/x-label-0">
            <a:extLst xmlns:a="http://schemas.openxmlformats.org/drawingml/2006/main">
              <a:ext uri="{FF2B5EF4-FFF2-40B4-BE49-F238E27FC236}">
                <a16:creationId xmlns:a16="http://schemas.microsoft.com/office/drawing/2014/main" id="{6E12291B-BCC8-461F-A44C-3A725A463E0E}"/>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university1652_drone_to_satellite/university1652_drone_to_satellite/seed-3/y-grid-25">
            <a:extLst xmlns:a="http://schemas.openxmlformats.org/drawingml/2006/main">
              <a:ext uri="{FF2B5EF4-FFF2-40B4-BE49-F238E27FC236}">
                <a16:creationId xmlns:a16="http://schemas.microsoft.com/office/drawing/2014/main" id="{AD3896A6-7888-4090-BD30-D555C465610B}"/>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university1652_drone_to_satellite/university1652_drone_to_satellite/seed-3/y-label-25">
            <a:extLst xmlns:a="http://schemas.openxmlformats.org/drawingml/2006/main">
              <a:ext uri="{FF2B5EF4-FFF2-40B4-BE49-F238E27FC236}">
                <a16:creationId xmlns:a16="http://schemas.microsoft.com/office/drawing/2014/main" id="{9A4383AD-8AAD-4F6A-A339-3C818B750D5C}"/>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university1652_drone_to_satellite/university1652_drone_to_satellite/seed-3/x-tick-25">
            <a:extLst xmlns:a="http://schemas.openxmlformats.org/drawingml/2006/main">
              <a:ext uri="{FF2B5EF4-FFF2-40B4-BE49-F238E27FC236}">
                <a16:creationId xmlns:a16="http://schemas.microsoft.com/office/drawing/2014/main" id="{EF10BB24-CD08-491D-9149-9D1C1790CA54}"/>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university1652_drone_to_satellite/university1652_drone_to_satellite/seed-3/x-label-25">
            <a:extLst xmlns:a="http://schemas.openxmlformats.org/drawingml/2006/main">
              <a:ext uri="{FF2B5EF4-FFF2-40B4-BE49-F238E27FC236}">
                <a16:creationId xmlns:a16="http://schemas.microsoft.com/office/drawing/2014/main" id="{D3FC7680-4E35-4CC5-8168-1A9C7ED94BF6}"/>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university1652_drone_to_satellite/university1652_drone_to_satellite/seed-3/y-grid-50">
            <a:extLst xmlns:a="http://schemas.openxmlformats.org/drawingml/2006/main">
              <a:ext uri="{FF2B5EF4-FFF2-40B4-BE49-F238E27FC236}">
                <a16:creationId xmlns:a16="http://schemas.microsoft.com/office/drawing/2014/main" id="{E08F9605-968F-4D6C-B4E2-FB23F5D65C2C}"/>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university1652_drone_to_satellite/university1652_drone_to_satellite/seed-3/y-label-50">
            <a:extLst xmlns:a="http://schemas.openxmlformats.org/drawingml/2006/main">
              <a:ext uri="{FF2B5EF4-FFF2-40B4-BE49-F238E27FC236}">
                <a16:creationId xmlns:a16="http://schemas.microsoft.com/office/drawing/2014/main" id="{9BBA8E40-D8BF-41AC-921F-8570A2F64EF8}"/>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university1652_drone_to_satellite/university1652_drone_to_satellite/seed-3/x-tick-50">
            <a:extLst xmlns:a="http://schemas.openxmlformats.org/drawingml/2006/main">
              <a:ext uri="{FF2B5EF4-FFF2-40B4-BE49-F238E27FC236}">
                <a16:creationId xmlns:a16="http://schemas.microsoft.com/office/drawing/2014/main" id="{F880A2FF-D536-4870-9EDD-9CBF7D842537}"/>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university1652_drone_to_satellite/university1652_drone_to_satellite/seed-3/x-label-50">
            <a:extLst xmlns:a="http://schemas.openxmlformats.org/drawingml/2006/main">
              <a:ext uri="{FF2B5EF4-FFF2-40B4-BE49-F238E27FC236}">
                <a16:creationId xmlns:a16="http://schemas.microsoft.com/office/drawing/2014/main" id="{5544E0C1-B8A2-4E34-85E7-B23A4F0D81BB}"/>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university1652_drone_to_satellite/university1652_drone_to_satellite/seed-3/y-grid-75">
            <a:extLst xmlns:a="http://schemas.openxmlformats.org/drawingml/2006/main">
              <a:ext uri="{FF2B5EF4-FFF2-40B4-BE49-F238E27FC236}">
                <a16:creationId xmlns:a16="http://schemas.microsoft.com/office/drawing/2014/main" id="{9F17DB3C-CF60-4BB7-B143-B3C6C0458BA3}"/>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university1652_drone_to_satellite/university1652_drone_to_satellite/seed-3/y-label-75">
            <a:extLst xmlns:a="http://schemas.openxmlformats.org/drawingml/2006/main">
              <a:ext uri="{FF2B5EF4-FFF2-40B4-BE49-F238E27FC236}">
                <a16:creationId xmlns:a16="http://schemas.microsoft.com/office/drawing/2014/main" id="{987810BB-1571-4BC0-88E8-CD9FCAE7AF3F}"/>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university1652_drone_to_satellite/university1652_drone_to_satellite/seed-3/x-tick-75">
            <a:extLst xmlns:a="http://schemas.openxmlformats.org/drawingml/2006/main">
              <a:ext uri="{FF2B5EF4-FFF2-40B4-BE49-F238E27FC236}">
                <a16:creationId xmlns:a16="http://schemas.microsoft.com/office/drawing/2014/main" id="{5DB4534A-6F8B-4533-8D4B-D86EC485F524}"/>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university1652_drone_to_satellite/university1652_drone_to_satellite/seed-3/x-label-75">
            <a:extLst xmlns:a="http://schemas.openxmlformats.org/drawingml/2006/main">
              <a:ext uri="{FF2B5EF4-FFF2-40B4-BE49-F238E27FC236}">
                <a16:creationId xmlns:a16="http://schemas.microsoft.com/office/drawing/2014/main" id="{29775F60-9055-46EF-A088-C426F35BE0E4}"/>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university1652_drone_to_satellite/university1652_drone_to_satellite/seed-3/y-grid-100">
            <a:extLst xmlns:a="http://schemas.openxmlformats.org/drawingml/2006/main">
              <a:ext uri="{FF2B5EF4-FFF2-40B4-BE49-F238E27FC236}">
                <a16:creationId xmlns:a16="http://schemas.microsoft.com/office/drawing/2014/main" id="{1DF0EBF3-5B01-4898-B5D0-8C28E8C205A6}"/>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university1652_drone_to_satellite/university1652_drone_to_satellite/seed-3/y-label-100">
            <a:extLst xmlns:a="http://schemas.openxmlformats.org/drawingml/2006/main">
              <a:ext uri="{FF2B5EF4-FFF2-40B4-BE49-F238E27FC236}">
                <a16:creationId xmlns:a16="http://schemas.microsoft.com/office/drawing/2014/main" id="{FB651432-EB22-4100-9B08-AF48922E2A8E}"/>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university1652_drone_to_satellite/university1652_drone_to_satellite/seed-3/x-tick-100">
            <a:extLst xmlns:a="http://schemas.openxmlformats.org/drawingml/2006/main">
              <a:ext uri="{FF2B5EF4-FFF2-40B4-BE49-F238E27FC236}">
                <a16:creationId xmlns:a16="http://schemas.microsoft.com/office/drawing/2014/main" id="{828F3535-3C2F-4DD2-A715-31350ACE3A17}"/>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university1652_drone_to_satellite/university1652_drone_to_satellite/seed-3/x-label-100">
            <a:extLst xmlns:a="http://schemas.openxmlformats.org/drawingml/2006/main">
              <a:ext uri="{FF2B5EF4-FFF2-40B4-BE49-F238E27FC236}">
                <a16:creationId xmlns:a16="http://schemas.microsoft.com/office/drawing/2014/main" id="{0D1F036C-D705-4DC3-815D-2CEDFABFD2EB}"/>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university1652_drone_to_satellite/university1652_drone_to_satellite/seed-3/y-axis">
            <a:extLst xmlns:a="http://schemas.openxmlformats.org/drawingml/2006/main">
              <a:ext uri="{FF2B5EF4-FFF2-40B4-BE49-F238E27FC236}">
                <a16:creationId xmlns:a16="http://schemas.microsoft.com/office/drawing/2014/main" id="{85EAFE6D-2AB7-416E-AACE-F958E5074FE3}"/>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university1652_drone_to_satellite/university1652_drone_to_satellite/seed-3/x-axis">
            <a:extLst xmlns:a="http://schemas.openxmlformats.org/drawingml/2006/main">
              <a:ext uri="{FF2B5EF4-FFF2-40B4-BE49-F238E27FC236}">
                <a16:creationId xmlns:a16="http://schemas.microsoft.com/office/drawing/2014/main" id="{C1D6C2E3-C8DD-45EC-86A9-FE4F48F69CA6}"/>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university1652_drone_to_satellite/university1652_drone_to_satellite/seed-3/visual/guide-1-2">
            <a:extLst xmlns:a="http://schemas.openxmlformats.org/drawingml/2006/main">
              <a:ext uri="{FF2B5EF4-FFF2-40B4-BE49-F238E27FC236}">
                <a16:creationId xmlns:a16="http://schemas.microsoft.com/office/drawing/2014/main" id="{9397566C-502C-4D9E-A406-7B70A5832CC6}"/>
              </a:ext>
            </a:extLst>
          </p:cNvPr>
          <p:cNvSpPr>
            <a:spLocks xmlns:a="http://schemas.openxmlformats.org/drawingml/2006/main" noGrp="1"/>
          </p:cNvSpPr>
          <p:nvPr/>
        </p:nvSpPr>
        <p:spPr>
          <a:xfrm xmlns:a="http://schemas.openxmlformats.org/drawingml/2006/main" flipV="1">
            <a:off x="5346721" y="2338042"/>
            <a:ext cx="400061" cy="102805"/>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university1652_drone_to_satellite/university1652_drone_to_satellite/seed-3/visual/guide-2-3">
            <a:extLst xmlns:a="http://schemas.openxmlformats.org/drawingml/2006/main">
              <a:ext uri="{FF2B5EF4-FFF2-40B4-BE49-F238E27FC236}">
                <a16:creationId xmlns:a16="http://schemas.microsoft.com/office/drawing/2014/main" id="{0C10E027-F7C2-4892-9F6F-C6F93C23090F}"/>
              </a:ext>
            </a:extLst>
          </p:cNvPr>
          <p:cNvSpPr>
            <a:spLocks xmlns:a="http://schemas.openxmlformats.org/drawingml/2006/main" noGrp="1"/>
          </p:cNvSpPr>
          <p:nvPr/>
        </p:nvSpPr>
        <p:spPr>
          <a:xfrm xmlns:a="http://schemas.openxmlformats.org/drawingml/2006/main" flipV="1">
            <a:off x="5746782" y="2289817"/>
            <a:ext cx="240019" cy="48225"/>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university1652_drone_to_satellite/university1652_drone_to_satellite/seed-3/visual/guide-3-4">
            <a:extLst xmlns:a="http://schemas.openxmlformats.org/drawingml/2006/main">
              <a:ext uri="{FF2B5EF4-FFF2-40B4-BE49-F238E27FC236}">
                <a16:creationId xmlns:a16="http://schemas.microsoft.com/office/drawing/2014/main" id="{B86A8FF2-914A-4562-A500-4BB2E80D89F5}"/>
              </a:ext>
            </a:extLst>
          </p:cNvPr>
          <p:cNvSpPr>
            <a:spLocks xmlns:a="http://schemas.openxmlformats.org/drawingml/2006/main" noGrp="1"/>
          </p:cNvSpPr>
          <p:nvPr/>
        </p:nvSpPr>
        <p:spPr>
          <a:xfrm xmlns:a="http://schemas.openxmlformats.org/drawingml/2006/main" flipV="1">
            <a:off x="5986801" y="2259757"/>
            <a:ext cx="159999" cy="3006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university1652_drone_to_satellite/university1652_drone_to_satellite/seed-3/visual/point-cov-0.5">
            <a:extLst xmlns:a="http://schemas.openxmlformats.org/drawingml/2006/main">
              <a:ext uri="{FF2B5EF4-FFF2-40B4-BE49-F238E27FC236}">
                <a16:creationId xmlns:a16="http://schemas.microsoft.com/office/drawing/2014/main" id="{95DE6A5D-FC1C-4A7C-9748-C30E02DDE333}"/>
              </a:ext>
            </a:extLst>
          </p:cNvPr>
          <p:cNvSpPr>
            <a:spLocks xmlns:a="http://schemas.openxmlformats.org/drawingml/2006/main" noGrp="1"/>
          </p:cNvSpPr>
          <p:nvPr/>
        </p:nvSpPr>
        <p:spPr>
          <a:xfrm xmlns:a="http://schemas.openxmlformats.org/drawingml/2006/main">
            <a:off x="5316876" y="241100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university1652_drone_to_satellite/university1652_drone_to_satellite/seed-3/visual/point-cov-0.75">
            <a:extLst xmlns:a="http://schemas.openxmlformats.org/drawingml/2006/main">
              <a:ext uri="{FF2B5EF4-FFF2-40B4-BE49-F238E27FC236}">
                <a16:creationId xmlns:a16="http://schemas.microsoft.com/office/drawing/2014/main" id="{3A8D9AAF-9FA4-47FF-BAA0-3DE0C93E57F5}"/>
              </a:ext>
            </a:extLst>
          </p:cNvPr>
          <p:cNvSpPr>
            <a:spLocks xmlns:a="http://schemas.openxmlformats.org/drawingml/2006/main" noGrp="1"/>
          </p:cNvSpPr>
          <p:nvPr/>
        </p:nvSpPr>
        <p:spPr>
          <a:xfrm xmlns:a="http://schemas.openxmlformats.org/drawingml/2006/main">
            <a:off x="5716937" y="230819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university1652_drone_to_satellite/university1652_drone_to_satellite/seed-3/visual/point-cov-0.9">
            <a:extLst xmlns:a="http://schemas.openxmlformats.org/drawingml/2006/main">
              <a:ext uri="{FF2B5EF4-FFF2-40B4-BE49-F238E27FC236}">
                <a16:creationId xmlns:a16="http://schemas.microsoft.com/office/drawing/2014/main" id="{8A77CE36-1FA9-495F-9282-41A6B8E8C99E}"/>
              </a:ext>
            </a:extLst>
          </p:cNvPr>
          <p:cNvSpPr>
            <a:spLocks xmlns:a="http://schemas.openxmlformats.org/drawingml/2006/main" noGrp="1"/>
          </p:cNvSpPr>
          <p:nvPr/>
        </p:nvSpPr>
        <p:spPr>
          <a:xfrm xmlns:a="http://schemas.openxmlformats.org/drawingml/2006/main">
            <a:off x="5956956" y="225997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university1652_drone_to_satellite/university1652_drone_to_satellite/seed-3/visual/point-cov-1">
            <a:extLst xmlns:a="http://schemas.openxmlformats.org/drawingml/2006/main">
              <a:ext uri="{FF2B5EF4-FFF2-40B4-BE49-F238E27FC236}">
                <a16:creationId xmlns:a16="http://schemas.microsoft.com/office/drawing/2014/main" id="{7534A335-3554-46CD-98CE-F8B5AF1F1C61}"/>
              </a:ext>
            </a:extLst>
          </p:cNvPr>
          <p:cNvSpPr>
            <a:spLocks xmlns:a="http://schemas.openxmlformats.org/drawingml/2006/main" noGrp="1"/>
          </p:cNvSpPr>
          <p:nvPr/>
        </p:nvSpPr>
        <p:spPr>
          <a:xfrm xmlns:a="http://schemas.openxmlformats.org/drawingml/2006/main">
            <a:off x="6116955" y="222991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university1652_drone_to_satellite/university1652_drone_to_satellite/seed-3/full/guide-1-2">
            <a:extLst xmlns:a="http://schemas.openxmlformats.org/drawingml/2006/main">
              <a:ext uri="{FF2B5EF4-FFF2-40B4-BE49-F238E27FC236}">
                <a16:creationId xmlns:a16="http://schemas.microsoft.com/office/drawing/2014/main" id="{FBF18569-9F70-4713-875D-84147E377B92}"/>
              </a:ext>
            </a:extLst>
          </p:cNvPr>
          <p:cNvSpPr>
            <a:spLocks xmlns:a="http://schemas.openxmlformats.org/drawingml/2006/main" noGrp="1"/>
          </p:cNvSpPr>
          <p:nvPr/>
        </p:nvSpPr>
        <p:spPr>
          <a:xfrm xmlns:a="http://schemas.openxmlformats.org/drawingml/2006/main" flipV="1">
            <a:off x="5346721" y="2423584"/>
            <a:ext cx="400061" cy="89364"/>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university1652_drone_to_satellite/university1652_drone_to_satellite/seed-3/full/guide-2-3">
            <a:extLst xmlns:a="http://schemas.openxmlformats.org/drawingml/2006/main">
              <a:ext uri="{FF2B5EF4-FFF2-40B4-BE49-F238E27FC236}">
                <a16:creationId xmlns:a16="http://schemas.microsoft.com/office/drawing/2014/main" id="{D55E77B6-4008-4EAF-BFC7-BF94A3CFBE80}"/>
              </a:ext>
            </a:extLst>
          </p:cNvPr>
          <p:cNvSpPr>
            <a:spLocks xmlns:a="http://schemas.openxmlformats.org/drawingml/2006/main" noGrp="1"/>
          </p:cNvSpPr>
          <p:nvPr/>
        </p:nvSpPr>
        <p:spPr>
          <a:xfrm xmlns:a="http://schemas.openxmlformats.org/drawingml/2006/main" flipV="1">
            <a:off x="5746782" y="2381199"/>
            <a:ext cx="240019" cy="42385"/>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university1652_drone_to_satellite/university1652_drone_to_satellite/seed-3/full/guide-3-4">
            <a:extLst xmlns:a="http://schemas.openxmlformats.org/drawingml/2006/main">
              <a:ext uri="{FF2B5EF4-FFF2-40B4-BE49-F238E27FC236}">
                <a16:creationId xmlns:a16="http://schemas.microsoft.com/office/drawing/2014/main" id="{94561E5C-70F2-4E6C-91F3-711FFA0A8005}"/>
              </a:ext>
            </a:extLst>
          </p:cNvPr>
          <p:cNvSpPr>
            <a:spLocks xmlns:a="http://schemas.openxmlformats.org/drawingml/2006/main" noGrp="1"/>
          </p:cNvSpPr>
          <p:nvPr/>
        </p:nvSpPr>
        <p:spPr>
          <a:xfrm xmlns:a="http://schemas.openxmlformats.org/drawingml/2006/main" flipV="1">
            <a:off x="5986801" y="2355562"/>
            <a:ext cx="159999" cy="25637"/>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university1652_drone_to_satellite/university1652_drone_to_satellite/seed-3/full/point-cov-0.5">
            <a:extLst xmlns:a="http://schemas.openxmlformats.org/drawingml/2006/main">
              <a:ext uri="{FF2B5EF4-FFF2-40B4-BE49-F238E27FC236}">
                <a16:creationId xmlns:a16="http://schemas.microsoft.com/office/drawing/2014/main" id="{C74193D4-7BB0-492E-B2D8-2941581AEFA1}"/>
              </a:ext>
            </a:extLst>
          </p:cNvPr>
          <p:cNvSpPr>
            <a:spLocks xmlns:a="http://schemas.openxmlformats.org/drawingml/2006/main" noGrp="1"/>
          </p:cNvSpPr>
          <p:nvPr/>
        </p:nvSpPr>
        <p:spPr>
          <a:xfrm xmlns:a="http://schemas.openxmlformats.org/drawingml/2006/main">
            <a:off x="5322591" y="248881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university1652_drone_to_satellite/university1652_drone_to_satellite/seed-3/full/point-cov-0.75">
            <a:extLst xmlns:a="http://schemas.openxmlformats.org/drawingml/2006/main">
              <a:ext uri="{FF2B5EF4-FFF2-40B4-BE49-F238E27FC236}">
                <a16:creationId xmlns:a16="http://schemas.microsoft.com/office/drawing/2014/main" id="{1D022402-694B-41CF-BC1A-BA5C571A7AA9}"/>
              </a:ext>
            </a:extLst>
          </p:cNvPr>
          <p:cNvSpPr>
            <a:spLocks xmlns:a="http://schemas.openxmlformats.org/drawingml/2006/main" noGrp="1"/>
          </p:cNvSpPr>
          <p:nvPr/>
        </p:nvSpPr>
        <p:spPr>
          <a:xfrm xmlns:a="http://schemas.openxmlformats.org/drawingml/2006/main">
            <a:off x="5722652" y="239945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university1652_drone_to_satellite/university1652_drone_to_satellite/seed-3/full/point-cov-0.9">
            <a:extLst xmlns:a="http://schemas.openxmlformats.org/drawingml/2006/main">
              <a:ext uri="{FF2B5EF4-FFF2-40B4-BE49-F238E27FC236}">
                <a16:creationId xmlns:a16="http://schemas.microsoft.com/office/drawing/2014/main" id="{C726B584-9F33-40D6-B3DC-60C438FA6D84}"/>
              </a:ext>
            </a:extLst>
          </p:cNvPr>
          <p:cNvSpPr>
            <a:spLocks xmlns:a="http://schemas.openxmlformats.org/drawingml/2006/main" noGrp="1"/>
          </p:cNvSpPr>
          <p:nvPr/>
        </p:nvSpPr>
        <p:spPr>
          <a:xfrm xmlns:a="http://schemas.openxmlformats.org/drawingml/2006/main">
            <a:off x="5962671" y="235706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university1652_drone_to_satellite/university1652_drone_to_satellite/seed-3/full/point-cov-1">
            <a:extLst xmlns:a="http://schemas.openxmlformats.org/drawingml/2006/main">
              <a:ext uri="{FF2B5EF4-FFF2-40B4-BE49-F238E27FC236}">
                <a16:creationId xmlns:a16="http://schemas.microsoft.com/office/drawing/2014/main" id="{15DC2A9A-6441-41D4-BA32-C4E5578BCB0E}"/>
              </a:ext>
            </a:extLst>
          </p:cNvPr>
          <p:cNvSpPr>
            <a:spLocks xmlns:a="http://schemas.openxmlformats.org/drawingml/2006/main" noGrp="1"/>
          </p:cNvSpPr>
          <p:nvPr/>
        </p:nvSpPr>
        <p:spPr>
          <a:xfrm xmlns:a="http://schemas.openxmlformats.org/drawingml/2006/main">
            <a:off x="6122670" y="233143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university1652_drone_to_satellite/university1652_drone_to_satellite/seed-3/count/N">
            <a:extLst xmlns:a="http://schemas.openxmlformats.org/drawingml/2006/main">
              <a:ext uri="{FF2B5EF4-FFF2-40B4-BE49-F238E27FC236}">
                <a16:creationId xmlns:a16="http://schemas.microsoft.com/office/drawing/2014/main" id="{2CCBE4C5-AE1A-4370-8115-5920A8A5EDBA}"/>
              </a:ext>
            </a:extLst>
          </p:cNvPr>
          <p:cNvSpPr>
            <a:spLocks xmlns:a="http://schemas.openxmlformats.org/drawingml/2006/main" noGrp="1"/>
          </p:cNvSpPr>
          <p:nvPr/>
        </p:nvSpPr>
        <p:spPr>
          <a:xfrm xmlns:a="http://schemas.openxmlformats.org/drawingml/2006/main">
            <a:off x="4835636" y="3500628"/>
            <a:ext cx="10221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37,855</a:t>
            </a:r>
          </a:p>
        </p:txBody>
      </p:sp>
      <p:sp>
        <p:nvSpPr>
          <p:cNvPr id="184" name="university1652_drone_to_satellite/university1652_drone_to_satellite/seed-3/count/header/requested">
            <a:extLst xmlns:a="http://schemas.openxmlformats.org/drawingml/2006/main">
              <a:ext uri="{FF2B5EF4-FFF2-40B4-BE49-F238E27FC236}">
                <a16:creationId xmlns:a16="http://schemas.microsoft.com/office/drawing/2014/main" id="{72D23E82-18EF-4B99-9A73-C7EEF5F8980B}"/>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university1652_drone_to_satellite/university1652_drone_to_satellite/seed-3/count/header/kN">
            <a:extLst xmlns:a="http://schemas.openxmlformats.org/drawingml/2006/main">
              <a:ext uri="{FF2B5EF4-FFF2-40B4-BE49-F238E27FC236}">
                <a16:creationId xmlns:a16="http://schemas.microsoft.com/office/drawing/2014/main" id="{C9343ED9-961F-4B5E-BFC8-2B9BFD59B454}"/>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university1652_drone_to_satellite/university1652_drone_to_satellite/seed-3/count/header/overlap">
            <a:extLst xmlns:a="http://schemas.openxmlformats.org/drawingml/2006/main">
              <a:ext uri="{FF2B5EF4-FFF2-40B4-BE49-F238E27FC236}">
                <a16:creationId xmlns:a16="http://schemas.microsoft.com/office/drawing/2014/main" id="{CE3CBE5A-D037-4EA2-A53B-79BD01DCF29B}"/>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university1652_drone_to_satellite/university1652_drone_to_satellite/seed-3/count/header/rule">
            <a:extLst xmlns:a="http://schemas.openxmlformats.org/drawingml/2006/main">
              <a:ext uri="{FF2B5EF4-FFF2-40B4-BE49-F238E27FC236}">
                <a16:creationId xmlns:a16="http://schemas.microsoft.com/office/drawing/2014/main" id="{F0A6B306-090D-45CC-83BE-BCAD5A39420F}"/>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university1652_drone_to_satellite/university1652_drone_to_satellite/seed-3/count/cov-0.5/requested">
            <a:extLst xmlns:a="http://schemas.openxmlformats.org/drawingml/2006/main">
              <a:ext uri="{FF2B5EF4-FFF2-40B4-BE49-F238E27FC236}">
                <a16:creationId xmlns:a16="http://schemas.microsoft.com/office/drawing/2014/main" id="{33EFCCF7-6B3C-49BF-BA3A-C3C0C5675DDD}"/>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university1652_drone_to_satellite/university1652_drone_to_satellite/seed-3/count/cov-0.5/kN">
            <a:extLst xmlns:a="http://schemas.openxmlformats.org/drawingml/2006/main">
              <a:ext uri="{FF2B5EF4-FFF2-40B4-BE49-F238E27FC236}">
                <a16:creationId xmlns:a16="http://schemas.microsoft.com/office/drawing/2014/main" id="{53C8D9C6-26BB-49FA-A20C-C4B2714A8C2A}"/>
              </a:ext>
            </a:extLst>
          </p:cNvPr>
          <p:cNvSpPr>
            <a:spLocks xmlns:a="http://schemas.openxmlformats.org/drawingml/2006/main" noGrp="1"/>
          </p:cNvSpPr>
          <p:nvPr/>
        </p:nvSpPr>
        <p:spPr>
          <a:xfrm xmlns:a="http://schemas.openxmlformats.org/drawingml/2006/main">
            <a:off x="5020167" y="39197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18928/37855</a:t>
            </a:r>
          </a:p>
        </p:txBody>
      </p:sp>
      <p:sp>
        <p:nvSpPr>
          <p:cNvPr id="190" name="university1652_drone_to_satellite/university1652_drone_to_satellite/seed-3/count/cov-0.5/overlap">
            <a:extLst xmlns:a="http://schemas.openxmlformats.org/drawingml/2006/main">
              <a:ext uri="{FF2B5EF4-FFF2-40B4-BE49-F238E27FC236}">
                <a16:creationId xmlns:a16="http://schemas.microsoft.com/office/drawing/2014/main" id="{D32419AE-8974-4933-A879-B4FFBCB26696}"/>
              </a:ext>
            </a:extLst>
          </p:cNvPr>
          <p:cNvSpPr>
            <a:spLocks xmlns:a="http://schemas.openxmlformats.org/drawingml/2006/main" noGrp="1"/>
          </p:cNvSpPr>
          <p:nvPr/>
        </p:nvSpPr>
        <p:spPr>
          <a:xfrm xmlns:a="http://schemas.openxmlformats.org/drawingml/2006/main">
            <a:off x="5810425" y="39197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10662</a:t>
            </a:r>
          </a:p>
        </p:txBody>
      </p:sp>
      <p:sp>
        <p:nvSpPr>
          <p:cNvPr id="191" name="university1652_drone_to_satellite/university1652_drone_to_satellite/seed-3/count/cov-0.75/requested">
            <a:extLst xmlns:a="http://schemas.openxmlformats.org/drawingml/2006/main">
              <a:ext uri="{FF2B5EF4-FFF2-40B4-BE49-F238E27FC236}">
                <a16:creationId xmlns:a16="http://schemas.microsoft.com/office/drawing/2014/main" id="{9843FEA5-59B8-4CFB-9DE5-530B08B8E44C}"/>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university1652_drone_to_satellite/university1652_drone_to_satellite/seed-3/count/cov-0.75/kN">
            <a:extLst xmlns:a="http://schemas.openxmlformats.org/drawingml/2006/main">
              <a:ext uri="{FF2B5EF4-FFF2-40B4-BE49-F238E27FC236}">
                <a16:creationId xmlns:a16="http://schemas.microsoft.com/office/drawing/2014/main" id="{04096258-786F-4EFF-BFCD-8ED2B28E96F9}"/>
              </a:ext>
            </a:extLst>
          </p:cNvPr>
          <p:cNvSpPr>
            <a:spLocks xmlns:a="http://schemas.openxmlformats.org/drawingml/2006/main" noGrp="1"/>
          </p:cNvSpPr>
          <p:nvPr/>
        </p:nvSpPr>
        <p:spPr>
          <a:xfrm xmlns:a="http://schemas.openxmlformats.org/drawingml/2006/main">
            <a:off x="5020167" y="40975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28392/37855</a:t>
            </a:r>
          </a:p>
        </p:txBody>
      </p:sp>
      <p:sp>
        <p:nvSpPr>
          <p:cNvPr id="193" name="university1652_drone_to_satellite/university1652_drone_to_satellite/seed-3/count/cov-0.75/overlap">
            <a:extLst xmlns:a="http://schemas.openxmlformats.org/drawingml/2006/main">
              <a:ext uri="{FF2B5EF4-FFF2-40B4-BE49-F238E27FC236}">
                <a16:creationId xmlns:a16="http://schemas.microsoft.com/office/drawing/2014/main" id="{2323D6F7-3A4E-407F-ADAD-9AA6DE3FDEB4}"/>
              </a:ext>
            </a:extLst>
          </p:cNvPr>
          <p:cNvSpPr>
            <a:spLocks xmlns:a="http://schemas.openxmlformats.org/drawingml/2006/main" noGrp="1"/>
          </p:cNvSpPr>
          <p:nvPr/>
        </p:nvSpPr>
        <p:spPr>
          <a:xfrm xmlns:a="http://schemas.openxmlformats.org/drawingml/2006/main">
            <a:off x="5810425" y="40975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21699</a:t>
            </a:r>
          </a:p>
        </p:txBody>
      </p:sp>
      <p:sp>
        <p:nvSpPr>
          <p:cNvPr id="194" name="university1652_drone_to_satellite/university1652_drone_to_satellite/seed-3/count/cov-0.9/requested">
            <a:extLst xmlns:a="http://schemas.openxmlformats.org/drawingml/2006/main">
              <a:ext uri="{FF2B5EF4-FFF2-40B4-BE49-F238E27FC236}">
                <a16:creationId xmlns:a16="http://schemas.microsoft.com/office/drawing/2014/main" id="{431772C7-8C96-4507-A9C5-859B9264AA66}"/>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university1652_drone_to_satellite/university1652_drone_to_satellite/seed-3/count/cov-0.9/kN">
            <a:extLst xmlns:a="http://schemas.openxmlformats.org/drawingml/2006/main">
              <a:ext uri="{FF2B5EF4-FFF2-40B4-BE49-F238E27FC236}">
                <a16:creationId xmlns:a16="http://schemas.microsoft.com/office/drawing/2014/main" id="{9E47A74C-404D-473B-A23E-DDD2D79F1582}"/>
              </a:ext>
            </a:extLst>
          </p:cNvPr>
          <p:cNvSpPr>
            <a:spLocks xmlns:a="http://schemas.openxmlformats.org/drawingml/2006/main" noGrp="1"/>
          </p:cNvSpPr>
          <p:nvPr/>
        </p:nvSpPr>
        <p:spPr>
          <a:xfrm xmlns:a="http://schemas.openxmlformats.org/drawingml/2006/main">
            <a:off x="5020167" y="42753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34070/37855</a:t>
            </a:r>
          </a:p>
        </p:txBody>
      </p:sp>
      <p:sp>
        <p:nvSpPr>
          <p:cNvPr id="196" name="university1652_drone_to_satellite/university1652_drone_to_satellite/seed-3/count/cov-0.9/overlap">
            <a:extLst xmlns:a="http://schemas.openxmlformats.org/drawingml/2006/main">
              <a:ext uri="{FF2B5EF4-FFF2-40B4-BE49-F238E27FC236}">
                <a16:creationId xmlns:a16="http://schemas.microsoft.com/office/drawing/2014/main" id="{BE00BDAB-75A2-4E68-959A-D2FFC6E6FFE2}"/>
              </a:ext>
            </a:extLst>
          </p:cNvPr>
          <p:cNvSpPr>
            <a:spLocks xmlns:a="http://schemas.openxmlformats.org/drawingml/2006/main" noGrp="1"/>
          </p:cNvSpPr>
          <p:nvPr/>
        </p:nvSpPr>
        <p:spPr>
          <a:xfrm xmlns:a="http://schemas.openxmlformats.org/drawingml/2006/main">
            <a:off x="5810425" y="42753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30824</a:t>
            </a:r>
          </a:p>
        </p:txBody>
      </p:sp>
      <p:sp>
        <p:nvSpPr>
          <p:cNvPr id="197" name="university1652_drone_to_satellite/university1652_drone_to_satellite/seed-3/count/cov-1/requested">
            <a:extLst xmlns:a="http://schemas.openxmlformats.org/drawingml/2006/main">
              <a:ext uri="{FF2B5EF4-FFF2-40B4-BE49-F238E27FC236}">
                <a16:creationId xmlns:a16="http://schemas.microsoft.com/office/drawing/2014/main" id="{FB23C6F5-1ADF-4C55-96C0-934050967F1F}"/>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university1652_drone_to_satellite/university1652_drone_to_satellite/seed-3/count/cov-1/kN">
            <a:extLst xmlns:a="http://schemas.openxmlformats.org/drawingml/2006/main">
              <a:ext uri="{FF2B5EF4-FFF2-40B4-BE49-F238E27FC236}">
                <a16:creationId xmlns:a16="http://schemas.microsoft.com/office/drawing/2014/main" id="{F05F6B76-6171-4516-AE6C-8E02EB045581}"/>
              </a:ext>
            </a:extLst>
          </p:cNvPr>
          <p:cNvSpPr>
            <a:spLocks xmlns:a="http://schemas.openxmlformats.org/drawingml/2006/main" noGrp="1"/>
          </p:cNvSpPr>
          <p:nvPr/>
        </p:nvSpPr>
        <p:spPr>
          <a:xfrm xmlns:a="http://schemas.openxmlformats.org/drawingml/2006/main">
            <a:off x="5020167" y="4453128"/>
            <a:ext cx="60226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37855/37855</a:t>
            </a:r>
          </a:p>
        </p:txBody>
      </p:sp>
      <p:sp>
        <p:nvSpPr>
          <p:cNvPr id="199" name="university1652_drone_to_satellite/university1652_drone_to_satellite/seed-3/count/cov-1/overlap">
            <a:extLst xmlns:a="http://schemas.openxmlformats.org/drawingml/2006/main">
              <a:ext uri="{FF2B5EF4-FFF2-40B4-BE49-F238E27FC236}">
                <a16:creationId xmlns:a16="http://schemas.microsoft.com/office/drawing/2014/main" id="{4714409E-6B91-4DD0-A44D-86774A678842}"/>
              </a:ext>
            </a:extLst>
          </p:cNvPr>
          <p:cNvSpPr>
            <a:spLocks xmlns:a="http://schemas.openxmlformats.org/drawingml/2006/main" noGrp="1"/>
          </p:cNvSpPr>
          <p:nvPr/>
        </p:nvSpPr>
        <p:spPr>
          <a:xfrm xmlns:a="http://schemas.openxmlformats.org/drawingml/2006/main">
            <a:off x="5810425" y="4453128"/>
            <a:ext cx="2917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37855</a:t>
            </a:r>
          </a:p>
        </p:txBody>
      </p:sp>
      <p:sp>
        <p:nvSpPr>
          <p:cNvPr id="200" name="university1652_drone_to_satellite/university1652_drone_to_satellite/seed-3/success/heading">
            <a:extLst xmlns:a="http://schemas.openxmlformats.org/drawingml/2006/main">
              <a:ext uri="{FF2B5EF4-FFF2-40B4-BE49-F238E27FC236}">
                <a16:creationId xmlns:a16="http://schemas.microsoft.com/office/drawing/2014/main" id="{8EA08E76-03C4-4FE1-B8DE-14447ED1DE40}"/>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university1652_drone_to_satellite/university1652_drone_to_satellite/seed-3/success/cov-0.5/heading">
            <a:extLst xmlns:a="http://schemas.openxmlformats.org/drawingml/2006/main">
              <a:ext uri="{FF2B5EF4-FFF2-40B4-BE49-F238E27FC236}">
                <a16:creationId xmlns:a16="http://schemas.microsoft.com/office/drawing/2014/main" id="{B30C645B-A695-45E7-90EB-C9E1DD018DC1}"/>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university1652_drone_to_satellite/university1652_drone_to_satellite/seed-3/visual/success-cov-0.5">
            <a:extLst xmlns:a="http://schemas.openxmlformats.org/drawingml/2006/main">
              <a:ext uri="{FF2B5EF4-FFF2-40B4-BE49-F238E27FC236}">
                <a16:creationId xmlns:a16="http://schemas.microsoft.com/office/drawing/2014/main" id="{3256B9AD-3EA3-4B68-801D-B6FBD369597A}"/>
              </a:ext>
            </a:extLst>
          </p:cNvPr>
          <p:cNvSpPr>
            <a:spLocks xmlns:a="http://schemas.openxmlformats.org/drawingml/2006/main" noGrp="1"/>
          </p:cNvSpPr>
          <p:nvPr/>
        </p:nvSpPr>
        <p:spPr>
          <a:xfrm xmlns:a="http://schemas.openxmlformats.org/drawingml/2006/main">
            <a:off x="45866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27.193</a:t>
            </a:r>
          </a:p>
        </p:txBody>
      </p:sp>
      <p:sp>
        <p:nvSpPr>
          <p:cNvPr id="203" name="university1652_drone_to_satellite/university1652_drone_to_satellite/seed-3/full/success-cov-0.5">
            <a:extLst xmlns:a="http://schemas.openxmlformats.org/drawingml/2006/main">
              <a:ext uri="{FF2B5EF4-FFF2-40B4-BE49-F238E27FC236}">
                <a16:creationId xmlns:a16="http://schemas.microsoft.com/office/drawing/2014/main" id="{449A009D-44E7-4B96-A928-31741E2F0349}"/>
              </a:ext>
            </a:extLst>
          </p:cNvPr>
          <p:cNvSpPr>
            <a:spLocks xmlns:a="http://schemas.openxmlformats.org/drawingml/2006/main" noGrp="1"/>
          </p:cNvSpPr>
          <p:nvPr/>
        </p:nvSpPr>
        <p:spPr>
          <a:xfrm xmlns:a="http://schemas.openxmlformats.org/drawingml/2006/main">
            <a:off x="45866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22.758</a:t>
            </a:r>
          </a:p>
        </p:txBody>
      </p:sp>
      <p:sp>
        <p:nvSpPr>
          <p:cNvPr id="204" name="university1652_drone_to_satellite/university1652_drone_to_satellite/seed-3/success/cov-0.75/heading">
            <a:extLst xmlns:a="http://schemas.openxmlformats.org/drawingml/2006/main">
              <a:ext uri="{FF2B5EF4-FFF2-40B4-BE49-F238E27FC236}">
                <a16:creationId xmlns:a16="http://schemas.microsoft.com/office/drawing/2014/main" id="{A8DFFEFE-396A-4B34-B2A2-F7F24F418259}"/>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university1652_drone_to_satellite/university1652_drone_to_satellite/seed-3/visual/success-cov-0.75">
            <a:extLst xmlns:a="http://schemas.openxmlformats.org/drawingml/2006/main">
              <a:ext uri="{FF2B5EF4-FFF2-40B4-BE49-F238E27FC236}">
                <a16:creationId xmlns:a16="http://schemas.microsoft.com/office/drawing/2014/main" id="{5304A9C3-3CD2-42E6-B859-F216DADA96F2}"/>
              </a:ext>
            </a:extLst>
          </p:cNvPr>
          <p:cNvSpPr>
            <a:spLocks xmlns:a="http://schemas.openxmlformats.org/drawingml/2006/main" noGrp="1"/>
          </p:cNvSpPr>
          <p:nvPr/>
        </p:nvSpPr>
        <p:spPr>
          <a:xfrm xmlns:a="http://schemas.openxmlformats.org/drawingml/2006/main">
            <a:off x="49867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33.517</a:t>
            </a:r>
          </a:p>
        </p:txBody>
      </p:sp>
      <p:sp>
        <p:nvSpPr>
          <p:cNvPr id="206" name="university1652_drone_to_satellite/university1652_drone_to_satellite/seed-3/full/success-cov-0.75">
            <a:extLst xmlns:a="http://schemas.openxmlformats.org/drawingml/2006/main">
              <a:ext uri="{FF2B5EF4-FFF2-40B4-BE49-F238E27FC236}">
                <a16:creationId xmlns:a16="http://schemas.microsoft.com/office/drawing/2014/main" id="{43040447-7910-40DD-B356-F8EE0ED8F6C0}"/>
              </a:ext>
            </a:extLst>
          </p:cNvPr>
          <p:cNvSpPr>
            <a:spLocks xmlns:a="http://schemas.openxmlformats.org/drawingml/2006/main" noGrp="1"/>
          </p:cNvSpPr>
          <p:nvPr/>
        </p:nvSpPr>
        <p:spPr>
          <a:xfrm xmlns:a="http://schemas.openxmlformats.org/drawingml/2006/main">
            <a:off x="49867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28.255</a:t>
            </a:r>
          </a:p>
        </p:txBody>
      </p:sp>
      <p:sp>
        <p:nvSpPr>
          <p:cNvPr id="207" name="university1652_drone_to_satellite/university1652_drone_to_satellite/seed-3/success/cov-0.9/heading">
            <a:extLst xmlns:a="http://schemas.openxmlformats.org/drawingml/2006/main">
              <a:ext uri="{FF2B5EF4-FFF2-40B4-BE49-F238E27FC236}">
                <a16:creationId xmlns:a16="http://schemas.microsoft.com/office/drawing/2014/main" id="{805B3891-610F-4677-AE48-9BC8EB985755}"/>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university1652_drone_to_satellite/university1652_drone_to_satellite/seed-3/visual/success-cov-0.9">
            <a:extLst xmlns:a="http://schemas.openxmlformats.org/drawingml/2006/main">
              <a:ext uri="{FF2B5EF4-FFF2-40B4-BE49-F238E27FC236}">
                <a16:creationId xmlns:a16="http://schemas.microsoft.com/office/drawing/2014/main" id="{091E58B8-4D53-43F1-8443-87D4B14B65D9}"/>
              </a:ext>
            </a:extLst>
          </p:cNvPr>
          <p:cNvSpPr>
            <a:spLocks xmlns:a="http://schemas.openxmlformats.org/drawingml/2006/main" noGrp="1"/>
          </p:cNvSpPr>
          <p:nvPr/>
        </p:nvSpPr>
        <p:spPr>
          <a:xfrm xmlns:a="http://schemas.openxmlformats.org/drawingml/2006/main">
            <a:off x="53867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36.484</a:t>
            </a:r>
          </a:p>
        </p:txBody>
      </p:sp>
      <p:sp>
        <p:nvSpPr>
          <p:cNvPr id="209" name="university1652_drone_to_satellite/university1652_drone_to_satellite/seed-3/full/success-cov-0.9">
            <a:extLst xmlns:a="http://schemas.openxmlformats.org/drawingml/2006/main">
              <a:ext uri="{FF2B5EF4-FFF2-40B4-BE49-F238E27FC236}">
                <a16:creationId xmlns:a16="http://schemas.microsoft.com/office/drawing/2014/main" id="{EFB91450-9980-4A7B-BB3C-194287F3BAFC}"/>
              </a:ext>
            </a:extLst>
          </p:cNvPr>
          <p:cNvSpPr>
            <a:spLocks xmlns:a="http://schemas.openxmlformats.org/drawingml/2006/main" noGrp="1"/>
          </p:cNvSpPr>
          <p:nvPr/>
        </p:nvSpPr>
        <p:spPr>
          <a:xfrm xmlns:a="http://schemas.openxmlformats.org/drawingml/2006/main">
            <a:off x="53867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30.863</a:t>
            </a:r>
          </a:p>
        </p:txBody>
      </p:sp>
      <p:sp>
        <p:nvSpPr>
          <p:cNvPr id="210" name="university1652_drone_to_satellite/university1652_drone_to_satellite/seed-3/success/cov-1/heading">
            <a:extLst xmlns:a="http://schemas.openxmlformats.org/drawingml/2006/main">
              <a:ext uri="{FF2B5EF4-FFF2-40B4-BE49-F238E27FC236}">
                <a16:creationId xmlns:a16="http://schemas.microsoft.com/office/drawing/2014/main" id="{BA24BCE2-0F6E-4975-9689-477217960CAF}"/>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university1652_drone_to_satellite/university1652_drone_to_satellite/seed-3/visual/success-cov-1">
            <a:extLst xmlns:a="http://schemas.openxmlformats.org/drawingml/2006/main">
              <a:ext uri="{FF2B5EF4-FFF2-40B4-BE49-F238E27FC236}">
                <a16:creationId xmlns:a16="http://schemas.microsoft.com/office/drawing/2014/main" id="{7837A136-B4BB-4EBB-A258-AB4FD10A1597}"/>
              </a:ext>
            </a:extLst>
          </p:cNvPr>
          <p:cNvSpPr>
            <a:spLocks xmlns:a="http://schemas.openxmlformats.org/drawingml/2006/main" noGrp="1"/>
          </p:cNvSpPr>
          <p:nvPr/>
        </p:nvSpPr>
        <p:spPr>
          <a:xfrm xmlns:a="http://schemas.openxmlformats.org/drawingml/2006/main">
            <a:off x="57868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38.333</a:t>
            </a:r>
          </a:p>
        </p:txBody>
      </p:sp>
      <p:sp>
        <p:nvSpPr>
          <p:cNvPr id="212" name="university1652_drone_to_satellite/university1652_drone_to_satellite/seed-3/full/success-cov-1">
            <a:extLst xmlns:a="http://schemas.openxmlformats.org/drawingml/2006/main">
              <a:ext uri="{FF2B5EF4-FFF2-40B4-BE49-F238E27FC236}">
                <a16:creationId xmlns:a16="http://schemas.microsoft.com/office/drawing/2014/main" id="{8449735F-2740-40B5-B7EB-DCE33A6F9CD7}"/>
              </a:ext>
            </a:extLst>
          </p:cNvPr>
          <p:cNvSpPr>
            <a:spLocks xmlns:a="http://schemas.openxmlformats.org/drawingml/2006/main" noGrp="1"/>
          </p:cNvSpPr>
          <p:nvPr/>
        </p:nvSpPr>
        <p:spPr>
          <a:xfrm xmlns:a="http://schemas.openxmlformats.org/drawingml/2006/main">
            <a:off x="57868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32.440</a:t>
            </a:r>
          </a:p>
        </p:txBody>
      </p:sp>
      <p:sp>
        <p:nvSpPr>
          <p:cNvPr id="213" name="university1652_drone_to_satellite/university1652_drone_to_satellite/seed-3/visual/success-prefix">
            <a:extLst xmlns:a="http://schemas.openxmlformats.org/drawingml/2006/main">
              <a:ext uri="{FF2B5EF4-FFF2-40B4-BE49-F238E27FC236}">
                <a16:creationId xmlns:a16="http://schemas.microsoft.com/office/drawing/2014/main" id="{E49E6220-DFAE-4A64-A7EF-FE9EBE1687EB}"/>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university1652_drone_to_satellite/university1652_drone_to_satellite/seed-3/full/success-prefix">
            <a:extLst xmlns:a="http://schemas.openxmlformats.org/drawingml/2006/main">
              <a:ext uri="{FF2B5EF4-FFF2-40B4-BE49-F238E27FC236}">
                <a16:creationId xmlns:a16="http://schemas.microsoft.com/office/drawing/2014/main" id="{3F44CBEE-6612-4D6E-93AF-1C1BB1D6BA70}"/>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university1652_drone_to_satellite/x-axis-label">
            <a:extLst xmlns:a="http://schemas.openxmlformats.org/drawingml/2006/main">
              <a:ext uri="{FF2B5EF4-FFF2-40B4-BE49-F238E27FC236}">
                <a16:creationId xmlns:a16="http://schemas.microsoft.com/office/drawing/2014/main" id="{9CC2E0D8-E091-43F7-A9C1-91CD62AF67A2}"/>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university1652_drone_to_satellite/footnote-1">
            <a:extLst xmlns:a="http://schemas.openxmlformats.org/drawingml/2006/main">
              <a:ext uri="{FF2B5EF4-FFF2-40B4-BE49-F238E27FC236}">
                <a16:creationId xmlns:a16="http://schemas.microsoft.com/office/drawing/2014/main" id="{EE0D42CE-4637-4B2F-9582-FC9A76EC17A7}"/>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university1652_drone_to_satellite/footnote-2">
            <a:extLst xmlns:a="http://schemas.openxmlformats.org/drawingml/2006/main">
              <a:ext uri="{FF2B5EF4-FFF2-40B4-BE49-F238E27FC236}">
                <a16:creationId xmlns:a16="http://schemas.microsoft.com/office/drawing/2014/main" id="{576DF821-1311-4310-8FA5-E4B73585D46C}"/>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university1652_drone_to_satellite/footnote-3">
            <a:extLst xmlns:a="http://schemas.openxmlformats.org/drawingml/2006/main">
              <a:ext uri="{FF2B5EF4-FFF2-40B4-BE49-F238E27FC236}">
                <a16:creationId xmlns:a16="http://schemas.microsoft.com/office/drawing/2014/main" id="{25E79807-BC02-4457-A8F7-52CA352C9991}"/>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university1652_drone_to_satellite/footnote-4">
            <a:extLst xmlns:a="http://schemas.openxmlformats.org/drawingml/2006/main">
              <a:ext uri="{FF2B5EF4-FFF2-40B4-BE49-F238E27FC236}">
                <a16:creationId xmlns:a16="http://schemas.microsoft.com/office/drawing/2014/main" id="{6F3D0847-E92D-4AC7-ABBF-49A7C4889F2A}"/>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university1652_drone_to_satellite/footnote-5">
            <a:extLst xmlns:a="http://schemas.openxmlformats.org/drawingml/2006/main">
              <a:ext uri="{FF2B5EF4-FFF2-40B4-BE49-F238E27FC236}">
                <a16:creationId xmlns:a16="http://schemas.microsoft.com/office/drawing/2014/main" id="{EDF6F542-3DAC-4063-BA19-60C772B9A96E}"/>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university1652_drone_to_satellite/footnote-6">
            <a:extLst xmlns:a="http://schemas.openxmlformats.org/drawingml/2006/main">
              <a:ext uri="{FF2B5EF4-FFF2-40B4-BE49-F238E27FC236}">
                <a16:creationId xmlns:a16="http://schemas.microsoft.com/office/drawing/2014/main" id="{45DA4422-0C20-4D8A-9517-469007FC4630}"/>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2882171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university1652_satellite_to_drone/title">
            <a:extLst xmlns:a="http://schemas.openxmlformats.org/drawingml/2006/main">
              <a:ext uri="{FF2B5EF4-FFF2-40B4-BE49-F238E27FC236}">
                <a16:creationId xmlns:a16="http://schemas.microsoft.com/office/drawing/2014/main" id="{28955E7E-D48E-4BF0-8E05-A9C1EB2FA23C}"/>
              </a:ext>
            </a:extLst>
          </p:cNvPr>
          <p:cNvSpPr>
            <a:spLocks xmlns:a="http://schemas.openxmlformats.org/drawingml/2006/main" noGrp="1"/>
          </p:cNvSpPr>
          <p:nvPr/>
        </p:nvSpPr>
        <p:spPr>
          <a:xfrm xmlns:a="http://schemas.openxmlformats.org/drawingml/2006/main">
            <a:off x="190500" y="111760"/>
            <a:ext cx="2062639"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University-1652: Satellite → drone</a:t>
            </a:r>
          </a:p>
        </p:txBody>
      </p:sp>
      <p:sp>
        <p:nvSpPr>
          <p:cNvPr id="2" name="university1652_satellite_to_drone/subtitle">
            <a:extLst xmlns:a="http://schemas.openxmlformats.org/drawingml/2006/main">
              <a:ext uri="{FF2B5EF4-FFF2-40B4-BE49-F238E27FC236}">
                <a16:creationId xmlns:a16="http://schemas.microsoft.com/office/drawing/2014/main" id="{9DF366D9-7005-4BB1-8E0B-4CEDD325D542}"/>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university1652_satellite_to_drone/legend/visual/marker">
            <a:extLst xmlns:a="http://schemas.openxmlformats.org/drawingml/2006/main">
              <a:ext uri="{FF2B5EF4-FFF2-40B4-BE49-F238E27FC236}">
                <a16:creationId xmlns:a16="http://schemas.microsoft.com/office/drawing/2014/main" id="{5B4ADDF8-7485-4619-80D1-143737339FF8}"/>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university1652_satellite_to_drone/legend/visual/text">
            <a:extLst xmlns:a="http://schemas.openxmlformats.org/drawingml/2006/main">
              <a:ext uri="{FF2B5EF4-FFF2-40B4-BE49-F238E27FC236}">
                <a16:creationId xmlns:a16="http://schemas.microsoft.com/office/drawing/2014/main" id="{5CAA0899-ECD7-48EE-98AB-10F12838CBF6}"/>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university1652_satellite_to_drone/legend/full/marker">
            <a:extLst xmlns:a="http://schemas.openxmlformats.org/drawingml/2006/main">
              <a:ext uri="{FF2B5EF4-FFF2-40B4-BE49-F238E27FC236}">
                <a16:creationId xmlns:a16="http://schemas.microsoft.com/office/drawing/2014/main" id="{97D4871A-1222-4EC4-B9E6-FDA06F0605F5}"/>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university1652_satellite_to_drone/legend/full/text">
            <a:extLst xmlns:a="http://schemas.openxmlformats.org/drawingml/2006/main">
              <a:ext uri="{FF2B5EF4-FFF2-40B4-BE49-F238E27FC236}">
                <a16:creationId xmlns:a16="http://schemas.microsoft.com/office/drawing/2014/main" id="{A8C6F05B-17A7-4369-8850-ACC4856703F1}"/>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university1652_satellite_to_drone/y-axis-label">
            <a:extLst xmlns:a="http://schemas.openxmlformats.org/drawingml/2006/main">
              <a:ext uri="{FF2B5EF4-FFF2-40B4-BE49-F238E27FC236}">
                <a16:creationId xmlns:a16="http://schemas.microsoft.com/office/drawing/2014/main" id="{1A0958F4-37FC-46F9-8FA2-A9D50EC61127}"/>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university1652_satellite_to_drone/university1652_satellite_to_drone/seed-1/heading">
            <a:extLst xmlns:a="http://schemas.openxmlformats.org/drawingml/2006/main">
              <a:ext uri="{FF2B5EF4-FFF2-40B4-BE49-F238E27FC236}">
                <a16:creationId xmlns:a16="http://schemas.microsoft.com/office/drawing/2014/main" id="{AE376DCD-2CA8-4BBD-A615-074159C5452F}"/>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university1652_satellite_to_drone/university1652_satellite_to_drone/seed-1/y-grid-0">
            <a:extLst xmlns:a="http://schemas.openxmlformats.org/drawingml/2006/main">
              <a:ext uri="{FF2B5EF4-FFF2-40B4-BE49-F238E27FC236}">
                <a16:creationId xmlns:a16="http://schemas.microsoft.com/office/drawing/2014/main" id="{2B8E5D66-111C-4D3B-AFE2-15A062FD093B}"/>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university1652_satellite_to_drone/university1652_satellite_to_drone/seed-1/y-label-0">
            <a:extLst xmlns:a="http://schemas.openxmlformats.org/drawingml/2006/main">
              <a:ext uri="{FF2B5EF4-FFF2-40B4-BE49-F238E27FC236}">
                <a16:creationId xmlns:a16="http://schemas.microsoft.com/office/drawing/2014/main" id="{F32CE42A-A390-4AA9-A334-B5DAFB629335}"/>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university1652_satellite_to_drone/university1652_satellite_to_drone/seed-1/x-tick-0">
            <a:extLst xmlns:a="http://schemas.openxmlformats.org/drawingml/2006/main">
              <a:ext uri="{FF2B5EF4-FFF2-40B4-BE49-F238E27FC236}">
                <a16:creationId xmlns:a16="http://schemas.microsoft.com/office/drawing/2014/main" id="{A652F8E7-96CF-429B-A977-C2E397D60D5E}"/>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university1652_satellite_to_drone/university1652_satellite_to_drone/seed-1/x-label-0">
            <a:extLst xmlns:a="http://schemas.openxmlformats.org/drawingml/2006/main">
              <a:ext uri="{FF2B5EF4-FFF2-40B4-BE49-F238E27FC236}">
                <a16:creationId xmlns:a16="http://schemas.microsoft.com/office/drawing/2014/main" id="{2E42307B-01B4-4A92-A5BA-9F052B194E22}"/>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university1652_satellite_to_drone/university1652_satellite_to_drone/seed-1/y-grid-25">
            <a:extLst xmlns:a="http://schemas.openxmlformats.org/drawingml/2006/main">
              <a:ext uri="{FF2B5EF4-FFF2-40B4-BE49-F238E27FC236}">
                <a16:creationId xmlns:a16="http://schemas.microsoft.com/office/drawing/2014/main" id="{7A7CAC3B-1FA3-488E-B719-F4F285FAF164}"/>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university1652_satellite_to_drone/university1652_satellite_to_drone/seed-1/y-label-25">
            <a:extLst xmlns:a="http://schemas.openxmlformats.org/drawingml/2006/main">
              <a:ext uri="{FF2B5EF4-FFF2-40B4-BE49-F238E27FC236}">
                <a16:creationId xmlns:a16="http://schemas.microsoft.com/office/drawing/2014/main" id="{FEAF706E-262D-42ED-ABD9-53AB4A279403}"/>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university1652_satellite_to_drone/university1652_satellite_to_drone/seed-1/x-tick-25">
            <a:extLst xmlns:a="http://schemas.openxmlformats.org/drawingml/2006/main">
              <a:ext uri="{FF2B5EF4-FFF2-40B4-BE49-F238E27FC236}">
                <a16:creationId xmlns:a16="http://schemas.microsoft.com/office/drawing/2014/main" id="{094DC9A7-9BCD-479A-8E9E-A7826E01D23C}"/>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university1652_satellite_to_drone/university1652_satellite_to_drone/seed-1/x-label-25">
            <a:extLst xmlns:a="http://schemas.openxmlformats.org/drawingml/2006/main">
              <a:ext uri="{FF2B5EF4-FFF2-40B4-BE49-F238E27FC236}">
                <a16:creationId xmlns:a16="http://schemas.microsoft.com/office/drawing/2014/main" id="{C191D9E6-16DE-46E6-9885-8B0B01141B7F}"/>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university1652_satellite_to_drone/university1652_satellite_to_drone/seed-1/y-grid-50">
            <a:extLst xmlns:a="http://schemas.openxmlformats.org/drawingml/2006/main">
              <a:ext uri="{FF2B5EF4-FFF2-40B4-BE49-F238E27FC236}">
                <a16:creationId xmlns:a16="http://schemas.microsoft.com/office/drawing/2014/main" id="{8B2D2B22-1F13-4331-BD81-7E003E6836CD}"/>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university1652_satellite_to_drone/university1652_satellite_to_drone/seed-1/y-label-50">
            <a:extLst xmlns:a="http://schemas.openxmlformats.org/drawingml/2006/main">
              <a:ext uri="{FF2B5EF4-FFF2-40B4-BE49-F238E27FC236}">
                <a16:creationId xmlns:a16="http://schemas.microsoft.com/office/drawing/2014/main" id="{D369DD41-46D2-4B8D-82FC-40E0DF08F992}"/>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university1652_satellite_to_drone/university1652_satellite_to_drone/seed-1/x-tick-50">
            <a:extLst xmlns:a="http://schemas.openxmlformats.org/drawingml/2006/main">
              <a:ext uri="{FF2B5EF4-FFF2-40B4-BE49-F238E27FC236}">
                <a16:creationId xmlns:a16="http://schemas.microsoft.com/office/drawing/2014/main" id="{F4B76614-C1BD-4BF9-965B-D8C8744C06A7}"/>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university1652_satellite_to_drone/university1652_satellite_to_drone/seed-1/x-label-50">
            <a:extLst xmlns:a="http://schemas.openxmlformats.org/drawingml/2006/main">
              <a:ext uri="{FF2B5EF4-FFF2-40B4-BE49-F238E27FC236}">
                <a16:creationId xmlns:a16="http://schemas.microsoft.com/office/drawing/2014/main" id="{5FBD812C-F32A-4709-B333-586A962EE789}"/>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university1652_satellite_to_drone/university1652_satellite_to_drone/seed-1/y-grid-75">
            <a:extLst xmlns:a="http://schemas.openxmlformats.org/drawingml/2006/main">
              <a:ext uri="{FF2B5EF4-FFF2-40B4-BE49-F238E27FC236}">
                <a16:creationId xmlns:a16="http://schemas.microsoft.com/office/drawing/2014/main" id="{DC4DACCF-5290-4651-9AB0-29B458D71992}"/>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university1652_satellite_to_drone/university1652_satellite_to_drone/seed-1/y-label-75">
            <a:extLst xmlns:a="http://schemas.openxmlformats.org/drawingml/2006/main">
              <a:ext uri="{FF2B5EF4-FFF2-40B4-BE49-F238E27FC236}">
                <a16:creationId xmlns:a16="http://schemas.microsoft.com/office/drawing/2014/main" id="{41AD8CB7-8724-4DA4-8C2E-4821664700FE}"/>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university1652_satellite_to_drone/university1652_satellite_to_drone/seed-1/x-tick-75">
            <a:extLst xmlns:a="http://schemas.openxmlformats.org/drawingml/2006/main">
              <a:ext uri="{FF2B5EF4-FFF2-40B4-BE49-F238E27FC236}">
                <a16:creationId xmlns:a16="http://schemas.microsoft.com/office/drawing/2014/main" id="{77D88721-332A-454A-B9DF-1FFEFC7CA401}"/>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university1652_satellite_to_drone/university1652_satellite_to_drone/seed-1/x-label-75">
            <a:extLst xmlns:a="http://schemas.openxmlformats.org/drawingml/2006/main">
              <a:ext uri="{FF2B5EF4-FFF2-40B4-BE49-F238E27FC236}">
                <a16:creationId xmlns:a16="http://schemas.microsoft.com/office/drawing/2014/main" id="{C747DE4A-BDA4-4B65-BA07-64415F30DF67}"/>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university1652_satellite_to_drone/university1652_satellite_to_drone/seed-1/y-grid-100">
            <a:extLst xmlns:a="http://schemas.openxmlformats.org/drawingml/2006/main">
              <a:ext uri="{FF2B5EF4-FFF2-40B4-BE49-F238E27FC236}">
                <a16:creationId xmlns:a16="http://schemas.microsoft.com/office/drawing/2014/main" id="{C7B30DB7-20C7-4246-9334-9043859B9FF9}"/>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university1652_satellite_to_drone/university1652_satellite_to_drone/seed-1/y-label-100">
            <a:extLst xmlns:a="http://schemas.openxmlformats.org/drawingml/2006/main">
              <a:ext uri="{FF2B5EF4-FFF2-40B4-BE49-F238E27FC236}">
                <a16:creationId xmlns:a16="http://schemas.microsoft.com/office/drawing/2014/main" id="{B6FDA736-15E3-4E3C-8C3E-131E8F86E056}"/>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university1652_satellite_to_drone/university1652_satellite_to_drone/seed-1/x-tick-100">
            <a:extLst xmlns:a="http://schemas.openxmlformats.org/drawingml/2006/main">
              <a:ext uri="{FF2B5EF4-FFF2-40B4-BE49-F238E27FC236}">
                <a16:creationId xmlns:a16="http://schemas.microsoft.com/office/drawing/2014/main" id="{9BCF495C-C8C9-4749-A89A-50EA157D54AD}"/>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university1652_satellite_to_drone/university1652_satellite_to_drone/seed-1/x-label-100">
            <a:extLst xmlns:a="http://schemas.openxmlformats.org/drawingml/2006/main">
              <a:ext uri="{FF2B5EF4-FFF2-40B4-BE49-F238E27FC236}">
                <a16:creationId xmlns:a16="http://schemas.microsoft.com/office/drawing/2014/main" id="{51D5132F-9B5C-429B-9CFF-86DC05241B22}"/>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university1652_satellite_to_drone/university1652_satellite_to_drone/seed-1/y-axis">
            <a:extLst xmlns:a="http://schemas.openxmlformats.org/drawingml/2006/main">
              <a:ext uri="{FF2B5EF4-FFF2-40B4-BE49-F238E27FC236}">
                <a16:creationId xmlns:a16="http://schemas.microsoft.com/office/drawing/2014/main" id="{A66F60E1-8CF6-4601-9D3C-22A0074CDD79}"/>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university1652_satellite_to_drone/university1652_satellite_to_drone/seed-1/x-axis">
            <a:extLst xmlns:a="http://schemas.openxmlformats.org/drawingml/2006/main">
              <a:ext uri="{FF2B5EF4-FFF2-40B4-BE49-F238E27FC236}">
                <a16:creationId xmlns:a16="http://schemas.microsoft.com/office/drawing/2014/main" id="{79832C6F-698B-4CE4-9012-09A9132CB8B6}"/>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university1652_satellite_to_drone/university1652_satellite_to_drone/seed-1/visual/guide-1-2">
            <a:extLst xmlns:a="http://schemas.openxmlformats.org/drawingml/2006/main">
              <a:ext uri="{FF2B5EF4-FFF2-40B4-BE49-F238E27FC236}">
                <a16:creationId xmlns:a16="http://schemas.microsoft.com/office/drawing/2014/main" id="{0FDF8A84-CFFC-44DB-8505-17C49C8497D2}"/>
              </a:ext>
            </a:extLst>
          </p:cNvPr>
          <p:cNvSpPr>
            <a:spLocks xmlns:a="http://schemas.openxmlformats.org/drawingml/2006/main" noGrp="1"/>
          </p:cNvSpPr>
          <p:nvPr/>
        </p:nvSpPr>
        <p:spPr>
          <a:xfrm xmlns:a="http://schemas.openxmlformats.org/drawingml/2006/main" flipV="1">
            <a:off x="1334641" y="2170975"/>
            <a:ext cx="399479" cy="250449"/>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university1652_satellite_to_drone/university1652_satellite_to_drone/seed-1/visual/guide-2-3">
            <a:extLst xmlns:a="http://schemas.openxmlformats.org/drawingml/2006/main">
              <a:ext uri="{FF2B5EF4-FFF2-40B4-BE49-F238E27FC236}">
                <a16:creationId xmlns:a16="http://schemas.microsoft.com/office/drawing/2014/main" id="{CED4AB5C-DA62-4CD7-8788-52EE987DE241}"/>
              </a:ext>
            </a:extLst>
          </p:cNvPr>
          <p:cNvSpPr>
            <a:spLocks xmlns:a="http://schemas.openxmlformats.org/drawingml/2006/main" noGrp="1"/>
          </p:cNvSpPr>
          <p:nvPr/>
        </p:nvSpPr>
        <p:spPr>
          <a:xfrm xmlns:a="http://schemas.openxmlformats.org/drawingml/2006/main" flipV="1">
            <a:off x="1734121" y="2045751"/>
            <a:ext cx="239688" cy="125225"/>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university1652_satellite_to_drone/university1652_satellite_to_drone/seed-1/visual/guide-3-4">
            <a:extLst xmlns:a="http://schemas.openxmlformats.org/drawingml/2006/main">
              <a:ext uri="{FF2B5EF4-FFF2-40B4-BE49-F238E27FC236}">
                <a16:creationId xmlns:a16="http://schemas.microsoft.com/office/drawing/2014/main" id="{74301E9F-BA2F-408A-8B4D-89A48788ECB7}"/>
              </a:ext>
            </a:extLst>
          </p:cNvPr>
          <p:cNvSpPr>
            <a:spLocks xmlns:a="http://schemas.openxmlformats.org/drawingml/2006/main" noGrp="1"/>
          </p:cNvSpPr>
          <p:nvPr/>
        </p:nvSpPr>
        <p:spPr>
          <a:xfrm xmlns:a="http://schemas.openxmlformats.org/drawingml/2006/main" flipV="1">
            <a:off x="1973808" y="1964587"/>
            <a:ext cx="159792" cy="81164"/>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university1652_satellite_to_drone/university1652_satellite_to_drone/seed-1/visual/point-cov-0.5">
            <a:extLst xmlns:a="http://schemas.openxmlformats.org/drawingml/2006/main">
              <a:ext uri="{FF2B5EF4-FFF2-40B4-BE49-F238E27FC236}">
                <a16:creationId xmlns:a16="http://schemas.microsoft.com/office/drawing/2014/main" id="{BCA3DF0B-1922-45A1-9304-E946F3C1AF28}"/>
              </a:ext>
            </a:extLst>
          </p:cNvPr>
          <p:cNvSpPr>
            <a:spLocks xmlns:a="http://schemas.openxmlformats.org/drawingml/2006/main" noGrp="1"/>
          </p:cNvSpPr>
          <p:nvPr/>
        </p:nvSpPr>
        <p:spPr>
          <a:xfrm xmlns:a="http://schemas.openxmlformats.org/drawingml/2006/main">
            <a:off x="1304796" y="239157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university1652_satellite_to_drone/university1652_satellite_to_drone/seed-1/visual/point-cov-0.75">
            <a:extLst xmlns:a="http://schemas.openxmlformats.org/drawingml/2006/main">
              <a:ext uri="{FF2B5EF4-FFF2-40B4-BE49-F238E27FC236}">
                <a16:creationId xmlns:a16="http://schemas.microsoft.com/office/drawing/2014/main" id="{68B83717-7296-4AB0-835B-805289B2BC4A}"/>
              </a:ext>
            </a:extLst>
          </p:cNvPr>
          <p:cNvSpPr>
            <a:spLocks xmlns:a="http://schemas.openxmlformats.org/drawingml/2006/main" noGrp="1"/>
          </p:cNvSpPr>
          <p:nvPr/>
        </p:nvSpPr>
        <p:spPr>
          <a:xfrm xmlns:a="http://schemas.openxmlformats.org/drawingml/2006/main">
            <a:off x="1704276" y="214113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university1652_satellite_to_drone/university1652_satellite_to_drone/seed-1/visual/point-cov-0.9">
            <a:extLst xmlns:a="http://schemas.openxmlformats.org/drawingml/2006/main">
              <a:ext uri="{FF2B5EF4-FFF2-40B4-BE49-F238E27FC236}">
                <a16:creationId xmlns:a16="http://schemas.microsoft.com/office/drawing/2014/main" id="{957906DD-3BE6-4286-A996-4F129D6AF2CE}"/>
              </a:ext>
            </a:extLst>
          </p:cNvPr>
          <p:cNvSpPr>
            <a:spLocks xmlns:a="http://schemas.openxmlformats.org/drawingml/2006/main" noGrp="1"/>
          </p:cNvSpPr>
          <p:nvPr/>
        </p:nvSpPr>
        <p:spPr>
          <a:xfrm xmlns:a="http://schemas.openxmlformats.org/drawingml/2006/main">
            <a:off x="1943963" y="2015906"/>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university1652_satellite_to_drone/university1652_satellite_to_drone/seed-1/visual/point-cov-1">
            <a:extLst xmlns:a="http://schemas.openxmlformats.org/drawingml/2006/main">
              <a:ext uri="{FF2B5EF4-FFF2-40B4-BE49-F238E27FC236}">
                <a16:creationId xmlns:a16="http://schemas.microsoft.com/office/drawing/2014/main" id="{811C152F-1BE9-461E-BC95-81901FDE4258}"/>
              </a:ext>
            </a:extLst>
          </p:cNvPr>
          <p:cNvSpPr>
            <a:spLocks xmlns:a="http://schemas.openxmlformats.org/drawingml/2006/main" noGrp="1"/>
          </p:cNvSpPr>
          <p:nvPr/>
        </p:nvSpPr>
        <p:spPr>
          <a:xfrm xmlns:a="http://schemas.openxmlformats.org/drawingml/2006/main">
            <a:off x="2103755" y="193474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university1652_satellite_to_drone/university1652_satellite_to_drone/seed-1/full/guide-1-2">
            <a:extLst xmlns:a="http://schemas.openxmlformats.org/drawingml/2006/main">
              <a:ext uri="{FF2B5EF4-FFF2-40B4-BE49-F238E27FC236}">
                <a16:creationId xmlns:a16="http://schemas.microsoft.com/office/drawing/2014/main" id="{0073F9E4-F12A-419C-9776-5355C78D98F4}"/>
              </a:ext>
            </a:extLst>
          </p:cNvPr>
          <p:cNvSpPr>
            <a:spLocks xmlns:a="http://schemas.openxmlformats.org/drawingml/2006/main" noGrp="1"/>
          </p:cNvSpPr>
          <p:nvPr/>
        </p:nvSpPr>
        <p:spPr>
          <a:xfrm xmlns:a="http://schemas.openxmlformats.org/drawingml/2006/main" flipV="1">
            <a:off x="1334641" y="2342579"/>
            <a:ext cx="399479" cy="194794"/>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university1652_satellite_to_drone/university1652_satellite_to_drone/seed-1/full/guide-2-3">
            <a:extLst xmlns:a="http://schemas.openxmlformats.org/drawingml/2006/main">
              <a:ext uri="{FF2B5EF4-FFF2-40B4-BE49-F238E27FC236}">
                <a16:creationId xmlns:a16="http://schemas.microsoft.com/office/drawing/2014/main" id="{DEF68834-D12B-4F5F-8B75-165D9A27D38F}"/>
              </a:ext>
            </a:extLst>
          </p:cNvPr>
          <p:cNvSpPr>
            <a:spLocks xmlns:a="http://schemas.openxmlformats.org/drawingml/2006/main" noGrp="1"/>
          </p:cNvSpPr>
          <p:nvPr/>
        </p:nvSpPr>
        <p:spPr>
          <a:xfrm xmlns:a="http://schemas.openxmlformats.org/drawingml/2006/main" flipV="1">
            <a:off x="1734121" y="2215036"/>
            <a:ext cx="239688" cy="127544"/>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university1652_satellite_to_drone/university1652_satellite_to_drone/seed-1/full/guide-3-4">
            <a:extLst xmlns:a="http://schemas.openxmlformats.org/drawingml/2006/main">
              <a:ext uri="{FF2B5EF4-FFF2-40B4-BE49-F238E27FC236}">
                <a16:creationId xmlns:a16="http://schemas.microsoft.com/office/drawing/2014/main" id="{86090B28-70C3-49AA-977C-98B09D4D4686}"/>
              </a:ext>
            </a:extLst>
          </p:cNvPr>
          <p:cNvSpPr>
            <a:spLocks xmlns:a="http://schemas.openxmlformats.org/drawingml/2006/main" noGrp="1"/>
          </p:cNvSpPr>
          <p:nvPr/>
        </p:nvSpPr>
        <p:spPr>
          <a:xfrm xmlns:a="http://schemas.openxmlformats.org/drawingml/2006/main" flipV="1">
            <a:off x="1973808" y="2136191"/>
            <a:ext cx="159792" cy="78845"/>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university1652_satellite_to_drone/university1652_satellite_to_drone/seed-1/full/point-cov-0.5">
            <a:extLst xmlns:a="http://schemas.openxmlformats.org/drawingml/2006/main">
              <a:ext uri="{FF2B5EF4-FFF2-40B4-BE49-F238E27FC236}">
                <a16:creationId xmlns:a16="http://schemas.microsoft.com/office/drawing/2014/main" id="{BE14ED1B-E962-4C4E-A353-DA45913B3077}"/>
              </a:ext>
            </a:extLst>
          </p:cNvPr>
          <p:cNvSpPr>
            <a:spLocks xmlns:a="http://schemas.openxmlformats.org/drawingml/2006/main" noGrp="1"/>
          </p:cNvSpPr>
          <p:nvPr/>
        </p:nvSpPr>
        <p:spPr>
          <a:xfrm xmlns:a="http://schemas.openxmlformats.org/drawingml/2006/main">
            <a:off x="1310511" y="251324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university1652_satellite_to_drone/university1652_satellite_to_drone/seed-1/full/point-cov-0.75">
            <a:extLst xmlns:a="http://schemas.openxmlformats.org/drawingml/2006/main">
              <a:ext uri="{FF2B5EF4-FFF2-40B4-BE49-F238E27FC236}">
                <a16:creationId xmlns:a16="http://schemas.microsoft.com/office/drawing/2014/main" id="{8CB10903-CD3D-43EB-9A15-4207EC69690E}"/>
              </a:ext>
            </a:extLst>
          </p:cNvPr>
          <p:cNvSpPr>
            <a:spLocks xmlns:a="http://schemas.openxmlformats.org/drawingml/2006/main" noGrp="1"/>
          </p:cNvSpPr>
          <p:nvPr/>
        </p:nvSpPr>
        <p:spPr>
          <a:xfrm xmlns:a="http://schemas.openxmlformats.org/drawingml/2006/main">
            <a:off x="1709991" y="231844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university1652_satellite_to_drone/university1652_satellite_to_drone/seed-1/full/point-cov-0.9">
            <a:extLst xmlns:a="http://schemas.openxmlformats.org/drawingml/2006/main">
              <a:ext uri="{FF2B5EF4-FFF2-40B4-BE49-F238E27FC236}">
                <a16:creationId xmlns:a16="http://schemas.microsoft.com/office/drawing/2014/main" id="{20F6FF2D-BF2F-44B2-AC97-6E4F96D1F18A}"/>
              </a:ext>
            </a:extLst>
          </p:cNvPr>
          <p:cNvSpPr>
            <a:spLocks xmlns:a="http://schemas.openxmlformats.org/drawingml/2006/main" noGrp="1"/>
          </p:cNvSpPr>
          <p:nvPr/>
        </p:nvSpPr>
        <p:spPr>
          <a:xfrm xmlns:a="http://schemas.openxmlformats.org/drawingml/2006/main">
            <a:off x="1949678" y="219090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university1652_satellite_to_drone/university1652_satellite_to_drone/seed-1/full/point-cov-1">
            <a:extLst xmlns:a="http://schemas.openxmlformats.org/drawingml/2006/main">
              <a:ext uri="{FF2B5EF4-FFF2-40B4-BE49-F238E27FC236}">
                <a16:creationId xmlns:a16="http://schemas.microsoft.com/office/drawing/2014/main" id="{9ECE99E5-B47B-41DC-999C-7B4B6DA69E8C}"/>
              </a:ext>
            </a:extLst>
          </p:cNvPr>
          <p:cNvSpPr>
            <a:spLocks xmlns:a="http://schemas.openxmlformats.org/drawingml/2006/main" noGrp="1"/>
          </p:cNvSpPr>
          <p:nvPr/>
        </p:nvSpPr>
        <p:spPr>
          <a:xfrm xmlns:a="http://schemas.openxmlformats.org/drawingml/2006/main">
            <a:off x="2109470" y="2112061"/>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university1652_satellite_to_drone/university1652_satellite_to_drone/seed-1/count/N">
            <a:extLst xmlns:a="http://schemas.openxmlformats.org/drawingml/2006/main">
              <a:ext uri="{FF2B5EF4-FFF2-40B4-BE49-F238E27FC236}">
                <a16:creationId xmlns:a16="http://schemas.microsoft.com/office/drawing/2014/main" id="{67353B56-0431-4E22-8401-2CA73785F131}"/>
              </a:ext>
            </a:extLst>
          </p:cNvPr>
          <p:cNvSpPr>
            <a:spLocks xmlns:a="http://schemas.openxmlformats.org/drawingml/2006/main" noGrp="1"/>
          </p:cNvSpPr>
          <p:nvPr/>
        </p:nvSpPr>
        <p:spPr>
          <a:xfrm xmlns:a="http://schemas.openxmlformats.org/drawingml/2006/main">
            <a:off x="892969" y="3500628"/>
            <a:ext cx="8810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701</a:t>
            </a:r>
          </a:p>
        </p:txBody>
      </p:sp>
      <p:sp>
        <p:nvSpPr>
          <p:cNvPr id="46" name="university1652_satellite_to_drone/university1652_satellite_to_drone/seed-1/count/header/requested">
            <a:extLst xmlns:a="http://schemas.openxmlformats.org/drawingml/2006/main">
              <a:ext uri="{FF2B5EF4-FFF2-40B4-BE49-F238E27FC236}">
                <a16:creationId xmlns:a16="http://schemas.microsoft.com/office/drawing/2014/main" id="{0D079322-022E-4452-8C64-065CBEC17E17}"/>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university1652_satellite_to_drone/university1652_satellite_to_drone/seed-1/count/header/kN">
            <a:extLst xmlns:a="http://schemas.openxmlformats.org/drawingml/2006/main">
              <a:ext uri="{FF2B5EF4-FFF2-40B4-BE49-F238E27FC236}">
                <a16:creationId xmlns:a16="http://schemas.microsoft.com/office/drawing/2014/main" id="{431627B2-9689-4179-BA90-A646976F9970}"/>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university1652_satellite_to_drone/university1652_satellite_to_drone/seed-1/count/header/overlap">
            <a:extLst xmlns:a="http://schemas.openxmlformats.org/drawingml/2006/main">
              <a:ext uri="{FF2B5EF4-FFF2-40B4-BE49-F238E27FC236}">
                <a16:creationId xmlns:a16="http://schemas.microsoft.com/office/drawing/2014/main" id="{A4F6AC83-CE5B-4BE3-BF67-7FA3A82DC4B6}"/>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university1652_satellite_to_drone/university1652_satellite_to_drone/seed-1/count/header/rule">
            <a:extLst xmlns:a="http://schemas.openxmlformats.org/drawingml/2006/main">
              <a:ext uri="{FF2B5EF4-FFF2-40B4-BE49-F238E27FC236}">
                <a16:creationId xmlns:a16="http://schemas.microsoft.com/office/drawing/2014/main" id="{DE6DCA08-DA1F-47BC-BBFF-6EB523FCECB2}"/>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university1652_satellite_to_drone/university1652_satellite_to_drone/seed-1/count/cov-0.5/requested">
            <a:extLst xmlns:a="http://schemas.openxmlformats.org/drawingml/2006/main">
              <a:ext uri="{FF2B5EF4-FFF2-40B4-BE49-F238E27FC236}">
                <a16:creationId xmlns:a16="http://schemas.microsoft.com/office/drawing/2014/main" id="{A2CF6B48-82F1-46C1-B3F7-90EFED301166}"/>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university1652_satellite_to_drone/university1652_satellite_to_drone/seed-1/count/cov-0.5/kN">
            <a:extLst xmlns:a="http://schemas.openxmlformats.org/drawingml/2006/main">
              <a:ext uri="{FF2B5EF4-FFF2-40B4-BE49-F238E27FC236}">
                <a16:creationId xmlns:a16="http://schemas.microsoft.com/office/drawing/2014/main" id="{84E5F7E9-0270-41D4-A22A-2F9EB9688DD7}"/>
              </a:ext>
            </a:extLst>
          </p:cNvPr>
          <p:cNvSpPr>
            <a:spLocks xmlns:a="http://schemas.openxmlformats.org/drawingml/2006/main" noGrp="1"/>
          </p:cNvSpPr>
          <p:nvPr/>
        </p:nvSpPr>
        <p:spPr>
          <a:xfrm xmlns:a="http://schemas.openxmlformats.org/drawingml/2006/main">
            <a:off x="1119886" y="39197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351/701</a:t>
            </a:r>
          </a:p>
        </p:txBody>
      </p:sp>
      <p:sp>
        <p:nvSpPr>
          <p:cNvPr id="52" name="university1652_satellite_to_drone/university1652_satellite_to_drone/seed-1/count/cov-0.5/overlap">
            <a:extLst xmlns:a="http://schemas.openxmlformats.org/drawingml/2006/main">
              <a:ext uri="{FF2B5EF4-FFF2-40B4-BE49-F238E27FC236}">
                <a16:creationId xmlns:a16="http://schemas.microsoft.com/office/drawing/2014/main" id="{690BC84E-6D60-4E40-8D61-00A61EB3FDDC}"/>
              </a:ext>
            </a:extLst>
          </p:cNvPr>
          <p:cNvSpPr>
            <a:spLocks xmlns:a="http://schemas.openxmlformats.org/drawingml/2006/main" noGrp="1"/>
          </p:cNvSpPr>
          <p:nvPr/>
        </p:nvSpPr>
        <p:spPr>
          <a:xfrm xmlns:a="http://schemas.openxmlformats.org/drawingml/2006/main">
            <a:off x="1853660" y="39197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180</a:t>
            </a:r>
          </a:p>
        </p:txBody>
      </p:sp>
      <p:sp>
        <p:nvSpPr>
          <p:cNvPr id="53" name="university1652_satellite_to_drone/university1652_satellite_to_drone/seed-1/count/cov-0.75/requested">
            <a:extLst xmlns:a="http://schemas.openxmlformats.org/drawingml/2006/main">
              <a:ext uri="{FF2B5EF4-FFF2-40B4-BE49-F238E27FC236}">
                <a16:creationId xmlns:a16="http://schemas.microsoft.com/office/drawing/2014/main" id="{75F8DE39-AC72-47E7-8824-CEA5F603EA9B}"/>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university1652_satellite_to_drone/university1652_satellite_to_drone/seed-1/count/cov-0.75/kN">
            <a:extLst xmlns:a="http://schemas.openxmlformats.org/drawingml/2006/main">
              <a:ext uri="{FF2B5EF4-FFF2-40B4-BE49-F238E27FC236}">
                <a16:creationId xmlns:a16="http://schemas.microsoft.com/office/drawing/2014/main" id="{D1D6773B-6BEA-4207-BA56-4CCA3BE07F2E}"/>
              </a:ext>
            </a:extLst>
          </p:cNvPr>
          <p:cNvSpPr>
            <a:spLocks xmlns:a="http://schemas.openxmlformats.org/drawingml/2006/main" noGrp="1"/>
          </p:cNvSpPr>
          <p:nvPr/>
        </p:nvSpPr>
        <p:spPr>
          <a:xfrm xmlns:a="http://schemas.openxmlformats.org/drawingml/2006/main">
            <a:off x="1119886" y="40975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526/701</a:t>
            </a:r>
          </a:p>
        </p:txBody>
      </p:sp>
      <p:sp>
        <p:nvSpPr>
          <p:cNvPr id="55" name="university1652_satellite_to_drone/university1652_satellite_to_drone/seed-1/count/cov-0.75/overlap">
            <a:extLst xmlns:a="http://schemas.openxmlformats.org/drawingml/2006/main">
              <a:ext uri="{FF2B5EF4-FFF2-40B4-BE49-F238E27FC236}">
                <a16:creationId xmlns:a16="http://schemas.microsoft.com/office/drawing/2014/main" id="{16C251C5-1A32-4BF0-9F82-773F0D77CA8F}"/>
              </a:ext>
            </a:extLst>
          </p:cNvPr>
          <p:cNvSpPr>
            <a:spLocks xmlns:a="http://schemas.openxmlformats.org/drawingml/2006/main" noGrp="1"/>
          </p:cNvSpPr>
          <p:nvPr/>
        </p:nvSpPr>
        <p:spPr>
          <a:xfrm xmlns:a="http://schemas.openxmlformats.org/drawingml/2006/main">
            <a:off x="1853660" y="40975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398</a:t>
            </a:r>
          </a:p>
        </p:txBody>
      </p:sp>
      <p:sp>
        <p:nvSpPr>
          <p:cNvPr id="56" name="university1652_satellite_to_drone/university1652_satellite_to_drone/seed-1/count/cov-0.9/requested">
            <a:extLst xmlns:a="http://schemas.openxmlformats.org/drawingml/2006/main">
              <a:ext uri="{FF2B5EF4-FFF2-40B4-BE49-F238E27FC236}">
                <a16:creationId xmlns:a16="http://schemas.microsoft.com/office/drawing/2014/main" id="{58DBB2FE-7D9F-4D83-BCAF-6E84D6D2E97A}"/>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university1652_satellite_to_drone/university1652_satellite_to_drone/seed-1/count/cov-0.9/kN">
            <a:extLst xmlns:a="http://schemas.openxmlformats.org/drawingml/2006/main">
              <a:ext uri="{FF2B5EF4-FFF2-40B4-BE49-F238E27FC236}">
                <a16:creationId xmlns:a16="http://schemas.microsoft.com/office/drawing/2014/main" id="{0028A1DB-6A12-4324-BA47-86F0D425390D}"/>
              </a:ext>
            </a:extLst>
          </p:cNvPr>
          <p:cNvSpPr>
            <a:spLocks xmlns:a="http://schemas.openxmlformats.org/drawingml/2006/main" noGrp="1"/>
          </p:cNvSpPr>
          <p:nvPr/>
        </p:nvSpPr>
        <p:spPr>
          <a:xfrm xmlns:a="http://schemas.openxmlformats.org/drawingml/2006/main">
            <a:off x="1119886" y="42753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631/701</a:t>
            </a:r>
          </a:p>
        </p:txBody>
      </p:sp>
      <p:sp>
        <p:nvSpPr>
          <p:cNvPr id="58" name="university1652_satellite_to_drone/university1652_satellite_to_drone/seed-1/count/cov-0.9/overlap">
            <a:extLst xmlns:a="http://schemas.openxmlformats.org/drawingml/2006/main">
              <a:ext uri="{FF2B5EF4-FFF2-40B4-BE49-F238E27FC236}">
                <a16:creationId xmlns:a16="http://schemas.microsoft.com/office/drawing/2014/main" id="{417E4879-61F9-40C1-9CBE-87904B88B7D1}"/>
              </a:ext>
            </a:extLst>
          </p:cNvPr>
          <p:cNvSpPr>
            <a:spLocks xmlns:a="http://schemas.openxmlformats.org/drawingml/2006/main" noGrp="1"/>
          </p:cNvSpPr>
          <p:nvPr/>
        </p:nvSpPr>
        <p:spPr>
          <a:xfrm xmlns:a="http://schemas.openxmlformats.org/drawingml/2006/main">
            <a:off x="18536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570</a:t>
            </a:r>
          </a:p>
        </p:txBody>
      </p:sp>
      <p:sp>
        <p:nvSpPr>
          <p:cNvPr id="59" name="university1652_satellite_to_drone/university1652_satellite_to_drone/seed-1/count/cov-1/requested">
            <a:extLst xmlns:a="http://schemas.openxmlformats.org/drawingml/2006/main">
              <a:ext uri="{FF2B5EF4-FFF2-40B4-BE49-F238E27FC236}">
                <a16:creationId xmlns:a16="http://schemas.microsoft.com/office/drawing/2014/main" id="{780D385D-8070-40D6-A61A-5ED5169AC50D}"/>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university1652_satellite_to_drone/university1652_satellite_to_drone/seed-1/count/cov-1/kN">
            <a:extLst xmlns:a="http://schemas.openxmlformats.org/drawingml/2006/main">
              <a:ext uri="{FF2B5EF4-FFF2-40B4-BE49-F238E27FC236}">
                <a16:creationId xmlns:a16="http://schemas.microsoft.com/office/drawing/2014/main" id="{AE17AFB5-0B67-4B53-A408-289976F6F167}"/>
              </a:ext>
            </a:extLst>
          </p:cNvPr>
          <p:cNvSpPr>
            <a:spLocks xmlns:a="http://schemas.openxmlformats.org/drawingml/2006/main" noGrp="1"/>
          </p:cNvSpPr>
          <p:nvPr/>
        </p:nvSpPr>
        <p:spPr>
          <a:xfrm xmlns:a="http://schemas.openxmlformats.org/drawingml/2006/main">
            <a:off x="1119886" y="44531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701/701</a:t>
            </a:r>
          </a:p>
        </p:txBody>
      </p:sp>
      <p:sp>
        <p:nvSpPr>
          <p:cNvPr id="61" name="university1652_satellite_to_drone/university1652_satellite_to_drone/seed-1/count/cov-1/overlap">
            <a:extLst xmlns:a="http://schemas.openxmlformats.org/drawingml/2006/main">
              <a:ext uri="{FF2B5EF4-FFF2-40B4-BE49-F238E27FC236}">
                <a16:creationId xmlns:a16="http://schemas.microsoft.com/office/drawing/2014/main" id="{A6E112B1-1854-4F99-84DE-098166DFE2E6}"/>
              </a:ext>
            </a:extLst>
          </p:cNvPr>
          <p:cNvSpPr>
            <a:spLocks xmlns:a="http://schemas.openxmlformats.org/drawingml/2006/main" noGrp="1"/>
          </p:cNvSpPr>
          <p:nvPr/>
        </p:nvSpPr>
        <p:spPr>
          <a:xfrm xmlns:a="http://schemas.openxmlformats.org/drawingml/2006/main">
            <a:off x="18536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701</a:t>
            </a:r>
          </a:p>
        </p:txBody>
      </p:sp>
      <p:sp>
        <p:nvSpPr>
          <p:cNvPr id="62" name="university1652_satellite_to_drone/university1652_satellite_to_drone/seed-1/success/heading">
            <a:extLst xmlns:a="http://schemas.openxmlformats.org/drawingml/2006/main">
              <a:ext uri="{FF2B5EF4-FFF2-40B4-BE49-F238E27FC236}">
                <a16:creationId xmlns:a16="http://schemas.microsoft.com/office/drawing/2014/main" id="{3C0F7E4B-37F5-4F11-BC65-E7C76CFA63AF}"/>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university1652_satellite_to_drone/university1652_satellite_to_drone/seed-1/success/cov-0.5/heading">
            <a:extLst xmlns:a="http://schemas.openxmlformats.org/drawingml/2006/main">
              <a:ext uri="{FF2B5EF4-FFF2-40B4-BE49-F238E27FC236}">
                <a16:creationId xmlns:a16="http://schemas.microsoft.com/office/drawing/2014/main" id="{BC2A6038-7B23-4FA1-B7BB-A310DEA2813C}"/>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university1652_satellite_to_drone/university1652_satellite_to_drone/seed-1/visual/success-cov-0.5">
            <a:extLst xmlns:a="http://schemas.openxmlformats.org/drawingml/2006/main">
              <a:ext uri="{FF2B5EF4-FFF2-40B4-BE49-F238E27FC236}">
                <a16:creationId xmlns:a16="http://schemas.microsoft.com/office/drawing/2014/main" id="{1563B660-826F-47A3-92CB-68AFB18E942B}"/>
              </a:ext>
            </a:extLst>
          </p:cNvPr>
          <p:cNvSpPr>
            <a:spLocks xmlns:a="http://schemas.openxmlformats.org/drawingml/2006/main" noGrp="1"/>
          </p:cNvSpPr>
          <p:nvPr/>
        </p:nvSpPr>
        <p:spPr>
          <a:xfrm xmlns:a="http://schemas.openxmlformats.org/drawingml/2006/main">
            <a:off x="5734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28.388</a:t>
            </a:r>
          </a:p>
        </p:txBody>
      </p:sp>
      <p:sp>
        <p:nvSpPr>
          <p:cNvPr id="65" name="university1652_satellite_to_drone/university1652_satellite_to_drone/seed-1/full/success-cov-0.5">
            <a:extLst xmlns:a="http://schemas.openxmlformats.org/drawingml/2006/main">
              <a:ext uri="{FF2B5EF4-FFF2-40B4-BE49-F238E27FC236}">
                <a16:creationId xmlns:a16="http://schemas.microsoft.com/office/drawing/2014/main" id="{E61D97CE-F334-4213-A7C0-7BE6CE85C393}"/>
              </a:ext>
            </a:extLst>
          </p:cNvPr>
          <p:cNvSpPr>
            <a:spLocks xmlns:a="http://schemas.openxmlformats.org/drawingml/2006/main" noGrp="1"/>
          </p:cNvSpPr>
          <p:nvPr/>
        </p:nvSpPr>
        <p:spPr>
          <a:xfrm xmlns:a="http://schemas.openxmlformats.org/drawingml/2006/main">
            <a:off x="5734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21.255</a:t>
            </a:r>
          </a:p>
        </p:txBody>
      </p:sp>
      <p:sp>
        <p:nvSpPr>
          <p:cNvPr id="66" name="university1652_satellite_to_drone/university1652_satellite_to_drone/seed-1/success/cov-0.75/heading">
            <a:extLst xmlns:a="http://schemas.openxmlformats.org/drawingml/2006/main">
              <a:ext uri="{FF2B5EF4-FFF2-40B4-BE49-F238E27FC236}">
                <a16:creationId xmlns:a16="http://schemas.microsoft.com/office/drawing/2014/main" id="{464E7D10-3F9B-4A83-9D6C-47A9D8AA922B}"/>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university1652_satellite_to_drone/university1652_satellite_to_drone/seed-1/visual/success-cov-0.75">
            <a:extLst xmlns:a="http://schemas.openxmlformats.org/drawingml/2006/main">
              <a:ext uri="{FF2B5EF4-FFF2-40B4-BE49-F238E27FC236}">
                <a16:creationId xmlns:a16="http://schemas.microsoft.com/office/drawing/2014/main" id="{18DCD0DD-01D1-447C-9E9C-8DD2AB0D19D2}"/>
              </a:ext>
            </a:extLst>
          </p:cNvPr>
          <p:cNvSpPr>
            <a:spLocks xmlns:a="http://schemas.openxmlformats.org/drawingml/2006/main" noGrp="1"/>
          </p:cNvSpPr>
          <p:nvPr/>
        </p:nvSpPr>
        <p:spPr>
          <a:xfrm xmlns:a="http://schemas.openxmlformats.org/drawingml/2006/main">
            <a:off x="9735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43.795</a:t>
            </a:r>
          </a:p>
        </p:txBody>
      </p:sp>
      <p:sp>
        <p:nvSpPr>
          <p:cNvPr id="68" name="university1652_satellite_to_drone/university1652_satellite_to_drone/seed-1/full/success-cov-0.75">
            <a:extLst xmlns:a="http://schemas.openxmlformats.org/drawingml/2006/main">
              <a:ext uri="{FF2B5EF4-FFF2-40B4-BE49-F238E27FC236}">
                <a16:creationId xmlns:a16="http://schemas.microsoft.com/office/drawing/2014/main" id="{B661321F-3F5B-4393-B6A1-4530707CEDC1}"/>
              </a:ext>
            </a:extLst>
          </p:cNvPr>
          <p:cNvSpPr>
            <a:spLocks xmlns:a="http://schemas.openxmlformats.org/drawingml/2006/main" noGrp="1"/>
          </p:cNvSpPr>
          <p:nvPr/>
        </p:nvSpPr>
        <p:spPr>
          <a:xfrm xmlns:a="http://schemas.openxmlformats.org/drawingml/2006/main">
            <a:off x="9735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33.238</a:t>
            </a:r>
          </a:p>
        </p:txBody>
      </p:sp>
      <p:sp>
        <p:nvSpPr>
          <p:cNvPr id="69" name="university1652_satellite_to_drone/university1652_satellite_to_drone/seed-1/success/cov-0.9/heading">
            <a:extLst xmlns:a="http://schemas.openxmlformats.org/drawingml/2006/main">
              <a:ext uri="{FF2B5EF4-FFF2-40B4-BE49-F238E27FC236}">
                <a16:creationId xmlns:a16="http://schemas.microsoft.com/office/drawing/2014/main" id="{38D04AB1-FA04-4422-B405-2D8C7C9823F1}"/>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university1652_satellite_to_drone/university1652_satellite_to_drone/seed-1/visual/success-cov-0.9">
            <a:extLst xmlns:a="http://schemas.openxmlformats.org/drawingml/2006/main">
              <a:ext uri="{FF2B5EF4-FFF2-40B4-BE49-F238E27FC236}">
                <a16:creationId xmlns:a16="http://schemas.microsoft.com/office/drawing/2014/main" id="{59624D96-CEFF-4190-B880-2CEE50BFFA8B}"/>
              </a:ext>
            </a:extLst>
          </p:cNvPr>
          <p:cNvSpPr>
            <a:spLocks xmlns:a="http://schemas.openxmlformats.org/drawingml/2006/main" noGrp="1"/>
          </p:cNvSpPr>
          <p:nvPr/>
        </p:nvSpPr>
        <p:spPr>
          <a:xfrm xmlns:a="http://schemas.openxmlformats.org/drawingml/2006/main">
            <a:off x="13735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51.498</a:t>
            </a:r>
          </a:p>
        </p:txBody>
      </p:sp>
      <p:sp>
        <p:nvSpPr>
          <p:cNvPr id="71" name="university1652_satellite_to_drone/university1652_satellite_to_drone/seed-1/full/success-cov-0.9">
            <a:extLst xmlns:a="http://schemas.openxmlformats.org/drawingml/2006/main">
              <a:ext uri="{FF2B5EF4-FFF2-40B4-BE49-F238E27FC236}">
                <a16:creationId xmlns:a16="http://schemas.microsoft.com/office/drawing/2014/main" id="{9615CA01-3F24-4F2E-922B-3C24B0FD0309}"/>
              </a:ext>
            </a:extLst>
          </p:cNvPr>
          <p:cNvSpPr>
            <a:spLocks xmlns:a="http://schemas.openxmlformats.org/drawingml/2006/main" noGrp="1"/>
          </p:cNvSpPr>
          <p:nvPr/>
        </p:nvSpPr>
        <p:spPr>
          <a:xfrm xmlns:a="http://schemas.openxmlformats.org/drawingml/2006/main">
            <a:off x="13735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41.084</a:t>
            </a:r>
          </a:p>
        </p:txBody>
      </p:sp>
      <p:sp>
        <p:nvSpPr>
          <p:cNvPr id="72" name="university1652_satellite_to_drone/university1652_satellite_to_drone/seed-1/success/cov-1/heading">
            <a:extLst xmlns:a="http://schemas.openxmlformats.org/drawingml/2006/main">
              <a:ext uri="{FF2B5EF4-FFF2-40B4-BE49-F238E27FC236}">
                <a16:creationId xmlns:a16="http://schemas.microsoft.com/office/drawing/2014/main" id="{9B1B7A39-46F2-4526-B3E9-B41B7A094992}"/>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university1652_satellite_to_drone/university1652_satellite_to_drone/seed-1/visual/success-cov-1">
            <a:extLst xmlns:a="http://schemas.openxmlformats.org/drawingml/2006/main">
              <a:ext uri="{FF2B5EF4-FFF2-40B4-BE49-F238E27FC236}">
                <a16:creationId xmlns:a16="http://schemas.microsoft.com/office/drawing/2014/main" id="{4447ADBE-6BCF-44D7-A60E-77FFC56010A6}"/>
              </a:ext>
            </a:extLst>
          </p:cNvPr>
          <p:cNvSpPr>
            <a:spLocks xmlns:a="http://schemas.openxmlformats.org/drawingml/2006/main" noGrp="1"/>
          </p:cNvSpPr>
          <p:nvPr/>
        </p:nvSpPr>
        <p:spPr>
          <a:xfrm xmlns:a="http://schemas.openxmlformats.org/drawingml/2006/main">
            <a:off x="17736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56.491</a:t>
            </a:r>
          </a:p>
        </p:txBody>
      </p:sp>
      <p:sp>
        <p:nvSpPr>
          <p:cNvPr id="74" name="university1652_satellite_to_drone/university1652_satellite_to_drone/seed-1/full/success-cov-1">
            <a:extLst xmlns:a="http://schemas.openxmlformats.org/drawingml/2006/main">
              <a:ext uri="{FF2B5EF4-FFF2-40B4-BE49-F238E27FC236}">
                <a16:creationId xmlns:a16="http://schemas.microsoft.com/office/drawing/2014/main" id="{F7C7CB28-9465-472C-8509-ADCCEFF519A7}"/>
              </a:ext>
            </a:extLst>
          </p:cNvPr>
          <p:cNvSpPr>
            <a:spLocks xmlns:a="http://schemas.openxmlformats.org/drawingml/2006/main" noGrp="1"/>
          </p:cNvSpPr>
          <p:nvPr/>
        </p:nvSpPr>
        <p:spPr>
          <a:xfrm xmlns:a="http://schemas.openxmlformats.org/drawingml/2006/main">
            <a:off x="17736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45.934</a:t>
            </a:r>
          </a:p>
        </p:txBody>
      </p:sp>
      <p:sp>
        <p:nvSpPr>
          <p:cNvPr id="75" name="university1652_satellite_to_drone/university1652_satellite_to_drone/seed-1/visual/success-prefix">
            <a:extLst xmlns:a="http://schemas.openxmlformats.org/drawingml/2006/main">
              <a:ext uri="{FF2B5EF4-FFF2-40B4-BE49-F238E27FC236}">
                <a16:creationId xmlns:a16="http://schemas.microsoft.com/office/drawing/2014/main" id="{5D3D6A0C-75AD-4B74-ABF7-00A8777016A2}"/>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university1652_satellite_to_drone/university1652_satellite_to_drone/seed-1/full/success-prefix">
            <a:extLst xmlns:a="http://schemas.openxmlformats.org/drawingml/2006/main">
              <a:ext uri="{FF2B5EF4-FFF2-40B4-BE49-F238E27FC236}">
                <a16:creationId xmlns:a16="http://schemas.microsoft.com/office/drawing/2014/main" id="{EFF6985E-D402-4C13-977B-901DF2200ED5}"/>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university1652_satellite_to_drone/university1652_satellite_to_drone/seed-2/heading">
            <a:extLst xmlns:a="http://schemas.openxmlformats.org/drawingml/2006/main">
              <a:ext uri="{FF2B5EF4-FFF2-40B4-BE49-F238E27FC236}">
                <a16:creationId xmlns:a16="http://schemas.microsoft.com/office/drawing/2014/main" id="{099EDE44-7118-4862-8098-911097AE93BF}"/>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university1652_satellite_to_drone/university1652_satellite_to_drone/seed-2/y-grid-0">
            <a:extLst xmlns:a="http://schemas.openxmlformats.org/drawingml/2006/main">
              <a:ext uri="{FF2B5EF4-FFF2-40B4-BE49-F238E27FC236}">
                <a16:creationId xmlns:a16="http://schemas.microsoft.com/office/drawing/2014/main" id="{0089C090-8033-4B30-9E6C-45305FB59271}"/>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university1652_satellite_to_drone/university1652_satellite_to_drone/seed-2/y-label-0">
            <a:extLst xmlns:a="http://schemas.openxmlformats.org/drawingml/2006/main">
              <a:ext uri="{FF2B5EF4-FFF2-40B4-BE49-F238E27FC236}">
                <a16:creationId xmlns:a16="http://schemas.microsoft.com/office/drawing/2014/main" id="{BA9FB97B-8ADA-4E52-838A-9CFA03C1F56D}"/>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university1652_satellite_to_drone/university1652_satellite_to_drone/seed-2/x-tick-0">
            <a:extLst xmlns:a="http://schemas.openxmlformats.org/drawingml/2006/main">
              <a:ext uri="{FF2B5EF4-FFF2-40B4-BE49-F238E27FC236}">
                <a16:creationId xmlns:a16="http://schemas.microsoft.com/office/drawing/2014/main" id="{71B3007C-CEC7-4CA0-B4B7-DE96B265ECC3}"/>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university1652_satellite_to_drone/university1652_satellite_to_drone/seed-2/x-label-0">
            <a:extLst xmlns:a="http://schemas.openxmlformats.org/drawingml/2006/main">
              <a:ext uri="{FF2B5EF4-FFF2-40B4-BE49-F238E27FC236}">
                <a16:creationId xmlns:a16="http://schemas.microsoft.com/office/drawing/2014/main" id="{685BEAF0-31B3-4340-ADB4-B6CB49786D75}"/>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university1652_satellite_to_drone/university1652_satellite_to_drone/seed-2/y-grid-25">
            <a:extLst xmlns:a="http://schemas.openxmlformats.org/drawingml/2006/main">
              <a:ext uri="{FF2B5EF4-FFF2-40B4-BE49-F238E27FC236}">
                <a16:creationId xmlns:a16="http://schemas.microsoft.com/office/drawing/2014/main" id="{CA089AD4-B175-4CD1-AB01-600B04347F8D}"/>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university1652_satellite_to_drone/university1652_satellite_to_drone/seed-2/y-label-25">
            <a:extLst xmlns:a="http://schemas.openxmlformats.org/drawingml/2006/main">
              <a:ext uri="{FF2B5EF4-FFF2-40B4-BE49-F238E27FC236}">
                <a16:creationId xmlns:a16="http://schemas.microsoft.com/office/drawing/2014/main" id="{4D77D986-A0E6-4FDD-B329-CB3B646C020B}"/>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university1652_satellite_to_drone/university1652_satellite_to_drone/seed-2/x-tick-25">
            <a:extLst xmlns:a="http://schemas.openxmlformats.org/drawingml/2006/main">
              <a:ext uri="{FF2B5EF4-FFF2-40B4-BE49-F238E27FC236}">
                <a16:creationId xmlns:a16="http://schemas.microsoft.com/office/drawing/2014/main" id="{20C5CFB7-C74F-49A7-B92F-B321D0950D8B}"/>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university1652_satellite_to_drone/university1652_satellite_to_drone/seed-2/x-label-25">
            <a:extLst xmlns:a="http://schemas.openxmlformats.org/drawingml/2006/main">
              <a:ext uri="{FF2B5EF4-FFF2-40B4-BE49-F238E27FC236}">
                <a16:creationId xmlns:a16="http://schemas.microsoft.com/office/drawing/2014/main" id="{A6FF4FF5-50E8-432B-8237-A7EC9EB58061}"/>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university1652_satellite_to_drone/university1652_satellite_to_drone/seed-2/y-grid-50">
            <a:extLst xmlns:a="http://schemas.openxmlformats.org/drawingml/2006/main">
              <a:ext uri="{FF2B5EF4-FFF2-40B4-BE49-F238E27FC236}">
                <a16:creationId xmlns:a16="http://schemas.microsoft.com/office/drawing/2014/main" id="{C141C639-059D-4672-B3E7-982F8280F44B}"/>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university1652_satellite_to_drone/university1652_satellite_to_drone/seed-2/y-label-50">
            <a:extLst xmlns:a="http://schemas.openxmlformats.org/drawingml/2006/main">
              <a:ext uri="{FF2B5EF4-FFF2-40B4-BE49-F238E27FC236}">
                <a16:creationId xmlns:a16="http://schemas.microsoft.com/office/drawing/2014/main" id="{8F1370DA-0CC9-4F9C-82DF-ED2241D18D39}"/>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university1652_satellite_to_drone/university1652_satellite_to_drone/seed-2/x-tick-50">
            <a:extLst xmlns:a="http://schemas.openxmlformats.org/drawingml/2006/main">
              <a:ext uri="{FF2B5EF4-FFF2-40B4-BE49-F238E27FC236}">
                <a16:creationId xmlns:a16="http://schemas.microsoft.com/office/drawing/2014/main" id="{13FBD851-AEB0-4BD7-94D6-B4865ABA278A}"/>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university1652_satellite_to_drone/university1652_satellite_to_drone/seed-2/x-label-50">
            <a:extLst xmlns:a="http://schemas.openxmlformats.org/drawingml/2006/main">
              <a:ext uri="{FF2B5EF4-FFF2-40B4-BE49-F238E27FC236}">
                <a16:creationId xmlns:a16="http://schemas.microsoft.com/office/drawing/2014/main" id="{DB711B5F-27DD-4C17-8747-A408E5C56CD9}"/>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university1652_satellite_to_drone/university1652_satellite_to_drone/seed-2/y-grid-75">
            <a:extLst xmlns:a="http://schemas.openxmlformats.org/drawingml/2006/main">
              <a:ext uri="{FF2B5EF4-FFF2-40B4-BE49-F238E27FC236}">
                <a16:creationId xmlns:a16="http://schemas.microsoft.com/office/drawing/2014/main" id="{31ADA1BF-8E5D-4209-AD3D-435225D4F19D}"/>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university1652_satellite_to_drone/university1652_satellite_to_drone/seed-2/y-label-75">
            <a:extLst xmlns:a="http://schemas.openxmlformats.org/drawingml/2006/main">
              <a:ext uri="{FF2B5EF4-FFF2-40B4-BE49-F238E27FC236}">
                <a16:creationId xmlns:a16="http://schemas.microsoft.com/office/drawing/2014/main" id="{6F198C3B-DC23-44F2-AEBD-E3A808E6D27A}"/>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university1652_satellite_to_drone/university1652_satellite_to_drone/seed-2/x-tick-75">
            <a:extLst xmlns:a="http://schemas.openxmlformats.org/drawingml/2006/main">
              <a:ext uri="{FF2B5EF4-FFF2-40B4-BE49-F238E27FC236}">
                <a16:creationId xmlns:a16="http://schemas.microsoft.com/office/drawing/2014/main" id="{4023A5F5-7378-4CD9-89FD-8966F0694E04}"/>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university1652_satellite_to_drone/university1652_satellite_to_drone/seed-2/x-label-75">
            <a:extLst xmlns:a="http://schemas.openxmlformats.org/drawingml/2006/main">
              <a:ext uri="{FF2B5EF4-FFF2-40B4-BE49-F238E27FC236}">
                <a16:creationId xmlns:a16="http://schemas.microsoft.com/office/drawing/2014/main" id="{D96E2FF3-F766-4A00-85A2-587E76F4FC07}"/>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university1652_satellite_to_drone/university1652_satellite_to_drone/seed-2/y-grid-100">
            <a:extLst xmlns:a="http://schemas.openxmlformats.org/drawingml/2006/main">
              <a:ext uri="{FF2B5EF4-FFF2-40B4-BE49-F238E27FC236}">
                <a16:creationId xmlns:a16="http://schemas.microsoft.com/office/drawing/2014/main" id="{4ADDA6F0-5297-42CA-947C-06952D201FAA}"/>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university1652_satellite_to_drone/university1652_satellite_to_drone/seed-2/y-label-100">
            <a:extLst xmlns:a="http://schemas.openxmlformats.org/drawingml/2006/main">
              <a:ext uri="{FF2B5EF4-FFF2-40B4-BE49-F238E27FC236}">
                <a16:creationId xmlns:a16="http://schemas.microsoft.com/office/drawing/2014/main" id="{19725DD3-6140-45E2-B687-6AE35B3E0E7A}"/>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university1652_satellite_to_drone/university1652_satellite_to_drone/seed-2/x-tick-100">
            <a:extLst xmlns:a="http://schemas.openxmlformats.org/drawingml/2006/main">
              <a:ext uri="{FF2B5EF4-FFF2-40B4-BE49-F238E27FC236}">
                <a16:creationId xmlns:a16="http://schemas.microsoft.com/office/drawing/2014/main" id="{DE08A467-B366-49EC-82E1-417DD0A77D30}"/>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university1652_satellite_to_drone/university1652_satellite_to_drone/seed-2/x-label-100">
            <a:extLst xmlns:a="http://schemas.openxmlformats.org/drawingml/2006/main">
              <a:ext uri="{FF2B5EF4-FFF2-40B4-BE49-F238E27FC236}">
                <a16:creationId xmlns:a16="http://schemas.microsoft.com/office/drawing/2014/main" id="{F65D7A1F-41A8-43D1-A33D-C5DBFDA7C4D7}"/>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university1652_satellite_to_drone/university1652_satellite_to_drone/seed-2/y-axis">
            <a:extLst xmlns:a="http://schemas.openxmlformats.org/drawingml/2006/main">
              <a:ext uri="{FF2B5EF4-FFF2-40B4-BE49-F238E27FC236}">
                <a16:creationId xmlns:a16="http://schemas.microsoft.com/office/drawing/2014/main" id="{A08CE564-E8EC-4DA0-A1A0-981A88ECD92A}"/>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university1652_satellite_to_drone/university1652_satellite_to_drone/seed-2/x-axis">
            <a:extLst xmlns:a="http://schemas.openxmlformats.org/drawingml/2006/main">
              <a:ext uri="{FF2B5EF4-FFF2-40B4-BE49-F238E27FC236}">
                <a16:creationId xmlns:a16="http://schemas.microsoft.com/office/drawing/2014/main" id="{18119CF1-143C-4972-A38E-2AF1C0C8D9F1}"/>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university1652_satellite_to_drone/university1652_satellite_to_drone/seed-2/visual/guide-1-2">
            <a:extLst xmlns:a="http://schemas.openxmlformats.org/drawingml/2006/main">
              <a:ext uri="{FF2B5EF4-FFF2-40B4-BE49-F238E27FC236}">
                <a16:creationId xmlns:a16="http://schemas.microsoft.com/office/drawing/2014/main" id="{0406A3D4-906C-4F17-B0FD-75A528E953CC}"/>
              </a:ext>
            </a:extLst>
          </p:cNvPr>
          <p:cNvSpPr>
            <a:spLocks xmlns:a="http://schemas.openxmlformats.org/drawingml/2006/main" noGrp="1"/>
          </p:cNvSpPr>
          <p:nvPr/>
        </p:nvSpPr>
        <p:spPr>
          <a:xfrm xmlns:a="http://schemas.openxmlformats.org/drawingml/2006/main" flipV="1">
            <a:off x="3341241" y="2268372"/>
            <a:ext cx="399479" cy="192475"/>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university1652_satellite_to_drone/university1652_satellite_to_drone/seed-2/visual/guide-2-3">
            <a:extLst xmlns:a="http://schemas.openxmlformats.org/drawingml/2006/main">
              <a:ext uri="{FF2B5EF4-FFF2-40B4-BE49-F238E27FC236}">
                <a16:creationId xmlns:a16="http://schemas.microsoft.com/office/drawing/2014/main" id="{FEAA0F62-8484-4A59-B3AA-69BDBF609720}"/>
              </a:ext>
            </a:extLst>
          </p:cNvPr>
          <p:cNvSpPr>
            <a:spLocks xmlns:a="http://schemas.openxmlformats.org/drawingml/2006/main" noGrp="1"/>
          </p:cNvSpPr>
          <p:nvPr/>
        </p:nvSpPr>
        <p:spPr>
          <a:xfrm xmlns:a="http://schemas.openxmlformats.org/drawingml/2006/main" flipV="1">
            <a:off x="3740721" y="2147786"/>
            <a:ext cx="239688" cy="120587"/>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university1652_satellite_to_drone/university1652_satellite_to_drone/seed-2/visual/guide-3-4">
            <a:extLst xmlns:a="http://schemas.openxmlformats.org/drawingml/2006/main">
              <a:ext uri="{FF2B5EF4-FFF2-40B4-BE49-F238E27FC236}">
                <a16:creationId xmlns:a16="http://schemas.microsoft.com/office/drawing/2014/main" id="{B367952C-3D68-4C09-8485-61F1BA8C95A2}"/>
              </a:ext>
            </a:extLst>
          </p:cNvPr>
          <p:cNvSpPr>
            <a:spLocks xmlns:a="http://schemas.openxmlformats.org/drawingml/2006/main" noGrp="1"/>
          </p:cNvSpPr>
          <p:nvPr/>
        </p:nvSpPr>
        <p:spPr>
          <a:xfrm xmlns:a="http://schemas.openxmlformats.org/drawingml/2006/main" flipV="1">
            <a:off x="3980408" y="2064303"/>
            <a:ext cx="159792" cy="83483"/>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university1652_satellite_to_drone/university1652_satellite_to_drone/seed-2/visual/point-cov-0.5">
            <a:extLst xmlns:a="http://schemas.openxmlformats.org/drawingml/2006/main">
              <a:ext uri="{FF2B5EF4-FFF2-40B4-BE49-F238E27FC236}">
                <a16:creationId xmlns:a16="http://schemas.microsoft.com/office/drawing/2014/main" id="{5CEB1DD8-6378-43BF-998E-28A9F73D470B}"/>
              </a:ext>
            </a:extLst>
          </p:cNvPr>
          <p:cNvSpPr>
            <a:spLocks xmlns:a="http://schemas.openxmlformats.org/drawingml/2006/main" noGrp="1"/>
          </p:cNvSpPr>
          <p:nvPr/>
        </p:nvSpPr>
        <p:spPr>
          <a:xfrm xmlns:a="http://schemas.openxmlformats.org/drawingml/2006/main">
            <a:off x="3311396" y="243100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university1652_satellite_to_drone/university1652_satellite_to_drone/seed-2/visual/point-cov-0.75">
            <a:extLst xmlns:a="http://schemas.openxmlformats.org/drawingml/2006/main">
              <a:ext uri="{FF2B5EF4-FFF2-40B4-BE49-F238E27FC236}">
                <a16:creationId xmlns:a16="http://schemas.microsoft.com/office/drawing/2014/main" id="{F79C108C-8AEE-4199-B4D1-35FBCA14CB8F}"/>
              </a:ext>
            </a:extLst>
          </p:cNvPr>
          <p:cNvSpPr>
            <a:spLocks xmlns:a="http://schemas.openxmlformats.org/drawingml/2006/main" noGrp="1"/>
          </p:cNvSpPr>
          <p:nvPr/>
        </p:nvSpPr>
        <p:spPr>
          <a:xfrm xmlns:a="http://schemas.openxmlformats.org/drawingml/2006/main">
            <a:off x="3710876" y="223852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university1652_satellite_to_drone/university1652_satellite_to_drone/seed-2/visual/point-cov-0.9">
            <a:extLst xmlns:a="http://schemas.openxmlformats.org/drawingml/2006/main">
              <a:ext uri="{FF2B5EF4-FFF2-40B4-BE49-F238E27FC236}">
                <a16:creationId xmlns:a16="http://schemas.microsoft.com/office/drawing/2014/main" id="{7B079A77-2CDF-43BA-90F7-0B4CB60FD0D4}"/>
              </a:ext>
            </a:extLst>
          </p:cNvPr>
          <p:cNvSpPr>
            <a:spLocks xmlns:a="http://schemas.openxmlformats.org/drawingml/2006/main" noGrp="1"/>
          </p:cNvSpPr>
          <p:nvPr/>
        </p:nvSpPr>
        <p:spPr>
          <a:xfrm xmlns:a="http://schemas.openxmlformats.org/drawingml/2006/main">
            <a:off x="3950563" y="211794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university1652_satellite_to_drone/university1652_satellite_to_drone/seed-2/visual/point-cov-1">
            <a:extLst xmlns:a="http://schemas.openxmlformats.org/drawingml/2006/main">
              <a:ext uri="{FF2B5EF4-FFF2-40B4-BE49-F238E27FC236}">
                <a16:creationId xmlns:a16="http://schemas.microsoft.com/office/drawing/2014/main" id="{B8A21FC6-8332-4CC5-B17F-7508FB140040}"/>
              </a:ext>
            </a:extLst>
          </p:cNvPr>
          <p:cNvSpPr>
            <a:spLocks xmlns:a="http://schemas.openxmlformats.org/drawingml/2006/main" noGrp="1"/>
          </p:cNvSpPr>
          <p:nvPr/>
        </p:nvSpPr>
        <p:spPr>
          <a:xfrm xmlns:a="http://schemas.openxmlformats.org/drawingml/2006/main">
            <a:off x="4110355" y="203445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university1652_satellite_to_drone/university1652_satellite_to_drone/seed-2/full/guide-1-2">
            <a:extLst xmlns:a="http://schemas.openxmlformats.org/drawingml/2006/main">
              <a:ext uri="{FF2B5EF4-FFF2-40B4-BE49-F238E27FC236}">
                <a16:creationId xmlns:a16="http://schemas.microsoft.com/office/drawing/2014/main" id="{505DC1CC-07D9-4C4E-BD00-9D83B6AB062C}"/>
              </a:ext>
            </a:extLst>
          </p:cNvPr>
          <p:cNvSpPr>
            <a:spLocks xmlns:a="http://schemas.openxmlformats.org/drawingml/2006/main" noGrp="1"/>
          </p:cNvSpPr>
          <p:nvPr/>
        </p:nvSpPr>
        <p:spPr>
          <a:xfrm xmlns:a="http://schemas.openxmlformats.org/drawingml/2006/main" flipV="1">
            <a:off x="3341241" y="2368088"/>
            <a:ext cx="399479" cy="164647"/>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university1652_satellite_to_drone/university1652_satellite_to_drone/seed-2/full/guide-2-3">
            <a:extLst xmlns:a="http://schemas.openxmlformats.org/drawingml/2006/main">
              <a:ext uri="{FF2B5EF4-FFF2-40B4-BE49-F238E27FC236}">
                <a16:creationId xmlns:a16="http://schemas.microsoft.com/office/drawing/2014/main" id="{24843D2B-EDE9-4C64-98DF-26512749B577}"/>
              </a:ext>
            </a:extLst>
          </p:cNvPr>
          <p:cNvSpPr>
            <a:spLocks xmlns:a="http://schemas.openxmlformats.org/drawingml/2006/main" noGrp="1"/>
          </p:cNvSpPr>
          <p:nvPr/>
        </p:nvSpPr>
        <p:spPr>
          <a:xfrm xmlns:a="http://schemas.openxmlformats.org/drawingml/2006/main" flipV="1">
            <a:off x="3740721" y="2256777"/>
            <a:ext cx="239688" cy="111311"/>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university1652_satellite_to_drone/university1652_satellite_to_drone/seed-2/full/guide-3-4">
            <a:extLst xmlns:a="http://schemas.openxmlformats.org/drawingml/2006/main">
              <a:ext uri="{FF2B5EF4-FFF2-40B4-BE49-F238E27FC236}">
                <a16:creationId xmlns:a16="http://schemas.microsoft.com/office/drawing/2014/main" id="{B37B2240-3D17-45A5-998C-DD33D20AA0B2}"/>
              </a:ext>
            </a:extLst>
          </p:cNvPr>
          <p:cNvSpPr>
            <a:spLocks xmlns:a="http://schemas.openxmlformats.org/drawingml/2006/main" noGrp="1"/>
          </p:cNvSpPr>
          <p:nvPr/>
        </p:nvSpPr>
        <p:spPr>
          <a:xfrm xmlns:a="http://schemas.openxmlformats.org/drawingml/2006/main" flipV="1">
            <a:off x="3980408" y="2182570"/>
            <a:ext cx="159792" cy="74207"/>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university1652_satellite_to_drone/university1652_satellite_to_drone/seed-2/full/point-cov-0.5">
            <a:extLst xmlns:a="http://schemas.openxmlformats.org/drawingml/2006/main">
              <a:ext uri="{FF2B5EF4-FFF2-40B4-BE49-F238E27FC236}">
                <a16:creationId xmlns:a16="http://schemas.microsoft.com/office/drawing/2014/main" id="{2B138F8C-5A87-4D53-9682-06D28DD94E52}"/>
              </a:ext>
            </a:extLst>
          </p:cNvPr>
          <p:cNvSpPr>
            <a:spLocks xmlns:a="http://schemas.openxmlformats.org/drawingml/2006/main" noGrp="1"/>
          </p:cNvSpPr>
          <p:nvPr/>
        </p:nvSpPr>
        <p:spPr>
          <a:xfrm xmlns:a="http://schemas.openxmlformats.org/drawingml/2006/main">
            <a:off x="3317111" y="250860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university1652_satellite_to_drone/university1652_satellite_to_drone/seed-2/full/point-cov-0.75">
            <a:extLst xmlns:a="http://schemas.openxmlformats.org/drawingml/2006/main">
              <a:ext uri="{FF2B5EF4-FFF2-40B4-BE49-F238E27FC236}">
                <a16:creationId xmlns:a16="http://schemas.microsoft.com/office/drawing/2014/main" id="{ED5B8819-FFCC-46D2-ADE2-ADE329060D80}"/>
              </a:ext>
            </a:extLst>
          </p:cNvPr>
          <p:cNvSpPr>
            <a:spLocks xmlns:a="http://schemas.openxmlformats.org/drawingml/2006/main" noGrp="1"/>
          </p:cNvSpPr>
          <p:nvPr/>
        </p:nvSpPr>
        <p:spPr>
          <a:xfrm xmlns:a="http://schemas.openxmlformats.org/drawingml/2006/main">
            <a:off x="3716591" y="234395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university1652_satellite_to_drone/university1652_satellite_to_drone/seed-2/full/point-cov-0.9">
            <a:extLst xmlns:a="http://schemas.openxmlformats.org/drawingml/2006/main">
              <a:ext uri="{FF2B5EF4-FFF2-40B4-BE49-F238E27FC236}">
                <a16:creationId xmlns:a16="http://schemas.microsoft.com/office/drawing/2014/main" id="{5A336575-26F3-488D-8476-53FF2BD9BBE0}"/>
              </a:ext>
            </a:extLst>
          </p:cNvPr>
          <p:cNvSpPr>
            <a:spLocks xmlns:a="http://schemas.openxmlformats.org/drawingml/2006/main" noGrp="1"/>
          </p:cNvSpPr>
          <p:nvPr/>
        </p:nvSpPr>
        <p:spPr>
          <a:xfrm xmlns:a="http://schemas.openxmlformats.org/drawingml/2006/main">
            <a:off x="3956278" y="223264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university1652_satellite_to_drone/university1652_satellite_to_drone/seed-2/full/point-cov-1">
            <a:extLst xmlns:a="http://schemas.openxmlformats.org/drawingml/2006/main">
              <a:ext uri="{FF2B5EF4-FFF2-40B4-BE49-F238E27FC236}">
                <a16:creationId xmlns:a16="http://schemas.microsoft.com/office/drawing/2014/main" id="{972EE9FA-67B1-41E9-B151-AAFD91520940}"/>
              </a:ext>
            </a:extLst>
          </p:cNvPr>
          <p:cNvSpPr>
            <a:spLocks xmlns:a="http://schemas.openxmlformats.org/drawingml/2006/main" noGrp="1"/>
          </p:cNvSpPr>
          <p:nvPr/>
        </p:nvSpPr>
        <p:spPr>
          <a:xfrm xmlns:a="http://schemas.openxmlformats.org/drawingml/2006/main">
            <a:off x="4116070" y="215844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university1652_satellite_to_drone/university1652_satellite_to_drone/seed-2/count/N">
            <a:extLst xmlns:a="http://schemas.openxmlformats.org/drawingml/2006/main">
              <a:ext uri="{FF2B5EF4-FFF2-40B4-BE49-F238E27FC236}">
                <a16:creationId xmlns:a16="http://schemas.microsoft.com/office/drawing/2014/main" id="{3ECA8E04-EE9B-4403-8B0F-146B07EF59A9}"/>
              </a:ext>
            </a:extLst>
          </p:cNvPr>
          <p:cNvSpPr>
            <a:spLocks xmlns:a="http://schemas.openxmlformats.org/drawingml/2006/main" noGrp="1"/>
          </p:cNvSpPr>
          <p:nvPr/>
        </p:nvSpPr>
        <p:spPr>
          <a:xfrm xmlns:a="http://schemas.openxmlformats.org/drawingml/2006/main">
            <a:off x="2899569" y="3500628"/>
            <a:ext cx="8810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701</a:t>
            </a:r>
          </a:p>
        </p:txBody>
      </p:sp>
      <p:sp>
        <p:nvSpPr>
          <p:cNvPr id="115" name="university1652_satellite_to_drone/university1652_satellite_to_drone/seed-2/count/header/requested">
            <a:extLst xmlns:a="http://schemas.openxmlformats.org/drawingml/2006/main">
              <a:ext uri="{FF2B5EF4-FFF2-40B4-BE49-F238E27FC236}">
                <a16:creationId xmlns:a16="http://schemas.microsoft.com/office/drawing/2014/main" id="{321C535C-74B6-48D5-90EC-486E6E022A44}"/>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university1652_satellite_to_drone/university1652_satellite_to_drone/seed-2/count/header/kN">
            <a:extLst xmlns:a="http://schemas.openxmlformats.org/drawingml/2006/main">
              <a:ext uri="{FF2B5EF4-FFF2-40B4-BE49-F238E27FC236}">
                <a16:creationId xmlns:a16="http://schemas.microsoft.com/office/drawing/2014/main" id="{3196A500-54AE-434C-BA80-7A363DC9CA6B}"/>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university1652_satellite_to_drone/university1652_satellite_to_drone/seed-2/count/header/overlap">
            <a:extLst xmlns:a="http://schemas.openxmlformats.org/drawingml/2006/main">
              <a:ext uri="{FF2B5EF4-FFF2-40B4-BE49-F238E27FC236}">
                <a16:creationId xmlns:a16="http://schemas.microsoft.com/office/drawing/2014/main" id="{80B11D25-A73D-4987-B755-2CA2199284C6}"/>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university1652_satellite_to_drone/university1652_satellite_to_drone/seed-2/count/header/rule">
            <a:extLst xmlns:a="http://schemas.openxmlformats.org/drawingml/2006/main">
              <a:ext uri="{FF2B5EF4-FFF2-40B4-BE49-F238E27FC236}">
                <a16:creationId xmlns:a16="http://schemas.microsoft.com/office/drawing/2014/main" id="{8EC0B865-5D9B-4E1D-A672-501CA792128A}"/>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university1652_satellite_to_drone/university1652_satellite_to_drone/seed-2/count/cov-0.5/requested">
            <a:extLst xmlns:a="http://schemas.openxmlformats.org/drawingml/2006/main">
              <a:ext uri="{FF2B5EF4-FFF2-40B4-BE49-F238E27FC236}">
                <a16:creationId xmlns:a16="http://schemas.microsoft.com/office/drawing/2014/main" id="{68E9BA74-21DE-4CAC-976C-E044F8E7D8E1}"/>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university1652_satellite_to_drone/university1652_satellite_to_drone/seed-2/count/cov-0.5/kN">
            <a:extLst xmlns:a="http://schemas.openxmlformats.org/drawingml/2006/main">
              <a:ext uri="{FF2B5EF4-FFF2-40B4-BE49-F238E27FC236}">
                <a16:creationId xmlns:a16="http://schemas.microsoft.com/office/drawing/2014/main" id="{761E46DD-DF50-430E-B974-BE62C44ECEED}"/>
              </a:ext>
            </a:extLst>
          </p:cNvPr>
          <p:cNvSpPr>
            <a:spLocks xmlns:a="http://schemas.openxmlformats.org/drawingml/2006/main" noGrp="1"/>
          </p:cNvSpPr>
          <p:nvPr/>
        </p:nvSpPr>
        <p:spPr>
          <a:xfrm xmlns:a="http://schemas.openxmlformats.org/drawingml/2006/main">
            <a:off x="3126486" y="39197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351/701</a:t>
            </a:r>
          </a:p>
        </p:txBody>
      </p:sp>
      <p:sp>
        <p:nvSpPr>
          <p:cNvPr id="121" name="university1652_satellite_to_drone/university1652_satellite_to_drone/seed-2/count/cov-0.5/overlap">
            <a:extLst xmlns:a="http://schemas.openxmlformats.org/drawingml/2006/main">
              <a:ext uri="{FF2B5EF4-FFF2-40B4-BE49-F238E27FC236}">
                <a16:creationId xmlns:a16="http://schemas.microsoft.com/office/drawing/2014/main" id="{E75A350C-2D68-4B61-81E9-BF5D90F17E37}"/>
              </a:ext>
            </a:extLst>
          </p:cNvPr>
          <p:cNvSpPr>
            <a:spLocks xmlns:a="http://schemas.openxmlformats.org/drawingml/2006/main" noGrp="1"/>
          </p:cNvSpPr>
          <p:nvPr/>
        </p:nvSpPr>
        <p:spPr>
          <a:xfrm xmlns:a="http://schemas.openxmlformats.org/drawingml/2006/main">
            <a:off x="3860260" y="39197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182</a:t>
            </a:r>
          </a:p>
        </p:txBody>
      </p:sp>
      <p:sp>
        <p:nvSpPr>
          <p:cNvPr id="122" name="university1652_satellite_to_drone/university1652_satellite_to_drone/seed-2/count/cov-0.75/requested">
            <a:extLst xmlns:a="http://schemas.openxmlformats.org/drawingml/2006/main">
              <a:ext uri="{FF2B5EF4-FFF2-40B4-BE49-F238E27FC236}">
                <a16:creationId xmlns:a16="http://schemas.microsoft.com/office/drawing/2014/main" id="{364DD5AB-6818-4514-8458-E53BB47BF12B}"/>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university1652_satellite_to_drone/university1652_satellite_to_drone/seed-2/count/cov-0.75/kN">
            <a:extLst xmlns:a="http://schemas.openxmlformats.org/drawingml/2006/main">
              <a:ext uri="{FF2B5EF4-FFF2-40B4-BE49-F238E27FC236}">
                <a16:creationId xmlns:a16="http://schemas.microsoft.com/office/drawing/2014/main" id="{AAFD6032-DA87-46F7-AD5C-DA9E85687369}"/>
              </a:ext>
            </a:extLst>
          </p:cNvPr>
          <p:cNvSpPr>
            <a:spLocks xmlns:a="http://schemas.openxmlformats.org/drawingml/2006/main" noGrp="1"/>
          </p:cNvSpPr>
          <p:nvPr/>
        </p:nvSpPr>
        <p:spPr>
          <a:xfrm xmlns:a="http://schemas.openxmlformats.org/drawingml/2006/main">
            <a:off x="3126486" y="40975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526/701</a:t>
            </a:r>
          </a:p>
        </p:txBody>
      </p:sp>
      <p:sp>
        <p:nvSpPr>
          <p:cNvPr id="124" name="university1652_satellite_to_drone/university1652_satellite_to_drone/seed-2/count/cov-0.75/overlap">
            <a:extLst xmlns:a="http://schemas.openxmlformats.org/drawingml/2006/main">
              <a:ext uri="{FF2B5EF4-FFF2-40B4-BE49-F238E27FC236}">
                <a16:creationId xmlns:a16="http://schemas.microsoft.com/office/drawing/2014/main" id="{F76D68C5-5141-4857-8F43-FC9B41684535}"/>
              </a:ext>
            </a:extLst>
          </p:cNvPr>
          <p:cNvSpPr>
            <a:spLocks xmlns:a="http://schemas.openxmlformats.org/drawingml/2006/main" noGrp="1"/>
          </p:cNvSpPr>
          <p:nvPr/>
        </p:nvSpPr>
        <p:spPr>
          <a:xfrm xmlns:a="http://schemas.openxmlformats.org/drawingml/2006/main">
            <a:off x="3860260" y="40975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396</a:t>
            </a:r>
          </a:p>
        </p:txBody>
      </p:sp>
      <p:sp>
        <p:nvSpPr>
          <p:cNvPr id="125" name="university1652_satellite_to_drone/university1652_satellite_to_drone/seed-2/count/cov-0.9/requested">
            <a:extLst xmlns:a="http://schemas.openxmlformats.org/drawingml/2006/main">
              <a:ext uri="{FF2B5EF4-FFF2-40B4-BE49-F238E27FC236}">
                <a16:creationId xmlns:a16="http://schemas.microsoft.com/office/drawing/2014/main" id="{BBA16F11-97B0-44A3-9D9B-EF1254CC6D22}"/>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university1652_satellite_to_drone/university1652_satellite_to_drone/seed-2/count/cov-0.9/kN">
            <a:extLst xmlns:a="http://schemas.openxmlformats.org/drawingml/2006/main">
              <a:ext uri="{FF2B5EF4-FFF2-40B4-BE49-F238E27FC236}">
                <a16:creationId xmlns:a16="http://schemas.microsoft.com/office/drawing/2014/main" id="{05A81692-C6A4-48C1-AC0B-C3FE2B44FA54}"/>
              </a:ext>
            </a:extLst>
          </p:cNvPr>
          <p:cNvSpPr>
            <a:spLocks xmlns:a="http://schemas.openxmlformats.org/drawingml/2006/main" noGrp="1"/>
          </p:cNvSpPr>
          <p:nvPr/>
        </p:nvSpPr>
        <p:spPr>
          <a:xfrm xmlns:a="http://schemas.openxmlformats.org/drawingml/2006/main">
            <a:off x="3126486" y="42753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631/701</a:t>
            </a:r>
          </a:p>
        </p:txBody>
      </p:sp>
      <p:sp>
        <p:nvSpPr>
          <p:cNvPr id="127" name="university1652_satellite_to_drone/university1652_satellite_to_drone/seed-2/count/cov-0.9/overlap">
            <a:extLst xmlns:a="http://schemas.openxmlformats.org/drawingml/2006/main">
              <a:ext uri="{FF2B5EF4-FFF2-40B4-BE49-F238E27FC236}">
                <a16:creationId xmlns:a16="http://schemas.microsoft.com/office/drawing/2014/main" id="{4C5F8C1E-638E-49CF-B7AB-0E1405D0491B}"/>
              </a:ext>
            </a:extLst>
          </p:cNvPr>
          <p:cNvSpPr>
            <a:spLocks xmlns:a="http://schemas.openxmlformats.org/drawingml/2006/main" noGrp="1"/>
          </p:cNvSpPr>
          <p:nvPr/>
        </p:nvSpPr>
        <p:spPr>
          <a:xfrm xmlns:a="http://schemas.openxmlformats.org/drawingml/2006/main">
            <a:off x="38602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568</a:t>
            </a:r>
          </a:p>
        </p:txBody>
      </p:sp>
      <p:sp>
        <p:nvSpPr>
          <p:cNvPr id="128" name="university1652_satellite_to_drone/university1652_satellite_to_drone/seed-2/count/cov-1/requested">
            <a:extLst xmlns:a="http://schemas.openxmlformats.org/drawingml/2006/main">
              <a:ext uri="{FF2B5EF4-FFF2-40B4-BE49-F238E27FC236}">
                <a16:creationId xmlns:a16="http://schemas.microsoft.com/office/drawing/2014/main" id="{EA63650F-7CCD-4F36-987A-18D278FDA330}"/>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university1652_satellite_to_drone/university1652_satellite_to_drone/seed-2/count/cov-1/kN">
            <a:extLst xmlns:a="http://schemas.openxmlformats.org/drawingml/2006/main">
              <a:ext uri="{FF2B5EF4-FFF2-40B4-BE49-F238E27FC236}">
                <a16:creationId xmlns:a16="http://schemas.microsoft.com/office/drawing/2014/main" id="{7713261F-00E3-4C7F-81C8-8497714E7ECF}"/>
              </a:ext>
            </a:extLst>
          </p:cNvPr>
          <p:cNvSpPr>
            <a:spLocks xmlns:a="http://schemas.openxmlformats.org/drawingml/2006/main" noGrp="1"/>
          </p:cNvSpPr>
          <p:nvPr/>
        </p:nvSpPr>
        <p:spPr>
          <a:xfrm xmlns:a="http://schemas.openxmlformats.org/drawingml/2006/main">
            <a:off x="3126486" y="44531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701/701</a:t>
            </a:r>
          </a:p>
        </p:txBody>
      </p:sp>
      <p:sp>
        <p:nvSpPr>
          <p:cNvPr id="130" name="university1652_satellite_to_drone/university1652_satellite_to_drone/seed-2/count/cov-1/overlap">
            <a:extLst xmlns:a="http://schemas.openxmlformats.org/drawingml/2006/main">
              <a:ext uri="{FF2B5EF4-FFF2-40B4-BE49-F238E27FC236}">
                <a16:creationId xmlns:a16="http://schemas.microsoft.com/office/drawing/2014/main" id="{4D28CC73-91E0-4327-90BD-84A8EC1AE93D}"/>
              </a:ext>
            </a:extLst>
          </p:cNvPr>
          <p:cNvSpPr>
            <a:spLocks xmlns:a="http://schemas.openxmlformats.org/drawingml/2006/main" noGrp="1"/>
          </p:cNvSpPr>
          <p:nvPr/>
        </p:nvSpPr>
        <p:spPr>
          <a:xfrm xmlns:a="http://schemas.openxmlformats.org/drawingml/2006/main">
            <a:off x="38602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701</a:t>
            </a:r>
          </a:p>
        </p:txBody>
      </p:sp>
      <p:sp>
        <p:nvSpPr>
          <p:cNvPr id="131" name="university1652_satellite_to_drone/university1652_satellite_to_drone/seed-2/success/heading">
            <a:extLst xmlns:a="http://schemas.openxmlformats.org/drawingml/2006/main">
              <a:ext uri="{FF2B5EF4-FFF2-40B4-BE49-F238E27FC236}">
                <a16:creationId xmlns:a16="http://schemas.microsoft.com/office/drawing/2014/main" id="{33F36E85-493E-4121-B441-59464D05B9B4}"/>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university1652_satellite_to_drone/university1652_satellite_to_drone/seed-2/success/cov-0.5/heading">
            <a:extLst xmlns:a="http://schemas.openxmlformats.org/drawingml/2006/main">
              <a:ext uri="{FF2B5EF4-FFF2-40B4-BE49-F238E27FC236}">
                <a16:creationId xmlns:a16="http://schemas.microsoft.com/office/drawing/2014/main" id="{5D08C903-672E-4A9B-AF36-1ED032C30F87}"/>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university1652_satellite_to_drone/university1652_satellite_to_drone/seed-2/visual/success-cov-0.5">
            <a:extLst xmlns:a="http://schemas.openxmlformats.org/drawingml/2006/main">
              <a:ext uri="{FF2B5EF4-FFF2-40B4-BE49-F238E27FC236}">
                <a16:creationId xmlns:a16="http://schemas.microsoft.com/office/drawing/2014/main" id="{E4ABC2A5-0644-4CCF-BC20-C4256E915054}"/>
              </a:ext>
            </a:extLst>
          </p:cNvPr>
          <p:cNvSpPr>
            <a:spLocks xmlns:a="http://schemas.openxmlformats.org/drawingml/2006/main" noGrp="1"/>
          </p:cNvSpPr>
          <p:nvPr/>
        </p:nvSpPr>
        <p:spPr>
          <a:xfrm xmlns:a="http://schemas.openxmlformats.org/drawingml/2006/main">
            <a:off x="25800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25.963</a:t>
            </a:r>
          </a:p>
        </p:txBody>
      </p:sp>
      <p:sp>
        <p:nvSpPr>
          <p:cNvPr id="134" name="university1652_satellite_to_drone/university1652_satellite_to_drone/seed-2/full/success-cov-0.5">
            <a:extLst xmlns:a="http://schemas.openxmlformats.org/drawingml/2006/main">
              <a:ext uri="{FF2B5EF4-FFF2-40B4-BE49-F238E27FC236}">
                <a16:creationId xmlns:a16="http://schemas.microsoft.com/office/drawing/2014/main" id="{893DD396-9EF5-4D8A-BD3A-949A613DAD0F}"/>
              </a:ext>
            </a:extLst>
          </p:cNvPr>
          <p:cNvSpPr>
            <a:spLocks xmlns:a="http://schemas.openxmlformats.org/drawingml/2006/main" noGrp="1"/>
          </p:cNvSpPr>
          <p:nvPr/>
        </p:nvSpPr>
        <p:spPr>
          <a:xfrm xmlns:a="http://schemas.openxmlformats.org/drawingml/2006/main">
            <a:off x="25800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21.541</a:t>
            </a:r>
          </a:p>
        </p:txBody>
      </p:sp>
      <p:sp>
        <p:nvSpPr>
          <p:cNvPr id="135" name="university1652_satellite_to_drone/university1652_satellite_to_drone/seed-2/success/cov-0.75/heading">
            <a:extLst xmlns:a="http://schemas.openxmlformats.org/drawingml/2006/main">
              <a:ext uri="{FF2B5EF4-FFF2-40B4-BE49-F238E27FC236}">
                <a16:creationId xmlns:a16="http://schemas.microsoft.com/office/drawing/2014/main" id="{0C518255-7567-4D2B-89F9-E8B5BEAC8641}"/>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university1652_satellite_to_drone/university1652_satellite_to_drone/seed-2/visual/success-cov-0.75">
            <a:extLst xmlns:a="http://schemas.openxmlformats.org/drawingml/2006/main">
              <a:ext uri="{FF2B5EF4-FFF2-40B4-BE49-F238E27FC236}">
                <a16:creationId xmlns:a16="http://schemas.microsoft.com/office/drawing/2014/main" id="{CB7ACCDC-4CFF-448B-BDF8-0A535B82F0ED}"/>
              </a:ext>
            </a:extLst>
          </p:cNvPr>
          <p:cNvSpPr>
            <a:spLocks xmlns:a="http://schemas.openxmlformats.org/drawingml/2006/main" noGrp="1"/>
          </p:cNvSpPr>
          <p:nvPr/>
        </p:nvSpPr>
        <p:spPr>
          <a:xfrm xmlns:a="http://schemas.openxmlformats.org/drawingml/2006/main">
            <a:off x="29801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37.803</a:t>
            </a:r>
          </a:p>
        </p:txBody>
      </p:sp>
      <p:sp>
        <p:nvSpPr>
          <p:cNvPr id="137" name="university1652_satellite_to_drone/university1652_satellite_to_drone/seed-2/full/success-cov-0.75">
            <a:extLst xmlns:a="http://schemas.openxmlformats.org/drawingml/2006/main">
              <a:ext uri="{FF2B5EF4-FFF2-40B4-BE49-F238E27FC236}">
                <a16:creationId xmlns:a16="http://schemas.microsoft.com/office/drawing/2014/main" id="{E58B0621-0E8A-4787-9AE9-EBE6727164EE}"/>
              </a:ext>
            </a:extLst>
          </p:cNvPr>
          <p:cNvSpPr>
            <a:spLocks xmlns:a="http://schemas.openxmlformats.org/drawingml/2006/main" noGrp="1"/>
          </p:cNvSpPr>
          <p:nvPr/>
        </p:nvSpPr>
        <p:spPr>
          <a:xfrm xmlns:a="http://schemas.openxmlformats.org/drawingml/2006/main">
            <a:off x="29801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31.669</a:t>
            </a:r>
          </a:p>
        </p:txBody>
      </p:sp>
      <p:sp>
        <p:nvSpPr>
          <p:cNvPr id="138" name="university1652_satellite_to_drone/university1652_satellite_to_drone/seed-2/success/cov-0.9/heading">
            <a:extLst xmlns:a="http://schemas.openxmlformats.org/drawingml/2006/main">
              <a:ext uri="{FF2B5EF4-FFF2-40B4-BE49-F238E27FC236}">
                <a16:creationId xmlns:a16="http://schemas.microsoft.com/office/drawing/2014/main" id="{32FC6DC2-7DFA-45C2-AF4B-DF401E5C88A9}"/>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university1652_satellite_to_drone/university1652_satellite_to_drone/seed-2/visual/success-cov-0.9">
            <a:extLst xmlns:a="http://schemas.openxmlformats.org/drawingml/2006/main">
              <a:ext uri="{FF2B5EF4-FFF2-40B4-BE49-F238E27FC236}">
                <a16:creationId xmlns:a16="http://schemas.microsoft.com/office/drawing/2014/main" id="{C6165E7E-DE53-4075-A241-09436B9A3C2C}"/>
              </a:ext>
            </a:extLst>
          </p:cNvPr>
          <p:cNvSpPr>
            <a:spLocks xmlns:a="http://schemas.openxmlformats.org/drawingml/2006/main" noGrp="1"/>
          </p:cNvSpPr>
          <p:nvPr/>
        </p:nvSpPr>
        <p:spPr>
          <a:xfrm xmlns:a="http://schemas.openxmlformats.org/drawingml/2006/main">
            <a:off x="33801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45.221</a:t>
            </a:r>
          </a:p>
        </p:txBody>
      </p:sp>
      <p:sp>
        <p:nvSpPr>
          <p:cNvPr id="140" name="university1652_satellite_to_drone/university1652_satellite_to_drone/seed-2/full/success-cov-0.9">
            <a:extLst xmlns:a="http://schemas.openxmlformats.org/drawingml/2006/main">
              <a:ext uri="{FF2B5EF4-FFF2-40B4-BE49-F238E27FC236}">
                <a16:creationId xmlns:a16="http://schemas.microsoft.com/office/drawing/2014/main" id="{392DB44A-88E4-49E2-ACEA-8FF0C395C7A7}"/>
              </a:ext>
            </a:extLst>
          </p:cNvPr>
          <p:cNvSpPr>
            <a:spLocks xmlns:a="http://schemas.openxmlformats.org/drawingml/2006/main" noGrp="1"/>
          </p:cNvSpPr>
          <p:nvPr/>
        </p:nvSpPr>
        <p:spPr>
          <a:xfrm xmlns:a="http://schemas.openxmlformats.org/drawingml/2006/main">
            <a:off x="33801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38.516</a:t>
            </a:r>
          </a:p>
        </p:txBody>
      </p:sp>
      <p:sp>
        <p:nvSpPr>
          <p:cNvPr id="141" name="university1652_satellite_to_drone/university1652_satellite_to_drone/seed-2/success/cov-1/heading">
            <a:extLst xmlns:a="http://schemas.openxmlformats.org/drawingml/2006/main">
              <a:ext uri="{FF2B5EF4-FFF2-40B4-BE49-F238E27FC236}">
                <a16:creationId xmlns:a16="http://schemas.microsoft.com/office/drawing/2014/main" id="{9988A8C1-EC91-4C22-B384-415C82D3F1BD}"/>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university1652_satellite_to_drone/university1652_satellite_to_drone/seed-2/visual/success-cov-1">
            <a:extLst xmlns:a="http://schemas.openxmlformats.org/drawingml/2006/main">
              <a:ext uri="{FF2B5EF4-FFF2-40B4-BE49-F238E27FC236}">
                <a16:creationId xmlns:a16="http://schemas.microsoft.com/office/drawing/2014/main" id="{042A3B4D-F75A-4BF8-952B-A246FCE5DC25}"/>
              </a:ext>
            </a:extLst>
          </p:cNvPr>
          <p:cNvSpPr>
            <a:spLocks xmlns:a="http://schemas.openxmlformats.org/drawingml/2006/main" noGrp="1"/>
          </p:cNvSpPr>
          <p:nvPr/>
        </p:nvSpPr>
        <p:spPr>
          <a:xfrm xmlns:a="http://schemas.openxmlformats.org/drawingml/2006/main">
            <a:off x="37802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50.357</a:t>
            </a:r>
          </a:p>
        </p:txBody>
      </p:sp>
      <p:sp>
        <p:nvSpPr>
          <p:cNvPr id="143" name="university1652_satellite_to_drone/university1652_satellite_to_drone/seed-2/full/success-cov-1">
            <a:extLst xmlns:a="http://schemas.openxmlformats.org/drawingml/2006/main">
              <a:ext uri="{FF2B5EF4-FFF2-40B4-BE49-F238E27FC236}">
                <a16:creationId xmlns:a16="http://schemas.microsoft.com/office/drawing/2014/main" id="{76152522-2C5E-4D27-9C51-61B898A0FBDA}"/>
              </a:ext>
            </a:extLst>
          </p:cNvPr>
          <p:cNvSpPr>
            <a:spLocks xmlns:a="http://schemas.openxmlformats.org/drawingml/2006/main" noGrp="1"/>
          </p:cNvSpPr>
          <p:nvPr/>
        </p:nvSpPr>
        <p:spPr>
          <a:xfrm xmlns:a="http://schemas.openxmlformats.org/drawingml/2006/main">
            <a:off x="37802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43.081</a:t>
            </a:r>
          </a:p>
        </p:txBody>
      </p:sp>
      <p:sp>
        <p:nvSpPr>
          <p:cNvPr id="144" name="university1652_satellite_to_drone/university1652_satellite_to_drone/seed-2/visual/success-prefix">
            <a:extLst xmlns:a="http://schemas.openxmlformats.org/drawingml/2006/main">
              <a:ext uri="{FF2B5EF4-FFF2-40B4-BE49-F238E27FC236}">
                <a16:creationId xmlns:a16="http://schemas.microsoft.com/office/drawing/2014/main" id="{4B9FA7DF-7EC9-4AC4-8236-3337FF3CB380}"/>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university1652_satellite_to_drone/university1652_satellite_to_drone/seed-2/full/success-prefix">
            <a:extLst xmlns:a="http://schemas.openxmlformats.org/drawingml/2006/main">
              <a:ext uri="{FF2B5EF4-FFF2-40B4-BE49-F238E27FC236}">
                <a16:creationId xmlns:a16="http://schemas.microsoft.com/office/drawing/2014/main" id="{09809F2C-A106-49C6-914A-5282A9BC98F5}"/>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university1652_satellite_to_drone/university1652_satellite_to_drone/seed-3/heading">
            <a:extLst xmlns:a="http://schemas.openxmlformats.org/drawingml/2006/main">
              <a:ext uri="{FF2B5EF4-FFF2-40B4-BE49-F238E27FC236}">
                <a16:creationId xmlns:a16="http://schemas.microsoft.com/office/drawing/2014/main" id="{D8DEB1E1-094A-433D-9D0E-1EAD13312236}"/>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university1652_satellite_to_drone/university1652_satellite_to_drone/seed-3/y-grid-0">
            <a:extLst xmlns:a="http://schemas.openxmlformats.org/drawingml/2006/main">
              <a:ext uri="{FF2B5EF4-FFF2-40B4-BE49-F238E27FC236}">
                <a16:creationId xmlns:a16="http://schemas.microsoft.com/office/drawing/2014/main" id="{FF8B1FDB-BE18-4899-9ABE-D5D3463E5EDF}"/>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university1652_satellite_to_drone/university1652_satellite_to_drone/seed-3/y-label-0">
            <a:extLst xmlns:a="http://schemas.openxmlformats.org/drawingml/2006/main">
              <a:ext uri="{FF2B5EF4-FFF2-40B4-BE49-F238E27FC236}">
                <a16:creationId xmlns:a16="http://schemas.microsoft.com/office/drawing/2014/main" id="{E0BDDFF1-CD36-425B-A0D5-E51896E52E38}"/>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university1652_satellite_to_drone/university1652_satellite_to_drone/seed-3/x-tick-0">
            <a:extLst xmlns:a="http://schemas.openxmlformats.org/drawingml/2006/main">
              <a:ext uri="{FF2B5EF4-FFF2-40B4-BE49-F238E27FC236}">
                <a16:creationId xmlns:a16="http://schemas.microsoft.com/office/drawing/2014/main" id="{3A17615B-4597-4AA5-82C0-1039EFCDE4BA}"/>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university1652_satellite_to_drone/university1652_satellite_to_drone/seed-3/x-label-0">
            <a:extLst xmlns:a="http://schemas.openxmlformats.org/drawingml/2006/main">
              <a:ext uri="{FF2B5EF4-FFF2-40B4-BE49-F238E27FC236}">
                <a16:creationId xmlns:a16="http://schemas.microsoft.com/office/drawing/2014/main" id="{1C35FE74-6D88-48A2-93A9-9F11E3CC828E}"/>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university1652_satellite_to_drone/university1652_satellite_to_drone/seed-3/y-grid-25">
            <a:extLst xmlns:a="http://schemas.openxmlformats.org/drawingml/2006/main">
              <a:ext uri="{FF2B5EF4-FFF2-40B4-BE49-F238E27FC236}">
                <a16:creationId xmlns:a16="http://schemas.microsoft.com/office/drawing/2014/main" id="{1274A217-2FEA-4F3E-9862-28F68DC8D440}"/>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university1652_satellite_to_drone/university1652_satellite_to_drone/seed-3/y-label-25">
            <a:extLst xmlns:a="http://schemas.openxmlformats.org/drawingml/2006/main">
              <a:ext uri="{FF2B5EF4-FFF2-40B4-BE49-F238E27FC236}">
                <a16:creationId xmlns:a16="http://schemas.microsoft.com/office/drawing/2014/main" id="{53C2F059-7B78-4975-BE6E-2277B37DD7F7}"/>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university1652_satellite_to_drone/university1652_satellite_to_drone/seed-3/x-tick-25">
            <a:extLst xmlns:a="http://schemas.openxmlformats.org/drawingml/2006/main">
              <a:ext uri="{FF2B5EF4-FFF2-40B4-BE49-F238E27FC236}">
                <a16:creationId xmlns:a16="http://schemas.microsoft.com/office/drawing/2014/main" id="{289CD532-1457-4DAB-B7AC-C29511D5C856}"/>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university1652_satellite_to_drone/university1652_satellite_to_drone/seed-3/x-label-25">
            <a:extLst xmlns:a="http://schemas.openxmlformats.org/drawingml/2006/main">
              <a:ext uri="{FF2B5EF4-FFF2-40B4-BE49-F238E27FC236}">
                <a16:creationId xmlns:a16="http://schemas.microsoft.com/office/drawing/2014/main" id="{FFFCFD8F-5F7F-45EA-9977-8F485F84975A}"/>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university1652_satellite_to_drone/university1652_satellite_to_drone/seed-3/y-grid-50">
            <a:extLst xmlns:a="http://schemas.openxmlformats.org/drawingml/2006/main">
              <a:ext uri="{FF2B5EF4-FFF2-40B4-BE49-F238E27FC236}">
                <a16:creationId xmlns:a16="http://schemas.microsoft.com/office/drawing/2014/main" id="{FE798862-6D32-4541-80ED-D581AC6B1E4A}"/>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university1652_satellite_to_drone/university1652_satellite_to_drone/seed-3/y-label-50">
            <a:extLst xmlns:a="http://schemas.openxmlformats.org/drawingml/2006/main">
              <a:ext uri="{FF2B5EF4-FFF2-40B4-BE49-F238E27FC236}">
                <a16:creationId xmlns:a16="http://schemas.microsoft.com/office/drawing/2014/main" id="{0C2A6827-E2D7-4325-9BC6-22978660F936}"/>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university1652_satellite_to_drone/university1652_satellite_to_drone/seed-3/x-tick-50">
            <a:extLst xmlns:a="http://schemas.openxmlformats.org/drawingml/2006/main">
              <a:ext uri="{FF2B5EF4-FFF2-40B4-BE49-F238E27FC236}">
                <a16:creationId xmlns:a16="http://schemas.microsoft.com/office/drawing/2014/main" id="{C1170BE1-2F72-4B25-99C8-FD08C4CC151D}"/>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university1652_satellite_to_drone/university1652_satellite_to_drone/seed-3/x-label-50">
            <a:extLst xmlns:a="http://schemas.openxmlformats.org/drawingml/2006/main">
              <a:ext uri="{FF2B5EF4-FFF2-40B4-BE49-F238E27FC236}">
                <a16:creationId xmlns:a16="http://schemas.microsoft.com/office/drawing/2014/main" id="{950356EF-FE44-4128-8D2E-2E995FAECE8B}"/>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university1652_satellite_to_drone/university1652_satellite_to_drone/seed-3/y-grid-75">
            <a:extLst xmlns:a="http://schemas.openxmlformats.org/drawingml/2006/main">
              <a:ext uri="{FF2B5EF4-FFF2-40B4-BE49-F238E27FC236}">
                <a16:creationId xmlns:a16="http://schemas.microsoft.com/office/drawing/2014/main" id="{70D97A12-A27B-446F-AF83-D3E04342ADF5}"/>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university1652_satellite_to_drone/university1652_satellite_to_drone/seed-3/y-label-75">
            <a:extLst xmlns:a="http://schemas.openxmlformats.org/drawingml/2006/main">
              <a:ext uri="{FF2B5EF4-FFF2-40B4-BE49-F238E27FC236}">
                <a16:creationId xmlns:a16="http://schemas.microsoft.com/office/drawing/2014/main" id="{819F7E54-2F67-477F-A5E1-497C7D7D87AB}"/>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university1652_satellite_to_drone/university1652_satellite_to_drone/seed-3/x-tick-75">
            <a:extLst xmlns:a="http://schemas.openxmlformats.org/drawingml/2006/main">
              <a:ext uri="{FF2B5EF4-FFF2-40B4-BE49-F238E27FC236}">
                <a16:creationId xmlns:a16="http://schemas.microsoft.com/office/drawing/2014/main" id="{DAC0B724-4CB3-4B63-84BD-0C1445B53733}"/>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university1652_satellite_to_drone/university1652_satellite_to_drone/seed-3/x-label-75">
            <a:extLst xmlns:a="http://schemas.openxmlformats.org/drawingml/2006/main">
              <a:ext uri="{FF2B5EF4-FFF2-40B4-BE49-F238E27FC236}">
                <a16:creationId xmlns:a16="http://schemas.microsoft.com/office/drawing/2014/main" id="{3C445927-A5D5-432E-AE21-E7845F50F078}"/>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university1652_satellite_to_drone/university1652_satellite_to_drone/seed-3/y-grid-100">
            <a:extLst xmlns:a="http://schemas.openxmlformats.org/drawingml/2006/main">
              <a:ext uri="{FF2B5EF4-FFF2-40B4-BE49-F238E27FC236}">
                <a16:creationId xmlns:a16="http://schemas.microsoft.com/office/drawing/2014/main" id="{DD4E3CCD-07A6-49BE-AD23-1C6367C92EF1}"/>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university1652_satellite_to_drone/university1652_satellite_to_drone/seed-3/y-label-100">
            <a:extLst xmlns:a="http://schemas.openxmlformats.org/drawingml/2006/main">
              <a:ext uri="{FF2B5EF4-FFF2-40B4-BE49-F238E27FC236}">
                <a16:creationId xmlns:a16="http://schemas.microsoft.com/office/drawing/2014/main" id="{EBFF1268-CE14-4B89-B253-1CA0B2E2580A}"/>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university1652_satellite_to_drone/university1652_satellite_to_drone/seed-3/x-tick-100">
            <a:extLst xmlns:a="http://schemas.openxmlformats.org/drawingml/2006/main">
              <a:ext uri="{FF2B5EF4-FFF2-40B4-BE49-F238E27FC236}">
                <a16:creationId xmlns:a16="http://schemas.microsoft.com/office/drawing/2014/main" id="{00F5226E-E716-4C93-BA8C-A9B1E15745BC}"/>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university1652_satellite_to_drone/university1652_satellite_to_drone/seed-3/x-label-100">
            <a:extLst xmlns:a="http://schemas.openxmlformats.org/drawingml/2006/main">
              <a:ext uri="{FF2B5EF4-FFF2-40B4-BE49-F238E27FC236}">
                <a16:creationId xmlns:a16="http://schemas.microsoft.com/office/drawing/2014/main" id="{C161F14B-B233-4469-95B0-BCA7EE56E7C5}"/>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university1652_satellite_to_drone/university1652_satellite_to_drone/seed-3/y-axis">
            <a:extLst xmlns:a="http://schemas.openxmlformats.org/drawingml/2006/main">
              <a:ext uri="{FF2B5EF4-FFF2-40B4-BE49-F238E27FC236}">
                <a16:creationId xmlns:a16="http://schemas.microsoft.com/office/drawing/2014/main" id="{00C49C85-8BD6-4B82-95CA-AB490ECE5258}"/>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university1652_satellite_to_drone/university1652_satellite_to_drone/seed-3/x-axis">
            <a:extLst xmlns:a="http://schemas.openxmlformats.org/drawingml/2006/main">
              <a:ext uri="{FF2B5EF4-FFF2-40B4-BE49-F238E27FC236}">
                <a16:creationId xmlns:a16="http://schemas.microsoft.com/office/drawing/2014/main" id="{5181A49D-88F3-471B-B1D8-68CCB170D61B}"/>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university1652_satellite_to_drone/university1652_satellite_to_drone/seed-3/visual/guide-1-2">
            <a:extLst xmlns:a="http://schemas.openxmlformats.org/drawingml/2006/main">
              <a:ext uri="{FF2B5EF4-FFF2-40B4-BE49-F238E27FC236}">
                <a16:creationId xmlns:a16="http://schemas.microsoft.com/office/drawing/2014/main" id="{5659528B-D278-4FBA-A4EA-BF2B4D059D0E}"/>
              </a:ext>
            </a:extLst>
          </p:cNvPr>
          <p:cNvSpPr>
            <a:spLocks xmlns:a="http://schemas.openxmlformats.org/drawingml/2006/main" noGrp="1"/>
          </p:cNvSpPr>
          <p:nvPr/>
        </p:nvSpPr>
        <p:spPr>
          <a:xfrm xmlns:a="http://schemas.openxmlformats.org/drawingml/2006/main" flipV="1">
            <a:off x="5347841" y="2184889"/>
            <a:ext cx="399479" cy="24581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university1652_satellite_to_drone/university1652_satellite_to_drone/seed-3/visual/guide-2-3">
            <a:extLst xmlns:a="http://schemas.openxmlformats.org/drawingml/2006/main">
              <a:ext uri="{FF2B5EF4-FFF2-40B4-BE49-F238E27FC236}">
                <a16:creationId xmlns:a16="http://schemas.microsoft.com/office/drawing/2014/main" id="{48D8BA4B-B30E-4731-8058-119A9F1AE3F6}"/>
              </a:ext>
            </a:extLst>
          </p:cNvPr>
          <p:cNvSpPr>
            <a:spLocks xmlns:a="http://schemas.openxmlformats.org/drawingml/2006/main" noGrp="1"/>
          </p:cNvSpPr>
          <p:nvPr/>
        </p:nvSpPr>
        <p:spPr>
          <a:xfrm xmlns:a="http://schemas.openxmlformats.org/drawingml/2006/main" flipV="1">
            <a:off x="5747321" y="2059665"/>
            <a:ext cx="239688" cy="125225"/>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university1652_satellite_to_drone/university1652_satellite_to_drone/seed-3/visual/guide-3-4">
            <a:extLst xmlns:a="http://schemas.openxmlformats.org/drawingml/2006/main">
              <a:ext uri="{FF2B5EF4-FFF2-40B4-BE49-F238E27FC236}">
                <a16:creationId xmlns:a16="http://schemas.microsoft.com/office/drawing/2014/main" id="{B111656D-478D-4FDF-8B9A-AD9914FD1161}"/>
              </a:ext>
            </a:extLst>
          </p:cNvPr>
          <p:cNvSpPr>
            <a:spLocks xmlns:a="http://schemas.openxmlformats.org/drawingml/2006/main" noGrp="1"/>
          </p:cNvSpPr>
          <p:nvPr/>
        </p:nvSpPr>
        <p:spPr>
          <a:xfrm xmlns:a="http://schemas.openxmlformats.org/drawingml/2006/main" flipV="1">
            <a:off x="5987008" y="1971544"/>
            <a:ext cx="159792" cy="8812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university1652_satellite_to_drone/university1652_satellite_to_drone/seed-3/visual/point-cov-0.5">
            <a:extLst xmlns:a="http://schemas.openxmlformats.org/drawingml/2006/main">
              <a:ext uri="{FF2B5EF4-FFF2-40B4-BE49-F238E27FC236}">
                <a16:creationId xmlns:a16="http://schemas.microsoft.com/office/drawing/2014/main" id="{FC3685C2-74AD-4EA8-A559-445B0C6F8258}"/>
              </a:ext>
            </a:extLst>
          </p:cNvPr>
          <p:cNvSpPr>
            <a:spLocks xmlns:a="http://schemas.openxmlformats.org/drawingml/2006/main" noGrp="1"/>
          </p:cNvSpPr>
          <p:nvPr/>
        </p:nvSpPr>
        <p:spPr>
          <a:xfrm xmlns:a="http://schemas.openxmlformats.org/drawingml/2006/main">
            <a:off x="5317996" y="24008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university1652_satellite_to_drone/university1652_satellite_to_drone/seed-3/visual/point-cov-0.75">
            <a:extLst xmlns:a="http://schemas.openxmlformats.org/drawingml/2006/main">
              <a:ext uri="{FF2B5EF4-FFF2-40B4-BE49-F238E27FC236}">
                <a16:creationId xmlns:a16="http://schemas.microsoft.com/office/drawing/2014/main" id="{91764FD6-0CF9-4F1A-8D48-F19681E62631}"/>
              </a:ext>
            </a:extLst>
          </p:cNvPr>
          <p:cNvSpPr>
            <a:spLocks xmlns:a="http://schemas.openxmlformats.org/drawingml/2006/main" noGrp="1"/>
          </p:cNvSpPr>
          <p:nvPr/>
        </p:nvSpPr>
        <p:spPr>
          <a:xfrm xmlns:a="http://schemas.openxmlformats.org/drawingml/2006/main">
            <a:off x="5717476" y="2155044"/>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university1652_satellite_to_drone/university1652_satellite_to_drone/seed-3/visual/point-cov-0.9">
            <a:extLst xmlns:a="http://schemas.openxmlformats.org/drawingml/2006/main">
              <a:ext uri="{FF2B5EF4-FFF2-40B4-BE49-F238E27FC236}">
                <a16:creationId xmlns:a16="http://schemas.microsoft.com/office/drawing/2014/main" id="{55778CD9-D4FB-4AA6-9198-840593BC2BF8}"/>
              </a:ext>
            </a:extLst>
          </p:cNvPr>
          <p:cNvSpPr>
            <a:spLocks xmlns:a="http://schemas.openxmlformats.org/drawingml/2006/main" noGrp="1"/>
          </p:cNvSpPr>
          <p:nvPr/>
        </p:nvSpPr>
        <p:spPr>
          <a:xfrm xmlns:a="http://schemas.openxmlformats.org/drawingml/2006/main">
            <a:off x="5957163" y="202982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university1652_satellite_to_drone/university1652_satellite_to_drone/seed-3/visual/point-cov-1">
            <a:extLst xmlns:a="http://schemas.openxmlformats.org/drawingml/2006/main">
              <a:ext uri="{FF2B5EF4-FFF2-40B4-BE49-F238E27FC236}">
                <a16:creationId xmlns:a16="http://schemas.microsoft.com/office/drawing/2014/main" id="{D5922B64-5512-42EB-8E04-DFEA12C3B0FD}"/>
              </a:ext>
            </a:extLst>
          </p:cNvPr>
          <p:cNvSpPr>
            <a:spLocks xmlns:a="http://schemas.openxmlformats.org/drawingml/2006/main" noGrp="1"/>
          </p:cNvSpPr>
          <p:nvPr/>
        </p:nvSpPr>
        <p:spPr>
          <a:xfrm xmlns:a="http://schemas.openxmlformats.org/drawingml/2006/main">
            <a:off x="6116955" y="194169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university1652_satellite_to_drone/university1652_satellite_to_drone/seed-3/full/guide-1-2">
            <a:extLst xmlns:a="http://schemas.openxmlformats.org/drawingml/2006/main">
              <a:ext uri="{FF2B5EF4-FFF2-40B4-BE49-F238E27FC236}">
                <a16:creationId xmlns:a16="http://schemas.microsoft.com/office/drawing/2014/main" id="{D736CB2C-C96C-403A-9356-2A591B991CE1}"/>
              </a:ext>
            </a:extLst>
          </p:cNvPr>
          <p:cNvSpPr>
            <a:spLocks xmlns:a="http://schemas.openxmlformats.org/drawingml/2006/main" noGrp="1"/>
          </p:cNvSpPr>
          <p:nvPr/>
        </p:nvSpPr>
        <p:spPr>
          <a:xfrm xmlns:a="http://schemas.openxmlformats.org/drawingml/2006/main" flipV="1">
            <a:off x="5347841" y="2372726"/>
            <a:ext cx="399479" cy="169285"/>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university1652_satellite_to_drone/university1652_satellite_to_drone/seed-3/full/guide-2-3">
            <a:extLst xmlns:a="http://schemas.openxmlformats.org/drawingml/2006/main">
              <a:ext uri="{FF2B5EF4-FFF2-40B4-BE49-F238E27FC236}">
                <a16:creationId xmlns:a16="http://schemas.microsoft.com/office/drawing/2014/main" id="{4D1648C0-D190-43ED-A33F-4B68B0FB9424}"/>
              </a:ext>
            </a:extLst>
          </p:cNvPr>
          <p:cNvSpPr>
            <a:spLocks xmlns:a="http://schemas.openxmlformats.org/drawingml/2006/main" noGrp="1"/>
          </p:cNvSpPr>
          <p:nvPr/>
        </p:nvSpPr>
        <p:spPr>
          <a:xfrm xmlns:a="http://schemas.openxmlformats.org/drawingml/2006/main" flipV="1">
            <a:off x="5747321" y="2242863"/>
            <a:ext cx="239688" cy="12986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university1652_satellite_to_drone/university1652_satellite_to_drone/seed-3/full/guide-3-4">
            <a:extLst xmlns:a="http://schemas.openxmlformats.org/drawingml/2006/main">
              <a:ext uri="{FF2B5EF4-FFF2-40B4-BE49-F238E27FC236}">
                <a16:creationId xmlns:a16="http://schemas.microsoft.com/office/drawing/2014/main" id="{C2A197B7-D636-4D3C-98A9-985071DEA8D5}"/>
              </a:ext>
            </a:extLst>
          </p:cNvPr>
          <p:cNvSpPr>
            <a:spLocks xmlns:a="http://schemas.openxmlformats.org/drawingml/2006/main" noGrp="1"/>
          </p:cNvSpPr>
          <p:nvPr/>
        </p:nvSpPr>
        <p:spPr>
          <a:xfrm xmlns:a="http://schemas.openxmlformats.org/drawingml/2006/main" flipV="1">
            <a:off x="5987008" y="2175613"/>
            <a:ext cx="159792" cy="6725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university1652_satellite_to_drone/university1652_satellite_to_drone/seed-3/full/point-cov-0.5">
            <a:extLst xmlns:a="http://schemas.openxmlformats.org/drawingml/2006/main">
              <a:ext uri="{FF2B5EF4-FFF2-40B4-BE49-F238E27FC236}">
                <a16:creationId xmlns:a16="http://schemas.microsoft.com/office/drawing/2014/main" id="{68FA6E69-F2C3-40B7-A7E0-45035C497A63}"/>
              </a:ext>
            </a:extLst>
          </p:cNvPr>
          <p:cNvSpPr>
            <a:spLocks xmlns:a="http://schemas.openxmlformats.org/drawingml/2006/main" noGrp="1"/>
          </p:cNvSpPr>
          <p:nvPr/>
        </p:nvSpPr>
        <p:spPr>
          <a:xfrm xmlns:a="http://schemas.openxmlformats.org/drawingml/2006/main">
            <a:off x="5323711" y="2517881"/>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university1652_satellite_to_drone/university1652_satellite_to_drone/seed-3/full/point-cov-0.75">
            <a:extLst xmlns:a="http://schemas.openxmlformats.org/drawingml/2006/main">
              <a:ext uri="{FF2B5EF4-FFF2-40B4-BE49-F238E27FC236}">
                <a16:creationId xmlns:a16="http://schemas.microsoft.com/office/drawing/2014/main" id="{344FDA68-732B-40F5-BBC6-10AE9284B0FE}"/>
              </a:ext>
            </a:extLst>
          </p:cNvPr>
          <p:cNvSpPr>
            <a:spLocks xmlns:a="http://schemas.openxmlformats.org/drawingml/2006/main" noGrp="1"/>
          </p:cNvSpPr>
          <p:nvPr/>
        </p:nvSpPr>
        <p:spPr>
          <a:xfrm xmlns:a="http://schemas.openxmlformats.org/drawingml/2006/main">
            <a:off x="5723191" y="234859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university1652_satellite_to_drone/university1652_satellite_to_drone/seed-3/full/point-cov-0.9">
            <a:extLst xmlns:a="http://schemas.openxmlformats.org/drawingml/2006/main">
              <a:ext uri="{FF2B5EF4-FFF2-40B4-BE49-F238E27FC236}">
                <a16:creationId xmlns:a16="http://schemas.microsoft.com/office/drawing/2014/main" id="{08A7DEAB-88CE-4BDC-ACB8-74684110A698}"/>
              </a:ext>
            </a:extLst>
          </p:cNvPr>
          <p:cNvSpPr>
            <a:spLocks xmlns:a="http://schemas.openxmlformats.org/drawingml/2006/main" noGrp="1"/>
          </p:cNvSpPr>
          <p:nvPr/>
        </p:nvSpPr>
        <p:spPr>
          <a:xfrm xmlns:a="http://schemas.openxmlformats.org/drawingml/2006/main">
            <a:off x="5962878" y="221873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university1652_satellite_to_drone/university1652_satellite_to_drone/seed-3/full/point-cov-1">
            <a:extLst xmlns:a="http://schemas.openxmlformats.org/drawingml/2006/main">
              <a:ext uri="{FF2B5EF4-FFF2-40B4-BE49-F238E27FC236}">
                <a16:creationId xmlns:a16="http://schemas.microsoft.com/office/drawing/2014/main" id="{63A70D34-D6DE-4365-9834-6BE9C193477D}"/>
              </a:ext>
            </a:extLst>
          </p:cNvPr>
          <p:cNvSpPr>
            <a:spLocks xmlns:a="http://schemas.openxmlformats.org/drawingml/2006/main" noGrp="1"/>
          </p:cNvSpPr>
          <p:nvPr/>
        </p:nvSpPr>
        <p:spPr>
          <a:xfrm xmlns:a="http://schemas.openxmlformats.org/drawingml/2006/main">
            <a:off x="6122670" y="215148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university1652_satellite_to_drone/university1652_satellite_to_drone/seed-3/count/N">
            <a:extLst xmlns:a="http://schemas.openxmlformats.org/drawingml/2006/main">
              <a:ext uri="{FF2B5EF4-FFF2-40B4-BE49-F238E27FC236}">
                <a16:creationId xmlns:a16="http://schemas.microsoft.com/office/drawing/2014/main" id="{52F20DC9-EB60-4229-99CC-1316DCFA33DB}"/>
              </a:ext>
            </a:extLst>
          </p:cNvPr>
          <p:cNvSpPr>
            <a:spLocks xmlns:a="http://schemas.openxmlformats.org/drawingml/2006/main" noGrp="1"/>
          </p:cNvSpPr>
          <p:nvPr/>
        </p:nvSpPr>
        <p:spPr>
          <a:xfrm xmlns:a="http://schemas.openxmlformats.org/drawingml/2006/main">
            <a:off x="4906169" y="3500628"/>
            <a:ext cx="8810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701</a:t>
            </a:r>
          </a:p>
        </p:txBody>
      </p:sp>
      <p:sp>
        <p:nvSpPr>
          <p:cNvPr id="184" name="university1652_satellite_to_drone/university1652_satellite_to_drone/seed-3/count/header/requested">
            <a:extLst xmlns:a="http://schemas.openxmlformats.org/drawingml/2006/main">
              <a:ext uri="{FF2B5EF4-FFF2-40B4-BE49-F238E27FC236}">
                <a16:creationId xmlns:a16="http://schemas.microsoft.com/office/drawing/2014/main" id="{43CDD404-5E50-4C53-A043-E00C8E5F2A3A}"/>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university1652_satellite_to_drone/university1652_satellite_to_drone/seed-3/count/header/kN">
            <a:extLst xmlns:a="http://schemas.openxmlformats.org/drawingml/2006/main">
              <a:ext uri="{FF2B5EF4-FFF2-40B4-BE49-F238E27FC236}">
                <a16:creationId xmlns:a16="http://schemas.microsoft.com/office/drawing/2014/main" id="{691528D7-C9E6-48E6-90A6-1B6B55A85557}"/>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university1652_satellite_to_drone/university1652_satellite_to_drone/seed-3/count/header/overlap">
            <a:extLst xmlns:a="http://schemas.openxmlformats.org/drawingml/2006/main">
              <a:ext uri="{FF2B5EF4-FFF2-40B4-BE49-F238E27FC236}">
                <a16:creationId xmlns:a16="http://schemas.microsoft.com/office/drawing/2014/main" id="{8622D056-39C8-468E-8CB2-9336049C66C6}"/>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university1652_satellite_to_drone/university1652_satellite_to_drone/seed-3/count/header/rule">
            <a:extLst xmlns:a="http://schemas.openxmlformats.org/drawingml/2006/main">
              <a:ext uri="{FF2B5EF4-FFF2-40B4-BE49-F238E27FC236}">
                <a16:creationId xmlns:a16="http://schemas.microsoft.com/office/drawing/2014/main" id="{CD2144F8-6FF7-4B74-8D31-98C0B5811CB4}"/>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university1652_satellite_to_drone/university1652_satellite_to_drone/seed-3/count/cov-0.5/requested">
            <a:extLst xmlns:a="http://schemas.openxmlformats.org/drawingml/2006/main">
              <a:ext uri="{FF2B5EF4-FFF2-40B4-BE49-F238E27FC236}">
                <a16:creationId xmlns:a16="http://schemas.microsoft.com/office/drawing/2014/main" id="{8ABD18F3-73B2-4103-A194-D782D91195F8}"/>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university1652_satellite_to_drone/university1652_satellite_to_drone/seed-3/count/cov-0.5/kN">
            <a:extLst xmlns:a="http://schemas.openxmlformats.org/drawingml/2006/main">
              <a:ext uri="{FF2B5EF4-FFF2-40B4-BE49-F238E27FC236}">
                <a16:creationId xmlns:a16="http://schemas.microsoft.com/office/drawing/2014/main" id="{FEDEE579-ADBE-41E3-A241-BEA48B9409F2}"/>
              </a:ext>
            </a:extLst>
          </p:cNvPr>
          <p:cNvSpPr>
            <a:spLocks xmlns:a="http://schemas.openxmlformats.org/drawingml/2006/main" noGrp="1"/>
          </p:cNvSpPr>
          <p:nvPr/>
        </p:nvSpPr>
        <p:spPr>
          <a:xfrm xmlns:a="http://schemas.openxmlformats.org/drawingml/2006/main">
            <a:off x="5133086" y="39197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351/701</a:t>
            </a:r>
          </a:p>
        </p:txBody>
      </p:sp>
      <p:sp>
        <p:nvSpPr>
          <p:cNvPr id="190" name="university1652_satellite_to_drone/university1652_satellite_to_drone/seed-3/count/cov-0.5/overlap">
            <a:extLst xmlns:a="http://schemas.openxmlformats.org/drawingml/2006/main">
              <a:ext uri="{FF2B5EF4-FFF2-40B4-BE49-F238E27FC236}">
                <a16:creationId xmlns:a16="http://schemas.microsoft.com/office/drawing/2014/main" id="{72BE37EB-53A3-495D-A95F-4A3AF5E2E515}"/>
              </a:ext>
            </a:extLst>
          </p:cNvPr>
          <p:cNvSpPr>
            <a:spLocks xmlns:a="http://schemas.openxmlformats.org/drawingml/2006/main" noGrp="1"/>
          </p:cNvSpPr>
          <p:nvPr/>
        </p:nvSpPr>
        <p:spPr>
          <a:xfrm xmlns:a="http://schemas.openxmlformats.org/drawingml/2006/main">
            <a:off x="5866860" y="39197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183</a:t>
            </a:r>
          </a:p>
        </p:txBody>
      </p:sp>
      <p:sp>
        <p:nvSpPr>
          <p:cNvPr id="191" name="university1652_satellite_to_drone/university1652_satellite_to_drone/seed-3/count/cov-0.75/requested">
            <a:extLst xmlns:a="http://schemas.openxmlformats.org/drawingml/2006/main">
              <a:ext uri="{FF2B5EF4-FFF2-40B4-BE49-F238E27FC236}">
                <a16:creationId xmlns:a16="http://schemas.microsoft.com/office/drawing/2014/main" id="{C22E9B15-D767-40B2-BE71-2AB3920236A1}"/>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university1652_satellite_to_drone/university1652_satellite_to_drone/seed-3/count/cov-0.75/kN">
            <a:extLst xmlns:a="http://schemas.openxmlformats.org/drawingml/2006/main">
              <a:ext uri="{FF2B5EF4-FFF2-40B4-BE49-F238E27FC236}">
                <a16:creationId xmlns:a16="http://schemas.microsoft.com/office/drawing/2014/main" id="{FD31561D-8CCF-42A0-AC34-919C52CD36F4}"/>
              </a:ext>
            </a:extLst>
          </p:cNvPr>
          <p:cNvSpPr>
            <a:spLocks xmlns:a="http://schemas.openxmlformats.org/drawingml/2006/main" noGrp="1"/>
          </p:cNvSpPr>
          <p:nvPr/>
        </p:nvSpPr>
        <p:spPr>
          <a:xfrm xmlns:a="http://schemas.openxmlformats.org/drawingml/2006/main">
            <a:off x="5133086" y="40975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526/701</a:t>
            </a:r>
          </a:p>
        </p:txBody>
      </p:sp>
      <p:sp>
        <p:nvSpPr>
          <p:cNvPr id="193" name="university1652_satellite_to_drone/university1652_satellite_to_drone/seed-3/count/cov-0.75/overlap">
            <a:extLst xmlns:a="http://schemas.openxmlformats.org/drawingml/2006/main">
              <a:ext uri="{FF2B5EF4-FFF2-40B4-BE49-F238E27FC236}">
                <a16:creationId xmlns:a16="http://schemas.microsoft.com/office/drawing/2014/main" id="{C2E74DB2-EC67-4E5B-9FF8-B68CBD64B235}"/>
              </a:ext>
            </a:extLst>
          </p:cNvPr>
          <p:cNvSpPr>
            <a:spLocks xmlns:a="http://schemas.openxmlformats.org/drawingml/2006/main" noGrp="1"/>
          </p:cNvSpPr>
          <p:nvPr/>
        </p:nvSpPr>
        <p:spPr>
          <a:xfrm xmlns:a="http://schemas.openxmlformats.org/drawingml/2006/main">
            <a:off x="5866860" y="40975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a:t>
            </a:r>
          </a:p>
        </p:txBody>
      </p:sp>
      <p:sp>
        <p:nvSpPr>
          <p:cNvPr id="194" name="university1652_satellite_to_drone/university1652_satellite_to_drone/seed-3/count/cov-0.9/requested">
            <a:extLst xmlns:a="http://schemas.openxmlformats.org/drawingml/2006/main">
              <a:ext uri="{FF2B5EF4-FFF2-40B4-BE49-F238E27FC236}">
                <a16:creationId xmlns:a16="http://schemas.microsoft.com/office/drawing/2014/main" id="{EB80DD2A-ECE9-4EDA-AEE5-5C228A270E68}"/>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university1652_satellite_to_drone/university1652_satellite_to_drone/seed-3/count/cov-0.9/kN">
            <a:extLst xmlns:a="http://schemas.openxmlformats.org/drawingml/2006/main">
              <a:ext uri="{FF2B5EF4-FFF2-40B4-BE49-F238E27FC236}">
                <a16:creationId xmlns:a16="http://schemas.microsoft.com/office/drawing/2014/main" id="{71733E4A-20B1-4EA0-9C4F-3F84943DBB06}"/>
              </a:ext>
            </a:extLst>
          </p:cNvPr>
          <p:cNvSpPr>
            <a:spLocks xmlns:a="http://schemas.openxmlformats.org/drawingml/2006/main" noGrp="1"/>
          </p:cNvSpPr>
          <p:nvPr/>
        </p:nvSpPr>
        <p:spPr>
          <a:xfrm xmlns:a="http://schemas.openxmlformats.org/drawingml/2006/main">
            <a:off x="5133086" y="42753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631/701</a:t>
            </a:r>
          </a:p>
        </p:txBody>
      </p:sp>
      <p:sp>
        <p:nvSpPr>
          <p:cNvPr id="196" name="university1652_satellite_to_drone/university1652_satellite_to_drone/seed-3/count/cov-0.9/overlap">
            <a:extLst xmlns:a="http://schemas.openxmlformats.org/drawingml/2006/main">
              <a:ext uri="{FF2B5EF4-FFF2-40B4-BE49-F238E27FC236}">
                <a16:creationId xmlns:a16="http://schemas.microsoft.com/office/drawing/2014/main" id="{2324BCAA-83CC-4CF6-8133-B7A799BCFDC3}"/>
              </a:ext>
            </a:extLst>
          </p:cNvPr>
          <p:cNvSpPr>
            <a:spLocks xmlns:a="http://schemas.openxmlformats.org/drawingml/2006/main" noGrp="1"/>
          </p:cNvSpPr>
          <p:nvPr/>
        </p:nvSpPr>
        <p:spPr>
          <a:xfrm xmlns:a="http://schemas.openxmlformats.org/drawingml/2006/main">
            <a:off x="5866860" y="42753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573</a:t>
            </a:r>
          </a:p>
        </p:txBody>
      </p:sp>
      <p:sp>
        <p:nvSpPr>
          <p:cNvPr id="197" name="university1652_satellite_to_drone/university1652_satellite_to_drone/seed-3/count/cov-1/requested">
            <a:extLst xmlns:a="http://schemas.openxmlformats.org/drawingml/2006/main">
              <a:ext uri="{FF2B5EF4-FFF2-40B4-BE49-F238E27FC236}">
                <a16:creationId xmlns:a16="http://schemas.microsoft.com/office/drawing/2014/main" id="{9C5C3710-6688-4AC5-904F-7F0DEEC74C3C}"/>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university1652_satellite_to_drone/university1652_satellite_to_drone/seed-3/count/cov-1/kN">
            <a:extLst xmlns:a="http://schemas.openxmlformats.org/drawingml/2006/main">
              <a:ext uri="{FF2B5EF4-FFF2-40B4-BE49-F238E27FC236}">
                <a16:creationId xmlns:a16="http://schemas.microsoft.com/office/drawing/2014/main" id="{4F94008C-7233-414F-AF45-8ED1EC013E2C}"/>
              </a:ext>
            </a:extLst>
          </p:cNvPr>
          <p:cNvSpPr>
            <a:spLocks xmlns:a="http://schemas.openxmlformats.org/drawingml/2006/main" noGrp="1"/>
          </p:cNvSpPr>
          <p:nvPr/>
        </p:nvSpPr>
        <p:spPr>
          <a:xfrm xmlns:a="http://schemas.openxmlformats.org/drawingml/2006/main">
            <a:off x="5133086" y="4453128"/>
            <a:ext cx="37642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701/701</a:t>
            </a:r>
          </a:p>
        </p:txBody>
      </p:sp>
      <p:sp>
        <p:nvSpPr>
          <p:cNvPr id="199" name="university1652_satellite_to_drone/university1652_satellite_to_drone/seed-3/count/cov-1/overlap">
            <a:extLst xmlns:a="http://schemas.openxmlformats.org/drawingml/2006/main">
              <a:ext uri="{FF2B5EF4-FFF2-40B4-BE49-F238E27FC236}">
                <a16:creationId xmlns:a16="http://schemas.microsoft.com/office/drawing/2014/main" id="{32509233-C4B4-4BB1-9741-67D26A8C6B33}"/>
              </a:ext>
            </a:extLst>
          </p:cNvPr>
          <p:cNvSpPr>
            <a:spLocks xmlns:a="http://schemas.openxmlformats.org/drawingml/2006/main" noGrp="1"/>
          </p:cNvSpPr>
          <p:nvPr/>
        </p:nvSpPr>
        <p:spPr>
          <a:xfrm xmlns:a="http://schemas.openxmlformats.org/drawingml/2006/main">
            <a:off x="5866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701</a:t>
            </a:r>
          </a:p>
        </p:txBody>
      </p:sp>
      <p:sp>
        <p:nvSpPr>
          <p:cNvPr id="200" name="university1652_satellite_to_drone/university1652_satellite_to_drone/seed-3/success/heading">
            <a:extLst xmlns:a="http://schemas.openxmlformats.org/drawingml/2006/main">
              <a:ext uri="{FF2B5EF4-FFF2-40B4-BE49-F238E27FC236}">
                <a16:creationId xmlns:a16="http://schemas.microsoft.com/office/drawing/2014/main" id="{BFFA2F95-711E-4343-A472-F51C1BDC596A}"/>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university1652_satellite_to_drone/university1652_satellite_to_drone/seed-3/success/cov-0.5/heading">
            <a:extLst xmlns:a="http://schemas.openxmlformats.org/drawingml/2006/main">
              <a:ext uri="{FF2B5EF4-FFF2-40B4-BE49-F238E27FC236}">
                <a16:creationId xmlns:a16="http://schemas.microsoft.com/office/drawing/2014/main" id="{4143D8A4-2E48-4293-AD3E-F1E83CD8D020}"/>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university1652_satellite_to_drone/university1652_satellite_to_drone/seed-3/visual/success-cov-0.5">
            <a:extLst xmlns:a="http://schemas.openxmlformats.org/drawingml/2006/main">
              <a:ext uri="{FF2B5EF4-FFF2-40B4-BE49-F238E27FC236}">
                <a16:creationId xmlns:a16="http://schemas.microsoft.com/office/drawing/2014/main" id="{DFB99316-22D8-488A-BB96-1B290FBE01ED}"/>
              </a:ext>
            </a:extLst>
          </p:cNvPr>
          <p:cNvSpPr>
            <a:spLocks xmlns:a="http://schemas.openxmlformats.org/drawingml/2006/main" noGrp="1"/>
          </p:cNvSpPr>
          <p:nvPr/>
        </p:nvSpPr>
        <p:spPr>
          <a:xfrm xmlns:a="http://schemas.openxmlformats.org/drawingml/2006/main">
            <a:off x="45866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27.817</a:t>
            </a:r>
          </a:p>
        </p:txBody>
      </p:sp>
      <p:sp>
        <p:nvSpPr>
          <p:cNvPr id="203" name="university1652_satellite_to_drone/university1652_satellite_to_drone/seed-3/full/success-cov-0.5">
            <a:extLst xmlns:a="http://schemas.openxmlformats.org/drawingml/2006/main">
              <a:ext uri="{FF2B5EF4-FFF2-40B4-BE49-F238E27FC236}">
                <a16:creationId xmlns:a16="http://schemas.microsoft.com/office/drawing/2014/main" id="{937D09EE-AD63-4B11-8D8C-6A92CC5EA5A0}"/>
              </a:ext>
            </a:extLst>
          </p:cNvPr>
          <p:cNvSpPr>
            <a:spLocks xmlns:a="http://schemas.openxmlformats.org/drawingml/2006/main" noGrp="1"/>
          </p:cNvSpPr>
          <p:nvPr/>
        </p:nvSpPr>
        <p:spPr>
          <a:xfrm xmlns:a="http://schemas.openxmlformats.org/drawingml/2006/main">
            <a:off x="45866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20.970</a:t>
            </a:r>
          </a:p>
        </p:txBody>
      </p:sp>
      <p:sp>
        <p:nvSpPr>
          <p:cNvPr id="204" name="university1652_satellite_to_drone/university1652_satellite_to_drone/seed-3/success/cov-0.75/heading">
            <a:extLst xmlns:a="http://schemas.openxmlformats.org/drawingml/2006/main">
              <a:ext uri="{FF2B5EF4-FFF2-40B4-BE49-F238E27FC236}">
                <a16:creationId xmlns:a16="http://schemas.microsoft.com/office/drawing/2014/main" id="{BC0FBFE4-739C-4184-90A6-2D3CF4C5B8EF}"/>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university1652_satellite_to_drone/university1652_satellite_to_drone/seed-3/visual/success-cov-0.75">
            <a:extLst xmlns:a="http://schemas.openxmlformats.org/drawingml/2006/main">
              <a:ext uri="{FF2B5EF4-FFF2-40B4-BE49-F238E27FC236}">
                <a16:creationId xmlns:a16="http://schemas.microsoft.com/office/drawing/2014/main" id="{23F329F1-BCA6-4B6B-B76D-A708E871925D}"/>
              </a:ext>
            </a:extLst>
          </p:cNvPr>
          <p:cNvSpPr>
            <a:spLocks xmlns:a="http://schemas.openxmlformats.org/drawingml/2006/main" noGrp="1"/>
          </p:cNvSpPr>
          <p:nvPr/>
        </p:nvSpPr>
        <p:spPr>
          <a:xfrm xmlns:a="http://schemas.openxmlformats.org/drawingml/2006/main">
            <a:off x="49867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42.939</a:t>
            </a:r>
          </a:p>
        </p:txBody>
      </p:sp>
      <p:sp>
        <p:nvSpPr>
          <p:cNvPr id="206" name="university1652_satellite_to_drone/university1652_satellite_to_drone/seed-3/full/success-cov-0.75">
            <a:extLst xmlns:a="http://schemas.openxmlformats.org/drawingml/2006/main">
              <a:ext uri="{FF2B5EF4-FFF2-40B4-BE49-F238E27FC236}">
                <a16:creationId xmlns:a16="http://schemas.microsoft.com/office/drawing/2014/main" id="{B1546413-7EF6-4F51-B509-A2049813C59E}"/>
              </a:ext>
            </a:extLst>
          </p:cNvPr>
          <p:cNvSpPr>
            <a:spLocks xmlns:a="http://schemas.openxmlformats.org/drawingml/2006/main" noGrp="1"/>
          </p:cNvSpPr>
          <p:nvPr/>
        </p:nvSpPr>
        <p:spPr>
          <a:xfrm xmlns:a="http://schemas.openxmlformats.org/drawingml/2006/main">
            <a:off x="49867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31.384</a:t>
            </a:r>
          </a:p>
        </p:txBody>
      </p:sp>
      <p:sp>
        <p:nvSpPr>
          <p:cNvPr id="207" name="university1652_satellite_to_drone/university1652_satellite_to_drone/seed-3/success/cov-0.9/heading">
            <a:extLst xmlns:a="http://schemas.openxmlformats.org/drawingml/2006/main">
              <a:ext uri="{FF2B5EF4-FFF2-40B4-BE49-F238E27FC236}">
                <a16:creationId xmlns:a16="http://schemas.microsoft.com/office/drawing/2014/main" id="{0F6F0F69-02AB-4912-B544-EF0005544F19}"/>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university1652_satellite_to_drone/university1652_satellite_to_drone/seed-3/visual/success-cov-0.9">
            <a:extLst xmlns:a="http://schemas.openxmlformats.org/drawingml/2006/main">
              <a:ext uri="{FF2B5EF4-FFF2-40B4-BE49-F238E27FC236}">
                <a16:creationId xmlns:a16="http://schemas.microsoft.com/office/drawing/2014/main" id="{E99F1BC3-25F6-4344-B3CD-88426B0144B7}"/>
              </a:ext>
            </a:extLst>
          </p:cNvPr>
          <p:cNvSpPr>
            <a:spLocks xmlns:a="http://schemas.openxmlformats.org/drawingml/2006/main" noGrp="1"/>
          </p:cNvSpPr>
          <p:nvPr/>
        </p:nvSpPr>
        <p:spPr>
          <a:xfrm xmlns:a="http://schemas.openxmlformats.org/drawingml/2006/main">
            <a:off x="53867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50.642</a:t>
            </a:r>
          </a:p>
        </p:txBody>
      </p:sp>
      <p:sp>
        <p:nvSpPr>
          <p:cNvPr id="209" name="university1652_satellite_to_drone/university1652_satellite_to_drone/seed-3/full/success-cov-0.9">
            <a:extLst xmlns:a="http://schemas.openxmlformats.org/drawingml/2006/main">
              <a:ext uri="{FF2B5EF4-FFF2-40B4-BE49-F238E27FC236}">
                <a16:creationId xmlns:a16="http://schemas.microsoft.com/office/drawing/2014/main" id="{54EFDA83-214E-4AB0-8452-A8625D46274A}"/>
              </a:ext>
            </a:extLst>
          </p:cNvPr>
          <p:cNvSpPr>
            <a:spLocks xmlns:a="http://schemas.openxmlformats.org/drawingml/2006/main" noGrp="1"/>
          </p:cNvSpPr>
          <p:nvPr/>
        </p:nvSpPr>
        <p:spPr>
          <a:xfrm xmlns:a="http://schemas.openxmlformats.org/drawingml/2006/main">
            <a:off x="53867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39.372</a:t>
            </a:r>
          </a:p>
        </p:txBody>
      </p:sp>
      <p:sp>
        <p:nvSpPr>
          <p:cNvPr id="210" name="university1652_satellite_to_drone/university1652_satellite_to_drone/seed-3/success/cov-1/heading">
            <a:extLst xmlns:a="http://schemas.openxmlformats.org/drawingml/2006/main">
              <a:ext uri="{FF2B5EF4-FFF2-40B4-BE49-F238E27FC236}">
                <a16:creationId xmlns:a16="http://schemas.microsoft.com/office/drawing/2014/main" id="{B1720660-921A-401E-9863-FE2C5418AF3E}"/>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university1652_satellite_to_drone/university1652_satellite_to_drone/seed-3/visual/success-cov-1">
            <a:extLst xmlns:a="http://schemas.openxmlformats.org/drawingml/2006/main">
              <a:ext uri="{FF2B5EF4-FFF2-40B4-BE49-F238E27FC236}">
                <a16:creationId xmlns:a16="http://schemas.microsoft.com/office/drawing/2014/main" id="{1911EDC8-A9B2-458A-A5DE-3A2E8695AE9D}"/>
              </a:ext>
            </a:extLst>
          </p:cNvPr>
          <p:cNvSpPr>
            <a:spLocks xmlns:a="http://schemas.openxmlformats.org/drawingml/2006/main" noGrp="1"/>
          </p:cNvSpPr>
          <p:nvPr/>
        </p:nvSpPr>
        <p:spPr>
          <a:xfrm xmlns:a="http://schemas.openxmlformats.org/drawingml/2006/main">
            <a:off x="57868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56.063</a:t>
            </a:r>
          </a:p>
        </p:txBody>
      </p:sp>
      <p:sp>
        <p:nvSpPr>
          <p:cNvPr id="212" name="university1652_satellite_to_drone/university1652_satellite_to_drone/seed-3/full/success-cov-1">
            <a:extLst xmlns:a="http://schemas.openxmlformats.org/drawingml/2006/main">
              <a:ext uri="{FF2B5EF4-FFF2-40B4-BE49-F238E27FC236}">
                <a16:creationId xmlns:a16="http://schemas.microsoft.com/office/drawing/2014/main" id="{880D1255-AD86-4AA3-901A-CE74D1890B99}"/>
              </a:ext>
            </a:extLst>
          </p:cNvPr>
          <p:cNvSpPr>
            <a:spLocks xmlns:a="http://schemas.openxmlformats.org/drawingml/2006/main" noGrp="1"/>
          </p:cNvSpPr>
          <p:nvPr/>
        </p:nvSpPr>
        <p:spPr>
          <a:xfrm xmlns:a="http://schemas.openxmlformats.org/drawingml/2006/main">
            <a:off x="57868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43.509</a:t>
            </a:r>
          </a:p>
        </p:txBody>
      </p:sp>
      <p:sp>
        <p:nvSpPr>
          <p:cNvPr id="213" name="university1652_satellite_to_drone/university1652_satellite_to_drone/seed-3/visual/success-prefix">
            <a:extLst xmlns:a="http://schemas.openxmlformats.org/drawingml/2006/main">
              <a:ext uri="{FF2B5EF4-FFF2-40B4-BE49-F238E27FC236}">
                <a16:creationId xmlns:a16="http://schemas.microsoft.com/office/drawing/2014/main" id="{A98B5D10-A34B-47FC-91F3-A39FA509D4F6}"/>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university1652_satellite_to_drone/university1652_satellite_to_drone/seed-3/full/success-prefix">
            <a:extLst xmlns:a="http://schemas.openxmlformats.org/drawingml/2006/main">
              <a:ext uri="{FF2B5EF4-FFF2-40B4-BE49-F238E27FC236}">
                <a16:creationId xmlns:a16="http://schemas.microsoft.com/office/drawing/2014/main" id="{AA36B31D-0C23-4364-BCF6-0E6415055B94}"/>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university1652_satellite_to_drone/x-axis-label">
            <a:extLst xmlns:a="http://schemas.openxmlformats.org/drawingml/2006/main">
              <a:ext uri="{FF2B5EF4-FFF2-40B4-BE49-F238E27FC236}">
                <a16:creationId xmlns:a16="http://schemas.microsoft.com/office/drawing/2014/main" id="{BCD9D0A5-EE30-4110-81F7-07E1AD76D3D3}"/>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university1652_satellite_to_drone/footnote-1">
            <a:extLst xmlns:a="http://schemas.openxmlformats.org/drawingml/2006/main">
              <a:ext uri="{FF2B5EF4-FFF2-40B4-BE49-F238E27FC236}">
                <a16:creationId xmlns:a16="http://schemas.microsoft.com/office/drawing/2014/main" id="{C02440AF-ADDE-48EE-8276-6D9062A91C37}"/>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university1652_satellite_to_drone/footnote-2">
            <a:extLst xmlns:a="http://schemas.openxmlformats.org/drawingml/2006/main">
              <a:ext uri="{FF2B5EF4-FFF2-40B4-BE49-F238E27FC236}">
                <a16:creationId xmlns:a16="http://schemas.microsoft.com/office/drawing/2014/main" id="{5DC91722-B143-457C-BC9C-CF2404DB4806}"/>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university1652_satellite_to_drone/footnote-3">
            <a:extLst xmlns:a="http://schemas.openxmlformats.org/drawingml/2006/main">
              <a:ext uri="{FF2B5EF4-FFF2-40B4-BE49-F238E27FC236}">
                <a16:creationId xmlns:a16="http://schemas.microsoft.com/office/drawing/2014/main" id="{7D168F54-66BA-474A-80EC-869015C39093}"/>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university1652_satellite_to_drone/footnote-4">
            <a:extLst xmlns:a="http://schemas.openxmlformats.org/drawingml/2006/main">
              <a:ext uri="{FF2B5EF4-FFF2-40B4-BE49-F238E27FC236}">
                <a16:creationId xmlns:a16="http://schemas.microsoft.com/office/drawing/2014/main" id="{2FE77370-CF49-4C45-9B6C-F0A4C792168F}"/>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university1652_satellite_to_drone/footnote-5">
            <a:extLst xmlns:a="http://schemas.openxmlformats.org/drawingml/2006/main">
              <a:ext uri="{FF2B5EF4-FFF2-40B4-BE49-F238E27FC236}">
                <a16:creationId xmlns:a16="http://schemas.microsoft.com/office/drawing/2014/main" id="{3C762137-2B89-4E0E-B2B3-DA3AF74228F4}"/>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university1652_satellite_to_drone/footnote-6">
            <a:extLst xmlns:a="http://schemas.openxmlformats.org/drawingml/2006/main">
              <a:ext uri="{FF2B5EF4-FFF2-40B4-BE49-F238E27FC236}">
                <a16:creationId xmlns:a16="http://schemas.microsoft.com/office/drawing/2014/main" id="{C8C01B66-8DAA-444B-A8D8-9AEDFE352090}"/>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9268520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university1652_street_to_satellite/title">
            <a:extLst xmlns:a="http://schemas.openxmlformats.org/drawingml/2006/main">
              <a:ext uri="{FF2B5EF4-FFF2-40B4-BE49-F238E27FC236}">
                <a16:creationId xmlns:a16="http://schemas.microsoft.com/office/drawing/2014/main" id="{80DB5EC1-98DA-40BA-8924-AC9A5F897930}"/>
              </a:ext>
            </a:extLst>
          </p:cNvPr>
          <p:cNvSpPr>
            <a:spLocks xmlns:a="http://schemas.openxmlformats.org/drawingml/2006/main" noGrp="1"/>
          </p:cNvSpPr>
          <p:nvPr/>
        </p:nvSpPr>
        <p:spPr>
          <a:xfrm xmlns:a="http://schemas.openxmlformats.org/drawingml/2006/main">
            <a:off x="190500" y="111760"/>
            <a:ext cx="2055781"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University-1652: Street → satellite</a:t>
            </a:r>
          </a:p>
        </p:txBody>
      </p:sp>
      <p:sp>
        <p:nvSpPr>
          <p:cNvPr id="2" name="university1652_street_to_satellite/subtitle">
            <a:extLst xmlns:a="http://schemas.openxmlformats.org/drawingml/2006/main">
              <a:ext uri="{FF2B5EF4-FFF2-40B4-BE49-F238E27FC236}">
                <a16:creationId xmlns:a16="http://schemas.microsoft.com/office/drawing/2014/main" id="{42DED890-3C54-4408-A540-EC60FE1E0FAA}"/>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university1652_street_to_satellite/legend/visual/marker">
            <a:extLst xmlns:a="http://schemas.openxmlformats.org/drawingml/2006/main">
              <a:ext uri="{FF2B5EF4-FFF2-40B4-BE49-F238E27FC236}">
                <a16:creationId xmlns:a16="http://schemas.microsoft.com/office/drawing/2014/main" id="{C4EB1E81-9AB5-44D9-B5D9-685F833344F4}"/>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university1652_street_to_satellite/legend/visual/text">
            <a:extLst xmlns:a="http://schemas.openxmlformats.org/drawingml/2006/main">
              <a:ext uri="{FF2B5EF4-FFF2-40B4-BE49-F238E27FC236}">
                <a16:creationId xmlns:a16="http://schemas.microsoft.com/office/drawing/2014/main" id="{BFDD0044-3EB5-46F8-A46E-58FAA15E0083}"/>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university1652_street_to_satellite/legend/full/marker">
            <a:extLst xmlns:a="http://schemas.openxmlformats.org/drawingml/2006/main">
              <a:ext uri="{FF2B5EF4-FFF2-40B4-BE49-F238E27FC236}">
                <a16:creationId xmlns:a16="http://schemas.microsoft.com/office/drawing/2014/main" id="{73AA5DC6-BC11-406E-AF2D-00CD477C15D2}"/>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university1652_street_to_satellite/legend/full/text">
            <a:extLst xmlns:a="http://schemas.openxmlformats.org/drawingml/2006/main">
              <a:ext uri="{FF2B5EF4-FFF2-40B4-BE49-F238E27FC236}">
                <a16:creationId xmlns:a16="http://schemas.microsoft.com/office/drawing/2014/main" id="{7266E7B9-570B-4D7B-86A5-91B781388DD8}"/>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university1652_street_to_satellite/y-axis-label">
            <a:extLst xmlns:a="http://schemas.openxmlformats.org/drawingml/2006/main">
              <a:ext uri="{FF2B5EF4-FFF2-40B4-BE49-F238E27FC236}">
                <a16:creationId xmlns:a16="http://schemas.microsoft.com/office/drawing/2014/main" id="{0042D47B-455E-48F5-AFBB-16D1D2FA7A71}"/>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university1652_street_to_satellite/university1652_street_to_satellite/seed-1/heading">
            <a:extLst xmlns:a="http://schemas.openxmlformats.org/drawingml/2006/main">
              <a:ext uri="{FF2B5EF4-FFF2-40B4-BE49-F238E27FC236}">
                <a16:creationId xmlns:a16="http://schemas.microsoft.com/office/drawing/2014/main" id="{47017F1B-53E2-4634-A0C4-97F75FEAB13A}"/>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university1652_street_to_satellite/university1652_street_to_satellite/seed-1/y-grid-0">
            <a:extLst xmlns:a="http://schemas.openxmlformats.org/drawingml/2006/main">
              <a:ext uri="{FF2B5EF4-FFF2-40B4-BE49-F238E27FC236}">
                <a16:creationId xmlns:a16="http://schemas.microsoft.com/office/drawing/2014/main" id="{745B3C16-A3D1-41B6-AC0A-80A3CF7200CD}"/>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university1652_street_to_satellite/university1652_street_to_satellite/seed-1/y-label-0">
            <a:extLst xmlns:a="http://schemas.openxmlformats.org/drawingml/2006/main">
              <a:ext uri="{FF2B5EF4-FFF2-40B4-BE49-F238E27FC236}">
                <a16:creationId xmlns:a16="http://schemas.microsoft.com/office/drawing/2014/main" id="{D0C2671C-DD5E-4D31-A2DB-C2A6DDFB8DCE}"/>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university1652_street_to_satellite/university1652_street_to_satellite/seed-1/x-tick-0">
            <a:extLst xmlns:a="http://schemas.openxmlformats.org/drawingml/2006/main">
              <a:ext uri="{FF2B5EF4-FFF2-40B4-BE49-F238E27FC236}">
                <a16:creationId xmlns:a16="http://schemas.microsoft.com/office/drawing/2014/main" id="{856FECD4-48AA-4C09-859E-35D4CF419C69}"/>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university1652_street_to_satellite/university1652_street_to_satellite/seed-1/x-label-0">
            <a:extLst xmlns:a="http://schemas.openxmlformats.org/drawingml/2006/main">
              <a:ext uri="{FF2B5EF4-FFF2-40B4-BE49-F238E27FC236}">
                <a16:creationId xmlns:a16="http://schemas.microsoft.com/office/drawing/2014/main" id="{C8C408FD-C444-4BD8-B15E-1C74B5155D22}"/>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university1652_street_to_satellite/university1652_street_to_satellite/seed-1/y-grid-25">
            <a:extLst xmlns:a="http://schemas.openxmlformats.org/drawingml/2006/main">
              <a:ext uri="{FF2B5EF4-FFF2-40B4-BE49-F238E27FC236}">
                <a16:creationId xmlns:a16="http://schemas.microsoft.com/office/drawing/2014/main" id="{20827263-E3B5-44BD-B5D8-E83AB33BAEF4}"/>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university1652_street_to_satellite/university1652_street_to_satellite/seed-1/y-label-25">
            <a:extLst xmlns:a="http://schemas.openxmlformats.org/drawingml/2006/main">
              <a:ext uri="{FF2B5EF4-FFF2-40B4-BE49-F238E27FC236}">
                <a16:creationId xmlns:a16="http://schemas.microsoft.com/office/drawing/2014/main" id="{5E5E2BB2-CE8F-4806-8354-3BAA4A3935D6}"/>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university1652_street_to_satellite/university1652_street_to_satellite/seed-1/x-tick-25">
            <a:extLst xmlns:a="http://schemas.openxmlformats.org/drawingml/2006/main">
              <a:ext uri="{FF2B5EF4-FFF2-40B4-BE49-F238E27FC236}">
                <a16:creationId xmlns:a16="http://schemas.microsoft.com/office/drawing/2014/main" id="{D23B8804-369F-481D-92BA-0679A6E9E753}"/>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university1652_street_to_satellite/university1652_street_to_satellite/seed-1/x-label-25">
            <a:extLst xmlns:a="http://schemas.openxmlformats.org/drawingml/2006/main">
              <a:ext uri="{FF2B5EF4-FFF2-40B4-BE49-F238E27FC236}">
                <a16:creationId xmlns:a16="http://schemas.microsoft.com/office/drawing/2014/main" id="{0877B1BC-F7D8-41CC-A01F-76F2C2016CB2}"/>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university1652_street_to_satellite/university1652_street_to_satellite/seed-1/y-grid-50">
            <a:extLst xmlns:a="http://schemas.openxmlformats.org/drawingml/2006/main">
              <a:ext uri="{FF2B5EF4-FFF2-40B4-BE49-F238E27FC236}">
                <a16:creationId xmlns:a16="http://schemas.microsoft.com/office/drawing/2014/main" id="{BA01A0CB-953E-427C-836D-CE0DB6FB8C6F}"/>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university1652_street_to_satellite/university1652_street_to_satellite/seed-1/y-label-50">
            <a:extLst xmlns:a="http://schemas.openxmlformats.org/drawingml/2006/main">
              <a:ext uri="{FF2B5EF4-FFF2-40B4-BE49-F238E27FC236}">
                <a16:creationId xmlns:a16="http://schemas.microsoft.com/office/drawing/2014/main" id="{5203F2FB-60CE-4E01-A3B5-C4E451BAE166}"/>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university1652_street_to_satellite/university1652_street_to_satellite/seed-1/x-tick-50">
            <a:extLst xmlns:a="http://schemas.openxmlformats.org/drawingml/2006/main">
              <a:ext uri="{FF2B5EF4-FFF2-40B4-BE49-F238E27FC236}">
                <a16:creationId xmlns:a16="http://schemas.microsoft.com/office/drawing/2014/main" id="{F20C44C8-0E20-4A93-B9E2-4C634B089CC2}"/>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university1652_street_to_satellite/university1652_street_to_satellite/seed-1/x-label-50">
            <a:extLst xmlns:a="http://schemas.openxmlformats.org/drawingml/2006/main">
              <a:ext uri="{FF2B5EF4-FFF2-40B4-BE49-F238E27FC236}">
                <a16:creationId xmlns:a16="http://schemas.microsoft.com/office/drawing/2014/main" id="{4ABA8C03-A994-4B7C-B6B5-77E066B4F2F0}"/>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university1652_street_to_satellite/university1652_street_to_satellite/seed-1/y-grid-75">
            <a:extLst xmlns:a="http://schemas.openxmlformats.org/drawingml/2006/main">
              <a:ext uri="{FF2B5EF4-FFF2-40B4-BE49-F238E27FC236}">
                <a16:creationId xmlns:a16="http://schemas.microsoft.com/office/drawing/2014/main" id="{A36663F1-139A-4126-BEEA-3672BD7566E8}"/>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university1652_street_to_satellite/university1652_street_to_satellite/seed-1/y-label-75">
            <a:extLst xmlns:a="http://schemas.openxmlformats.org/drawingml/2006/main">
              <a:ext uri="{FF2B5EF4-FFF2-40B4-BE49-F238E27FC236}">
                <a16:creationId xmlns:a16="http://schemas.microsoft.com/office/drawing/2014/main" id="{837BA367-8AAD-4418-AFED-705D14F1E578}"/>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university1652_street_to_satellite/university1652_street_to_satellite/seed-1/x-tick-75">
            <a:extLst xmlns:a="http://schemas.openxmlformats.org/drawingml/2006/main">
              <a:ext uri="{FF2B5EF4-FFF2-40B4-BE49-F238E27FC236}">
                <a16:creationId xmlns:a16="http://schemas.microsoft.com/office/drawing/2014/main" id="{93DF6013-5A0F-4AEC-B2BF-AC2651B4348A}"/>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university1652_street_to_satellite/university1652_street_to_satellite/seed-1/x-label-75">
            <a:extLst xmlns:a="http://schemas.openxmlformats.org/drawingml/2006/main">
              <a:ext uri="{FF2B5EF4-FFF2-40B4-BE49-F238E27FC236}">
                <a16:creationId xmlns:a16="http://schemas.microsoft.com/office/drawing/2014/main" id="{43188AF5-9469-42BC-BC78-7882388E4C69}"/>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university1652_street_to_satellite/university1652_street_to_satellite/seed-1/y-grid-100">
            <a:extLst xmlns:a="http://schemas.openxmlformats.org/drawingml/2006/main">
              <a:ext uri="{FF2B5EF4-FFF2-40B4-BE49-F238E27FC236}">
                <a16:creationId xmlns:a16="http://schemas.microsoft.com/office/drawing/2014/main" id="{6EE12D1C-10CF-45F9-A0E1-0D2898D8C920}"/>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university1652_street_to_satellite/university1652_street_to_satellite/seed-1/y-label-100">
            <a:extLst xmlns:a="http://schemas.openxmlformats.org/drawingml/2006/main">
              <a:ext uri="{FF2B5EF4-FFF2-40B4-BE49-F238E27FC236}">
                <a16:creationId xmlns:a16="http://schemas.microsoft.com/office/drawing/2014/main" id="{25687DA8-2CD1-4D4F-A7B3-14358C8B7D2A}"/>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university1652_street_to_satellite/university1652_street_to_satellite/seed-1/x-tick-100">
            <a:extLst xmlns:a="http://schemas.openxmlformats.org/drawingml/2006/main">
              <a:ext uri="{FF2B5EF4-FFF2-40B4-BE49-F238E27FC236}">
                <a16:creationId xmlns:a16="http://schemas.microsoft.com/office/drawing/2014/main" id="{6A783678-9D03-40C5-B2CA-36DC1F496657}"/>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university1652_street_to_satellite/university1652_street_to_satellite/seed-1/x-label-100">
            <a:extLst xmlns:a="http://schemas.openxmlformats.org/drawingml/2006/main">
              <a:ext uri="{FF2B5EF4-FFF2-40B4-BE49-F238E27FC236}">
                <a16:creationId xmlns:a16="http://schemas.microsoft.com/office/drawing/2014/main" id="{EA1BF280-5855-4C9A-AC4E-8895F3B5E4E9}"/>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university1652_street_to_satellite/university1652_street_to_satellite/seed-1/y-axis">
            <a:extLst xmlns:a="http://schemas.openxmlformats.org/drawingml/2006/main">
              <a:ext uri="{FF2B5EF4-FFF2-40B4-BE49-F238E27FC236}">
                <a16:creationId xmlns:a16="http://schemas.microsoft.com/office/drawing/2014/main" id="{4F98CDC7-BBF7-4195-9952-311BAC8BFAF9}"/>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university1652_street_to_satellite/university1652_street_to_satellite/seed-1/x-axis">
            <a:extLst xmlns:a="http://schemas.openxmlformats.org/drawingml/2006/main">
              <a:ext uri="{FF2B5EF4-FFF2-40B4-BE49-F238E27FC236}">
                <a16:creationId xmlns:a16="http://schemas.microsoft.com/office/drawing/2014/main" id="{07CCBEEE-C434-4A2A-B726-FEC70FB4BFCE}"/>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university1652_street_to_satellite/university1652_street_to_satellite/seed-1/visual/guide-1-2">
            <a:extLst xmlns:a="http://schemas.openxmlformats.org/drawingml/2006/main">
              <a:ext uri="{FF2B5EF4-FFF2-40B4-BE49-F238E27FC236}">
                <a16:creationId xmlns:a16="http://schemas.microsoft.com/office/drawing/2014/main" id="{D67141EE-9B5C-4FAC-AE9D-6B367AC6EC7A}"/>
              </a:ext>
            </a:extLst>
          </p:cNvPr>
          <p:cNvSpPr>
            <a:spLocks xmlns:a="http://schemas.openxmlformats.org/drawingml/2006/main" noGrp="1"/>
          </p:cNvSpPr>
          <p:nvPr/>
        </p:nvSpPr>
        <p:spPr>
          <a:xfrm xmlns:a="http://schemas.openxmlformats.org/drawingml/2006/main" flipV="1">
            <a:off x="1333810" y="2877227"/>
            <a:ext cx="400205" cy="189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university1652_street_to_satellite/university1652_street_to_satellite/seed-1/visual/guide-2-3">
            <a:extLst xmlns:a="http://schemas.openxmlformats.org/drawingml/2006/main">
              <a:ext uri="{FF2B5EF4-FFF2-40B4-BE49-F238E27FC236}">
                <a16:creationId xmlns:a16="http://schemas.microsoft.com/office/drawing/2014/main" id="{AB354ADE-54B4-4271-85A4-96E0DA42CA68}"/>
              </a:ext>
            </a:extLst>
          </p:cNvPr>
          <p:cNvSpPr>
            <a:spLocks xmlns:a="http://schemas.openxmlformats.org/drawingml/2006/main" noGrp="1"/>
          </p:cNvSpPr>
          <p:nvPr/>
        </p:nvSpPr>
        <p:spPr>
          <a:xfrm xmlns:a="http://schemas.openxmlformats.org/drawingml/2006/main" flipV="1">
            <a:off x="1734015" y="2876597"/>
            <a:ext cx="240123" cy="63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university1652_street_to_satellite/university1652_street_to_satellite/seed-1/visual/guide-3-4">
            <a:extLst xmlns:a="http://schemas.openxmlformats.org/drawingml/2006/main">
              <a:ext uri="{FF2B5EF4-FFF2-40B4-BE49-F238E27FC236}">
                <a16:creationId xmlns:a16="http://schemas.microsoft.com/office/drawing/2014/main" id="{7484A1A5-1D57-4B4C-BE05-FAF62CE47D1E}"/>
              </a:ext>
            </a:extLst>
          </p:cNvPr>
          <p:cNvSpPr>
            <a:spLocks xmlns:a="http://schemas.openxmlformats.org/drawingml/2006/main" noGrp="1"/>
          </p:cNvSpPr>
          <p:nvPr/>
        </p:nvSpPr>
        <p:spPr>
          <a:xfrm xmlns:a="http://schemas.openxmlformats.org/drawingml/2006/main" flipV="1">
            <a:off x="1974138" y="2874075"/>
            <a:ext cx="159462" cy="252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university1652_street_to_satellite/university1652_street_to_satellite/seed-1/visual/point-cov-0.5">
            <a:extLst xmlns:a="http://schemas.openxmlformats.org/drawingml/2006/main">
              <a:ext uri="{FF2B5EF4-FFF2-40B4-BE49-F238E27FC236}">
                <a16:creationId xmlns:a16="http://schemas.microsoft.com/office/drawing/2014/main" id="{986DEF02-69DC-4374-8688-3DD966D1CA00}"/>
              </a:ext>
            </a:extLst>
          </p:cNvPr>
          <p:cNvSpPr>
            <a:spLocks xmlns:a="http://schemas.openxmlformats.org/drawingml/2006/main" noGrp="1"/>
          </p:cNvSpPr>
          <p:nvPr/>
        </p:nvSpPr>
        <p:spPr>
          <a:xfrm xmlns:a="http://schemas.openxmlformats.org/drawingml/2006/main">
            <a:off x="1303965" y="2849273"/>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university1652_street_to_satellite/university1652_street_to_satellite/seed-1/visual/point-cov-0.75">
            <a:extLst xmlns:a="http://schemas.openxmlformats.org/drawingml/2006/main">
              <a:ext uri="{FF2B5EF4-FFF2-40B4-BE49-F238E27FC236}">
                <a16:creationId xmlns:a16="http://schemas.microsoft.com/office/drawing/2014/main" id="{5A56AC30-FB80-453B-AE54-EA964F61AE80}"/>
              </a:ext>
            </a:extLst>
          </p:cNvPr>
          <p:cNvSpPr>
            <a:spLocks xmlns:a="http://schemas.openxmlformats.org/drawingml/2006/main" noGrp="1"/>
          </p:cNvSpPr>
          <p:nvPr/>
        </p:nvSpPr>
        <p:spPr>
          <a:xfrm xmlns:a="http://schemas.openxmlformats.org/drawingml/2006/main">
            <a:off x="1704170" y="284738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university1652_street_to_satellite/university1652_street_to_satellite/seed-1/visual/point-cov-0.9">
            <a:extLst xmlns:a="http://schemas.openxmlformats.org/drawingml/2006/main">
              <a:ext uri="{FF2B5EF4-FFF2-40B4-BE49-F238E27FC236}">
                <a16:creationId xmlns:a16="http://schemas.microsoft.com/office/drawing/2014/main" id="{4A5B9D94-0262-4AAC-B0F9-D651EF5D4A2B}"/>
              </a:ext>
            </a:extLst>
          </p:cNvPr>
          <p:cNvSpPr>
            <a:spLocks xmlns:a="http://schemas.openxmlformats.org/drawingml/2006/main" noGrp="1"/>
          </p:cNvSpPr>
          <p:nvPr/>
        </p:nvSpPr>
        <p:spPr>
          <a:xfrm xmlns:a="http://schemas.openxmlformats.org/drawingml/2006/main">
            <a:off x="1944293" y="284675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university1652_street_to_satellite/university1652_street_to_satellite/seed-1/visual/point-cov-1">
            <a:extLst xmlns:a="http://schemas.openxmlformats.org/drawingml/2006/main">
              <a:ext uri="{FF2B5EF4-FFF2-40B4-BE49-F238E27FC236}">
                <a16:creationId xmlns:a16="http://schemas.microsoft.com/office/drawing/2014/main" id="{0E62B857-F563-4AA2-AD1B-4765B12DD22C}"/>
              </a:ext>
            </a:extLst>
          </p:cNvPr>
          <p:cNvSpPr>
            <a:spLocks xmlns:a="http://schemas.openxmlformats.org/drawingml/2006/main" noGrp="1"/>
          </p:cNvSpPr>
          <p:nvPr/>
        </p:nvSpPr>
        <p:spPr>
          <a:xfrm xmlns:a="http://schemas.openxmlformats.org/drawingml/2006/main">
            <a:off x="2103755" y="284423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university1652_street_to_satellite/university1652_street_to_satellite/seed-1/full/guide-1-2">
            <a:extLst xmlns:a="http://schemas.openxmlformats.org/drawingml/2006/main">
              <a:ext uri="{FF2B5EF4-FFF2-40B4-BE49-F238E27FC236}">
                <a16:creationId xmlns:a16="http://schemas.microsoft.com/office/drawing/2014/main" id="{2AB45173-EF80-4611-9F66-99C7AE0AFD9E}"/>
              </a:ext>
            </a:extLst>
          </p:cNvPr>
          <p:cNvSpPr>
            <a:spLocks xmlns:a="http://schemas.openxmlformats.org/drawingml/2006/main" noGrp="1"/>
          </p:cNvSpPr>
          <p:nvPr/>
        </p:nvSpPr>
        <p:spPr>
          <a:xfrm xmlns:a="http://schemas.openxmlformats.org/drawingml/2006/main" flipV="1">
            <a:off x="1333810" y="2870294"/>
            <a:ext cx="400205" cy="315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university1652_street_to_satellite/university1652_street_to_satellite/seed-1/full/guide-2-3">
            <a:extLst xmlns:a="http://schemas.openxmlformats.org/drawingml/2006/main">
              <a:ext uri="{FF2B5EF4-FFF2-40B4-BE49-F238E27FC236}">
                <a16:creationId xmlns:a16="http://schemas.microsoft.com/office/drawing/2014/main" id="{E547F3E6-A4C4-4F8B-A079-28F7021C45C1}"/>
              </a:ext>
            </a:extLst>
          </p:cNvPr>
          <p:cNvSpPr>
            <a:spLocks xmlns:a="http://schemas.openxmlformats.org/drawingml/2006/main" noGrp="1"/>
          </p:cNvSpPr>
          <p:nvPr/>
        </p:nvSpPr>
        <p:spPr>
          <a:xfrm xmlns:a="http://schemas.openxmlformats.org/drawingml/2006/main" flipV="1">
            <a:off x="1734015" y="2869033"/>
            <a:ext cx="240123" cy="1261"/>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university1652_street_to_satellite/university1652_street_to_satellite/seed-1/full/guide-3-4">
            <a:extLst xmlns:a="http://schemas.openxmlformats.org/drawingml/2006/main">
              <a:ext uri="{FF2B5EF4-FFF2-40B4-BE49-F238E27FC236}">
                <a16:creationId xmlns:a16="http://schemas.microsoft.com/office/drawing/2014/main" id="{C05BABE0-DE12-4A85-948D-A7812A808C66}"/>
              </a:ext>
            </a:extLst>
          </p:cNvPr>
          <p:cNvSpPr>
            <a:spLocks xmlns:a="http://schemas.openxmlformats.org/drawingml/2006/main" noGrp="1"/>
          </p:cNvSpPr>
          <p:nvPr/>
        </p:nvSpPr>
        <p:spPr>
          <a:xfrm xmlns:a="http://schemas.openxmlformats.org/drawingml/2006/main" flipV="1">
            <a:off x="1974138" y="2867772"/>
            <a:ext cx="159462" cy="1261"/>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university1652_street_to_satellite/university1652_street_to_satellite/seed-1/full/point-cov-0.5">
            <a:extLst xmlns:a="http://schemas.openxmlformats.org/drawingml/2006/main">
              <a:ext uri="{FF2B5EF4-FFF2-40B4-BE49-F238E27FC236}">
                <a16:creationId xmlns:a16="http://schemas.microsoft.com/office/drawing/2014/main" id="{5B5BB2CA-2711-45A4-BB76-7C75FD7AFCC9}"/>
              </a:ext>
            </a:extLst>
          </p:cNvPr>
          <p:cNvSpPr>
            <a:spLocks xmlns:a="http://schemas.openxmlformats.org/drawingml/2006/main" noGrp="1"/>
          </p:cNvSpPr>
          <p:nvPr/>
        </p:nvSpPr>
        <p:spPr>
          <a:xfrm xmlns:a="http://schemas.openxmlformats.org/drawingml/2006/main">
            <a:off x="1309680" y="284931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university1652_street_to_satellite/university1652_street_to_satellite/seed-1/full/point-cov-0.75">
            <a:extLst xmlns:a="http://schemas.openxmlformats.org/drawingml/2006/main">
              <a:ext uri="{FF2B5EF4-FFF2-40B4-BE49-F238E27FC236}">
                <a16:creationId xmlns:a16="http://schemas.microsoft.com/office/drawing/2014/main" id="{A13FEF1A-0B9A-4016-B912-A8BB306BCC1B}"/>
              </a:ext>
            </a:extLst>
          </p:cNvPr>
          <p:cNvSpPr>
            <a:spLocks xmlns:a="http://schemas.openxmlformats.org/drawingml/2006/main" noGrp="1"/>
          </p:cNvSpPr>
          <p:nvPr/>
        </p:nvSpPr>
        <p:spPr>
          <a:xfrm xmlns:a="http://schemas.openxmlformats.org/drawingml/2006/main">
            <a:off x="1709885" y="284616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university1652_street_to_satellite/university1652_street_to_satellite/seed-1/full/point-cov-0.9">
            <a:extLst xmlns:a="http://schemas.openxmlformats.org/drawingml/2006/main">
              <a:ext uri="{FF2B5EF4-FFF2-40B4-BE49-F238E27FC236}">
                <a16:creationId xmlns:a16="http://schemas.microsoft.com/office/drawing/2014/main" id="{43498B1E-410B-475C-9EB0-36286173C0DD}"/>
              </a:ext>
            </a:extLst>
          </p:cNvPr>
          <p:cNvSpPr>
            <a:spLocks xmlns:a="http://schemas.openxmlformats.org/drawingml/2006/main" noGrp="1"/>
          </p:cNvSpPr>
          <p:nvPr/>
        </p:nvSpPr>
        <p:spPr>
          <a:xfrm xmlns:a="http://schemas.openxmlformats.org/drawingml/2006/main">
            <a:off x="1950008" y="284490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university1652_street_to_satellite/university1652_street_to_satellite/seed-1/full/point-cov-1">
            <a:extLst xmlns:a="http://schemas.openxmlformats.org/drawingml/2006/main">
              <a:ext uri="{FF2B5EF4-FFF2-40B4-BE49-F238E27FC236}">
                <a16:creationId xmlns:a16="http://schemas.microsoft.com/office/drawing/2014/main" id="{3169B978-AEE5-486C-ABC6-8A034F7AAE9E}"/>
              </a:ext>
            </a:extLst>
          </p:cNvPr>
          <p:cNvSpPr>
            <a:spLocks xmlns:a="http://schemas.openxmlformats.org/drawingml/2006/main" noGrp="1"/>
          </p:cNvSpPr>
          <p:nvPr/>
        </p:nvSpPr>
        <p:spPr>
          <a:xfrm xmlns:a="http://schemas.openxmlformats.org/drawingml/2006/main">
            <a:off x="2109470" y="284364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university1652_street_to_satellite/university1652_street_to_satellite/seed-1/count/N">
            <a:extLst xmlns:a="http://schemas.openxmlformats.org/drawingml/2006/main">
              <a:ext uri="{FF2B5EF4-FFF2-40B4-BE49-F238E27FC236}">
                <a16:creationId xmlns:a16="http://schemas.microsoft.com/office/drawing/2014/main" id="{4DEB137B-D343-4F69-9B7A-DE176010099E}"/>
              </a:ext>
            </a:extLst>
          </p:cNvPr>
          <p:cNvSpPr>
            <a:spLocks xmlns:a="http://schemas.openxmlformats.org/drawingml/2006/main" noGrp="1"/>
          </p:cNvSpPr>
          <p:nvPr/>
        </p:nvSpPr>
        <p:spPr>
          <a:xfrm xmlns:a="http://schemas.openxmlformats.org/drawingml/2006/main">
            <a:off x="8506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2,579</a:t>
            </a:r>
          </a:p>
        </p:txBody>
      </p:sp>
      <p:sp>
        <p:nvSpPr>
          <p:cNvPr id="46" name="university1652_street_to_satellite/university1652_street_to_satellite/seed-1/count/header/requested">
            <a:extLst xmlns:a="http://schemas.openxmlformats.org/drawingml/2006/main">
              <a:ext uri="{FF2B5EF4-FFF2-40B4-BE49-F238E27FC236}">
                <a16:creationId xmlns:a16="http://schemas.microsoft.com/office/drawing/2014/main" id="{F0A38EAC-1950-4F61-8E68-FF3209E8FB2F}"/>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university1652_street_to_satellite/university1652_street_to_satellite/seed-1/count/header/kN">
            <a:extLst xmlns:a="http://schemas.openxmlformats.org/drawingml/2006/main">
              <a:ext uri="{FF2B5EF4-FFF2-40B4-BE49-F238E27FC236}">
                <a16:creationId xmlns:a16="http://schemas.microsoft.com/office/drawing/2014/main" id="{5CB55FE5-FF12-4B63-A171-EDBC16CB7074}"/>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university1652_street_to_satellite/university1652_street_to_satellite/seed-1/count/header/overlap">
            <a:extLst xmlns:a="http://schemas.openxmlformats.org/drawingml/2006/main">
              <a:ext uri="{FF2B5EF4-FFF2-40B4-BE49-F238E27FC236}">
                <a16:creationId xmlns:a16="http://schemas.microsoft.com/office/drawing/2014/main" id="{D4CC6613-D441-4CAB-8663-23C17D976E4A}"/>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university1652_street_to_satellite/university1652_street_to_satellite/seed-1/count/header/rule">
            <a:extLst xmlns:a="http://schemas.openxmlformats.org/drawingml/2006/main">
              <a:ext uri="{FF2B5EF4-FFF2-40B4-BE49-F238E27FC236}">
                <a16:creationId xmlns:a16="http://schemas.microsoft.com/office/drawing/2014/main" id="{48D2A520-1425-4642-97E2-18D5B435B0FA}"/>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university1652_street_to_satellite/university1652_street_to_satellite/seed-1/count/cov-0.5/requested">
            <a:extLst xmlns:a="http://schemas.openxmlformats.org/drawingml/2006/main">
              <a:ext uri="{FF2B5EF4-FFF2-40B4-BE49-F238E27FC236}">
                <a16:creationId xmlns:a16="http://schemas.microsoft.com/office/drawing/2014/main" id="{7E4CC2CE-D8F7-48C2-9185-FF2E9D55FA66}"/>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university1652_street_to_satellite/university1652_street_to_satellite/seed-1/count/cov-0.5/kN">
            <a:extLst xmlns:a="http://schemas.openxmlformats.org/drawingml/2006/main">
              <a:ext uri="{FF2B5EF4-FFF2-40B4-BE49-F238E27FC236}">
                <a16:creationId xmlns:a16="http://schemas.microsoft.com/office/drawing/2014/main" id="{D34E1EA8-9373-44D1-BA42-E0231F0C8017}"/>
              </a:ext>
            </a:extLst>
          </p:cNvPr>
          <p:cNvSpPr>
            <a:spLocks xmlns:a="http://schemas.openxmlformats.org/drawingml/2006/main" noGrp="1"/>
          </p:cNvSpPr>
          <p:nvPr/>
        </p:nvSpPr>
        <p:spPr>
          <a:xfrm xmlns:a="http://schemas.openxmlformats.org/drawingml/2006/main">
            <a:off x="10634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1290/2579</a:t>
            </a:r>
          </a:p>
        </p:txBody>
      </p:sp>
      <p:sp>
        <p:nvSpPr>
          <p:cNvPr id="52" name="university1652_street_to_satellite/university1652_street_to_satellite/seed-1/count/cov-0.5/overlap">
            <a:extLst xmlns:a="http://schemas.openxmlformats.org/drawingml/2006/main">
              <a:ext uri="{FF2B5EF4-FFF2-40B4-BE49-F238E27FC236}">
                <a16:creationId xmlns:a16="http://schemas.microsoft.com/office/drawing/2014/main" id="{736C81E4-F0E8-4C86-9766-108AEDE64BCC}"/>
              </a:ext>
            </a:extLst>
          </p:cNvPr>
          <p:cNvSpPr>
            <a:spLocks xmlns:a="http://schemas.openxmlformats.org/drawingml/2006/main" noGrp="1"/>
          </p:cNvSpPr>
          <p:nvPr/>
        </p:nvSpPr>
        <p:spPr>
          <a:xfrm xmlns:a="http://schemas.openxmlformats.org/drawingml/2006/main">
            <a:off x="1853660" y="39197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662</a:t>
            </a:r>
          </a:p>
        </p:txBody>
      </p:sp>
      <p:sp>
        <p:nvSpPr>
          <p:cNvPr id="53" name="university1652_street_to_satellite/university1652_street_to_satellite/seed-1/count/cov-0.75/requested">
            <a:extLst xmlns:a="http://schemas.openxmlformats.org/drawingml/2006/main">
              <a:ext uri="{FF2B5EF4-FFF2-40B4-BE49-F238E27FC236}">
                <a16:creationId xmlns:a16="http://schemas.microsoft.com/office/drawing/2014/main" id="{29D79BA8-F973-4BFD-883E-2906E4035F8C}"/>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university1652_street_to_satellite/university1652_street_to_satellite/seed-1/count/cov-0.75/kN">
            <a:extLst xmlns:a="http://schemas.openxmlformats.org/drawingml/2006/main">
              <a:ext uri="{FF2B5EF4-FFF2-40B4-BE49-F238E27FC236}">
                <a16:creationId xmlns:a16="http://schemas.microsoft.com/office/drawing/2014/main" id="{0A63F730-BBE0-422F-96C0-F1F304A431BF}"/>
              </a:ext>
            </a:extLst>
          </p:cNvPr>
          <p:cNvSpPr>
            <a:spLocks xmlns:a="http://schemas.openxmlformats.org/drawingml/2006/main" noGrp="1"/>
          </p:cNvSpPr>
          <p:nvPr/>
        </p:nvSpPr>
        <p:spPr>
          <a:xfrm xmlns:a="http://schemas.openxmlformats.org/drawingml/2006/main">
            <a:off x="10634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1935/2579</a:t>
            </a:r>
          </a:p>
        </p:txBody>
      </p:sp>
      <p:sp>
        <p:nvSpPr>
          <p:cNvPr id="55" name="university1652_street_to_satellite/university1652_street_to_satellite/seed-1/count/cov-0.75/overlap">
            <a:extLst xmlns:a="http://schemas.openxmlformats.org/drawingml/2006/main">
              <a:ext uri="{FF2B5EF4-FFF2-40B4-BE49-F238E27FC236}">
                <a16:creationId xmlns:a16="http://schemas.microsoft.com/office/drawing/2014/main" id="{3DE48D22-012B-48EB-B639-D04E5CED786D}"/>
              </a:ext>
            </a:extLst>
          </p:cNvPr>
          <p:cNvSpPr>
            <a:spLocks xmlns:a="http://schemas.openxmlformats.org/drawingml/2006/main" noGrp="1"/>
          </p:cNvSpPr>
          <p:nvPr/>
        </p:nvSpPr>
        <p:spPr>
          <a:xfrm xmlns:a="http://schemas.openxmlformats.org/drawingml/2006/main">
            <a:off x="18254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1454</a:t>
            </a:r>
          </a:p>
        </p:txBody>
      </p:sp>
      <p:sp>
        <p:nvSpPr>
          <p:cNvPr id="56" name="university1652_street_to_satellite/university1652_street_to_satellite/seed-1/count/cov-0.9/requested">
            <a:extLst xmlns:a="http://schemas.openxmlformats.org/drawingml/2006/main">
              <a:ext uri="{FF2B5EF4-FFF2-40B4-BE49-F238E27FC236}">
                <a16:creationId xmlns:a16="http://schemas.microsoft.com/office/drawing/2014/main" id="{6B3F2368-2D2C-45DB-BB26-B9E8FBA970FC}"/>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university1652_street_to_satellite/university1652_street_to_satellite/seed-1/count/cov-0.9/kN">
            <a:extLst xmlns:a="http://schemas.openxmlformats.org/drawingml/2006/main">
              <a:ext uri="{FF2B5EF4-FFF2-40B4-BE49-F238E27FC236}">
                <a16:creationId xmlns:a16="http://schemas.microsoft.com/office/drawing/2014/main" id="{84168DC1-3A4D-4A6C-BA45-CE807327B022}"/>
              </a:ext>
            </a:extLst>
          </p:cNvPr>
          <p:cNvSpPr>
            <a:spLocks xmlns:a="http://schemas.openxmlformats.org/drawingml/2006/main" noGrp="1"/>
          </p:cNvSpPr>
          <p:nvPr/>
        </p:nvSpPr>
        <p:spPr>
          <a:xfrm xmlns:a="http://schemas.openxmlformats.org/drawingml/2006/main">
            <a:off x="10634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2322/2579</a:t>
            </a:r>
          </a:p>
        </p:txBody>
      </p:sp>
      <p:sp>
        <p:nvSpPr>
          <p:cNvPr id="58" name="university1652_street_to_satellite/university1652_street_to_satellite/seed-1/count/cov-0.9/overlap">
            <a:extLst xmlns:a="http://schemas.openxmlformats.org/drawingml/2006/main">
              <a:ext uri="{FF2B5EF4-FFF2-40B4-BE49-F238E27FC236}">
                <a16:creationId xmlns:a16="http://schemas.microsoft.com/office/drawing/2014/main" id="{F45FD767-730F-4498-80A6-012837866217}"/>
              </a:ext>
            </a:extLst>
          </p:cNvPr>
          <p:cNvSpPr>
            <a:spLocks xmlns:a="http://schemas.openxmlformats.org/drawingml/2006/main" noGrp="1"/>
          </p:cNvSpPr>
          <p:nvPr/>
        </p:nvSpPr>
        <p:spPr>
          <a:xfrm xmlns:a="http://schemas.openxmlformats.org/drawingml/2006/main">
            <a:off x="18254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2089</a:t>
            </a:r>
          </a:p>
        </p:txBody>
      </p:sp>
      <p:sp>
        <p:nvSpPr>
          <p:cNvPr id="59" name="university1652_street_to_satellite/university1652_street_to_satellite/seed-1/count/cov-1/requested">
            <a:extLst xmlns:a="http://schemas.openxmlformats.org/drawingml/2006/main">
              <a:ext uri="{FF2B5EF4-FFF2-40B4-BE49-F238E27FC236}">
                <a16:creationId xmlns:a16="http://schemas.microsoft.com/office/drawing/2014/main" id="{2B841DE6-EF93-4F68-A4E8-07A5DECE21C8}"/>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university1652_street_to_satellite/university1652_street_to_satellite/seed-1/count/cov-1/kN">
            <a:extLst xmlns:a="http://schemas.openxmlformats.org/drawingml/2006/main">
              <a:ext uri="{FF2B5EF4-FFF2-40B4-BE49-F238E27FC236}">
                <a16:creationId xmlns:a16="http://schemas.microsoft.com/office/drawing/2014/main" id="{5F622BD4-2DA3-42E0-B4E5-0ACCD959C0D9}"/>
              </a:ext>
            </a:extLst>
          </p:cNvPr>
          <p:cNvSpPr>
            <a:spLocks xmlns:a="http://schemas.openxmlformats.org/drawingml/2006/main" noGrp="1"/>
          </p:cNvSpPr>
          <p:nvPr/>
        </p:nvSpPr>
        <p:spPr>
          <a:xfrm xmlns:a="http://schemas.openxmlformats.org/drawingml/2006/main">
            <a:off x="10634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2579/2579</a:t>
            </a:r>
          </a:p>
        </p:txBody>
      </p:sp>
      <p:sp>
        <p:nvSpPr>
          <p:cNvPr id="61" name="university1652_street_to_satellite/university1652_street_to_satellite/seed-1/count/cov-1/overlap">
            <a:extLst xmlns:a="http://schemas.openxmlformats.org/drawingml/2006/main">
              <a:ext uri="{FF2B5EF4-FFF2-40B4-BE49-F238E27FC236}">
                <a16:creationId xmlns:a16="http://schemas.microsoft.com/office/drawing/2014/main" id="{35134F90-03B6-4F93-9B45-A7B4311C5E60}"/>
              </a:ext>
            </a:extLst>
          </p:cNvPr>
          <p:cNvSpPr>
            <a:spLocks xmlns:a="http://schemas.openxmlformats.org/drawingml/2006/main" noGrp="1"/>
          </p:cNvSpPr>
          <p:nvPr/>
        </p:nvSpPr>
        <p:spPr>
          <a:xfrm xmlns:a="http://schemas.openxmlformats.org/drawingml/2006/main">
            <a:off x="18254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2579</a:t>
            </a:r>
          </a:p>
        </p:txBody>
      </p:sp>
      <p:sp>
        <p:nvSpPr>
          <p:cNvPr id="62" name="university1652_street_to_satellite/university1652_street_to_satellite/seed-1/success/heading">
            <a:extLst xmlns:a="http://schemas.openxmlformats.org/drawingml/2006/main">
              <a:ext uri="{FF2B5EF4-FFF2-40B4-BE49-F238E27FC236}">
                <a16:creationId xmlns:a16="http://schemas.microsoft.com/office/drawing/2014/main" id="{302DCBCF-F4EF-461D-A74D-B6EAC5AD7E2B}"/>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university1652_street_to_satellite/university1652_street_to_satellite/seed-1/success/cov-0.5/heading">
            <a:extLst xmlns:a="http://schemas.openxmlformats.org/drawingml/2006/main">
              <a:ext uri="{FF2B5EF4-FFF2-40B4-BE49-F238E27FC236}">
                <a16:creationId xmlns:a16="http://schemas.microsoft.com/office/drawing/2014/main" id="{38621D3C-698E-4010-925F-FFDA563D2D39}"/>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university1652_street_to_satellite/university1652_street_to_satellite/seed-1/visual/success-cov-0.5">
            <a:extLst xmlns:a="http://schemas.openxmlformats.org/drawingml/2006/main">
              <a:ext uri="{FF2B5EF4-FFF2-40B4-BE49-F238E27FC236}">
                <a16:creationId xmlns:a16="http://schemas.microsoft.com/office/drawing/2014/main" id="{32B6BC1E-8AA9-4A79-941B-FC672B491609}"/>
              </a:ext>
            </a:extLst>
          </p:cNvPr>
          <p:cNvSpPr>
            <a:spLocks xmlns:a="http://schemas.openxmlformats.org/drawingml/2006/main" noGrp="1"/>
          </p:cNvSpPr>
          <p:nvPr/>
        </p:nvSpPr>
        <p:spPr>
          <a:xfrm xmlns:a="http://schemas.openxmlformats.org/drawingml/2006/main">
            <a:off x="60164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0.233</a:t>
            </a:r>
          </a:p>
        </p:txBody>
      </p:sp>
      <p:sp>
        <p:nvSpPr>
          <p:cNvPr id="65" name="university1652_street_to_satellite/university1652_street_to_satellite/seed-1/full/success-cov-0.5">
            <a:extLst xmlns:a="http://schemas.openxmlformats.org/drawingml/2006/main">
              <a:ext uri="{FF2B5EF4-FFF2-40B4-BE49-F238E27FC236}">
                <a16:creationId xmlns:a16="http://schemas.microsoft.com/office/drawing/2014/main" id="{97DF929F-92AD-4186-B189-A2B4BA698779}"/>
              </a:ext>
            </a:extLst>
          </p:cNvPr>
          <p:cNvSpPr>
            <a:spLocks xmlns:a="http://schemas.openxmlformats.org/drawingml/2006/main" noGrp="1"/>
          </p:cNvSpPr>
          <p:nvPr/>
        </p:nvSpPr>
        <p:spPr>
          <a:xfrm xmlns:a="http://schemas.openxmlformats.org/drawingml/2006/main">
            <a:off x="60164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0.582</a:t>
            </a:r>
          </a:p>
        </p:txBody>
      </p:sp>
      <p:sp>
        <p:nvSpPr>
          <p:cNvPr id="66" name="university1652_street_to_satellite/university1652_street_to_satellite/seed-1/success/cov-0.75/heading">
            <a:extLst xmlns:a="http://schemas.openxmlformats.org/drawingml/2006/main">
              <a:ext uri="{FF2B5EF4-FFF2-40B4-BE49-F238E27FC236}">
                <a16:creationId xmlns:a16="http://schemas.microsoft.com/office/drawing/2014/main" id="{69A9B6F8-FD98-41B0-845D-371812134035}"/>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university1652_street_to_satellite/university1652_street_to_satellite/seed-1/visual/success-cov-0.75">
            <a:extLst xmlns:a="http://schemas.openxmlformats.org/drawingml/2006/main">
              <a:ext uri="{FF2B5EF4-FFF2-40B4-BE49-F238E27FC236}">
                <a16:creationId xmlns:a16="http://schemas.microsoft.com/office/drawing/2014/main" id="{81F218A2-6C7E-43B2-830B-825A1C2A0F6F}"/>
              </a:ext>
            </a:extLst>
          </p:cNvPr>
          <p:cNvSpPr>
            <a:spLocks xmlns:a="http://schemas.openxmlformats.org/drawingml/2006/main" noGrp="1"/>
          </p:cNvSpPr>
          <p:nvPr/>
        </p:nvSpPr>
        <p:spPr>
          <a:xfrm xmlns:a="http://schemas.openxmlformats.org/drawingml/2006/main">
            <a:off x="100169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0.349</a:t>
            </a:r>
          </a:p>
        </p:txBody>
      </p:sp>
      <p:sp>
        <p:nvSpPr>
          <p:cNvPr id="68" name="university1652_street_to_satellite/university1652_street_to_satellite/seed-1/full/success-cov-0.75">
            <a:extLst xmlns:a="http://schemas.openxmlformats.org/drawingml/2006/main">
              <a:ext uri="{FF2B5EF4-FFF2-40B4-BE49-F238E27FC236}">
                <a16:creationId xmlns:a16="http://schemas.microsoft.com/office/drawing/2014/main" id="{5E7257F7-2C11-4304-926B-0C247748481E}"/>
              </a:ext>
            </a:extLst>
          </p:cNvPr>
          <p:cNvSpPr>
            <a:spLocks xmlns:a="http://schemas.openxmlformats.org/drawingml/2006/main" noGrp="1"/>
          </p:cNvSpPr>
          <p:nvPr/>
        </p:nvSpPr>
        <p:spPr>
          <a:xfrm xmlns:a="http://schemas.openxmlformats.org/drawingml/2006/main">
            <a:off x="100169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0.775</a:t>
            </a:r>
          </a:p>
        </p:txBody>
      </p:sp>
      <p:sp>
        <p:nvSpPr>
          <p:cNvPr id="69" name="university1652_street_to_satellite/university1652_street_to_satellite/seed-1/success/cov-0.9/heading">
            <a:extLst xmlns:a="http://schemas.openxmlformats.org/drawingml/2006/main">
              <a:ext uri="{FF2B5EF4-FFF2-40B4-BE49-F238E27FC236}">
                <a16:creationId xmlns:a16="http://schemas.microsoft.com/office/drawing/2014/main" id="{BD6E212A-FC0D-4130-B7E9-DC431BA265CC}"/>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university1652_street_to_satellite/university1652_street_to_satellite/seed-1/visual/success-cov-0.9">
            <a:extLst xmlns:a="http://schemas.openxmlformats.org/drawingml/2006/main">
              <a:ext uri="{FF2B5EF4-FFF2-40B4-BE49-F238E27FC236}">
                <a16:creationId xmlns:a16="http://schemas.microsoft.com/office/drawing/2014/main" id="{0CA31FB1-0337-42D7-9F7B-1DDA03583A51}"/>
              </a:ext>
            </a:extLst>
          </p:cNvPr>
          <p:cNvSpPr>
            <a:spLocks xmlns:a="http://schemas.openxmlformats.org/drawingml/2006/main" noGrp="1"/>
          </p:cNvSpPr>
          <p:nvPr/>
        </p:nvSpPr>
        <p:spPr>
          <a:xfrm xmlns:a="http://schemas.openxmlformats.org/drawingml/2006/main">
            <a:off x="140174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0.388</a:t>
            </a:r>
          </a:p>
        </p:txBody>
      </p:sp>
      <p:sp>
        <p:nvSpPr>
          <p:cNvPr id="71" name="university1652_street_to_satellite/university1652_street_to_satellite/seed-1/full/success-cov-0.9">
            <a:extLst xmlns:a="http://schemas.openxmlformats.org/drawingml/2006/main">
              <a:ext uri="{FF2B5EF4-FFF2-40B4-BE49-F238E27FC236}">
                <a16:creationId xmlns:a16="http://schemas.microsoft.com/office/drawing/2014/main" id="{35FC040E-2D12-4106-B01D-177BFD4F1B15}"/>
              </a:ext>
            </a:extLst>
          </p:cNvPr>
          <p:cNvSpPr>
            <a:spLocks xmlns:a="http://schemas.openxmlformats.org/drawingml/2006/main" noGrp="1"/>
          </p:cNvSpPr>
          <p:nvPr/>
        </p:nvSpPr>
        <p:spPr>
          <a:xfrm xmlns:a="http://schemas.openxmlformats.org/drawingml/2006/main">
            <a:off x="140174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0.853</a:t>
            </a:r>
          </a:p>
        </p:txBody>
      </p:sp>
      <p:sp>
        <p:nvSpPr>
          <p:cNvPr id="72" name="university1652_street_to_satellite/university1652_street_to_satellite/seed-1/success/cov-1/heading">
            <a:extLst xmlns:a="http://schemas.openxmlformats.org/drawingml/2006/main">
              <a:ext uri="{FF2B5EF4-FFF2-40B4-BE49-F238E27FC236}">
                <a16:creationId xmlns:a16="http://schemas.microsoft.com/office/drawing/2014/main" id="{098B5A79-FDE8-4C4C-8CB9-F49E07602E6B}"/>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university1652_street_to_satellite/university1652_street_to_satellite/seed-1/visual/success-cov-1">
            <a:extLst xmlns:a="http://schemas.openxmlformats.org/drawingml/2006/main">
              <a:ext uri="{FF2B5EF4-FFF2-40B4-BE49-F238E27FC236}">
                <a16:creationId xmlns:a16="http://schemas.microsoft.com/office/drawing/2014/main" id="{6823EB19-26D4-4219-8450-AEE74E611242}"/>
              </a:ext>
            </a:extLst>
          </p:cNvPr>
          <p:cNvSpPr>
            <a:spLocks xmlns:a="http://schemas.openxmlformats.org/drawingml/2006/main" noGrp="1"/>
          </p:cNvSpPr>
          <p:nvPr/>
        </p:nvSpPr>
        <p:spPr>
          <a:xfrm xmlns:a="http://schemas.openxmlformats.org/drawingml/2006/main">
            <a:off x="180179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0.543</a:t>
            </a:r>
          </a:p>
        </p:txBody>
      </p:sp>
      <p:sp>
        <p:nvSpPr>
          <p:cNvPr id="74" name="university1652_street_to_satellite/university1652_street_to_satellite/seed-1/full/success-cov-1">
            <a:extLst xmlns:a="http://schemas.openxmlformats.org/drawingml/2006/main">
              <a:ext uri="{FF2B5EF4-FFF2-40B4-BE49-F238E27FC236}">
                <a16:creationId xmlns:a16="http://schemas.microsoft.com/office/drawing/2014/main" id="{2E395528-D5C2-4C6E-BF7B-5B53E606A51A}"/>
              </a:ext>
            </a:extLst>
          </p:cNvPr>
          <p:cNvSpPr>
            <a:spLocks xmlns:a="http://schemas.openxmlformats.org/drawingml/2006/main" noGrp="1"/>
          </p:cNvSpPr>
          <p:nvPr/>
        </p:nvSpPr>
        <p:spPr>
          <a:xfrm xmlns:a="http://schemas.openxmlformats.org/drawingml/2006/main">
            <a:off x="180179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0.931</a:t>
            </a:r>
          </a:p>
        </p:txBody>
      </p:sp>
      <p:sp>
        <p:nvSpPr>
          <p:cNvPr id="75" name="university1652_street_to_satellite/university1652_street_to_satellite/seed-1/visual/success-prefix">
            <a:extLst xmlns:a="http://schemas.openxmlformats.org/drawingml/2006/main">
              <a:ext uri="{FF2B5EF4-FFF2-40B4-BE49-F238E27FC236}">
                <a16:creationId xmlns:a16="http://schemas.microsoft.com/office/drawing/2014/main" id="{02A8CC83-DF78-4C4B-A1F0-5596B3596AAA}"/>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university1652_street_to_satellite/university1652_street_to_satellite/seed-1/full/success-prefix">
            <a:extLst xmlns:a="http://schemas.openxmlformats.org/drawingml/2006/main">
              <a:ext uri="{FF2B5EF4-FFF2-40B4-BE49-F238E27FC236}">
                <a16:creationId xmlns:a16="http://schemas.microsoft.com/office/drawing/2014/main" id="{A612D9C7-CACE-4F65-9174-324D90410AC9}"/>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university1652_street_to_satellite/university1652_street_to_satellite/seed-2/heading">
            <a:extLst xmlns:a="http://schemas.openxmlformats.org/drawingml/2006/main">
              <a:ext uri="{FF2B5EF4-FFF2-40B4-BE49-F238E27FC236}">
                <a16:creationId xmlns:a16="http://schemas.microsoft.com/office/drawing/2014/main" id="{0F877917-60CA-4B29-80A1-DB888C6B6BA2}"/>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university1652_street_to_satellite/university1652_street_to_satellite/seed-2/y-grid-0">
            <a:extLst xmlns:a="http://schemas.openxmlformats.org/drawingml/2006/main">
              <a:ext uri="{FF2B5EF4-FFF2-40B4-BE49-F238E27FC236}">
                <a16:creationId xmlns:a16="http://schemas.microsoft.com/office/drawing/2014/main" id="{8F4D6ACF-1209-4320-BCDF-F608FFB8E681}"/>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university1652_street_to_satellite/university1652_street_to_satellite/seed-2/y-label-0">
            <a:extLst xmlns:a="http://schemas.openxmlformats.org/drawingml/2006/main">
              <a:ext uri="{FF2B5EF4-FFF2-40B4-BE49-F238E27FC236}">
                <a16:creationId xmlns:a16="http://schemas.microsoft.com/office/drawing/2014/main" id="{767B380F-CB5E-4B95-B0A5-C7C298C9ED87}"/>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university1652_street_to_satellite/university1652_street_to_satellite/seed-2/x-tick-0">
            <a:extLst xmlns:a="http://schemas.openxmlformats.org/drawingml/2006/main">
              <a:ext uri="{FF2B5EF4-FFF2-40B4-BE49-F238E27FC236}">
                <a16:creationId xmlns:a16="http://schemas.microsoft.com/office/drawing/2014/main" id="{70528C42-640A-46AB-BBF5-F79FDEBF4112}"/>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university1652_street_to_satellite/university1652_street_to_satellite/seed-2/x-label-0">
            <a:extLst xmlns:a="http://schemas.openxmlformats.org/drawingml/2006/main">
              <a:ext uri="{FF2B5EF4-FFF2-40B4-BE49-F238E27FC236}">
                <a16:creationId xmlns:a16="http://schemas.microsoft.com/office/drawing/2014/main" id="{12E02BD3-ADB1-448C-9526-E0B7BDDE091E}"/>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university1652_street_to_satellite/university1652_street_to_satellite/seed-2/y-grid-25">
            <a:extLst xmlns:a="http://schemas.openxmlformats.org/drawingml/2006/main">
              <a:ext uri="{FF2B5EF4-FFF2-40B4-BE49-F238E27FC236}">
                <a16:creationId xmlns:a16="http://schemas.microsoft.com/office/drawing/2014/main" id="{ABFAD264-10CF-4E70-9ED0-581259361BC9}"/>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university1652_street_to_satellite/university1652_street_to_satellite/seed-2/y-label-25">
            <a:extLst xmlns:a="http://schemas.openxmlformats.org/drawingml/2006/main">
              <a:ext uri="{FF2B5EF4-FFF2-40B4-BE49-F238E27FC236}">
                <a16:creationId xmlns:a16="http://schemas.microsoft.com/office/drawing/2014/main" id="{FE59155C-5682-427E-B970-DA4AA0E63B01}"/>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university1652_street_to_satellite/university1652_street_to_satellite/seed-2/x-tick-25">
            <a:extLst xmlns:a="http://schemas.openxmlformats.org/drawingml/2006/main">
              <a:ext uri="{FF2B5EF4-FFF2-40B4-BE49-F238E27FC236}">
                <a16:creationId xmlns:a16="http://schemas.microsoft.com/office/drawing/2014/main" id="{15290A3C-73CE-44A2-BD52-02CE926EEDE3}"/>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university1652_street_to_satellite/university1652_street_to_satellite/seed-2/x-label-25">
            <a:extLst xmlns:a="http://schemas.openxmlformats.org/drawingml/2006/main">
              <a:ext uri="{FF2B5EF4-FFF2-40B4-BE49-F238E27FC236}">
                <a16:creationId xmlns:a16="http://schemas.microsoft.com/office/drawing/2014/main" id="{35040C5B-02BB-4791-BAC0-EC37B92CBA51}"/>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university1652_street_to_satellite/university1652_street_to_satellite/seed-2/y-grid-50">
            <a:extLst xmlns:a="http://schemas.openxmlformats.org/drawingml/2006/main">
              <a:ext uri="{FF2B5EF4-FFF2-40B4-BE49-F238E27FC236}">
                <a16:creationId xmlns:a16="http://schemas.microsoft.com/office/drawing/2014/main" id="{0AC51D63-4764-4E11-BB72-843EE267E267}"/>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university1652_street_to_satellite/university1652_street_to_satellite/seed-2/y-label-50">
            <a:extLst xmlns:a="http://schemas.openxmlformats.org/drawingml/2006/main">
              <a:ext uri="{FF2B5EF4-FFF2-40B4-BE49-F238E27FC236}">
                <a16:creationId xmlns:a16="http://schemas.microsoft.com/office/drawing/2014/main" id="{34FD2BCC-8478-4F1B-BE1E-2D9F9B187366}"/>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university1652_street_to_satellite/university1652_street_to_satellite/seed-2/x-tick-50">
            <a:extLst xmlns:a="http://schemas.openxmlformats.org/drawingml/2006/main">
              <a:ext uri="{FF2B5EF4-FFF2-40B4-BE49-F238E27FC236}">
                <a16:creationId xmlns:a16="http://schemas.microsoft.com/office/drawing/2014/main" id="{7A752A8A-13A9-43CA-B8DE-2AA79F094503}"/>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university1652_street_to_satellite/university1652_street_to_satellite/seed-2/x-label-50">
            <a:extLst xmlns:a="http://schemas.openxmlformats.org/drawingml/2006/main">
              <a:ext uri="{FF2B5EF4-FFF2-40B4-BE49-F238E27FC236}">
                <a16:creationId xmlns:a16="http://schemas.microsoft.com/office/drawing/2014/main" id="{5DA75DF8-74DC-4BEE-88DC-BC5AAAA4BA58}"/>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university1652_street_to_satellite/university1652_street_to_satellite/seed-2/y-grid-75">
            <a:extLst xmlns:a="http://schemas.openxmlformats.org/drawingml/2006/main">
              <a:ext uri="{FF2B5EF4-FFF2-40B4-BE49-F238E27FC236}">
                <a16:creationId xmlns:a16="http://schemas.microsoft.com/office/drawing/2014/main" id="{EB00341F-57DD-4EDD-802D-25F0FDA2DD97}"/>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university1652_street_to_satellite/university1652_street_to_satellite/seed-2/y-label-75">
            <a:extLst xmlns:a="http://schemas.openxmlformats.org/drawingml/2006/main">
              <a:ext uri="{FF2B5EF4-FFF2-40B4-BE49-F238E27FC236}">
                <a16:creationId xmlns:a16="http://schemas.microsoft.com/office/drawing/2014/main" id="{5D5CC17C-5884-4063-90B6-28E33FBBC5B4}"/>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university1652_street_to_satellite/university1652_street_to_satellite/seed-2/x-tick-75">
            <a:extLst xmlns:a="http://schemas.openxmlformats.org/drawingml/2006/main">
              <a:ext uri="{FF2B5EF4-FFF2-40B4-BE49-F238E27FC236}">
                <a16:creationId xmlns:a16="http://schemas.microsoft.com/office/drawing/2014/main" id="{0995C701-D6C5-4F58-B177-FD780BC047E6}"/>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university1652_street_to_satellite/university1652_street_to_satellite/seed-2/x-label-75">
            <a:extLst xmlns:a="http://schemas.openxmlformats.org/drawingml/2006/main">
              <a:ext uri="{FF2B5EF4-FFF2-40B4-BE49-F238E27FC236}">
                <a16:creationId xmlns:a16="http://schemas.microsoft.com/office/drawing/2014/main" id="{46851399-B15B-4E39-B064-13E100228DBD}"/>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university1652_street_to_satellite/university1652_street_to_satellite/seed-2/y-grid-100">
            <a:extLst xmlns:a="http://schemas.openxmlformats.org/drawingml/2006/main">
              <a:ext uri="{FF2B5EF4-FFF2-40B4-BE49-F238E27FC236}">
                <a16:creationId xmlns:a16="http://schemas.microsoft.com/office/drawing/2014/main" id="{4C06FA5F-0FE4-49CA-A3F6-A95B2C7EDCDC}"/>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university1652_street_to_satellite/university1652_street_to_satellite/seed-2/y-label-100">
            <a:extLst xmlns:a="http://schemas.openxmlformats.org/drawingml/2006/main">
              <a:ext uri="{FF2B5EF4-FFF2-40B4-BE49-F238E27FC236}">
                <a16:creationId xmlns:a16="http://schemas.microsoft.com/office/drawing/2014/main" id="{6F7CD12D-4D95-4CD1-9C40-227429DCF59B}"/>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university1652_street_to_satellite/university1652_street_to_satellite/seed-2/x-tick-100">
            <a:extLst xmlns:a="http://schemas.openxmlformats.org/drawingml/2006/main">
              <a:ext uri="{FF2B5EF4-FFF2-40B4-BE49-F238E27FC236}">
                <a16:creationId xmlns:a16="http://schemas.microsoft.com/office/drawing/2014/main" id="{48372EBE-D74E-40A9-8968-78991FF0390A}"/>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university1652_street_to_satellite/university1652_street_to_satellite/seed-2/x-label-100">
            <a:extLst xmlns:a="http://schemas.openxmlformats.org/drawingml/2006/main">
              <a:ext uri="{FF2B5EF4-FFF2-40B4-BE49-F238E27FC236}">
                <a16:creationId xmlns:a16="http://schemas.microsoft.com/office/drawing/2014/main" id="{4F1F621D-3243-4A4E-9AFA-F65ADF773EBD}"/>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university1652_street_to_satellite/university1652_street_to_satellite/seed-2/y-axis">
            <a:extLst xmlns:a="http://schemas.openxmlformats.org/drawingml/2006/main">
              <a:ext uri="{FF2B5EF4-FFF2-40B4-BE49-F238E27FC236}">
                <a16:creationId xmlns:a16="http://schemas.microsoft.com/office/drawing/2014/main" id="{03EFA09B-D7A7-4BFD-B0C0-D10E0375E1F7}"/>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university1652_street_to_satellite/university1652_street_to_satellite/seed-2/x-axis">
            <a:extLst xmlns:a="http://schemas.openxmlformats.org/drawingml/2006/main">
              <a:ext uri="{FF2B5EF4-FFF2-40B4-BE49-F238E27FC236}">
                <a16:creationId xmlns:a16="http://schemas.microsoft.com/office/drawing/2014/main" id="{AB935FC3-1099-4C8C-9D67-310895891F67}"/>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university1652_street_to_satellite/university1652_street_to_satellite/seed-2/visual/guide-1-2">
            <a:extLst xmlns:a="http://schemas.openxmlformats.org/drawingml/2006/main">
              <a:ext uri="{FF2B5EF4-FFF2-40B4-BE49-F238E27FC236}">
                <a16:creationId xmlns:a16="http://schemas.microsoft.com/office/drawing/2014/main" id="{697A1BD2-D035-4527-92E4-9FD8ADF565DB}"/>
              </a:ext>
            </a:extLst>
          </p:cNvPr>
          <p:cNvSpPr>
            <a:spLocks xmlns:a="http://schemas.openxmlformats.org/drawingml/2006/main" noGrp="1"/>
          </p:cNvSpPr>
          <p:nvPr/>
        </p:nvSpPr>
        <p:spPr>
          <a:xfrm xmlns:a="http://schemas.openxmlformats.org/drawingml/2006/main" flipV="1">
            <a:off x="3340410" y="2872185"/>
            <a:ext cx="400205" cy="3152"/>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university1652_street_to_satellite/university1652_street_to_satellite/seed-2/visual/guide-2-3">
            <a:extLst xmlns:a="http://schemas.openxmlformats.org/drawingml/2006/main">
              <a:ext uri="{FF2B5EF4-FFF2-40B4-BE49-F238E27FC236}">
                <a16:creationId xmlns:a16="http://schemas.microsoft.com/office/drawing/2014/main" id="{EC04E23B-E802-4612-B087-D2EE3CCBCE54}"/>
              </a:ext>
            </a:extLst>
          </p:cNvPr>
          <p:cNvSpPr>
            <a:spLocks xmlns:a="http://schemas.openxmlformats.org/drawingml/2006/main" noGrp="1"/>
          </p:cNvSpPr>
          <p:nvPr/>
        </p:nvSpPr>
        <p:spPr>
          <a:xfrm xmlns:a="http://schemas.openxmlformats.org/drawingml/2006/main" flipV="1">
            <a:off x="3740615" y="2870924"/>
            <a:ext cx="240123" cy="126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university1652_street_to_satellite/university1652_street_to_satellite/seed-2/visual/guide-3-4">
            <a:extLst xmlns:a="http://schemas.openxmlformats.org/drawingml/2006/main">
              <a:ext uri="{FF2B5EF4-FFF2-40B4-BE49-F238E27FC236}">
                <a16:creationId xmlns:a16="http://schemas.microsoft.com/office/drawing/2014/main" id="{B00EE1AA-78C2-4AEA-8457-A332602C9054}"/>
              </a:ext>
            </a:extLst>
          </p:cNvPr>
          <p:cNvSpPr>
            <a:spLocks xmlns:a="http://schemas.openxmlformats.org/drawingml/2006/main" noGrp="1"/>
          </p:cNvSpPr>
          <p:nvPr/>
        </p:nvSpPr>
        <p:spPr>
          <a:xfrm xmlns:a="http://schemas.openxmlformats.org/drawingml/2006/main" flipV="1">
            <a:off x="3980738" y="2869663"/>
            <a:ext cx="159462" cy="126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university1652_street_to_satellite/university1652_street_to_satellite/seed-2/visual/point-cov-0.5">
            <a:extLst xmlns:a="http://schemas.openxmlformats.org/drawingml/2006/main">
              <a:ext uri="{FF2B5EF4-FFF2-40B4-BE49-F238E27FC236}">
                <a16:creationId xmlns:a16="http://schemas.microsoft.com/office/drawing/2014/main" id="{6F42A963-A5E9-4427-9994-E677646D4D4C}"/>
              </a:ext>
            </a:extLst>
          </p:cNvPr>
          <p:cNvSpPr>
            <a:spLocks xmlns:a="http://schemas.openxmlformats.org/drawingml/2006/main" noGrp="1"/>
          </p:cNvSpPr>
          <p:nvPr/>
        </p:nvSpPr>
        <p:spPr>
          <a:xfrm xmlns:a="http://schemas.openxmlformats.org/drawingml/2006/main">
            <a:off x="3310565" y="284549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university1652_street_to_satellite/university1652_street_to_satellite/seed-2/visual/point-cov-0.75">
            <a:extLst xmlns:a="http://schemas.openxmlformats.org/drawingml/2006/main">
              <a:ext uri="{FF2B5EF4-FFF2-40B4-BE49-F238E27FC236}">
                <a16:creationId xmlns:a16="http://schemas.microsoft.com/office/drawing/2014/main" id="{72D98B46-CC9D-4280-AE0E-2BB1897A86D4}"/>
              </a:ext>
            </a:extLst>
          </p:cNvPr>
          <p:cNvSpPr>
            <a:spLocks xmlns:a="http://schemas.openxmlformats.org/drawingml/2006/main" noGrp="1"/>
          </p:cNvSpPr>
          <p:nvPr/>
        </p:nvSpPr>
        <p:spPr>
          <a:xfrm xmlns:a="http://schemas.openxmlformats.org/drawingml/2006/main">
            <a:off x="3710770" y="284234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university1652_street_to_satellite/university1652_street_to_satellite/seed-2/visual/point-cov-0.9">
            <a:extLst xmlns:a="http://schemas.openxmlformats.org/drawingml/2006/main">
              <a:ext uri="{FF2B5EF4-FFF2-40B4-BE49-F238E27FC236}">
                <a16:creationId xmlns:a16="http://schemas.microsoft.com/office/drawing/2014/main" id="{A199B987-E5DB-4364-9253-46F2051BEC4D}"/>
              </a:ext>
            </a:extLst>
          </p:cNvPr>
          <p:cNvSpPr>
            <a:spLocks xmlns:a="http://schemas.openxmlformats.org/drawingml/2006/main" noGrp="1"/>
          </p:cNvSpPr>
          <p:nvPr/>
        </p:nvSpPr>
        <p:spPr>
          <a:xfrm xmlns:a="http://schemas.openxmlformats.org/drawingml/2006/main">
            <a:off x="3950893" y="284107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university1652_street_to_satellite/university1652_street_to_satellite/seed-2/visual/point-cov-1">
            <a:extLst xmlns:a="http://schemas.openxmlformats.org/drawingml/2006/main">
              <a:ext uri="{FF2B5EF4-FFF2-40B4-BE49-F238E27FC236}">
                <a16:creationId xmlns:a16="http://schemas.microsoft.com/office/drawing/2014/main" id="{CCCAE0CE-94C5-4042-BF57-682E49DC673B}"/>
              </a:ext>
            </a:extLst>
          </p:cNvPr>
          <p:cNvSpPr>
            <a:spLocks xmlns:a="http://schemas.openxmlformats.org/drawingml/2006/main" noGrp="1"/>
          </p:cNvSpPr>
          <p:nvPr/>
        </p:nvSpPr>
        <p:spPr>
          <a:xfrm xmlns:a="http://schemas.openxmlformats.org/drawingml/2006/main">
            <a:off x="4110355" y="283981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university1652_street_to_satellite/university1652_street_to_satellite/seed-2/full/guide-1-2">
            <a:extLst xmlns:a="http://schemas.openxmlformats.org/drawingml/2006/main">
              <a:ext uri="{FF2B5EF4-FFF2-40B4-BE49-F238E27FC236}">
                <a16:creationId xmlns:a16="http://schemas.microsoft.com/office/drawing/2014/main" id="{455270D2-9D88-4FFC-8094-B007B1B71C4E}"/>
              </a:ext>
            </a:extLst>
          </p:cNvPr>
          <p:cNvSpPr>
            <a:spLocks xmlns:a="http://schemas.openxmlformats.org/drawingml/2006/main" noGrp="1"/>
          </p:cNvSpPr>
          <p:nvPr/>
        </p:nvSpPr>
        <p:spPr>
          <a:xfrm xmlns:a="http://schemas.openxmlformats.org/drawingml/2006/main" flipV="1">
            <a:off x="3340410" y="2874075"/>
            <a:ext cx="400205" cy="378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university1652_street_to_satellite/university1652_street_to_satellite/seed-2/full/guide-2-3">
            <a:extLst xmlns:a="http://schemas.openxmlformats.org/drawingml/2006/main">
              <a:ext uri="{FF2B5EF4-FFF2-40B4-BE49-F238E27FC236}">
                <a16:creationId xmlns:a16="http://schemas.microsoft.com/office/drawing/2014/main" id="{1C7AC0C0-D0CB-42A7-8C5C-516548A445D1}"/>
              </a:ext>
            </a:extLst>
          </p:cNvPr>
          <p:cNvSpPr>
            <a:spLocks xmlns:a="http://schemas.openxmlformats.org/drawingml/2006/main" noGrp="1"/>
          </p:cNvSpPr>
          <p:nvPr/>
        </p:nvSpPr>
        <p:spPr>
          <a:xfrm xmlns:a="http://schemas.openxmlformats.org/drawingml/2006/main" flipV="1">
            <a:off x="3740615" y="2870924"/>
            <a:ext cx="240123" cy="315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university1652_street_to_satellite/university1652_street_to_satellite/seed-2/full/guide-3-4">
            <a:extLst xmlns:a="http://schemas.openxmlformats.org/drawingml/2006/main">
              <a:ext uri="{FF2B5EF4-FFF2-40B4-BE49-F238E27FC236}">
                <a16:creationId xmlns:a16="http://schemas.microsoft.com/office/drawing/2014/main" id="{9A6BD259-C65A-4F01-AC15-42F14C7E2E44}"/>
              </a:ext>
            </a:extLst>
          </p:cNvPr>
          <p:cNvSpPr>
            <a:spLocks xmlns:a="http://schemas.openxmlformats.org/drawingml/2006/main" noGrp="1"/>
          </p:cNvSpPr>
          <p:nvPr/>
        </p:nvSpPr>
        <p:spPr>
          <a:xfrm xmlns:a="http://schemas.openxmlformats.org/drawingml/2006/main" flipV="1">
            <a:off x="3980738" y="2867142"/>
            <a:ext cx="159462" cy="378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university1652_street_to_satellite/university1652_street_to_satellite/seed-2/full/point-cov-0.5">
            <a:extLst xmlns:a="http://schemas.openxmlformats.org/drawingml/2006/main">
              <a:ext uri="{FF2B5EF4-FFF2-40B4-BE49-F238E27FC236}">
                <a16:creationId xmlns:a16="http://schemas.microsoft.com/office/drawing/2014/main" id="{A2ED0FC3-3083-4B48-95F4-8DB96F7D8787}"/>
              </a:ext>
            </a:extLst>
          </p:cNvPr>
          <p:cNvSpPr>
            <a:spLocks xmlns:a="http://schemas.openxmlformats.org/drawingml/2006/main" noGrp="1"/>
          </p:cNvSpPr>
          <p:nvPr/>
        </p:nvSpPr>
        <p:spPr>
          <a:xfrm xmlns:a="http://schemas.openxmlformats.org/drawingml/2006/main">
            <a:off x="3316280" y="285372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university1652_street_to_satellite/university1652_street_to_satellite/seed-2/full/point-cov-0.75">
            <a:extLst xmlns:a="http://schemas.openxmlformats.org/drawingml/2006/main">
              <a:ext uri="{FF2B5EF4-FFF2-40B4-BE49-F238E27FC236}">
                <a16:creationId xmlns:a16="http://schemas.microsoft.com/office/drawing/2014/main" id="{C3D570D9-013C-40BB-900D-5091FFFFD5AF}"/>
              </a:ext>
            </a:extLst>
          </p:cNvPr>
          <p:cNvSpPr>
            <a:spLocks xmlns:a="http://schemas.openxmlformats.org/drawingml/2006/main" noGrp="1"/>
          </p:cNvSpPr>
          <p:nvPr/>
        </p:nvSpPr>
        <p:spPr>
          <a:xfrm xmlns:a="http://schemas.openxmlformats.org/drawingml/2006/main">
            <a:off x="3716485" y="284994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university1652_street_to_satellite/university1652_street_to_satellite/seed-2/full/point-cov-0.9">
            <a:extLst xmlns:a="http://schemas.openxmlformats.org/drawingml/2006/main">
              <a:ext uri="{FF2B5EF4-FFF2-40B4-BE49-F238E27FC236}">
                <a16:creationId xmlns:a16="http://schemas.microsoft.com/office/drawing/2014/main" id="{B180C368-3C5D-49E5-834B-457E6A232F40}"/>
              </a:ext>
            </a:extLst>
          </p:cNvPr>
          <p:cNvSpPr>
            <a:spLocks xmlns:a="http://schemas.openxmlformats.org/drawingml/2006/main" noGrp="1"/>
          </p:cNvSpPr>
          <p:nvPr/>
        </p:nvSpPr>
        <p:spPr>
          <a:xfrm xmlns:a="http://schemas.openxmlformats.org/drawingml/2006/main">
            <a:off x="3956608" y="284679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university1652_street_to_satellite/university1652_street_to_satellite/seed-2/full/point-cov-1">
            <a:extLst xmlns:a="http://schemas.openxmlformats.org/drawingml/2006/main">
              <a:ext uri="{FF2B5EF4-FFF2-40B4-BE49-F238E27FC236}">
                <a16:creationId xmlns:a16="http://schemas.microsoft.com/office/drawing/2014/main" id="{21004D22-EB03-4DFE-B877-01136A81E8AF}"/>
              </a:ext>
            </a:extLst>
          </p:cNvPr>
          <p:cNvSpPr>
            <a:spLocks xmlns:a="http://schemas.openxmlformats.org/drawingml/2006/main" noGrp="1"/>
          </p:cNvSpPr>
          <p:nvPr/>
        </p:nvSpPr>
        <p:spPr>
          <a:xfrm xmlns:a="http://schemas.openxmlformats.org/drawingml/2006/main">
            <a:off x="4116070" y="284301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university1652_street_to_satellite/university1652_street_to_satellite/seed-2/count/N">
            <a:extLst xmlns:a="http://schemas.openxmlformats.org/drawingml/2006/main">
              <a:ext uri="{FF2B5EF4-FFF2-40B4-BE49-F238E27FC236}">
                <a16:creationId xmlns:a16="http://schemas.microsoft.com/office/drawing/2014/main" id="{8FDB23CC-A15E-4BD9-AF34-CFBC1B621B53}"/>
              </a:ext>
            </a:extLst>
          </p:cNvPr>
          <p:cNvSpPr>
            <a:spLocks xmlns:a="http://schemas.openxmlformats.org/drawingml/2006/main" noGrp="1"/>
          </p:cNvSpPr>
          <p:nvPr/>
        </p:nvSpPr>
        <p:spPr>
          <a:xfrm xmlns:a="http://schemas.openxmlformats.org/drawingml/2006/main">
            <a:off x="28572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2,579</a:t>
            </a:r>
          </a:p>
        </p:txBody>
      </p:sp>
      <p:sp>
        <p:nvSpPr>
          <p:cNvPr id="115" name="university1652_street_to_satellite/university1652_street_to_satellite/seed-2/count/header/requested">
            <a:extLst xmlns:a="http://schemas.openxmlformats.org/drawingml/2006/main">
              <a:ext uri="{FF2B5EF4-FFF2-40B4-BE49-F238E27FC236}">
                <a16:creationId xmlns:a16="http://schemas.microsoft.com/office/drawing/2014/main" id="{EE6AE11E-27CE-4132-B802-E7C24959BC2D}"/>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university1652_street_to_satellite/university1652_street_to_satellite/seed-2/count/header/kN">
            <a:extLst xmlns:a="http://schemas.openxmlformats.org/drawingml/2006/main">
              <a:ext uri="{FF2B5EF4-FFF2-40B4-BE49-F238E27FC236}">
                <a16:creationId xmlns:a16="http://schemas.microsoft.com/office/drawing/2014/main" id="{FCC6B6AB-7C04-4065-A961-2EE6AC2BA247}"/>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university1652_street_to_satellite/university1652_street_to_satellite/seed-2/count/header/overlap">
            <a:extLst xmlns:a="http://schemas.openxmlformats.org/drawingml/2006/main">
              <a:ext uri="{FF2B5EF4-FFF2-40B4-BE49-F238E27FC236}">
                <a16:creationId xmlns:a16="http://schemas.microsoft.com/office/drawing/2014/main" id="{6A1F8885-0D72-4618-A8BA-882486CEF32A}"/>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university1652_street_to_satellite/university1652_street_to_satellite/seed-2/count/header/rule">
            <a:extLst xmlns:a="http://schemas.openxmlformats.org/drawingml/2006/main">
              <a:ext uri="{FF2B5EF4-FFF2-40B4-BE49-F238E27FC236}">
                <a16:creationId xmlns:a16="http://schemas.microsoft.com/office/drawing/2014/main" id="{BC9DA51E-6A14-4F96-AB00-C0E7F3C53408}"/>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university1652_street_to_satellite/university1652_street_to_satellite/seed-2/count/cov-0.5/requested">
            <a:extLst xmlns:a="http://schemas.openxmlformats.org/drawingml/2006/main">
              <a:ext uri="{FF2B5EF4-FFF2-40B4-BE49-F238E27FC236}">
                <a16:creationId xmlns:a16="http://schemas.microsoft.com/office/drawing/2014/main" id="{7621D7AF-06BC-4A92-9FC7-43919B27B7A2}"/>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university1652_street_to_satellite/university1652_street_to_satellite/seed-2/count/cov-0.5/kN">
            <a:extLst xmlns:a="http://schemas.openxmlformats.org/drawingml/2006/main">
              <a:ext uri="{FF2B5EF4-FFF2-40B4-BE49-F238E27FC236}">
                <a16:creationId xmlns:a16="http://schemas.microsoft.com/office/drawing/2014/main" id="{A97CE4A2-BA76-4F3E-8C7D-0E333B37B63C}"/>
              </a:ext>
            </a:extLst>
          </p:cNvPr>
          <p:cNvSpPr>
            <a:spLocks xmlns:a="http://schemas.openxmlformats.org/drawingml/2006/main" noGrp="1"/>
          </p:cNvSpPr>
          <p:nvPr/>
        </p:nvSpPr>
        <p:spPr>
          <a:xfrm xmlns:a="http://schemas.openxmlformats.org/drawingml/2006/main">
            <a:off x="30700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1290/2579</a:t>
            </a:r>
          </a:p>
        </p:txBody>
      </p:sp>
      <p:sp>
        <p:nvSpPr>
          <p:cNvPr id="121" name="university1652_street_to_satellite/university1652_street_to_satellite/seed-2/count/cov-0.5/overlap">
            <a:extLst xmlns:a="http://schemas.openxmlformats.org/drawingml/2006/main">
              <a:ext uri="{FF2B5EF4-FFF2-40B4-BE49-F238E27FC236}">
                <a16:creationId xmlns:a16="http://schemas.microsoft.com/office/drawing/2014/main" id="{A2F4686F-A972-4FEC-B256-579C6EEE0D99}"/>
              </a:ext>
            </a:extLst>
          </p:cNvPr>
          <p:cNvSpPr>
            <a:spLocks xmlns:a="http://schemas.openxmlformats.org/drawingml/2006/main" noGrp="1"/>
          </p:cNvSpPr>
          <p:nvPr/>
        </p:nvSpPr>
        <p:spPr>
          <a:xfrm xmlns:a="http://schemas.openxmlformats.org/drawingml/2006/main">
            <a:off x="3860260" y="39197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647</a:t>
            </a:r>
          </a:p>
        </p:txBody>
      </p:sp>
      <p:sp>
        <p:nvSpPr>
          <p:cNvPr id="122" name="university1652_street_to_satellite/university1652_street_to_satellite/seed-2/count/cov-0.75/requested">
            <a:extLst xmlns:a="http://schemas.openxmlformats.org/drawingml/2006/main">
              <a:ext uri="{FF2B5EF4-FFF2-40B4-BE49-F238E27FC236}">
                <a16:creationId xmlns:a16="http://schemas.microsoft.com/office/drawing/2014/main" id="{6E5E4361-42FF-459B-8E73-ACE4F49894BA}"/>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university1652_street_to_satellite/university1652_street_to_satellite/seed-2/count/cov-0.75/kN">
            <a:extLst xmlns:a="http://schemas.openxmlformats.org/drawingml/2006/main">
              <a:ext uri="{FF2B5EF4-FFF2-40B4-BE49-F238E27FC236}">
                <a16:creationId xmlns:a16="http://schemas.microsoft.com/office/drawing/2014/main" id="{476CB085-B20D-49FF-9C76-BE85C292A6A0}"/>
              </a:ext>
            </a:extLst>
          </p:cNvPr>
          <p:cNvSpPr>
            <a:spLocks xmlns:a="http://schemas.openxmlformats.org/drawingml/2006/main" noGrp="1"/>
          </p:cNvSpPr>
          <p:nvPr/>
        </p:nvSpPr>
        <p:spPr>
          <a:xfrm xmlns:a="http://schemas.openxmlformats.org/drawingml/2006/main">
            <a:off x="30700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1935/2579</a:t>
            </a:r>
          </a:p>
        </p:txBody>
      </p:sp>
      <p:sp>
        <p:nvSpPr>
          <p:cNvPr id="124" name="university1652_street_to_satellite/university1652_street_to_satellite/seed-2/count/cov-0.75/overlap">
            <a:extLst xmlns:a="http://schemas.openxmlformats.org/drawingml/2006/main">
              <a:ext uri="{FF2B5EF4-FFF2-40B4-BE49-F238E27FC236}">
                <a16:creationId xmlns:a16="http://schemas.microsoft.com/office/drawing/2014/main" id="{117903C7-21A4-4557-9239-19A5C71A4D8E}"/>
              </a:ext>
            </a:extLst>
          </p:cNvPr>
          <p:cNvSpPr>
            <a:spLocks xmlns:a="http://schemas.openxmlformats.org/drawingml/2006/main" noGrp="1"/>
          </p:cNvSpPr>
          <p:nvPr/>
        </p:nvSpPr>
        <p:spPr>
          <a:xfrm xmlns:a="http://schemas.openxmlformats.org/drawingml/2006/main">
            <a:off x="38320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1455</a:t>
            </a:r>
          </a:p>
        </p:txBody>
      </p:sp>
      <p:sp>
        <p:nvSpPr>
          <p:cNvPr id="125" name="university1652_street_to_satellite/university1652_street_to_satellite/seed-2/count/cov-0.9/requested">
            <a:extLst xmlns:a="http://schemas.openxmlformats.org/drawingml/2006/main">
              <a:ext uri="{FF2B5EF4-FFF2-40B4-BE49-F238E27FC236}">
                <a16:creationId xmlns:a16="http://schemas.microsoft.com/office/drawing/2014/main" id="{03B48E9F-C3FC-4FE6-94F9-18F1296525C9}"/>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university1652_street_to_satellite/university1652_street_to_satellite/seed-2/count/cov-0.9/kN">
            <a:extLst xmlns:a="http://schemas.openxmlformats.org/drawingml/2006/main">
              <a:ext uri="{FF2B5EF4-FFF2-40B4-BE49-F238E27FC236}">
                <a16:creationId xmlns:a16="http://schemas.microsoft.com/office/drawing/2014/main" id="{FE5E56AB-3162-4FA7-8A88-6BB5FFC8FD32}"/>
              </a:ext>
            </a:extLst>
          </p:cNvPr>
          <p:cNvSpPr>
            <a:spLocks xmlns:a="http://schemas.openxmlformats.org/drawingml/2006/main" noGrp="1"/>
          </p:cNvSpPr>
          <p:nvPr/>
        </p:nvSpPr>
        <p:spPr>
          <a:xfrm xmlns:a="http://schemas.openxmlformats.org/drawingml/2006/main">
            <a:off x="30700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2322/2579</a:t>
            </a:r>
          </a:p>
        </p:txBody>
      </p:sp>
      <p:sp>
        <p:nvSpPr>
          <p:cNvPr id="127" name="university1652_street_to_satellite/university1652_street_to_satellite/seed-2/count/cov-0.9/overlap">
            <a:extLst xmlns:a="http://schemas.openxmlformats.org/drawingml/2006/main">
              <a:ext uri="{FF2B5EF4-FFF2-40B4-BE49-F238E27FC236}">
                <a16:creationId xmlns:a16="http://schemas.microsoft.com/office/drawing/2014/main" id="{BA0E872D-A386-4E19-BCA2-E2220EA553EA}"/>
              </a:ext>
            </a:extLst>
          </p:cNvPr>
          <p:cNvSpPr>
            <a:spLocks xmlns:a="http://schemas.openxmlformats.org/drawingml/2006/main" noGrp="1"/>
          </p:cNvSpPr>
          <p:nvPr/>
        </p:nvSpPr>
        <p:spPr>
          <a:xfrm xmlns:a="http://schemas.openxmlformats.org/drawingml/2006/main">
            <a:off x="38320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2090</a:t>
            </a:r>
          </a:p>
        </p:txBody>
      </p:sp>
      <p:sp>
        <p:nvSpPr>
          <p:cNvPr id="128" name="university1652_street_to_satellite/university1652_street_to_satellite/seed-2/count/cov-1/requested">
            <a:extLst xmlns:a="http://schemas.openxmlformats.org/drawingml/2006/main">
              <a:ext uri="{FF2B5EF4-FFF2-40B4-BE49-F238E27FC236}">
                <a16:creationId xmlns:a16="http://schemas.microsoft.com/office/drawing/2014/main" id="{D33565C8-87AB-4E42-8860-35E50B9BDD9F}"/>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university1652_street_to_satellite/university1652_street_to_satellite/seed-2/count/cov-1/kN">
            <a:extLst xmlns:a="http://schemas.openxmlformats.org/drawingml/2006/main">
              <a:ext uri="{FF2B5EF4-FFF2-40B4-BE49-F238E27FC236}">
                <a16:creationId xmlns:a16="http://schemas.microsoft.com/office/drawing/2014/main" id="{34B57601-2366-4C80-9942-48A1DA08516E}"/>
              </a:ext>
            </a:extLst>
          </p:cNvPr>
          <p:cNvSpPr>
            <a:spLocks xmlns:a="http://schemas.openxmlformats.org/drawingml/2006/main" noGrp="1"/>
          </p:cNvSpPr>
          <p:nvPr/>
        </p:nvSpPr>
        <p:spPr>
          <a:xfrm xmlns:a="http://schemas.openxmlformats.org/drawingml/2006/main">
            <a:off x="30700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2579/2579</a:t>
            </a:r>
          </a:p>
        </p:txBody>
      </p:sp>
      <p:sp>
        <p:nvSpPr>
          <p:cNvPr id="130" name="university1652_street_to_satellite/university1652_street_to_satellite/seed-2/count/cov-1/overlap">
            <a:extLst xmlns:a="http://schemas.openxmlformats.org/drawingml/2006/main">
              <a:ext uri="{FF2B5EF4-FFF2-40B4-BE49-F238E27FC236}">
                <a16:creationId xmlns:a16="http://schemas.microsoft.com/office/drawing/2014/main" id="{C60E189B-B38B-4E7A-AB5A-512D362B6427}"/>
              </a:ext>
            </a:extLst>
          </p:cNvPr>
          <p:cNvSpPr>
            <a:spLocks xmlns:a="http://schemas.openxmlformats.org/drawingml/2006/main" noGrp="1"/>
          </p:cNvSpPr>
          <p:nvPr/>
        </p:nvSpPr>
        <p:spPr>
          <a:xfrm xmlns:a="http://schemas.openxmlformats.org/drawingml/2006/main">
            <a:off x="38320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2579</a:t>
            </a:r>
          </a:p>
        </p:txBody>
      </p:sp>
      <p:sp>
        <p:nvSpPr>
          <p:cNvPr id="131" name="university1652_street_to_satellite/university1652_street_to_satellite/seed-2/success/heading">
            <a:extLst xmlns:a="http://schemas.openxmlformats.org/drawingml/2006/main">
              <a:ext uri="{FF2B5EF4-FFF2-40B4-BE49-F238E27FC236}">
                <a16:creationId xmlns:a16="http://schemas.microsoft.com/office/drawing/2014/main" id="{2EBB8005-B5D9-41C9-96A5-CCB2898DBF2F}"/>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university1652_street_to_satellite/university1652_street_to_satellite/seed-2/success/cov-0.5/heading">
            <a:extLst xmlns:a="http://schemas.openxmlformats.org/drawingml/2006/main">
              <a:ext uri="{FF2B5EF4-FFF2-40B4-BE49-F238E27FC236}">
                <a16:creationId xmlns:a16="http://schemas.microsoft.com/office/drawing/2014/main" id="{C18E4CD4-FBA2-40B4-AC46-4A6CD2B324DF}"/>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university1652_street_to_satellite/university1652_street_to_satellite/seed-2/visual/success-cov-0.5">
            <a:extLst xmlns:a="http://schemas.openxmlformats.org/drawingml/2006/main">
              <a:ext uri="{FF2B5EF4-FFF2-40B4-BE49-F238E27FC236}">
                <a16:creationId xmlns:a16="http://schemas.microsoft.com/office/drawing/2014/main" id="{1C524EED-A8F0-4F69-8DA5-9A06F961BFD1}"/>
              </a:ext>
            </a:extLst>
          </p:cNvPr>
          <p:cNvSpPr>
            <a:spLocks xmlns:a="http://schemas.openxmlformats.org/drawingml/2006/main" noGrp="1"/>
          </p:cNvSpPr>
          <p:nvPr/>
        </p:nvSpPr>
        <p:spPr>
          <a:xfrm xmlns:a="http://schemas.openxmlformats.org/drawingml/2006/main">
            <a:off x="260824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0.465</a:t>
            </a:r>
          </a:p>
        </p:txBody>
      </p:sp>
      <p:sp>
        <p:nvSpPr>
          <p:cNvPr id="134" name="university1652_street_to_satellite/university1652_street_to_satellite/seed-2/full/success-cov-0.5">
            <a:extLst xmlns:a="http://schemas.openxmlformats.org/drawingml/2006/main">
              <a:ext uri="{FF2B5EF4-FFF2-40B4-BE49-F238E27FC236}">
                <a16:creationId xmlns:a16="http://schemas.microsoft.com/office/drawing/2014/main" id="{85AD3151-A6A3-4AE3-A87F-98668ADF86F8}"/>
              </a:ext>
            </a:extLst>
          </p:cNvPr>
          <p:cNvSpPr>
            <a:spLocks xmlns:a="http://schemas.openxmlformats.org/drawingml/2006/main" noGrp="1"/>
          </p:cNvSpPr>
          <p:nvPr/>
        </p:nvSpPr>
        <p:spPr>
          <a:xfrm xmlns:a="http://schemas.openxmlformats.org/drawingml/2006/main">
            <a:off x="260824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0.310</a:t>
            </a:r>
          </a:p>
        </p:txBody>
      </p:sp>
      <p:sp>
        <p:nvSpPr>
          <p:cNvPr id="135" name="university1652_street_to_satellite/university1652_street_to_satellite/seed-2/success/cov-0.75/heading">
            <a:extLst xmlns:a="http://schemas.openxmlformats.org/drawingml/2006/main">
              <a:ext uri="{FF2B5EF4-FFF2-40B4-BE49-F238E27FC236}">
                <a16:creationId xmlns:a16="http://schemas.microsoft.com/office/drawing/2014/main" id="{24595CE8-D35E-479C-8CAB-F1B8DDF441D0}"/>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university1652_street_to_satellite/university1652_street_to_satellite/seed-2/visual/success-cov-0.75">
            <a:extLst xmlns:a="http://schemas.openxmlformats.org/drawingml/2006/main">
              <a:ext uri="{FF2B5EF4-FFF2-40B4-BE49-F238E27FC236}">
                <a16:creationId xmlns:a16="http://schemas.microsoft.com/office/drawing/2014/main" id="{7FF84152-9058-4DA1-B075-C9921AE8A126}"/>
              </a:ext>
            </a:extLst>
          </p:cNvPr>
          <p:cNvSpPr>
            <a:spLocks xmlns:a="http://schemas.openxmlformats.org/drawingml/2006/main" noGrp="1"/>
          </p:cNvSpPr>
          <p:nvPr/>
        </p:nvSpPr>
        <p:spPr>
          <a:xfrm xmlns:a="http://schemas.openxmlformats.org/drawingml/2006/main">
            <a:off x="300829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0.659</a:t>
            </a:r>
          </a:p>
        </p:txBody>
      </p:sp>
      <p:sp>
        <p:nvSpPr>
          <p:cNvPr id="137" name="university1652_street_to_satellite/university1652_street_to_satellite/seed-2/full/success-cov-0.75">
            <a:extLst xmlns:a="http://schemas.openxmlformats.org/drawingml/2006/main">
              <a:ext uri="{FF2B5EF4-FFF2-40B4-BE49-F238E27FC236}">
                <a16:creationId xmlns:a16="http://schemas.microsoft.com/office/drawing/2014/main" id="{EB1D5F64-F2F8-4CFF-BE22-4443650522C8}"/>
              </a:ext>
            </a:extLst>
          </p:cNvPr>
          <p:cNvSpPr>
            <a:spLocks xmlns:a="http://schemas.openxmlformats.org/drawingml/2006/main" noGrp="1"/>
          </p:cNvSpPr>
          <p:nvPr/>
        </p:nvSpPr>
        <p:spPr>
          <a:xfrm xmlns:a="http://schemas.openxmlformats.org/drawingml/2006/main">
            <a:off x="300829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0.543</a:t>
            </a:r>
          </a:p>
        </p:txBody>
      </p:sp>
      <p:sp>
        <p:nvSpPr>
          <p:cNvPr id="138" name="university1652_street_to_satellite/university1652_street_to_satellite/seed-2/success/cov-0.9/heading">
            <a:extLst xmlns:a="http://schemas.openxmlformats.org/drawingml/2006/main">
              <a:ext uri="{FF2B5EF4-FFF2-40B4-BE49-F238E27FC236}">
                <a16:creationId xmlns:a16="http://schemas.microsoft.com/office/drawing/2014/main" id="{D7909971-6D28-4740-B1F7-7CACC106C5D2}"/>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university1652_street_to_satellite/university1652_street_to_satellite/seed-2/visual/success-cov-0.9">
            <a:extLst xmlns:a="http://schemas.openxmlformats.org/drawingml/2006/main">
              <a:ext uri="{FF2B5EF4-FFF2-40B4-BE49-F238E27FC236}">
                <a16:creationId xmlns:a16="http://schemas.microsoft.com/office/drawing/2014/main" id="{95470FCE-47C3-406E-B7D3-20183139CBD2}"/>
              </a:ext>
            </a:extLst>
          </p:cNvPr>
          <p:cNvSpPr>
            <a:spLocks xmlns:a="http://schemas.openxmlformats.org/drawingml/2006/main" noGrp="1"/>
          </p:cNvSpPr>
          <p:nvPr/>
        </p:nvSpPr>
        <p:spPr>
          <a:xfrm xmlns:a="http://schemas.openxmlformats.org/drawingml/2006/main">
            <a:off x="340834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0.737</a:t>
            </a:r>
          </a:p>
        </p:txBody>
      </p:sp>
      <p:sp>
        <p:nvSpPr>
          <p:cNvPr id="140" name="university1652_street_to_satellite/university1652_street_to_satellite/seed-2/full/success-cov-0.9">
            <a:extLst xmlns:a="http://schemas.openxmlformats.org/drawingml/2006/main">
              <a:ext uri="{FF2B5EF4-FFF2-40B4-BE49-F238E27FC236}">
                <a16:creationId xmlns:a16="http://schemas.microsoft.com/office/drawing/2014/main" id="{DEA6F58C-8E63-4F85-914F-D5127989DD34}"/>
              </a:ext>
            </a:extLst>
          </p:cNvPr>
          <p:cNvSpPr>
            <a:spLocks xmlns:a="http://schemas.openxmlformats.org/drawingml/2006/main" noGrp="1"/>
          </p:cNvSpPr>
          <p:nvPr/>
        </p:nvSpPr>
        <p:spPr>
          <a:xfrm xmlns:a="http://schemas.openxmlformats.org/drawingml/2006/main">
            <a:off x="340834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0.737</a:t>
            </a:r>
          </a:p>
        </p:txBody>
      </p:sp>
      <p:sp>
        <p:nvSpPr>
          <p:cNvPr id="141" name="university1652_street_to_satellite/university1652_street_to_satellite/seed-2/success/cov-1/heading">
            <a:extLst xmlns:a="http://schemas.openxmlformats.org/drawingml/2006/main">
              <a:ext uri="{FF2B5EF4-FFF2-40B4-BE49-F238E27FC236}">
                <a16:creationId xmlns:a16="http://schemas.microsoft.com/office/drawing/2014/main" id="{71B7FC83-3E27-4E2A-8BE4-D77F7CBBEC02}"/>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university1652_street_to_satellite/university1652_street_to_satellite/seed-2/visual/success-cov-1">
            <a:extLst xmlns:a="http://schemas.openxmlformats.org/drawingml/2006/main">
              <a:ext uri="{FF2B5EF4-FFF2-40B4-BE49-F238E27FC236}">
                <a16:creationId xmlns:a16="http://schemas.microsoft.com/office/drawing/2014/main" id="{EFB18AE2-C019-495A-9936-88298357CCAE}"/>
              </a:ext>
            </a:extLst>
          </p:cNvPr>
          <p:cNvSpPr>
            <a:spLocks xmlns:a="http://schemas.openxmlformats.org/drawingml/2006/main" noGrp="1"/>
          </p:cNvSpPr>
          <p:nvPr/>
        </p:nvSpPr>
        <p:spPr>
          <a:xfrm xmlns:a="http://schemas.openxmlformats.org/drawingml/2006/main">
            <a:off x="380839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0.814</a:t>
            </a:r>
          </a:p>
        </p:txBody>
      </p:sp>
      <p:sp>
        <p:nvSpPr>
          <p:cNvPr id="143" name="university1652_street_to_satellite/university1652_street_to_satellite/seed-2/full/success-cov-1">
            <a:extLst xmlns:a="http://schemas.openxmlformats.org/drawingml/2006/main">
              <a:ext uri="{FF2B5EF4-FFF2-40B4-BE49-F238E27FC236}">
                <a16:creationId xmlns:a16="http://schemas.microsoft.com/office/drawing/2014/main" id="{413E8EB6-8CA8-4DF7-AAC1-E084ED33589C}"/>
              </a:ext>
            </a:extLst>
          </p:cNvPr>
          <p:cNvSpPr>
            <a:spLocks xmlns:a="http://schemas.openxmlformats.org/drawingml/2006/main" noGrp="1"/>
          </p:cNvSpPr>
          <p:nvPr/>
        </p:nvSpPr>
        <p:spPr>
          <a:xfrm xmlns:a="http://schemas.openxmlformats.org/drawingml/2006/main">
            <a:off x="380839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0.969</a:t>
            </a:r>
          </a:p>
        </p:txBody>
      </p:sp>
      <p:sp>
        <p:nvSpPr>
          <p:cNvPr id="144" name="university1652_street_to_satellite/university1652_street_to_satellite/seed-2/visual/success-prefix">
            <a:extLst xmlns:a="http://schemas.openxmlformats.org/drawingml/2006/main">
              <a:ext uri="{FF2B5EF4-FFF2-40B4-BE49-F238E27FC236}">
                <a16:creationId xmlns:a16="http://schemas.microsoft.com/office/drawing/2014/main" id="{89CF449C-3776-43EF-8DFC-DAA5659587CD}"/>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university1652_street_to_satellite/university1652_street_to_satellite/seed-2/full/success-prefix">
            <a:extLst xmlns:a="http://schemas.openxmlformats.org/drawingml/2006/main">
              <a:ext uri="{FF2B5EF4-FFF2-40B4-BE49-F238E27FC236}">
                <a16:creationId xmlns:a16="http://schemas.microsoft.com/office/drawing/2014/main" id="{85DA2FD2-D82D-43B1-984E-A05DA77B37AE}"/>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university1652_street_to_satellite/university1652_street_to_satellite/seed-3/heading">
            <a:extLst xmlns:a="http://schemas.openxmlformats.org/drawingml/2006/main">
              <a:ext uri="{FF2B5EF4-FFF2-40B4-BE49-F238E27FC236}">
                <a16:creationId xmlns:a16="http://schemas.microsoft.com/office/drawing/2014/main" id="{160C21FE-1948-4AF5-8ACB-E90A41327F3F}"/>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university1652_street_to_satellite/university1652_street_to_satellite/seed-3/y-grid-0">
            <a:extLst xmlns:a="http://schemas.openxmlformats.org/drawingml/2006/main">
              <a:ext uri="{FF2B5EF4-FFF2-40B4-BE49-F238E27FC236}">
                <a16:creationId xmlns:a16="http://schemas.microsoft.com/office/drawing/2014/main" id="{52A19053-AD13-4454-A450-1A6BE39B9123}"/>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university1652_street_to_satellite/university1652_street_to_satellite/seed-3/y-label-0">
            <a:extLst xmlns:a="http://schemas.openxmlformats.org/drawingml/2006/main">
              <a:ext uri="{FF2B5EF4-FFF2-40B4-BE49-F238E27FC236}">
                <a16:creationId xmlns:a16="http://schemas.microsoft.com/office/drawing/2014/main" id="{3B8942AD-EF7D-42DD-A569-CEBA9B3C313F}"/>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university1652_street_to_satellite/university1652_street_to_satellite/seed-3/x-tick-0">
            <a:extLst xmlns:a="http://schemas.openxmlformats.org/drawingml/2006/main">
              <a:ext uri="{FF2B5EF4-FFF2-40B4-BE49-F238E27FC236}">
                <a16:creationId xmlns:a16="http://schemas.microsoft.com/office/drawing/2014/main" id="{508F8617-6537-42D2-8992-4BDB0E40E008}"/>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university1652_street_to_satellite/university1652_street_to_satellite/seed-3/x-label-0">
            <a:extLst xmlns:a="http://schemas.openxmlformats.org/drawingml/2006/main">
              <a:ext uri="{FF2B5EF4-FFF2-40B4-BE49-F238E27FC236}">
                <a16:creationId xmlns:a16="http://schemas.microsoft.com/office/drawing/2014/main" id="{C291EC0A-6925-4CCB-A1FA-A5E4FA7C2C60}"/>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university1652_street_to_satellite/university1652_street_to_satellite/seed-3/y-grid-25">
            <a:extLst xmlns:a="http://schemas.openxmlformats.org/drawingml/2006/main">
              <a:ext uri="{FF2B5EF4-FFF2-40B4-BE49-F238E27FC236}">
                <a16:creationId xmlns:a16="http://schemas.microsoft.com/office/drawing/2014/main" id="{F90689AB-2C0D-464E-A79A-B8657EB19E0D}"/>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university1652_street_to_satellite/university1652_street_to_satellite/seed-3/y-label-25">
            <a:extLst xmlns:a="http://schemas.openxmlformats.org/drawingml/2006/main">
              <a:ext uri="{FF2B5EF4-FFF2-40B4-BE49-F238E27FC236}">
                <a16:creationId xmlns:a16="http://schemas.microsoft.com/office/drawing/2014/main" id="{07F9CBFF-E9C3-45A3-86D2-E5DCEF3C55E9}"/>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university1652_street_to_satellite/university1652_street_to_satellite/seed-3/x-tick-25">
            <a:extLst xmlns:a="http://schemas.openxmlformats.org/drawingml/2006/main">
              <a:ext uri="{FF2B5EF4-FFF2-40B4-BE49-F238E27FC236}">
                <a16:creationId xmlns:a16="http://schemas.microsoft.com/office/drawing/2014/main" id="{B49B0DD7-DC7D-4045-9A96-908552EE7D00}"/>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university1652_street_to_satellite/university1652_street_to_satellite/seed-3/x-label-25">
            <a:extLst xmlns:a="http://schemas.openxmlformats.org/drawingml/2006/main">
              <a:ext uri="{FF2B5EF4-FFF2-40B4-BE49-F238E27FC236}">
                <a16:creationId xmlns:a16="http://schemas.microsoft.com/office/drawing/2014/main" id="{31CFFD1D-A45F-494F-8564-8FACE3BC2401}"/>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university1652_street_to_satellite/university1652_street_to_satellite/seed-3/y-grid-50">
            <a:extLst xmlns:a="http://schemas.openxmlformats.org/drawingml/2006/main">
              <a:ext uri="{FF2B5EF4-FFF2-40B4-BE49-F238E27FC236}">
                <a16:creationId xmlns:a16="http://schemas.microsoft.com/office/drawing/2014/main" id="{5567B8F8-8D42-4BF2-8E62-C9E55C71B352}"/>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university1652_street_to_satellite/university1652_street_to_satellite/seed-3/y-label-50">
            <a:extLst xmlns:a="http://schemas.openxmlformats.org/drawingml/2006/main">
              <a:ext uri="{FF2B5EF4-FFF2-40B4-BE49-F238E27FC236}">
                <a16:creationId xmlns:a16="http://schemas.microsoft.com/office/drawing/2014/main" id="{B81D193A-3833-4E2B-B995-D0A0B878161D}"/>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university1652_street_to_satellite/university1652_street_to_satellite/seed-3/x-tick-50">
            <a:extLst xmlns:a="http://schemas.openxmlformats.org/drawingml/2006/main">
              <a:ext uri="{FF2B5EF4-FFF2-40B4-BE49-F238E27FC236}">
                <a16:creationId xmlns:a16="http://schemas.microsoft.com/office/drawing/2014/main" id="{000A064E-BB0F-4145-9085-4DB6257322E3}"/>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university1652_street_to_satellite/university1652_street_to_satellite/seed-3/x-label-50">
            <a:extLst xmlns:a="http://schemas.openxmlformats.org/drawingml/2006/main">
              <a:ext uri="{FF2B5EF4-FFF2-40B4-BE49-F238E27FC236}">
                <a16:creationId xmlns:a16="http://schemas.microsoft.com/office/drawing/2014/main" id="{CD1D221C-B425-4006-A57B-EECB2322FF10}"/>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university1652_street_to_satellite/university1652_street_to_satellite/seed-3/y-grid-75">
            <a:extLst xmlns:a="http://schemas.openxmlformats.org/drawingml/2006/main">
              <a:ext uri="{FF2B5EF4-FFF2-40B4-BE49-F238E27FC236}">
                <a16:creationId xmlns:a16="http://schemas.microsoft.com/office/drawing/2014/main" id="{49ADA96D-683D-4D00-B7AC-B6AC5EF211C9}"/>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university1652_street_to_satellite/university1652_street_to_satellite/seed-3/y-label-75">
            <a:extLst xmlns:a="http://schemas.openxmlformats.org/drawingml/2006/main">
              <a:ext uri="{FF2B5EF4-FFF2-40B4-BE49-F238E27FC236}">
                <a16:creationId xmlns:a16="http://schemas.microsoft.com/office/drawing/2014/main" id="{3DEE1CD7-5392-49AE-B536-E55F37F45403}"/>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university1652_street_to_satellite/university1652_street_to_satellite/seed-3/x-tick-75">
            <a:extLst xmlns:a="http://schemas.openxmlformats.org/drawingml/2006/main">
              <a:ext uri="{FF2B5EF4-FFF2-40B4-BE49-F238E27FC236}">
                <a16:creationId xmlns:a16="http://schemas.microsoft.com/office/drawing/2014/main" id="{756C8749-6497-4367-B16B-ECE6B591A8F9}"/>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university1652_street_to_satellite/university1652_street_to_satellite/seed-3/x-label-75">
            <a:extLst xmlns:a="http://schemas.openxmlformats.org/drawingml/2006/main">
              <a:ext uri="{FF2B5EF4-FFF2-40B4-BE49-F238E27FC236}">
                <a16:creationId xmlns:a16="http://schemas.microsoft.com/office/drawing/2014/main" id="{23C7A879-6350-4E5D-A242-D2E0099986F4}"/>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university1652_street_to_satellite/university1652_street_to_satellite/seed-3/y-grid-100">
            <a:extLst xmlns:a="http://schemas.openxmlformats.org/drawingml/2006/main">
              <a:ext uri="{FF2B5EF4-FFF2-40B4-BE49-F238E27FC236}">
                <a16:creationId xmlns:a16="http://schemas.microsoft.com/office/drawing/2014/main" id="{98E8B6BE-33A8-4B10-92A2-0CCB01461091}"/>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university1652_street_to_satellite/university1652_street_to_satellite/seed-3/y-label-100">
            <a:extLst xmlns:a="http://schemas.openxmlformats.org/drawingml/2006/main">
              <a:ext uri="{FF2B5EF4-FFF2-40B4-BE49-F238E27FC236}">
                <a16:creationId xmlns:a16="http://schemas.microsoft.com/office/drawing/2014/main" id="{42663A9D-37C2-4F60-9BBD-6C65885D73C4}"/>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university1652_street_to_satellite/university1652_street_to_satellite/seed-3/x-tick-100">
            <a:extLst xmlns:a="http://schemas.openxmlformats.org/drawingml/2006/main">
              <a:ext uri="{FF2B5EF4-FFF2-40B4-BE49-F238E27FC236}">
                <a16:creationId xmlns:a16="http://schemas.microsoft.com/office/drawing/2014/main" id="{53D5D0FC-8872-444F-8BCC-8C7C2A1E834D}"/>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university1652_street_to_satellite/university1652_street_to_satellite/seed-3/x-label-100">
            <a:extLst xmlns:a="http://schemas.openxmlformats.org/drawingml/2006/main">
              <a:ext uri="{FF2B5EF4-FFF2-40B4-BE49-F238E27FC236}">
                <a16:creationId xmlns:a16="http://schemas.microsoft.com/office/drawing/2014/main" id="{B88E9F84-645F-4FF7-A1AF-C48B705A5D1D}"/>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university1652_street_to_satellite/university1652_street_to_satellite/seed-3/y-axis">
            <a:extLst xmlns:a="http://schemas.openxmlformats.org/drawingml/2006/main">
              <a:ext uri="{FF2B5EF4-FFF2-40B4-BE49-F238E27FC236}">
                <a16:creationId xmlns:a16="http://schemas.microsoft.com/office/drawing/2014/main" id="{1FB61B48-6D21-4E62-8D64-C5BEEC141914}"/>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university1652_street_to_satellite/university1652_street_to_satellite/seed-3/x-axis">
            <a:extLst xmlns:a="http://schemas.openxmlformats.org/drawingml/2006/main">
              <a:ext uri="{FF2B5EF4-FFF2-40B4-BE49-F238E27FC236}">
                <a16:creationId xmlns:a16="http://schemas.microsoft.com/office/drawing/2014/main" id="{5E20C1B2-87A0-4F45-98A9-11D45D1D1F6F}"/>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university1652_street_to_satellite/university1652_street_to_satellite/seed-3/visual/guide-1-2">
            <a:extLst xmlns:a="http://schemas.openxmlformats.org/drawingml/2006/main">
              <a:ext uri="{FF2B5EF4-FFF2-40B4-BE49-F238E27FC236}">
                <a16:creationId xmlns:a16="http://schemas.microsoft.com/office/drawing/2014/main" id="{BE94A3FA-43BE-437E-8D6F-3ADCBE586E88}"/>
              </a:ext>
            </a:extLst>
          </p:cNvPr>
          <p:cNvSpPr>
            <a:spLocks xmlns:a="http://schemas.openxmlformats.org/drawingml/2006/main" noGrp="1"/>
          </p:cNvSpPr>
          <p:nvPr/>
        </p:nvSpPr>
        <p:spPr>
          <a:xfrm xmlns:a="http://schemas.openxmlformats.org/drawingml/2006/main" flipV="1">
            <a:off x="5347010" y="2869663"/>
            <a:ext cx="400205" cy="252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university1652_street_to_satellite/university1652_street_to_satellite/seed-3/visual/guide-2-3">
            <a:extLst xmlns:a="http://schemas.openxmlformats.org/drawingml/2006/main">
              <a:ext uri="{FF2B5EF4-FFF2-40B4-BE49-F238E27FC236}">
                <a16:creationId xmlns:a16="http://schemas.microsoft.com/office/drawing/2014/main" id="{01151C43-8617-4E1C-A930-2E78C5F7E15D}"/>
              </a:ext>
            </a:extLst>
          </p:cNvPr>
          <p:cNvSpPr>
            <a:spLocks xmlns:a="http://schemas.openxmlformats.org/drawingml/2006/main" noGrp="1"/>
          </p:cNvSpPr>
          <p:nvPr/>
        </p:nvSpPr>
        <p:spPr>
          <a:xfrm xmlns:a="http://schemas.openxmlformats.org/drawingml/2006/main" flipV="1">
            <a:off x="5747215" y="2868403"/>
            <a:ext cx="240123" cy="126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university1652_street_to_satellite/university1652_street_to_satellite/seed-3/visual/guide-3-4">
            <a:extLst xmlns:a="http://schemas.openxmlformats.org/drawingml/2006/main">
              <a:ext uri="{FF2B5EF4-FFF2-40B4-BE49-F238E27FC236}">
                <a16:creationId xmlns:a16="http://schemas.microsoft.com/office/drawing/2014/main" id="{7BCDAAB2-ADE6-4C07-95A1-947138BC64AC}"/>
              </a:ext>
            </a:extLst>
          </p:cNvPr>
          <p:cNvSpPr>
            <a:spLocks xmlns:a="http://schemas.openxmlformats.org/drawingml/2006/main" noGrp="1"/>
          </p:cNvSpPr>
          <p:nvPr/>
        </p:nvSpPr>
        <p:spPr>
          <a:xfrm xmlns:a="http://schemas.openxmlformats.org/drawingml/2006/main" flipV="1">
            <a:off x="5987338" y="2866512"/>
            <a:ext cx="159462" cy="189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university1652_street_to_satellite/university1652_street_to_satellite/seed-3/visual/point-cov-0.5">
            <a:extLst xmlns:a="http://schemas.openxmlformats.org/drawingml/2006/main">
              <a:ext uri="{FF2B5EF4-FFF2-40B4-BE49-F238E27FC236}">
                <a16:creationId xmlns:a16="http://schemas.microsoft.com/office/drawing/2014/main" id="{51A5AAF4-ACAB-40F1-AC0A-E51A16A5AF8F}"/>
              </a:ext>
            </a:extLst>
          </p:cNvPr>
          <p:cNvSpPr>
            <a:spLocks xmlns:a="http://schemas.openxmlformats.org/drawingml/2006/main" noGrp="1"/>
          </p:cNvSpPr>
          <p:nvPr/>
        </p:nvSpPr>
        <p:spPr>
          <a:xfrm xmlns:a="http://schemas.openxmlformats.org/drawingml/2006/main">
            <a:off x="5317165" y="284234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university1652_street_to_satellite/university1652_street_to_satellite/seed-3/visual/point-cov-0.75">
            <a:extLst xmlns:a="http://schemas.openxmlformats.org/drawingml/2006/main">
              <a:ext uri="{FF2B5EF4-FFF2-40B4-BE49-F238E27FC236}">
                <a16:creationId xmlns:a16="http://schemas.microsoft.com/office/drawing/2014/main" id="{AA6B3E88-E8F7-4D05-BD7B-168AB0347138}"/>
              </a:ext>
            </a:extLst>
          </p:cNvPr>
          <p:cNvSpPr>
            <a:spLocks xmlns:a="http://schemas.openxmlformats.org/drawingml/2006/main" noGrp="1"/>
          </p:cNvSpPr>
          <p:nvPr/>
        </p:nvSpPr>
        <p:spPr>
          <a:xfrm xmlns:a="http://schemas.openxmlformats.org/drawingml/2006/main">
            <a:off x="5717370" y="283981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university1652_street_to_satellite/university1652_street_to_satellite/seed-3/visual/point-cov-0.9">
            <a:extLst xmlns:a="http://schemas.openxmlformats.org/drawingml/2006/main">
              <a:ext uri="{FF2B5EF4-FFF2-40B4-BE49-F238E27FC236}">
                <a16:creationId xmlns:a16="http://schemas.microsoft.com/office/drawing/2014/main" id="{FA4B385F-ECA6-4075-A8BE-1AF968A400B3}"/>
              </a:ext>
            </a:extLst>
          </p:cNvPr>
          <p:cNvSpPr>
            <a:spLocks xmlns:a="http://schemas.openxmlformats.org/drawingml/2006/main" noGrp="1"/>
          </p:cNvSpPr>
          <p:nvPr/>
        </p:nvSpPr>
        <p:spPr>
          <a:xfrm xmlns:a="http://schemas.openxmlformats.org/drawingml/2006/main">
            <a:off x="5957493" y="283855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university1652_street_to_satellite/university1652_street_to_satellite/seed-3/visual/point-cov-1">
            <a:extLst xmlns:a="http://schemas.openxmlformats.org/drawingml/2006/main">
              <a:ext uri="{FF2B5EF4-FFF2-40B4-BE49-F238E27FC236}">
                <a16:creationId xmlns:a16="http://schemas.microsoft.com/office/drawing/2014/main" id="{1ABA32B7-4B7E-4365-BE81-406E3CEC157C}"/>
              </a:ext>
            </a:extLst>
          </p:cNvPr>
          <p:cNvSpPr>
            <a:spLocks xmlns:a="http://schemas.openxmlformats.org/drawingml/2006/main" noGrp="1"/>
          </p:cNvSpPr>
          <p:nvPr/>
        </p:nvSpPr>
        <p:spPr>
          <a:xfrm xmlns:a="http://schemas.openxmlformats.org/drawingml/2006/main">
            <a:off x="6116955" y="283666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university1652_street_to_satellite/university1652_street_to_satellite/seed-3/full/guide-1-2">
            <a:extLst xmlns:a="http://schemas.openxmlformats.org/drawingml/2006/main">
              <a:ext uri="{FF2B5EF4-FFF2-40B4-BE49-F238E27FC236}">
                <a16:creationId xmlns:a16="http://schemas.microsoft.com/office/drawing/2014/main" id="{2AFEE2EC-B57F-43C1-8F41-E72FC4C2064A}"/>
              </a:ext>
            </a:extLst>
          </p:cNvPr>
          <p:cNvSpPr>
            <a:spLocks xmlns:a="http://schemas.openxmlformats.org/drawingml/2006/main" noGrp="1"/>
          </p:cNvSpPr>
          <p:nvPr/>
        </p:nvSpPr>
        <p:spPr>
          <a:xfrm xmlns:a="http://schemas.openxmlformats.org/drawingml/2006/main" flipV="1">
            <a:off x="5347010" y="2870924"/>
            <a:ext cx="400205" cy="378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university1652_street_to_satellite/university1652_street_to_satellite/seed-3/full/guide-2-3">
            <a:extLst xmlns:a="http://schemas.openxmlformats.org/drawingml/2006/main">
              <a:ext uri="{FF2B5EF4-FFF2-40B4-BE49-F238E27FC236}">
                <a16:creationId xmlns:a16="http://schemas.microsoft.com/office/drawing/2014/main" id="{6BE90590-DAB3-4BFA-9C5F-C07EFBFC588C}"/>
              </a:ext>
            </a:extLst>
          </p:cNvPr>
          <p:cNvSpPr>
            <a:spLocks xmlns:a="http://schemas.openxmlformats.org/drawingml/2006/main" noGrp="1"/>
          </p:cNvSpPr>
          <p:nvPr/>
        </p:nvSpPr>
        <p:spPr>
          <a:xfrm xmlns:a="http://schemas.openxmlformats.org/drawingml/2006/main" flipV="1">
            <a:off x="5747215" y="2867772"/>
            <a:ext cx="240123" cy="315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university1652_street_to_satellite/university1652_street_to_satellite/seed-3/full/guide-3-4">
            <a:extLst xmlns:a="http://schemas.openxmlformats.org/drawingml/2006/main">
              <a:ext uri="{FF2B5EF4-FFF2-40B4-BE49-F238E27FC236}">
                <a16:creationId xmlns:a16="http://schemas.microsoft.com/office/drawing/2014/main" id="{151A4A3D-CAC2-4E3C-A859-F226CFBF6F20}"/>
              </a:ext>
            </a:extLst>
          </p:cNvPr>
          <p:cNvSpPr>
            <a:spLocks xmlns:a="http://schemas.openxmlformats.org/drawingml/2006/main" noGrp="1"/>
          </p:cNvSpPr>
          <p:nvPr/>
        </p:nvSpPr>
        <p:spPr>
          <a:xfrm xmlns:a="http://schemas.openxmlformats.org/drawingml/2006/main" flipV="1">
            <a:off x="5987338" y="2866512"/>
            <a:ext cx="159462" cy="1261"/>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university1652_street_to_satellite/university1652_street_to_satellite/seed-3/full/point-cov-0.5">
            <a:extLst xmlns:a="http://schemas.openxmlformats.org/drawingml/2006/main">
              <a:ext uri="{FF2B5EF4-FFF2-40B4-BE49-F238E27FC236}">
                <a16:creationId xmlns:a16="http://schemas.microsoft.com/office/drawing/2014/main" id="{2464D995-620F-403A-8C23-531184174C7A}"/>
              </a:ext>
            </a:extLst>
          </p:cNvPr>
          <p:cNvSpPr>
            <a:spLocks xmlns:a="http://schemas.openxmlformats.org/drawingml/2006/main" noGrp="1"/>
          </p:cNvSpPr>
          <p:nvPr/>
        </p:nvSpPr>
        <p:spPr>
          <a:xfrm xmlns:a="http://schemas.openxmlformats.org/drawingml/2006/main">
            <a:off x="5322880" y="285057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university1652_street_to_satellite/university1652_street_to_satellite/seed-3/full/point-cov-0.75">
            <a:extLst xmlns:a="http://schemas.openxmlformats.org/drawingml/2006/main">
              <a:ext uri="{FF2B5EF4-FFF2-40B4-BE49-F238E27FC236}">
                <a16:creationId xmlns:a16="http://schemas.microsoft.com/office/drawing/2014/main" id="{C768E04E-7631-4AC4-BDD2-F703F48B163C}"/>
              </a:ext>
            </a:extLst>
          </p:cNvPr>
          <p:cNvSpPr>
            <a:spLocks xmlns:a="http://schemas.openxmlformats.org/drawingml/2006/main" noGrp="1"/>
          </p:cNvSpPr>
          <p:nvPr/>
        </p:nvSpPr>
        <p:spPr>
          <a:xfrm xmlns:a="http://schemas.openxmlformats.org/drawingml/2006/main">
            <a:off x="5723085" y="284679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university1652_street_to_satellite/university1652_street_to_satellite/seed-3/full/point-cov-0.9">
            <a:extLst xmlns:a="http://schemas.openxmlformats.org/drawingml/2006/main">
              <a:ext uri="{FF2B5EF4-FFF2-40B4-BE49-F238E27FC236}">
                <a16:creationId xmlns:a16="http://schemas.microsoft.com/office/drawing/2014/main" id="{864A7FB6-8F92-46B6-AC96-BE8C3B3B4F66}"/>
              </a:ext>
            </a:extLst>
          </p:cNvPr>
          <p:cNvSpPr>
            <a:spLocks xmlns:a="http://schemas.openxmlformats.org/drawingml/2006/main" noGrp="1"/>
          </p:cNvSpPr>
          <p:nvPr/>
        </p:nvSpPr>
        <p:spPr>
          <a:xfrm xmlns:a="http://schemas.openxmlformats.org/drawingml/2006/main">
            <a:off x="5963208" y="284364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university1652_street_to_satellite/university1652_street_to_satellite/seed-3/full/point-cov-1">
            <a:extLst xmlns:a="http://schemas.openxmlformats.org/drawingml/2006/main">
              <a:ext uri="{FF2B5EF4-FFF2-40B4-BE49-F238E27FC236}">
                <a16:creationId xmlns:a16="http://schemas.microsoft.com/office/drawing/2014/main" id="{F1450CAB-0E67-4ACD-B0F2-AC5651D174FD}"/>
              </a:ext>
            </a:extLst>
          </p:cNvPr>
          <p:cNvSpPr>
            <a:spLocks xmlns:a="http://schemas.openxmlformats.org/drawingml/2006/main" noGrp="1"/>
          </p:cNvSpPr>
          <p:nvPr/>
        </p:nvSpPr>
        <p:spPr>
          <a:xfrm xmlns:a="http://schemas.openxmlformats.org/drawingml/2006/main">
            <a:off x="6122670" y="284238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university1652_street_to_satellite/university1652_street_to_satellite/seed-3/count/N">
            <a:extLst xmlns:a="http://schemas.openxmlformats.org/drawingml/2006/main">
              <a:ext uri="{FF2B5EF4-FFF2-40B4-BE49-F238E27FC236}">
                <a16:creationId xmlns:a16="http://schemas.microsoft.com/office/drawing/2014/main" id="{06AA28C0-E353-4720-9D70-67039AC95CEA}"/>
              </a:ext>
            </a:extLst>
          </p:cNvPr>
          <p:cNvSpPr>
            <a:spLocks xmlns:a="http://schemas.openxmlformats.org/drawingml/2006/main" noGrp="1"/>
          </p:cNvSpPr>
          <p:nvPr/>
        </p:nvSpPr>
        <p:spPr>
          <a:xfrm xmlns:a="http://schemas.openxmlformats.org/drawingml/2006/main">
            <a:off x="48638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2,579</a:t>
            </a:r>
          </a:p>
        </p:txBody>
      </p:sp>
      <p:sp>
        <p:nvSpPr>
          <p:cNvPr id="184" name="university1652_street_to_satellite/university1652_street_to_satellite/seed-3/count/header/requested">
            <a:extLst xmlns:a="http://schemas.openxmlformats.org/drawingml/2006/main">
              <a:ext uri="{FF2B5EF4-FFF2-40B4-BE49-F238E27FC236}">
                <a16:creationId xmlns:a16="http://schemas.microsoft.com/office/drawing/2014/main" id="{B65BBE99-3BEB-46A1-9EE2-06F19744A6B7}"/>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university1652_street_to_satellite/university1652_street_to_satellite/seed-3/count/header/kN">
            <a:extLst xmlns:a="http://schemas.openxmlformats.org/drawingml/2006/main">
              <a:ext uri="{FF2B5EF4-FFF2-40B4-BE49-F238E27FC236}">
                <a16:creationId xmlns:a16="http://schemas.microsoft.com/office/drawing/2014/main" id="{4CFB5D8F-5040-4429-9EAC-CB0C08853C70}"/>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university1652_street_to_satellite/university1652_street_to_satellite/seed-3/count/header/overlap">
            <a:extLst xmlns:a="http://schemas.openxmlformats.org/drawingml/2006/main">
              <a:ext uri="{FF2B5EF4-FFF2-40B4-BE49-F238E27FC236}">
                <a16:creationId xmlns:a16="http://schemas.microsoft.com/office/drawing/2014/main" id="{2C740C71-5B10-4596-88CD-26609CA3F6BA}"/>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university1652_street_to_satellite/university1652_street_to_satellite/seed-3/count/header/rule">
            <a:extLst xmlns:a="http://schemas.openxmlformats.org/drawingml/2006/main">
              <a:ext uri="{FF2B5EF4-FFF2-40B4-BE49-F238E27FC236}">
                <a16:creationId xmlns:a16="http://schemas.microsoft.com/office/drawing/2014/main" id="{D62DF22E-5AA7-4BE0-97E1-FDAF8E1DD517}"/>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university1652_street_to_satellite/university1652_street_to_satellite/seed-3/count/cov-0.5/requested">
            <a:extLst xmlns:a="http://schemas.openxmlformats.org/drawingml/2006/main">
              <a:ext uri="{FF2B5EF4-FFF2-40B4-BE49-F238E27FC236}">
                <a16:creationId xmlns:a16="http://schemas.microsoft.com/office/drawing/2014/main" id="{B633B31F-C6AF-465B-8306-25CC78B3487F}"/>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university1652_street_to_satellite/university1652_street_to_satellite/seed-3/count/cov-0.5/kN">
            <a:extLst xmlns:a="http://schemas.openxmlformats.org/drawingml/2006/main">
              <a:ext uri="{FF2B5EF4-FFF2-40B4-BE49-F238E27FC236}">
                <a16:creationId xmlns:a16="http://schemas.microsoft.com/office/drawing/2014/main" id="{81BF9D93-D0C8-47EF-8CBC-3A33546652CA}"/>
              </a:ext>
            </a:extLst>
          </p:cNvPr>
          <p:cNvSpPr>
            <a:spLocks xmlns:a="http://schemas.openxmlformats.org/drawingml/2006/main" noGrp="1"/>
          </p:cNvSpPr>
          <p:nvPr/>
        </p:nvSpPr>
        <p:spPr>
          <a:xfrm xmlns:a="http://schemas.openxmlformats.org/drawingml/2006/main">
            <a:off x="50766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1290/2579</a:t>
            </a:r>
          </a:p>
        </p:txBody>
      </p:sp>
      <p:sp>
        <p:nvSpPr>
          <p:cNvPr id="190" name="university1652_street_to_satellite/university1652_street_to_satellite/seed-3/count/cov-0.5/overlap">
            <a:extLst xmlns:a="http://schemas.openxmlformats.org/drawingml/2006/main">
              <a:ext uri="{FF2B5EF4-FFF2-40B4-BE49-F238E27FC236}">
                <a16:creationId xmlns:a16="http://schemas.microsoft.com/office/drawing/2014/main" id="{8DAC5057-5DF9-4080-8098-83F70011735B}"/>
              </a:ext>
            </a:extLst>
          </p:cNvPr>
          <p:cNvSpPr>
            <a:spLocks xmlns:a="http://schemas.openxmlformats.org/drawingml/2006/main" noGrp="1"/>
          </p:cNvSpPr>
          <p:nvPr/>
        </p:nvSpPr>
        <p:spPr>
          <a:xfrm xmlns:a="http://schemas.openxmlformats.org/drawingml/2006/main">
            <a:off x="5866860" y="39197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624</a:t>
            </a:r>
          </a:p>
        </p:txBody>
      </p:sp>
      <p:sp>
        <p:nvSpPr>
          <p:cNvPr id="191" name="university1652_street_to_satellite/university1652_street_to_satellite/seed-3/count/cov-0.75/requested">
            <a:extLst xmlns:a="http://schemas.openxmlformats.org/drawingml/2006/main">
              <a:ext uri="{FF2B5EF4-FFF2-40B4-BE49-F238E27FC236}">
                <a16:creationId xmlns:a16="http://schemas.microsoft.com/office/drawing/2014/main" id="{12578609-0CA3-48FB-9F01-E93247853841}"/>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university1652_street_to_satellite/university1652_street_to_satellite/seed-3/count/cov-0.75/kN">
            <a:extLst xmlns:a="http://schemas.openxmlformats.org/drawingml/2006/main">
              <a:ext uri="{FF2B5EF4-FFF2-40B4-BE49-F238E27FC236}">
                <a16:creationId xmlns:a16="http://schemas.microsoft.com/office/drawing/2014/main" id="{03B40A33-FB08-4D0E-84BD-8B8437C23DC6}"/>
              </a:ext>
            </a:extLst>
          </p:cNvPr>
          <p:cNvSpPr>
            <a:spLocks xmlns:a="http://schemas.openxmlformats.org/drawingml/2006/main" noGrp="1"/>
          </p:cNvSpPr>
          <p:nvPr/>
        </p:nvSpPr>
        <p:spPr>
          <a:xfrm xmlns:a="http://schemas.openxmlformats.org/drawingml/2006/main">
            <a:off x="50766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1935/2579</a:t>
            </a:r>
          </a:p>
        </p:txBody>
      </p:sp>
      <p:sp>
        <p:nvSpPr>
          <p:cNvPr id="193" name="university1652_street_to_satellite/university1652_street_to_satellite/seed-3/count/cov-0.75/overlap">
            <a:extLst xmlns:a="http://schemas.openxmlformats.org/drawingml/2006/main">
              <a:ext uri="{FF2B5EF4-FFF2-40B4-BE49-F238E27FC236}">
                <a16:creationId xmlns:a16="http://schemas.microsoft.com/office/drawing/2014/main" id="{C73188B4-FB6E-469E-8D0C-C3909F1521E1}"/>
              </a:ext>
            </a:extLst>
          </p:cNvPr>
          <p:cNvSpPr>
            <a:spLocks xmlns:a="http://schemas.openxmlformats.org/drawingml/2006/main" noGrp="1"/>
          </p:cNvSpPr>
          <p:nvPr/>
        </p:nvSpPr>
        <p:spPr>
          <a:xfrm xmlns:a="http://schemas.openxmlformats.org/drawingml/2006/main">
            <a:off x="58386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1443</a:t>
            </a:r>
          </a:p>
        </p:txBody>
      </p:sp>
      <p:sp>
        <p:nvSpPr>
          <p:cNvPr id="194" name="university1652_street_to_satellite/university1652_street_to_satellite/seed-3/count/cov-0.9/requested">
            <a:extLst xmlns:a="http://schemas.openxmlformats.org/drawingml/2006/main">
              <a:ext uri="{FF2B5EF4-FFF2-40B4-BE49-F238E27FC236}">
                <a16:creationId xmlns:a16="http://schemas.microsoft.com/office/drawing/2014/main" id="{B9B579AE-9056-4EA8-9EA0-9BBF74770769}"/>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university1652_street_to_satellite/university1652_street_to_satellite/seed-3/count/cov-0.9/kN">
            <a:extLst xmlns:a="http://schemas.openxmlformats.org/drawingml/2006/main">
              <a:ext uri="{FF2B5EF4-FFF2-40B4-BE49-F238E27FC236}">
                <a16:creationId xmlns:a16="http://schemas.microsoft.com/office/drawing/2014/main" id="{4EB257B6-4023-4E90-8FDD-A6C3E07E6AC2}"/>
              </a:ext>
            </a:extLst>
          </p:cNvPr>
          <p:cNvSpPr>
            <a:spLocks xmlns:a="http://schemas.openxmlformats.org/drawingml/2006/main" noGrp="1"/>
          </p:cNvSpPr>
          <p:nvPr/>
        </p:nvSpPr>
        <p:spPr>
          <a:xfrm xmlns:a="http://schemas.openxmlformats.org/drawingml/2006/main">
            <a:off x="50766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2322/2579</a:t>
            </a:r>
          </a:p>
        </p:txBody>
      </p:sp>
      <p:sp>
        <p:nvSpPr>
          <p:cNvPr id="196" name="university1652_street_to_satellite/university1652_street_to_satellite/seed-3/count/cov-0.9/overlap">
            <a:extLst xmlns:a="http://schemas.openxmlformats.org/drawingml/2006/main">
              <a:ext uri="{FF2B5EF4-FFF2-40B4-BE49-F238E27FC236}">
                <a16:creationId xmlns:a16="http://schemas.microsoft.com/office/drawing/2014/main" id="{46933A93-F1D8-4529-AD20-C65277963D97}"/>
              </a:ext>
            </a:extLst>
          </p:cNvPr>
          <p:cNvSpPr>
            <a:spLocks xmlns:a="http://schemas.openxmlformats.org/drawingml/2006/main" noGrp="1"/>
          </p:cNvSpPr>
          <p:nvPr/>
        </p:nvSpPr>
        <p:spPr>
          <a:xfrm xmlns:a="http://schemas.openxmlformats.org/drawingml/2006/main">
            <a:off x="58386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2090</a:t>
            </a:r>
          </a:p>
        </p:txBody>
      </p:sp>
      <p:sp>
        <p:nvSpPr>
          <p:cNvPr id="197" name="university1652_street_to_satellite/university1652_street_to_satellite/seed-3/count/cov-1/requested">
            <a:extLst xmlns:a="http://schemas.openxmlformats.org/drawingml/2006/main">
              <a:ext uri="{FF2B5EF4-FFF2-40B4-BE49-F238E27FC236}">
                <a16:creationId xmlns:a16="http://schemas.microsoft.com/office/drawing/2014/main" id="{CFCD5E38-5792-416A-A4CA-F00DEC87417E}"/>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university1652_street_to_satellite/university1652_street_to_satellite/seed-3/count/cov-1/kN">
            <a:extLst xmlns:a="http://schemas.openxmlformats.org/drawingml/2006/main">
              <a:ext uri="{FF2B5EF4-FFF2-40B4-BE49-F238E27FC236}">
                <a16:creationId xmlns:a16="http://schemas.microsoft.com/office/drawing/2014/main" id="{2B6495D7-18EA-47C9-BCA1-B433B9648F10}"/>
              </a:ext>
            </a:extLst>
          </p:cNvPr>
          <p:cNvSpPr>
            <a:spLocks xmlns:a="http://schemas.openxmlformats.org/drawingml/2006/main" noGrp="1"/>
          </p:cNvSpPr>
          <p:nvPr/>
        </p:nvSpPr>
        <p:spPr>
          <a:xfrm xmlns:a="http://schemas.openxmlformats.org/drawingml/2006/main">
            <a:off x="50766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2579/2579</a:t>
            </a:r>
          </a:p>
        </p:txBody>
      </p:sp>
      <p:sp>
        <p:nvSpPr>
          <p:cNvPr id="199" name="university1652_street_to_satellite/university1652_street_to_satellite/seed-3/count/cov-1/overlap">
            <a:extLst xmlns:a="http://schemas.openxmlformats.org/drawingml/2006/main">
              <a:ext uri="{FF2B5EF4-FFF2-40B4-BE49-F238E27FC236}">
                <a16:creationId xmlns:a16="http://schemas.microsoft.com/office/drawing/2014/main" id="{466F69A9-BBD4-43BC-A6F0-36C1E49566B4}"/>
              </a:ext>
            </a:extLst>
          </p:cNvPr>
          <p:cNvSpPr>
            <a:spLocks xmlns:a="http://schemas.openxmlformats.org/drawingml/2006/main" noGrp="1"/>
          </p:cNvSpPr>
          <p:nvPr/>
        </p:nvSpPr>
        <p:spPr>
          <a:xfrm xmlns:a="http://schemas.openxmlformats.org/drawingml/2006/main">
            <a:off x="58386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2579</a:t>
            </a:r>
          </a:p>
        </p:txBody>
      </p:sp>
      <p:sp>
        <p:nvSpPr>
          <p:cNvPr id="200" name="university1652_street_to_satellite/university1652_street_to_satellite/seed-3/success/heading">
            <a:extLst xmlns:a="http://schemas.openxmlformats.org/drawingml/2006/main">
              <a:ext uri="{FF2B5EF4-FFF2-40B4-BE49-F238E27FC236}">
                <a16:creationId xmlns:a16="http://schemas.microsoft.com/office/drawing/2014/main" id="{78A3E6FF-B0F7-42E9-B935-4A940A741897}"/>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university1652_street_to_satellite/university1652_street_to_satellite/seed-3/success/cov-0.5/heading">
            <a:extLst xmlns:a="http://schemas.openxmlformats.org/drawingml/2006/main">
              <a:ext uri="{FF2B5EF4-FFF2-40B4-BE49-F238E27FC236}">
                <a16:creationId xmlns:a16="http://schemas.microsoft.com/office/drawing/2014/main" id="{3FFA7EE8-D7B1-43D9-AF55-134A9ABB99D9}"/>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university1652_street_to_satellite/university1652_street_to_satellite/seed-3/visual/success-cov-0.5">
            <a:extLst xmlns:a="http://schemas.openxmlformats.org/drawingml/2006/main">
              <a:ext uri="{FF2B5EF4-FFF2-40B4-BE49-F238E27FC236}">
                <a16:creationId xmlns:a16="http://schemas.microsoft.com/office/drawing/2014/main" id="{BCFD01EB-D7B9-4844-8A6E-E1339665523C}"/>
              </a:ext>
            </a:extLst>
          </p:cNvPr>
          <p:cNvSpPr>
            <a:spLocks xmlns:a="http://schemas.openxmlformats.org/drawingml/2006/main" noGrp="1"/>
          </p:cNvSpPr>
          <p:nvPr/>
        </p:nvSpPr>
        <p:spPr>
          <a:xfrm xmlns:a="http://schemas.openxmlformats.org/drawingml/2006/main">
            <a:off x="461484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0.659</a:t>
            </a:r>
          </a:p>
        </p:txBody>
      </p:sp>
      <p:sp>
        <p:nvSpPr>
          <p:cNvPr id="203" name="university1652_street_to_satellite/university1652_street_to_satellite/seed-3/full/success-cov-0.5">
            <a:extLst xmlns:a="http://schemas.openxmlformats.org/drawingml/2006/main">
              <a:ext uri="{FF2B5EF4-FFF2-40B4-BE49-F238E27FC236}">
                <a16:creationId xmlns:a16="http://schemas.microsoft.com/office/drawing/2014/main" id="{A42F8776-F978-46FF-B090-0826FA0E2028}"/>
              </a:ext>
            </a:extLst>
          </p:cNvPr>
          <p:cNvSpPr>
            <a:spLocks xmlns:a="http://schemas.openxmlformats.org/drawingml/2006/main" noGrp="1"/>
          </p:cNvSpPr>
          <p:nvPr/>
        </p:nvSpPr>
        <p:spPr>
          <a:xfrm xmlns:a="http://schemas.openxmlformats.org/drawingml/2006/main">
            <a:off x="461484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0.504</a:t>
            </a:r>
          </a:p>
        </p:txBody>
      </p:sp>
      <p:sp>
        <p:nvSpPr>
          <p:cNvPr id="204" name="university1652_street_to_satellite/university1652_street_to_satellite/seed-3/success/cov-0.75/heading">
            <a:extLst xmlns:a="http://schemas.openxmlformats.org/drawingml/2006/main">
              <a:ext uri="{FF2B5EF4-FFF2-40B4-BE49-F238E27FC236}">
                <a16:creationId xmlns:a16="http://schemas.microsoft.com/office/drawing/2014/main" id="{0D38F0FC-D9CD-463C-96DF-9EB9167F8CB8}"/>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university1652_street_to_satellite/university1652_street_to_satellite/seed-3/visual/success-cov-0.75">
            <a:extLst xmlns:a="http://schemas.openxmlformats.org/drawingml/2006/main">
              <a:ext uri="{FF2B5EF4-FFF2-40B4-BE49-F238E27FC236}">
                <a16:creationId xmlns:a16="http://schemas.microsoft.com/office/drawing/2014/main" id="{2108B78D-5890-4F04-B30C-FB336422E181}"/>
              </a:ext>
            </a:extLst>
          </p:cNvPr>
          <p:cNvSpPr>
            <a:spLocks xmlns:a="http://schemas.openxmlformats.org/drawingml/2006/main" noGrp="1"/>
          </p:cNvSpPr>
          <p:nvPr/>
        </p:nvSpPr>
        <p:spPr>
          <a:xfrm xmlns:a="http://schemas.openxmlformats.org/drawingml/2006/main">
            <a:off x="501489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0.814</a:t>
            </a:r>
          </a:p>
        </p:txBody>
      </p:sp>
      <p:sp>
        <p:nvSpPr>
          <p:cNvPr id="206" name="university1652_street_to_satellite/university1652_street_to_satellite/seed-3/full/success-cov-0.75">
            <a:extLst xmlns:a="http://schemas.openxmlformats.org/drawingml/2006/main">
              <a:ext uri="{FF2B5EF4-FFF2-40B4-BE49-F238E27FC236}">
                <a16:creationId xmlns:a16="http://schemas.microsoft.com/office/drawing/2014/main" id="{FB01102D-DB17-447E-B766-477A1E8090A2}"/>
              </a:ext>
            </a:extLst>
          </p:cNvPr>
          <p:cNvSpPr>
            <a:spLocks xmlns:a="http://schemas.openxmlformats.org/drawingml/2006/main" noGrp="1"/>
          </p:cNvSpPr>
          <p:nvPr/>
        </p:nvSpPr>
        <p:spPr>
          <a:xfrm xmlns:a="http://schemas.openxmlformats.org/drawingml/2006/main">
            <a:off x="501489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0.737</a:t>
            </a:r>
          </a:p>
        </p:txBody>
      </p:sp>
      <p:sp>
        <p:nvSpPr>
          <p:cNvPr id="207" name="university1652_street_to_satellite/university1652_street_to_satellite/seed-3/success/cov-0.9/heading">
            <a:extLst xmlns:a="http://schemas.openxmlformats.org/drawingml/2006/main">
              <a:ext uri="{FF2B5EF4-FFF2-40B4-BE49-F238E27FC236}">
                <a16:creationId xmlns:a16="http://schemas.microsoft.com/office/drawing/2014/main" id="{32196FC0-CEAD-4DC1-8834-CDAF98D33163}"/>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university1652_street_to_satellite/university1652_street_to_satellite/seed-3/visual/success-cov-0.9">
            <a:extLst xmlns:a="http://schemas.openxmlformats.org/drawingml/2006/main">
              <a:ext uri="{FF2B5EF4-FFF2-40B4-BE49-F238E27FC236}">
                <a16:creationId xmlns:a16="http://schemas.microsoft.com/office/drawing/2014/main" id="{DA79AB86-C589-4A93-A624-F900AEEFF4B9}"/>
              </a:ext>
            </a:extLst>
          </p:cNvPr>
          <p:cNvSpPr>
            <a:spLocks xmlns:a="http://schemas.openxmlformats.org/drawingml/2006/main" noGrp="1"/>
          </p:cNvSpPr>
          <p:nvPr/>
        </p:nvSpPr>
        <p:spPr>
          <a:xfrm xmlns:a="http://schemas.openxmlformats.org/drawingml/2006/main">
            <a:off x="541494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0.892</a:t>
            </a:r>
          </a:p>
        </p:txBody>
      </p:sp>
      <p:sp>
        <p:nvSpPr>
          <p:cNvPr id="209" name="university1652_street_to_satellite/university1652_street_to_satellite/seed-3/full/success-cov-0.9">
            <a:extLst xmlns:a="http://schemas.openxmlformats.org/drawingml/2006/main">
              <a:ext uri="{FF2B5EF4-FFF2-40B4-BE49-F238E27FC236}">
                <a16:creationId xmlns:a16="http://schemas.microsoft.com/office/drawing/2014/main" id="{ABCF068F-9E3A-4496-8695-FB14CB412A23}"/>
              </a:ext>
            </a:extLst>
          </p:cNvPr>
          <p:cNvSpPr>
            <a:spLocks xmlns:a="http://schemas.openxmlformats.org/drawingml/2006/main" noGrp="1"/>
          </p:cNvSpPr>
          <p:nvPr/>
        </p:nvSpPr>
        <p:spPr>
          <a:xfrm xmlns:a="http://schemas.openxmlformats.org/drawingml/2006/main">
            <a:off x="541494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0.931</a:t>
            </a:r>
          </a:p>
        </p:txBody>
      </p:sp>
      <p:sp>
        <p:nvSpPr>
          <p:cNvPr id="210" name="university1652_street_to_satellite/university1652_street_to_satellite/seed-3/success/cov-1/heading">
            <a:extLst xmlns:a="http://schemas.openxmlformats.org/drawingml/2006/main">
              <a:ext uri="{FF2B5EF4-FFF2-40B4-BE49-F238E27FC236}">
                <a16:creationId xmlns:a16="http://schemas.microsoft.com/office/drawing/2014/main" id="{EA502EFC-EA82-4F6A-A6FB-D754269FBA7A}"/>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university1652_street_to_satellite/university1652_street_to_satellite/seed-3/visual/success-cov-1">
            <a:extLst xmlns:a="http://schemas.openxmlformats.org/drawingml/2006/main">
              <a:ext uri="{FF2B5EF4-FFF2-40B4-BE49-F238E27FC236}">
                <a16:creationId xmlns:a16="http://schemas.microsoft.com/office/drawing/2014/main" id="{616108C5-4078-40E4-9AA3-499F3C64937D}"/>
              </a:ext>
            </a:extLst>
          </p:cNvPr>
          <p:cNvSpPr>
            <a:spLocks xmlns:a="http://schemas.openxmlformats.org/drawingml/2006/main" noGrp="1"/>
          </p:cNvSpPr>
          <p:nvPr/>
        </p:nvSpPr>
        <p:spPr>
          <a:xfrm xmlns:a="http://schemas.openxmlformats.org/drawingml/2006/main">
            <a:off x="5814997" y="5088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1.008</a:t>
            </a:r>
          </a:p>
        </p:txBody>
      </p:sp>
      <p:sp>
        <p:nvSpPr>
          <p:cNvPr id="212" name="university1652_street_to_satellite/university1652_street_to_satellite/seed-3/full/success-cov-1">
            <a:extLst xmlns:a="http://schemas.openxmlformats.org/drawingml/2006/main">
              <a:ext uri="{FF2B5EF4-FFF2-40B4-BE49-F238E27FC236}">
                <a16:creationId xmlns:a16="http://schemas.microsoft.com/office/drawing/2014/main" id="{25EE3FC9-EE5C-4EEC-A3E3-B38443E2EA56}"/>
              </a:ext>
            </a:extLst>
          </p:cNvPr>
          <p:cNvSpPr>
            <a:spLocks xmlns:a="http://schemas.openxmlformats.org/drawingml/2006/main" noGrp="1"/>
          </p:cNvSpPr>
          <p:nvPr/>
        </p:nvSpPr>
        <p:spPr>
          <a:xfrm xmlns:a="http://schemas.openxmlformats.org/drawingml/2006/main">
            <a:off x="5814997" y="52532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1.008</a:t>
            </a:r>
          </a:p>
        </p:txBody>
      </p:sp>
      <p:sp>
        <p:nvSpPr>
          <p:cNvPr id="213" name="university1652_street_to_satellite/university1652_street_to_satellite/seed-3/visual/success-prefix">
            <a:extLst xmlns:a="http://schemas.openxmlformats.org/drawingml/2006/main">
              <a:ext uri="{FF2B5EF4-FFF2-40B4-BE49-F238E27FC236}">
                <a16:creationId xmlns:a16="http://schemas.microsoft.com/office/drawing/2014/main" id="{8430F16B-12A8-4880-9542-C1885B0ED589}"/>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university1652_street_to_satellite/university1652_street_to_satellite/seed-3/full/success-prefix">
            <a:extLst xmlns:a="http://schemas.openxmlformats.org/drawingml/2006/main">
              <a:ext uri="{FF2B5EF4-FFF2-40B4-BE49-F238E27FC236}">
                <a16:creationId xmlns:a16="http://schemas.microsoft.com/office/drawing/2014/main" id="{26765398-8C4F-4F5C-A731-99826A1DB332}"/>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university1652_street_to_satellite/x-axis-label">
            <a:extLst xmlns:a="http://schemas.openxmlformats.org/drawingml/2006/main">
              <a:ext uri="{FF2B5EF4-FFF2-40B4-BE49-F238E27FC236}">
                <a16:creationId xmlns:a16="http://schemas.microsoft.com/office/drawing/2014/main" id="{DFB206BA-B5A2-4F75-8865-A0CE191A239F}"/>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university1652_street_to_satellite/footnote-1">
            <a:extLst xmlns:a="http://schemas.openxmlformats.org/drawingml/2006/main">
              <a:ext uri="{FF2B5EF4-FFF2-40B4-BE49-F238E27FC236}">
                <a16:creationId xmlns:a16="http://schemas.microsoft.com/office/drawing/2014/main" id="{4CB018AD-F287-4760-9A7E-45215AD1BBD1}"/>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university1652_street_to_satellite/footnote-2">
            <a:extLst xmlns:a="http://schemas.openxmlformats.org/drawingml/2006/main">
              <a:ext uri="{FF2B5EF4-FFF2-40B4-BE49-F238E27FC236}">
                <a16:creationId xmlns:a16="http://schemas.microsoft.com/office/drawing/2014/main" id="{A3603DBD-C684-4558-A81C-DFC1DE191883}"/>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university1652_street_to_satellite/footnote-3">
            <a:extLst xmlns:a="http://schemas.openxmlformats.org/drawingml/2006/main">
              <a:ext uri="{FF2B5EF4-FFF2-40B4-BE49-F238E27FC236}">
                <a16:creationId xmlns:a16="http://schemas.microsoft.com/office/drawing/2014/main" id="{28053AB6-495F-43FB-B755-C0E09F83A74B}"/>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university1652_street_to_satellite/footnote-4">
            <a:extLst xmlns:a="http://schemas.openxmlformats.org/drawingml/2006/main">
              <a:ext uri="{FF2B5EF4-FFF2-40B4-BE49-F238E27FC236}">
                <a16:creationId xmlns:a16="http://schemas.microsoft.com/office/drawing/2014/main" id="{0CEC56BE-17F5-4529-A2D4-3CA2666E23C7}"/>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university1652_street_to_satellite/footnote-5">
            <a:extLst xmlns:a="http://schemas.openxmlformats.org/drawingml/2006/main">
              <a:ext uri="{FF2B5EF4-FFF2-40B4-BE49-F238E27FC236}">
                <a16:creationId xmlns:a16="http://schemas.microsoft.com/office/drawing/2014/main" id="{421015BE-8C51-40FD-862C-19775042DB7A}"/>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university1652_street_to_satellite/footnote-6">
            <a:extLst xmlns:a="http://schemas.openxmlformats.org/drawingml/2006/main">
              <a:ext uri="{FF2B5EF4-FFF2-40B4-BE49-F238E27FC236}">
                <a16:creationId xmlns:a16="http://schemas.microsoft.com/office/drawing/2014/main" id="{860E8F5B-0BF5-451D-A792-56FBF0F68AEB}"/>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17418876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sues200_uav_150m_to_satellite/title">
            <a:extLst xmlns:a="http://schemas.openxmlformats.org/drawingml/2006/main">
              <a:ext uri="{FF2B5EF4-FFF2-40B4-BE49-F238E27FC236}">
                <a16:creationId xmlns:a16="http://schemas.microsoft.com/office/drawing/2014/main" id="{A05A05C4-7B95-4C38-9C99-502843D084A5}"/>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150 m → satellite</a:t>
            </a:r>
          </a:p>
        </p:txBody>
      </p:sp>
      <p:sp>
        <p:nvSpPr>
          <p:cNvPr id="2" name="sues200_uav_150m_to_satellite/subtitle">
            <a:extLst xmlns:a="http://schemas.openxmlformats.org/drawingml/2006/main">
              <a:ext uri="{FF2B5EF4-FFF2-40B4-BE49-F238E27FC236}">
                <a16:creationId xmlns:a16="http://schemas.microsoft.com/office/drawing/2014/main" id="{B8DC56F2-87B9-496A-BC34-67A0A37C8D08}"/>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sues200_uav_150m_to_satellite/legend/visual/marker">
            <a:extLst xmlns:a="http://schemas.openxmlformats.org/drawingml/2006/main">
              <a:ext uri="{FF2B5EF4-FFF2-40B4-BE49-F238E27FC236}">
                <a16:creationId xmlns:a16="http://schemas.microsoft.com/office/drawing/2014/main" id="{378C5757-563B-4B1B-BA8A-AD8DED83250A}"/>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uav_150m_to_satellite/legend/visual/text">
            <a:extLst xmlns:a="http://schemas.openxmlformats.org/drawingml/2006/main">
              <a:ext uri="{FF2B5EF4-FFF2-40B4-BE49-F238E27FC236}">
                <a16:creationId xmlns:a16="http://schemas.microsoft.com/office/drawing/2014/main" id="{53FE09DA-9F7D-4D3F-B256-C86C092BDF02}"/>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uav_150m_to_satellite/legend/full/marker">
            <a:extLst xmlns:a="http://schemas.openxmlformats.org/drawingml/2006/main">
              <a:ext uri="{FF2B5EF4-FFF2-40B4-BE49-F238E27FC236}">
                <a16:creationId xmlns:a16="http://schemas.microsoft.com/office/drawing/2014/main" id="{78DA01AF-EA91-4732-BBFD-DEB8B44B1F1B}"/>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uav_150m_to_satellite/legend/full/text">
            <a:extLst xmlns:a="http://schemas.openxmlformats.org/drawingml/2006/main">
              <a:ext uri="{FF2B5EF4-FFF2-40B4-BE49-F238E27FC236}">
                <a16:creationId xmlns:a16="http://schemas.microsoft.com/office/drawing/2014/main" id="{DFE06170-07B9-400D-B1C7-0D80835B4AC9}"/>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uav_150m_to_satellite/y-axis-label">
            <a:extLst xmlns:a="http://schemas.openxmlformats.org/drawingml/2006/main">
              <a:ext uri="{FF2B5EF4-FFF2-40B4-BE49-F238E27FC236}">
                <a16:creationId xmlns:a16="http://schemas.microsoft.com/office/drawing/2014/main" id="{50628F67-2905-4E7E-BD20-53D0F1FCAB84}"/>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sues200_uav_150m_to_satellite/sues200_uav_150m_to_satellite/seed-1/heading">
            <a:extLst xmlns:a="http://schemas.openxmlformats.org/drawingml/2006/main">
              <a:ext uri="{FF2B5EF4-FFF2-40B4-BE49-F238E27FC236}">
                <a16:creationId xmlns:a16="http://schemas.microsoft.com/office/drawing/2014/main" id="{07865C0C-1DEB-4ADE-9342-6C083F6254EF}"/>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uav_150m_to_satellite/sues200_uav_150m_to_satellite/seed-1/y-grid-0">
            <a:extLst xmlns:a="http://schemas.openxmlformats.org/drawingml/2006/main">
              <a:ext uri="{FF2B5EF4-FFF2-40B4-BE49-F238E27FC236}">
                <a16:creationId xmlns:a16="http://schemas.microsoft.com/office/drawing/2014/main" id="{7F40DB85-DF76-45E0-BAD9-AF1B2395CAD8}"/>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uav_150m_to_satellite/sues200_uav_150m_to_satellite/seed-1/y-label-0">
            <a:extLst xmlns:a="http://schemas.openxmlformats.org/drawingml/2006/main">
              <a:ext uri="{FF2B5EF4-FFF2-40B4-BE49-F238E27FC236}">
                <a16:creationId xmlns:a16="http://schemas.microsoft.com/office/drawing/2014/main" id="{401ABE7E-C62D-4E41-B1A8-08647B9F5E43}"/>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uav_150m_to_satellite/sues200_uav_150m_to_satellite/seed-1/x-tick-0">
            <a:extLst xmlns:a="http://schemas.openxmlformats.org/drawingml/2006/main">
              <a:ext uri="{FF2B5EF4-FFF2-40B4-BE49-F238E27FC236}">
                <a16:creationId xmlns:a16="http://schemas.microsoft.com/office/drawing/2014/main" id="{47B62FDE-23CB-4465-9732-AE7F407766AC}"/>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uav_150m_to_satellite/sues200_uav_150m_to_satellite/seed-1/x-label-0">
            <a:extLst xmlns:a="http://schemas.openxmlformats.org/drawingml/2006/main">
              <a:ext uri="{FF2B5EF4-FFF2-40B4-BE49-F238E27FC236}">
                <a16:creationId xmlns:a16="http://schemas.microsoft.com/office/drawing/2014/main" id="{266C8EF4-5CA4-49E1-BA12-4322C69FF2D8}"/>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150m_to_satellite/sues200_uav_150m_to_satellite/seed-1/y-grid-25">
            <a:extLst xmlns:a="http://schemas.openxmlformats.org/drawingml/2006/main">
              <a:ext uri="{FF2B5EF4-FFF2-40B4-BE49-F238E27FC236}">
                <a16:creationId xmlns:a16="http://schemas.microsoft.com/office/drawing/2014/main" id="{94F96D02-3106-4445-A434-F795232364CC}"/>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uav_150m_to_satellite/sues200_uav_150m_to_satellite/seed-1/y-label-25">
            <a:extLst xmlns:a="http://schemas.openxmlformats.org/drawingml/2006/main">
              <a:ext uri="{FF2B5EF4-FFF2-40B4-BE49-F238E27FC236}">
                <a16:creationId xmlns:a16="http://schemas.microsoft.com/office/drawing/2014/main" id="{E58CF927-116F-4280-868B-4C0C94107CB4}"/>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uav_150m_to_satellite/sues200_uav_150m_to_satellite/seed-1/x-tick-25">
            <a:extLst xmlns:a="http://schemas.openxmlformats.org/drawingml/2006/main">
              <a:ext uri="{FF2B5EF4-FFF2-40B4-BE49-F238E27FC236}">
                <a16:creationId xmlns:a16="http://schemas.microsoft.com/office/drawing/2014/main" id="{5B993423-B39E-4F64-93A9-C14A5B4C73BB}"/>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uav_150m_to_satellite/sues200_uav_150m_to_satellite/seed-1/x-label-25">
            <a:extLst xmlns:a="http://schemas.openxmlformats.org/drawingml/2006/main">
              <a:ext uri="{FF2B5EF4-FFF2-40B4-BE49-F238E27FC236}">
                <a16:creationId xmlns:a16="http://schemas.microsoft.com/office/drawing/2014/main" id="{E04F75D3-031C-44F3-905F-B54743189320}"/>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uav_150m_to_satellite/sues200_uav_150m_to_satellite/seed-1/y-grid-50">
            <a:extLst xmlns:a="http://schemas.openxmlformats.org/drawingml/2006/main">
              <a:ext uri="{FF2B5EF4-FFF2-40B4-BE49-F238E27FC236}">
                <a16:creationId xmlns:a16="http://schemas.microsoft.com/office/drawing/2014/main" id="{B3BEBA54-CDAA-406A-B191-88D697EC9FA7}"/>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uav_150m_to_satellite/sues200_uav_150m_to_satellite/seed-1/y-label-50">
            <a:extLst xmlns:a="http://schemas.openxmlformats.org/drawingml/2006/main">
              <a:ext uri="{FF2B5EF4-FFF2-40B4-BE49-F238E27FC236}">
                <a16:creationId xmlns:a16="http://schemas.microsoft.com/office/drawing/2014/main" id="{F443D5F9-2A39-4028-8B7E-DBFD0C6838A0}"/>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uav_150m_to_satellite/sues200_uav_150m_to_satellite/seed-1/x-tick-50">
            <a:extLst xmlns:a="http://schemas.openxmlformats.org/drawingml/2006/main">
              <a:ext uri="{FF2B5EF4-FFF2-40B4-BE49-F238E27FC236}">
                <a16:creationId xmlns:a16="http://schemas.microsoft.com/office/drawing/2014/main" id="{6F8FAC38-D6D8-47EF-BA18-490AC804BDD6}"/>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uav_150m_to_satellite/sues200_uav_150m_to_satellite/seed-1/x-label-50">
            <a:extLst xmlns:a="http://schemas.openxmlformats.org/drawingml/2006/main">
              <a:ext uri="{FF2B5EF4-FFF2-40B4-BE49-F238E27FC236}">
                <a16:creationId xmlns:a16="http://schemas.microsoft.com/office/drawing/2014/main" id="{21FC76FE-15DF-4B39-86FD-53D4682BEFCB}"/>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uav_150m_to_satellite/sues200_uav_150m_to_satellite/seed-1/y-grid-75">
            <a:extLst xmlns:a="http://schemas.openxmlformats.org/drawingml/2006/main">
              <a:ext uri="{FF2B5EF4-FFF2-40B4-BE49-F238E27FC236}">
                <a16:creationId xmlns:a16="http://schemas.microsoft.com/office/drawing/2014/main" id="{C9409A60-B677-4CE6-B932-728F704A32F0}"/>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uav_150m_to_satellite/sues200_uav_150m_to_satellite/seed-1/y-label-75">
            <a:extLst xmlns:a="http://schemas.openxmlformats.org/drawingml/2006/main">
              <a:ext uri="{FF2B5EF4-FFF2-40B4-BE49-F238E27FC236}">
                <a16:creationId xmlns:a16="http://schemas.microsoft.com/office/drawing/2014/main" id="{3095AD3B-DAC9-4C68-B44D-E14C1414796E}"/>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uav_150m_to_satellite/sues200_uav_150m_to_satellite/seed-1/x-tick-75">
            <a:extLst xmlns:a="http://schemas.openxmlformats.org/drawingml/2006/main">
              <a:ext uri="{FF2B5EF4-FFF2-40B4-BE49-F238E27FC236}">
                <a16:creationId xmlns:a16="http://schemas.microsoft.com/office/drawing/2014/main" id="{961B463E-03CF-4BAF-90EF-B644FB1400EF}"/>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uav_150m_to_satellite/sues200_uav_150m_to_satellite/seed-1/x-label-75">
            <a:extLst xmlns:a="http://schemas.openxmlformats.org/drawingml/2006/main">
              <a:ext uri="{FF2B5EF4-FFF2-40B4-BE49-F238E27FC236}">
                <a16:creationId xmlns:a16="http://schemas.microsoft.com/office/drawing/2014/main" id="{06C717F3-1DFF-4B98-A635-F103BEC8A5A5}"/>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uav_150m_to_satellite/sues200_uav_150m_to_satellite/seed-1/y-grid-100">
            <a:extLst xmlns:a="http://schemas.openxmlformats.org/drawingml/2006/main">
              <a:ext uri="{FF2B5EF4-FFF2-40B4-BE49-F238E27FC236}">
                <a16:creationId xmlns:a16="http://schemas.microsoft.com/office/drawing/2014/main" id="{F79C80D7-48DC-49E7-B826-3C53574EDD8B}"/>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uav_150m_to_satellite/sues200_uav_150m_to_satellite/seed-1/y-label-100">
            <a:extLst xmlns:a="http://schemas.openxmlformats.org/drawingml/2006/main">
              <a:ext uri="{FF2B5EF4-FFF2-40B4-BE49-F238E27FC236}">
                <a16:creationId xmlns:a16="http://schemas.microsoft.com/office/drawing/2014/main" id="{9955B117-24D7-4920-80E4-BCF2DE994762}"/>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uav_150m_to_satellite/sues200_uav_150m_to_satellite/seed-1/x-tick-100">
            <a:extLst xmlns:a="http://schemas.openxmlformats.org/drawingml/2006/main">
              <a:ext uri="{FF2B5EF4-FFF2-40B4-BE49-F238E27FC236}">
                <a16:creationId xmlns:a16="http://schemas.microsoft.com/office/drawing/2014/main" id="{CB88C757-FFF8-4AA5-BEC6-BA396081A578}"/>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uav_150m_to_satellite/sues200_uav_150m_to_satellite/seed-1/x-label-100">
            <a:extLst xmlns:a="http://schemas.openxmlformats.org/drawingml/2006/main">
              <a:ext uri="{FF2B5EF4-FFF2-40B4-BE49-F238E27FC236}">
                <a16:creationId xmlns:a16="http://schemas.microsoft.com/office/drawing/2014/main" id="{3B3F662C-E644-4898-9FC1-6D58EF332A13}"/>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uav_150m_to_satellite/sues200_uav_150m_to_satellite/seed-1/y-axis">
            <a:extLst xmlns:a="http://schemas.openxmlformats.org/drawingml/2006/main">
              <a:ext uri="{FF2B5EF4-FFF2-40B4-BE49-F238E27FC236}">
                <a16:creationId xmlns:a16="http://schemas.microsoft.com/office/drawing/2014/main" id="{CAB8B53B-6730-4B7F-8FC7-EDF52779706B}"/>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150m_to_satellite/sues200_uav_150m_to_satellite/seed-1/x-axis">
            <a:extLst xmlns:a="http://schemas.openxmlformats.org/drawingml/2006/main">
              <a:ext uri="{FF2B5EF4-FFF2-40B4-BE49-F238E27FC236}">
                <a16:creationId xmlns:a16="http://schemas.microsoft.com/office/drawing/2014/main" id="{73EF70B5-9AF8-4446-829F-C8C45A79F3BC}"/>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uav_150m_to_satellite/sues200_uav_150m_to_satellite/seed-1/visual/guide-1-2">
            <a:extLst xmlns:a="http://schemas.openxmlformats.org/drawingml/2006/main">
              <a:ext uri="{FF2B5EF4-FFF2-40B4-BE49-F238E27FC236}">
                <a16:creationId xmlns:a16="http://schemas.microsoft.com/office/drawing/2014/main" id="{E1DA4C47-28DA-49AE-9431-688A7750C0BC}"/>
              </a:ext>
            </a:extLst>
          </p:cNvPr>
          <p:cNvSpPr>
            <a:spLocks xmlns:a="http://schemas.openxmlformats.org/drawingml/2006/main" noGrp="1"/>
          </p:cNvSpPr>
          <p:nvPr/>
        </p:nvSpPr>
        <p:spPr>
          <a:xfrm xmlns:a="http://schemas.openxmlformats.org/drawingml/2006/main" flipV="1">
            <a:off x="1333500" y="2415946"/>
            <a:ext cx="400050" cy="10729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sues200_uav_150m_to_satellite/sues200_uav_150m_to_satellite/seed-1/visual/guide-2-3">
            <a:extLst xmlns:a="http://schemas.openxmlformats.org/drawingml/2006/main">
              <a:ext uri="{FF2B5EF4-FFF2-40B4-BE49-F238E27FC236}">
                <a16:creationId xmlns:a16="http://schemas.microsoft.com/office/drawing/2014/main" id="{3E709F8B-F093-4841-8C6D-A6A04F3FB49C}"/>
              </a:ext>
            </a:extLst>
          </p:cNvPr>
          <p:cNvSpPr>
            <a:spLocks xmlns:a="http://schemas.openxmlformats.org/drawingml/2006/main" noGrp="1"/>
          </p:cNvSpPr>
          <p:nvPr/>
        </p:nvSpPr>
        <p:spPr>
          <a:xfrm xmlns:a="http://schemas.openxmlformats.org/drawingml/2006/main" flipV="1">
            <a:off x="1733550" y="2353361"/>
            <a:ext cx="240030" cy="62586"/>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sues200_uav_150m_to_satellite/sues200_uav_150m_to_satellite/seed-1/visual/guide-3-4">
            <a:extLst xmlns:a="http://schemas.openxmlformats.org/drawingml/2006/main">
              <a:ext uri="{FF2B5EF4-FFF2-40B4-BE49-F238E27FC236}">
                <a16:creationId xmlns:a16="http://schemas.microsoft.com/office/drawing/2014/main" id="{66285A16-ADAB-4EC1-8D20-C97A78F92955}"/>
              </a:ext>
            </a:extLst>
          </p:cNvPr>
          <p:cNvSpPr>
            <a:spLocks xmlns:a="http://schemas.openxmlformats.org/drawingml/2006/main" noGrp="1"/>
          </p:cNvSpPr>
          <p:nvPr/>
        </p:nvSpPr>
        <p:spPr>
          <a:xfrm xmlns:a="http://schemas.openxmlformats.org/drawingml/2006/main" flipV="1">
            <a:off x="1973580" y="2328977"/>
            <a:ext cx="160020" cy="24384"/>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sues200_uav_150m_to_satellite/sues200_uav_150m_to_satellite/seed-1/visual/point-cov-0.5">
            <a:extLst xmlns:a="http://schemas.openxmlformats.org/drawingml/2006/main">
              <a:ext uri="{FF2B5EF4-FFF2-40B4-BE49-F238E27FC236}">
                <a16:creationId xmlns:a16="http://schemas.microsoft.com/office/drawing/2014/main" id="{928F94CD-08A9-4961-96B4-9E60B87C62AA}"/>
              </a:ext>
            </a:extLst>
          </p:cNvPr>
          <p:cNvSpPr>
            <a:spLocks xmlns:a="http://schemas.openxmlformats.org/drawingml/2006/main" noGrp="1"/>
          </p:cNvSpPr>
          <p:nvPr/>
        </p:nvSpPr>
        <p:spPr>
          <a:xfrm xmlns:a="http://schemas.openxmlformats.org/drawingml/2006/main">
            <a:off x="1303655" y="249339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uav_150m_to_satellite/sues200_uav_150m_to_satellite/seed-1/visual/point-cov-0.75">
            <a:extLst xmlns:a="http://schemas.openxmlformats.org/drawingml/2006/main">
              <a:ext uri="{FF2B5EF4-FFF2-40B4-BE49-F238E27FC236}">
                <a16:creationId xmlns:a16="http://schemas.microsoft.com/office/drawing/2014/main" id="{773817E5-7F8A-4A6B-A8E4-C131C263231C}"/>
              </a:ext>
            </a:extLst>
          </p:cNvPr>
          <p:cNvSpPr>
            <a:spLocks xmlns:a="http://schemas.openxmlformats.org/drawingml/2006/main" noGrp="1"/>
          </p:cNvSpPr>
          <p:nvPr/>
        </p:nvSpPr>
        <p:spPr>
          <a:xfrm xmlns:a="http://schemas.openxmlformats.org/drawingml/2006/main">
            <a:off x="1703705" y="238610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uav_150m_to_satellite/sues200_uav_150m_to_satellite/seed-1/visual/point-cov-0.9">
            <a:extLst xmlns:a="http://schemas.openxmlformats.org/drawingml/2006/main">
              <a:ext uri="{FF2B5EF4-FFF2-40B4-BE49-F238E27FC236}">
                <a16:creationId xmlns:a16="http://schemas.microsoft.com/office/drawing/2014/main" id="{398AFA2C-F271-4FAB-83A5-8FD0F207F0F0}"/>
              </a:ext>
            </a:extLst>
          </p:cNvPr>
          <p:cNvSpPr>
            <a:spLocks xmlns:a="http://schemas.openxmlformats.org/drawingml/2006/main" noGrp="1"/>
          </p:cNvSpPr>
          <p:nvPr/>
        </p:nvSpPr>
        <p:spPr>
          <a:xfrm xmlns:a="http://schemas.openxmlformats.org/drawingml/2006/main">
            <a:off x="1943735" y="2323516"/>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uav_150m_to_satellite/sues200_uav_150m_to_satellite/seed-1/visual/point-cov-1">
            <a:extLst xmlns:a="http://schemas.openxmlformats.org/drawingml/2006/main">
              <a:ext uri="{FF2B5EF4-FFF2-40B4-BE49-F238E27FC236}">
                <a16:creationId xmlns:a16="http://schemas.microsoft.com/office/drawing/2014/main" id="{54F71669-B436-4079-8325-5EA365096653}"/>
              </a:ext>
            </a:extLst>
          </p:cNvPr>
          <p:cNvSpPr>
            <a:spLocks xmlns:a="http://schemas.openxmlformats.org/drawingml/2006/main" noGrp="1"/>
          </p:cNvSpPr>
          <p:nvPr/>
        </p:nvSpPr>
        <p:spPr>
          <a:xfrm xmlns:a="http://schemas.openxmlformats.org/drawingml/2006/main">
            <a:off x="2103755" y="229913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sues200_uav_150m_to_satellite/sues200_uav_150m_to_satellite/seed-1/full/guide-1-2">
            <a:extLst xmlns:a="http://schemas.openxmlformats.org/drawingml/2006/main">
              <a:ext uri="{FF2B5EF4-FFF2-40B4-BE49-F238E27FC236}">
                <a16:creationId xmlns:a16="http://schemas.microsoft.com/office/drawing/2014/main" id="{CF778DDC-FCDA-421B-AC7A-5972753A6D11}"/>
              </a:ext>
            </a:extLst>
          </p:cNvPr>
          <p:cNvSpPr>
            <a:spLocks xmlns:a="http://schemas.openxmlformats.org/drawingml/2006/main" noGrp="1"/>
          </p:cNvSpPr>
          <p:nvPr/>
        </p:nvSpPr>
        <p:spPr>
          <a:xfrm xmlns:a="http://schemas.openxmlformats.org/drawingml/2006/main" flipV="1">
            <a:off x="1333500" y="2489505"/>
            <a:ext cx="400050" cy="98755"/>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sues200_uav_150m_to_satellite/sues200_uav_150m_to_satellite/seed-1/full/guide-2-3">
            <a:extLst xmlns:a="http://schemas.openxmlformats.org/drawingml/2006/main">
              <a:ext uri="{FF2B5EF4-FFF2-40B4-BE49-F238E27FC236}">
                <a16:creationId xmlns:a16="http://schemas.microsoft.com/office/drawing/2014/main" id="{424EFE58-72D0-4631-9861-3D1972F8B187}"/>
              </a:ext>
            </a:extLst>
          </p:cNvPr>
          <p:cNvSpPr>
            <a:spLocks xmlns:a="http://schemas.openxmlformats.org/drawingml/2006/main" noGrp="1"/>
          </p:cNvSpPr>
          <p:nvPr/>
        </p:nvSpPr>
        <p:spPr>
          <a:xfrm xmlns:a="http://schemas.openxmlformats.org/drawingml/2006/main" flipV="1">
            <a:off x="1733550" y="2441143"/>
            <a:ext cx="240030" cy="4836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sues200_uav_150m_to_satellite/sues200_uav_150m_to_satellite/seed-1/full/guide-3-4">
            <a:extLst xmlns:a="http://schemas.openxmlformats.org/drawingml/2006/main">
              <a:ext uri="{FF2B5EF4-FFF2-40B4-BE49-F238E27FC236}">
                <a16:creationId xmlns:a16="http://schemas.microsoft.com/office/drawing/2014/main" id="{7C9DAC82-D4B1-4C25-A6D5-4F723B4824A6}"/>
              </a:ext>
            </a:extLst>
          </p:cNvPr>
          <p:cNvSpPr>
            <a:spLocks xmlns:a="http://schemas.openxmlformats.org/drawingml/2006/main" noGrp="1"/>
          </p:cNvSpPr>
          <p:nvPr/>
        </p:nvSpPr>
        <p:spPr>
          <a:xfrm xmlns:a="http://schemas.openxmlformats.org/drawingml/2006/main" flipV="1">
            <a:off x="1973580" y="2416353"/>
            <a:ext cx="160020" cy="2479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sues200_uav_150m_to_satellite/sues200_uav_150m_to_satellite/seed-1/full/point-cov-0.5">
            <a:extLst xmlns:a="http://schemas.openxmlformats.org/drawingml/2006/main">
              <a:ext uri="{FF2B5EF4-FFF2-40B4-BE49-F238E27FC236}">
                <a16:creationId xmlns:a16="http://schemas.microsoft.com/office/drawing/2014/main" id="{4ED55F03-9347-4539-ADBA-06B3BE71CC8A}"/>
              </a:ext>
            </a:extLst>
          </p:cNvPr>
          <p:cNvSpPr>
            <a:spLocks xmlns:a="http://schemas.openxmlformats.org/drawingml/2006/main" noGrp="1"/>
          </p:cNvSpPr>
          <p:nvPr/>
        </p:nvSpPr>
        <p:spPr>
          <a:xfrm xmlns:a="http://schemas.openxmlformats.org/drawingml/2006/main">
            <a:off x="1309370" y="256413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sues200_uav_150m_to_satellite/sues200_uav_150m_to_satellite/seed-1/full/point-cov-0.75">
            <a:extLst xmlns:a="http://schemas.openxmlformats.org/drawingml/2006/main">
              <a:ext uri="{FF2B5EF4-FFF2-40B4-BE49-F238E27FC236}">
                <a16:creationId xmlns:a16="http://schemas.microsoft.com/office/drawing/2014/main" id="{A2DD0CD2-46FC-46FD-9278-9F216F765913}"/>
              </a:ext>
            </a:extLst>
          </p:cNvPr>
          <p:cNvSpPr>
            <a:spLocks xmlns:a="http://schemas.openxmlformats.org/drawingml/2006/main" noGrp="1"/>
          </p:cNvSpPr>
          <p:nvPr/>
        </p:nvSpPr>
        <p:spPr>
          <a:xfrm xmlns:a="http://schemas.openxmlformats.org/drawingml/2006/main">
            <a:off x="1709420" y="246537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sues200_uav_150m_to_satellite/sues200_uav_150m_to_satellite/seed-1/full/point-cov-0.9">
            <a:extLst xmlns:a="http://schemas.openxmlformats.org/drawingml/2006/main">
              <a:ext uri="{FF2B5EF4-FFF2-40B4-BE49-F238E27FC236}">
                <a16:creationId xmlns:a16="http://schemas.microsoft.com/office/drawing/2014/main" id="{CE665E67-80DC-488F-9B0D-59C8A57E3C09}"/>
              </a:ext>
            </a:extLst>
          </p:cNvPr>
          <p:cNvSpPr>
            <a:spLocks xmlns:a="http://schemas.openxmlformats.org/drawingml/2006/main" noGrp="1"/>
          </p:cNvSpPr>
          <p:nvPr/>
        </p:nvSpPr>
        <p:spPr>
          <a:xfrm xmlns:a="http://schemas.openxmlformats.org/drawingml/2006/main">
            <a:off x="1949450" y="241701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sues200_uav_150m_to_satellite/sues200_uav_150m_to_satellite/seed-1/full/point-cov-1">
            <a:extLst xmlns:a="http://schemas.openxmlformats.org/drawingml/2006/main">
              <a:ext uri="{FF2B5EF4-FFF2-40B4-BE49-F238E27FC236}">
                <a16:creationId xmlns:a16="http://schemas.microsoft.com/office/drawing/2014/main" id="{EB625BF8-8A2E-4A24-B73D-7248A9919842}"/>
              </a:ext>
            </a:extLst>
          </p:cNvPr>
          <p:cNvSpPr>
            <a:spLocks xmlns:a="http://schemas.openxmlformats.org/drawingml/2006/main" noGrp="1"/>
          </p:cNvSpPr>
          <p:nvPr/>
        </p:nvSpPr>
        <p:spPr>
          <a:xfrm xmlns:a="http://schemas.openxmlformats.org/drawingml/2006/main">
            <a:off x="2109470" y="239222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sues200_uav_150m_to_satellite/sues200_uav_150m_to_satellite/seed-1/count/N">
            <a:extLst xmlns:a="http://schemas.openxmlformats.org/drawingml/2006/main">
              <a:ext uri="{FF2B5EF4-FFF2-40B4-BE49-F238E27FC236}">
                <a16:creationId xmlns:a16="http://schemas.microsoft.com/office/drawing/2014/main" id="{ED600902-E04B-4528-AC9F-DCAD05FFB9D2}"/>
              </a:ext>
            </a:extLst>
          </p:cNvPr>
          <p:cNvSpPr>
            <a:spLocks xmlns:a="http://schemas.openxmlformats.org/drawingml/2006/main" noGrp="1"/>
          </p:cNvSpPr>
          <p:nvPr/>
        </p:nvSpPr>
        <p:spPr>
          <a:xfrm xmlns:a="http://schemas.openxmlformats.org/drawingml/2006/main">
            <a:off x="8506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46" name="sues200_uav_150m_to_satellite/sues200_uav_150m_to_satellite/seed-1/count/header/requested">
            <a:extLst xmlns:a="http://schemas.openxmlformats.org/drawingml/2006/main">
              <a:ext uri="{FF2B5EF4-FFF2-40B4-BE49-F238E27FC236}">
                <a16:creationId xmlns:a16="http://schemas.microsoft.com/office/drawing/2014/main" id="{66AE69FA-9906-495E-A589-8361C878D05C}"/>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sues200_uav_150m_to_satellite/sues200_uav_150m_to_satellite/seed-1/count/header/kN">
            <a:extLst xmlns:a="http://schemas.openxmlformats.org/drawingml/2006/main">
              <a:ext uri="{FF2B5EF4-FFF2-40B4-BE49-F238E27FC236}">
                <a16:creationId xmlns:a16="http://schemas.microsoft.com/office/drawing/2014/main" id="{1347F423-D34A-4FE1-989D-87636BF01CFE}"/>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sues200_uav_150m_to_satellite/sues200_uav_150m_to_satellite/seed-1/count/header/overlap">
            <a:extLst xmlns:a="http://schemas.openxmlformats.org/drawingml/2006/main">
              <a:ext uri="{FF2B5EF4-FFF2-40B4-BE49-F238E27FC236}">
                <a16:creationId xmlns:a16="http://schemas.microsoft.com/office/drawing/2014/main" id="{883EE8F0-4278-4DBF-85E1-5E9D7C971F30}"/>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sues200_uav_150m_to_satellite/sues200_uav_150m_to_satellite/seed-1/count/header/rule">
            <a:extLst xmlns:a="http://schemas.openxmlformats.org/drawingml/2006/main">
              <a:ext uri="{FF2B5EF4-FFF2-40B4-BE49-F238E27FC236}">
                <a16:creationId xmlns:a16="http://schemas.microsoft.com/office/drawing/2014/main" id="{E6200ACD-C14E-4438-87A4-3F693863759C}"/>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sues200_uav_150m_to_satellite/sues200_uav_150m_to_satellite/seed-1/count/cov-0.5/requested">
            <a:extLst xmlns:a="http://schemas.openxmlformats.org/drawingml/2006/main">
              <a:ext uri="{FF2B5EF4-FFF2-40B4-BE49-F238E27FC236}">
                <a16:creationId xmlns:a16="http://schemas.microsoft.com/office/drawing/2014/main" id="{24861897-F6A8-4E08-88A6-1730B375372C}"/>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sues200_uav_150m_to_satellite/sues200_uav_150m_to_satellite/seed-1/count/cov-0.5/kN">
            <a:extLst xmlns:a="http://schemas.openxmlformats.org/drawingml/2006/main">
              <a:ext uri="{FF2B5EF4-FFF2-40B4-BE49-F238E27FC236}">
                <a16:creationId xmlns:a16="http://schemas.microsoft.com/office/drawing/2014/main" id="{CABC70C0-7EEB-453B-AF4E-FE23B393DC7A}"/>
              </a:ext>
            </a:extLst>
          </p:cNvPr>
          <p:cNvSpPr>
            <a:spLocks xmlns:a="http://schemas.openxmlformats.org/drawingml/2006/main" noGrp="1"/>
          </p:cNvSpPr>
          <p:nvPr/>
        </p:nvSpPr>
        <p:spPr>
          <a:xfrm xmlns:a="http://schemas.openxmlformats.org/drawingml/2006/main">
            <a:off x="10634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52" name="sues200_uav_150m_to_satellite/sues200_uav_150m_to_satellite/seed-1/count/cov-0.5/overlap">
            <a:extLst xmlns:a="http://schemas.openxmlformats.org/drawingml/2006/main">
              <a:ext uri="{FF2B5EF4-FFF2-40B4-BE49-F238E27FC236}">
                <a16:creationId xmlns:a16="http://schemas.microsoft.com/office/drawing/2014/main" id="{7C7D88E0-FAD3-4F1F-A1AF-906A502A4A1E}"/>
              </a:ext>
            </a:extLst>
          </p:cNvPr>
          <p:cNvSpPr>
            <a:spLocks xmlns:a="http://schemas.openxmlformats.org/drawingml/2006/main" noGrp="1"/>
          </p:cNvSpPr>
          <p:nvPr/>
        </p:nvSpPr>
        <p:spPr>
          <a:xfrm xmlns:a="http://schemas.openxmlformats.org/drawingml/2006/main">
            <a:off x="1825419" y="39197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1084</a:t>
            </a:r>
          </a:p>
        </p:txBody>
      </p:sp>
      <p:sp>
        <p:nvSpPr>
          <p:cNvPr id="53" name="sues200_uav_150m_to_satellite/sues200_uav_150m_to_satellite/seed-1/count/cov-0.75/requested">
            <a:extLst xmlns:a="http://schemas.openxmlformats.org/drawingml/2006/main">
              <a:ext uri="{FF2B5EF4-FFF2-40B4-BE49-F238E27FC236}">
                <a16:creationId xmlns:a16="http://schemas.microsoft.com/office/drawing/2014/main" id="{D0F9221A-4E5F-413C-AED1-E29D5CBC999F}"/>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sues200_uav_150m_to_satellite/sues200_uav_150m_to_satellite/seed-1/count/cov-0.75/kN">
            <a:extLst xmlns:a="http://schemas.openxmlformats.org/drawingml/2006/main">
              <a:ext uri="{FF2B5EF4-FFF2-40B4-BE49-F238E27FC236}">
                <a16:creationId xmlns:a16="http://schemas.microsoft.com/office/drawing/2014/main" id="{F73E8C3C-458B-4ABA-960F-8170D3317180}"/>
              </a:ext>
            </a:extLst>
          </p:cNvPr>
          <p:cNvSpPr>
            <a:spLocks xmlns:a="http://schemas.openxmlformats.org/drawingml/2006/main" noGrp="1"/>
          </p:cNvSpPr>
          <p:nvPr/>
        </p:nvSpPr>
        <p:spPr>
          <a:xfrm xmlns:a="http://schemas.openxmlformats.org/drawingml/2006/main">
            <a:off x="10634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55" name="sues200_uav_150m_to_satellite/sues200_uav_150m_to_satellite/seed-1/count/cov-0.75/overlap">
            <a:extLst xmlns:a="http://schemas.openxmlformats.org/drawingml/2006/main">
              <a:ext uri="{FF2B5EF4-FFF2-40B4-BE49-F238E27FC236}">
                <a16:creationId xmlns:a16="http://schemas.microsoft.com/office/drawing/2014/main" id="{91040FF3-35F9-4635-B40C-5CB355B9D8EC}"/>
              </a:ext>
            </a:extLst>
          </p:cNvPr>
          <p:cNvSpPr>
            <a:spLocks xmlns:a="http://schemas.openxmlformats.org/drawingml/2006/main" noGrp="1"/>
          </p:cNvSpPr>
          <p:nvPr/>
        </p:nvSpPr>
        <p:spPr>
          <a:xfrm xmlns:a="http://schemas.openxmlformats.org/drawingml/2006/main">
            <a:off x="18254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2287</a:t>
            </a:r>
          </a:p>
        </p:txBody>
      </p:sp>
      <p:sp>
        <p:nvSpPr>
          <p:cNvPr id="56" name="sues200_uav_150m_to_satellite/sues200_uav_150m_to_satellite/seed-1/count/cov-0.9/requested">
            <a:extLst xmlns:a="http://schemas.openxmlformats.org/drawingml/2006/main">
              <a:ext uri="{FF2B5EF4-FFF2-40B4-BE49-F238E27FC236}">
                <a16:creationId xmlns:a16="http://schemas.microsoft.com/office/drawing/2014/main" id="{2C919BE3-4848-4E36-AAAC-EA05A7EB6A8A}"/>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sues200_uav_150m_to_satellite/sues200_uav_150m_to_satellite/seed-1/count/cov-0.9/kN">
            <a:extLst xmlns:a="http://schemas.openxmlformats.org/drawingml/2006/main">
              <a:ext uri="{FF2B5EF4-FFF2-40B4-BE49-F238E27FC236}">
                <a16:creationId xmlns:a16="http://schemas.microsoft.com/office/drawing/2014/main" id="{2EC4BC19-F7B1-49A8-9363-259F6E847622}"/>
              </a:ext>
            </a:extLst>
          </p:cNvPr>
          <p:cNvSpPr>
            <a:spLocks xmlns:a="http://schemas.openxmlformats.org/drawingml/2006/main" noGrp="1"/>
          </p:cNvSpPr>
          <p:nvPr/>
        </p:nvSpPr>
        <p:spPr>
          <a:xfrm xmlns:a="http://schemas.openxmlformats.org/drawingml/2006/main">
            <a:off x="10634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58" name="sues200_uav_150m_to_satellite/sues200_uav_150m_to_satellite/seed-1/count/cov-0.9/overlap">
            <a:extLst xmlns:a="http://schemas.openxmlformats.org/drawingml/2006/main">
              <a:ext uri="{FF2B5EF4-FFF2-40B4-BE49-F238E27FC236}">
                <a16:creationId xmlns:a16="http://schemas.microsoft.com/office/drawing/2014/main" id="{4602D9B8-890C-42BD-84A7-184D534A386C}"/>
              </a:ext>
            </a:extLst>
          </p:cNvPr>
          <p:cNvSpPr>
            <a:spLocks xmlns:a="http://schemas.openxmlformats.org/drawingml/2006/main" noGrp="1"/>
          </p:cNvSpPr>
          <p:nvPr/>
        </p:nvSpPr>
        <p:spPr>
          <a:xfrm xmlns:a="http://schemas.openxmlformats.org/drawingml/2006/main">
            <a:off x="18254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3279</a:t>
            </a:r>
          </a:p>
        </p:txBody>
      </p:sp>
      <p:sp>
        <p:nvSpPr>
          <p:cNvPr id="59" name="sues200_uav_150m_to_satellite/sues200_uav_150m_to_satellite/seed-1/count/cov-1/requested">
            <a:extLst xmlns:a="http://schemas.openxmlformats.org/drawingml/2006/main">
              <a:ext uri="{FF2B5EF4-FFF2-40B4-BE49-F238E27FC236}">
                <a16:creationId xmlns:a16="http://schemas.microsoft.com/office/drawing/2014/main" id="{EE1406F0-01B9-46A1-8C77-F4BE1A042085}"/>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sues200_uav_150m_to_satellite/sues200_uav_150m_to_satellite/seed-1/count/cov-1/kN">
            <a:extLst xmlns:a="http://schemas.openxmlformats.org/drawingml/2006/main">
              <a:ext uri="{FF2B5EF4-FFF2-40B4-BE49-F238E27FC236}">
                <a16:creationId xmlns:a16="http://schemas.microsoft.com/office/drawing/2014/main" id="{CB56FF99-9D03-437D-8EA7-FE0DC52867DC}"/>
              </a:ext>
            </a:extLst>
          </p:cNvPr>
          <p:cNvSpPr>
            <a:spLocks xmlns:a="http://schemas.openxmlformats.org/drawingml/2006/main" noGrp="1"/>
          </p:cNvSpPr>
          <p:nvPr/>
        </p:nvSpPr>
        <p:spPr>
          <a:xfrm xmlns:a="http://schemas.openxmlformats.org/drawingml/2006/main">
            <a:off x="10634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61" name="sues200_uav_150m_to_satellite/sues200_uav_150m_to_satellite/seed-1/count/cov-1/overlap">
            <a:extLst xmlns:a="http://schemas.openxmlformats.org/drawingml/2006/main">
              <a:ext uri="{FF2B5EF4-FFF2-40B4-BE49-F238E27FC236}">
                <a16:creationId xmlns:a16="http://schemas.microsoft.com/office/drawing/2014/main" id="{59BD5626-6F21-4F6A-BAD0-ADC971BD0B2D}"/>
              </a:ext>
            </a:extLst>
          </p:cNvPr>
          <p:cNvSpPr>
            <a:spLocks xmlns:a="http://schemas.openxmlformats.org/drawingml/2006/main" noGrp="1"/>
          </p:cNvSpPr>
          <p:nvPr/>
        </p:nvSpPr>
        <p:spPr>
          <a:xfrm xmlns:a="http://schemas.openxmlformats.org/drawingml/2006/main">
            <a:off x="18254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62" name="sues200_uav_150m_to_satellite/sues200_uav_150m_to_satellite/seed-1/success/heading">
            <a:extLst xmlns:a="http://schemas.openxmlformats.org/drawingml/2006/main">
              <a:ext uri="{FF2B5EF4-FFF2-40B4-BE49-F238E27FC236}">
                <a16:creationId xmlns:a16="http://schemas.microsoft.com/office/drawing/2014/main" id="{4D6506CA-070D-421D-B648-E1228463E2AE}"/>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sues200_uav_150m_to_satellite/sues200_uav_150m_to_satellite/seed-1/success/cov-0.5/heading">
            <a:extLst xmlns:a="http://schemas.openxmlformats.org/drawingml/2006/main">
              <a:ext uri="{FF2B5EF4-FFF2-40B4-BE49-F238E27FC236}">
                <a16:creationId xmlns:a16="http://schemas.microsoft.com/office/drawing/2014/main" id="{0D8EF8EE-B331-420C-A7F7-F8F9DDD8CE94}"/>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sues200_uav_150m_to_satellite/sues200_uav_150m_to_satellite/seed-1/visual/success-cov-0.5">
            <a:extLst xmlns:a="http://schemas.openxmlformats.org/drawingml/2006/main">
              <a:ext uri="{FF2B5EF4-FFF2-40B4-BE49-F238E27FC236}">
                <a16:creationId xmlns:a16="http://schemas.microsoft.com/office/drawing/2014/main" id="{E731919F-65A3-430E-9F99-35CEE35C153B}"/>
              </a:ext>
            </a:extLst>
          </p:cNvPr>
          <p:cNvSpPr>
            <a:spLocks xmlns:a="http://schemas.openxmlformats.org/drawingml/2006/main" noGrp="1"/>
          </p:cNvSpPr>
          <p:nvPr/>
        </p:nvSpPr>
        <p:spPr>
          <a:xfrm xmlns:a="http://schemas.openxmlformats.org/drawingml/2006/main">
            <a:off x="5734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22.125</a:t>
            </a:r>
          </a:p>
        </p:txBody>
      </p:sp>
      <p:sp>
        <p:nvSpPr>
          <p:cNvPr id="65" name="sues200_uav_150m_to_satellite/sues200_uav_150m_to_satellite/seed-1/full/success-cov-0.5">
            <a:extLst xmlns:a="http://schemas.openxmlformats.org/drawingml/2006/main">
              <a:ext uri="{FF2B5EF4-FFF2-40B4-BE49-F238E27FC236}">
                <a16:creationId xmlns:a16="http://schemas.microsoft.com/office/drawing/2014/main" id="{7813E57B-BE2F-4228-A21A-74AF14F95358}"/>
              </a:ext>
            </a:extLst>
          </p:cNvPr>
          <p:cNvSpPr>
            <a:spLocks xmlns:a="http://schemas.openxmlformats.org/drawingml/2006/main" noGrp="1"/>
          </p:cNvSpPr>
          <p:nvPr/>
        </p:nvSpPr>
        <p:spPr>
          <a:xfrm xmlns:a="http://schemas.openxmlformats.org/drawingml/2006/main">
            <a:off x="5734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18.125</a:t>
            </a:r>
          </a:p>
        </p:txBody>
      </p:sp>
      <p:sp>
        <p:nvSpPr>
          <p:cNvPr id="66" name="sues200_uav_150m_to_satellite/sues200_uav_150m_to_satellite/seed-1/success/cov-0.75/heading">
            <a:extLst xmlns:a="http://schemas.openxmlformats.org/drawingml/2006/main">
              <a:ext uri="{FF2B5EF4-FFF2-40B4-BE49-F238E27FC236}">
                <a16:creationId xmlns:a16="http://schemas.microsoft.com/office/drawing/2014/main" id="{61BC0FEC-8871-48B6-B65C-C320D072ABDA}"/>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sues200_uav_150m_to_satellite/sues200_uav_150m_to_satellite/seed-1/visual/success-cov-0.75">
            <a:extLst xmlns:a="http://schemas.openxmlformats.org/drawingml/2006/main">
              <a:ext uri="{FF2B5EF4-FFF2-40B4-BE49-F238E27FC236}">
                <a16:creationId xmlns:a16="http://schemas.microsoft.com/office/drawing/2014/main" id="{8FD9D58E-33C2-4C1B-860C-AE0C759F7BAB}"/>
              </a:ext>
            </a:extLst>
          </p:cNvPr>
          <p:cNvSpPr>
            <a:spLocks xmlns:a="http://schemas.openxmlformats.org/drawingml/2006/main" noGrp="1"/>
          </p:cNvSpPr>
          <p:nvPr/>
        </p:nvSpPr>
        <p:spPr>
          <a:xfrm xmlns:a="http://schemas.openxmlformats.org/drawingml/2006/main">
            <a:off x="9735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28.725</a:t>
            </a:r>
          </a:p>
        </p:txBody>
      </p:sp>
      <p:sp>
        <p:nvSpPr>
          <p:cNvPr id="68" name="sues200_uav_150m_to_satellite/sues200_uav_150m_to_satellite/seed-1/full/success-cov-0.75">
            <a:extLst xmlns:a="http://schemas.openxmlformats.org/drawingml/2006/main">
              <a:ext uri="{FF2B5EF4-FFF2-40B4-BE49-F238E27FC236}">
                <a16:creationId xmlns:a16="http://schemas.microsoft.com/office/drawing/2014/main" id="{CC2DADB9-8732-4D4A-9172-B05476C157E5}"/>
              </a:ext>
            </a:extLst>
          </p:cNvPr>
          <p:cNvSpPr>
            <a:spLocks xmlns:a="http://schemas.openxmlformats.org/drawingml/2006/main" noGrp="1"/>
          </p:cNvSpPr>
          <p:nvPr/>
        </p:nvSpPr>
        <p:spPr>
          <a:xfrm xmlns:a="http://schemas.openxmlformats.org/drawingml/2006/main">
            <a:off x="9735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24.200</a:t>
            </a:r>
          </a:p>
        </p:txBody>
      </p:sp>
      <p:sp>
        <p:nvSpPr>
          <p:cNvPr id="69" name="sues200_uav_150m_to_satellite/sues200_uav_150m_to_satellite/seed-1/success/cov-0.9/heading">
            <a:extLst xmlns:a="http://schemas.openxmlformats.org/drawingml/2006/main">
              <a:ext uri="{FF2B5EF4-FFF2-40B4-BE49-F238E27FC236}">
                <a16:creationId xmlns:a16="http://schemas.microsoft.com/office/drawing/2014/main" id="{488F017D-27D6-4A20-99D1-7C22D9BB4FBD}"/>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sues200_uav_150m_to_satellite/sues200_uav_150m_to_satellite/seed-1/visual/success-cov-0.9">
            <a:extLst xmlns:a="http://schemas.openxmlformats.org/drawingml/2006/main">
              <a:ext uri="{FF2B5EF4-FFF2-40B4-BE49-F238E27FC236}">
                <a16:creationId xmlns:a16="http://schemas.microsoft.com/office/drawing/2014/main" id="{CBBE8831-8459-4ED2-B8D0-54BA00855A5F}"/>
              </a:ext>
            </a:extLst>
          </p:cNvPr>
          <p:cNvSpPr>
            <a:spLocks xmlns:a="http://schemas.openxmlformats.org/drawingml/2006/main" noGrp="1"/>
          </p:cNvSpPr>
          <p:nvPr/>
        </p:nvSpPr>
        <p:spPr>
          <a:xfrm xmlns:a="http://schemas.openxmlformats.org/drawingml/2006/main">
            <a:off x="13735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32.575</a:t>
            </a:r>
          </a:p>
        </p:txBody>
      </p:sp>
      <p:sp>
        <p:nvSpPr>
          <p:cNvPr id="71" name="sues200_uav_150m_to_satellite/sues200_uav_150m_to_satellite/seed-1/full/success-cov-0.9">
            <a:extLst xmlns:a="http://schemas.openxmlformats.org/drawingml/2006/main">
              <a:ext uri="{FF2B5EF4-FFF2-40B4-BE49-F238E27FC236}">
                <a16:creationId xmlns:a16="http://schemas.microsoft.com/office/drawing/2014/main" id="{416A89F8-94B1-4E01-A425-661812435747}"/>
              </a:ext>
            </a:extLst>
          </p:cNvPr>
          <p:cNvSpPr>
            <a:spLocks xmlns:a="http://schemas.openxmlformats.org/drawingml/2006/main" noGrp="1"/>
          </p:cNvSpPr>
          <p:nvPr/>
        </p:nvSpPr>
        <p:spPr>
          <a:xfrm xmlns:a="http://schemas.openxmlformats.org/drawingml/2006/main">
            <a:off x="13735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27.175</a:t>
            </a:r>
          </a:p>
        </p:txBody>
      </p:sp>
      <p:sp>
        <p:nvSpPr>
          <p:cNvPr id="72" name="sues200_uav_150m_to_satellite/sues200_uav_150m_to_satellite/seed-1/success/cov-1/heading">
            <a:extLst xmlns:a="http://schemas.openxmlformats.org/drawingml/2006/main">
              <a:ext uri="{FF2B5EF4-FFF2-40B4-BE49-F238E27FC236}">
                <a16:creationId xmlns:a16="http://schemas.microsoft.com/office/drawing/2014/main" id="{37657731-EE93-4A54-8718-50AFBAB3A9DD}"/>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sues200_uav_150m_to_satellite/sues200_uav_150m_to_satellite/seed-1/visual/success-cov-1">
            <a:extLst xmlns:a="http://schemas.openxmlformats.org/drawingml/2006/main">
              <a:ext uri="{FF2B5EF4-FFF2-40B4-BE49-F238E27FC236}">
                <a16:creationId xmlns:a16="http://schemas.microsoft.com/office/drawing/2014/main" id="{FE076CAF-14F3-4BAF-89A0-9B85F34397C9}"/>
              </a:ext>
            </a:extLst>
          </p:cNvPr>
          <p:cNvSpPr>
            <a:spLocks xmlns:a="http://schemas.openxmlformats.org/drawingml/2006/main" noGrp="1"/>
          </p:cNvSpPr>
          <p:nvPr/>
        </p:nvSpPr>
        <p:spPr>
          <a:xfrm xmlns:a="http://schemas.openxmlformats.org/drawingml/2006/main">
            <a:off x="17736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34.075</a:t>
            </a:r>
          </a:p>
        </p:txBody>
      </p:sp>
      <p:sp>
        <p:nvSpPr>
          <p:cNvPr id="74" name="sues200_uav_150m_to_satellite/sues200_uav_150m_to_satellite/seed-1/full/success-cov-1">
            <a:extLst xmlns:a="http://schemas.openxmlformats.org/drawingml/2006/main">
              <a:ext uri="{FF2B5EF4-FFF2-40B4-BE49-F238E27FC236}">
                <a16:creationId xmlns:a16="http://schemas.microsoft.com/office/drawing/2014/main" id="{2A5A43B9-F687-42F4-A0EA-C63BE5D5031E}"/>
              </a:ext>
            </a:extLst>
          </p:cNvPr>
          <p:cNvSpPr>
            <a:spLocks xmlns:a="http://schemas.openxmlformats.org/drawingml/2006/main" noGrp="1"/>
          </p:cNvSpPr>
          <p:nvPr/>
        </p:nvSpPr>
        <p:spPr>
          <a:xfrm xmlns:a="http://schemas.openxmlformats.org/drawingml/2006/main">
            <a:off x="17736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28.700</a:t>
            </a:r>
          </a:p>
        </p:txBody>
      </p:sp>
      <p:sp>
        <p:nvSpPr>
          <p:cNvPr id="75" name="sues200_uav_150m_to_satellite/sues200_uav_150m_to_satellite/seed-1/visual/success-prefix">
            <a:extLst xmlns:a="http://schemas.openxmlformats.org/drawingml/2006/main">
              <a:ext uri="{FF2B5EF4-FFF2-40B4-BE49-F238E27FC236}">
                <a16:creationId xmlns:a16="http://schemas.microsoft.com/office/drawing/2014/main" id="{54A35E6C-85CB-407B-B1C9-945C79ADC7C7}"/>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sues200_uav_150m_to_satellite/sues200_uav_150m_to_satellite/seed-1/full/success-prefix">
            <a:extLst xmlns:a="http://schemas.openxmlformats.org/drawingml/2006/main">
              <a:ext uri="{FF2B5EF4-FFF2-40B4-BE49-F238E27FC236}">
                <a16:creationId xmlns:a16="http://schemas.microsoft.com/office/drawing/2014/main" id="{7016392E-9820-4195-B1DE-57F44A266036}"/>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sues200_uav_150m_to_satellite/sues200_uav_150m_to_satellite/seed-2/heading">
            <a:extLst xmlns:a="http://schemas.openxmlformats.org/drawingml/2006/main">
              <a:ext uri="{FF2B5EF4-FFF2-40B4-BE49-F238E27FC236}">
                <a16:creationId xmlns:a16="http://schemas.microsoft.com/office/drawing/2014/main" id="{C84DCC03-6500-487A-BE5B-CE119B82DD13}"/>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sues200_uav_150m_to_satellite/sues200_uav_150m_to_satellite/seed-2/y-grid-0">
            <a:extLst xmlns:a="http://schemas.openxmlformats.org/drawingml/2006/main">
              <a:ext uri="{FF2B5EF4-FFF2-40B4-BE49-F238E27FC236}">
                <a16:creationId xmlns:a16="http://schemas.microsoft.com/office/drawing/2014/main" id="{F1E49143-A39E-48EC-ADAF-43827AD44BDF}"/>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sues200_uav_150m_to_satellite/sues200_uav_150m_to_satellite/seed-2/y-label-0">
            <a:extLst xmlns:a="http://schemas.openxmlformats.org/drawingml/2006/main">
              <a:ext uri="{FF2B5EF4-FFF2-40B4-BE49-F238E27FC236}">
                <a16:creationId xmlns:a16="http://schemas.microsoft.com/office/drawing/2014/main" id="{675B47CB-9525-414E-B2E5-155EFD8FB0B4}"/>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sues200_uav_150m_to_satellite/sues200_uav_150m_to_satellite/seed-2/x-tick-0">
            <a:extLst xmlns:a="http://schemas.openxmlformats.org/drawingml/2006/main">
              <a:ext uri="{FF2B5EF4-FFF2-40B4-BE49-F238E27FC236}">
                <a16:creationId xmlns:a16="http://schemas.microsoft.com/office/drawing/2014/main" id="{56CC8CD8-7481-45B3-8716-8D5311ECB836}"/>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sues200_uav_150m_to_satellite/sues200_uav_150m_to_satellite/seed-2/x-label-0">
            <a:extLst xmlns:a="http://schemas.openxmlformats.org/drawingml/2006/main">
              <a:ext uri="{FF2B5EF4-FFF2-40B4-BE49-F238E27FC236}">
                <a16:creationId xmlns:a16="http://schemas.microsoft.com/office/drawing/2014/main" id="{69F5DA53-FD51-4CDD-9245-98AE8AA25C6C}"/>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sues200_uav_150m_to_satellite/sues200_uav_150m_to_satellite/seed-2/y-grid-25">
            <a:extLst xmlns:a="http://schemas.openxmlformats.org/drawingml/2006/main">
              <a:ext uri="{FF2B5EF4-FFF2-40B4-BE49-F238E27FC236}">
                <a16:creationId xmlns:a16="http://schemas.microsoft.com/office/drawing/2014/main" id="{2A8A66EE-FD8D-4A1E-BAEE-4037EDCACC01}"/>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sues200_uav_150m_to_satellite/sues200_uav_150m_to_satellite/seed-2/y-label-25">
            <a:extLst xmlns:a="http://schemas.openxmlformats.org/drawingml/2006/main">
              <a:ext uri="{FF2B5EF4-FFF2-40B4-BE49-F238E27FC236}">
                <a16:creationId xmlns:a16="http://schemas.microsoft.com/office/drawing/2014/main" id="{6FB153C4-7D75-46CF-B44E-AF6634EC566A}"/>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sues200_uav_150m_to_satellite/sues200_uav_150m_to_satellite/seed-2/x-tick-25">
            <a:extLst xmlns:a="http://schemas.openxmlformats.org/drawingml/2006/main">
              <a:ext uri="{FF2B5EF4-FFF2-40B4-BE49-F238E27FC236}">
                <a16:creationId xmlns:a16="http://schemas.microsoft.com/office/drawing/2014/main" id="{127D27C0-EEF3-4CBD-8258-2F09CBF08A27}"/>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sues200_uav_150m_to_satellite/sues200_uav_150m_to_satellite/seed-2/x-label-25">
            <a:extLst xmlns:a="http://schemas.openxmlformats.org/drawingml/2006/main">
              <a:ext uri="{FF2B5EF4-FFF2-40B4-BE49-F238E27FC236}">
                <a16:creationId xmlns:a16="http://schemas.microsoft.com/office/drawing/2014/main" id="{C71A5F01-834A-4413-9F77-6225A74F76D4}"/>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sues200_uav_150m_to_satellite/sues200_uav_150m_to_satellite/seed-2/y-grid-50">
            <a:extLst xmlns:a="http://schemas.openxmlformats.org/drawingml/2006/main">
              <a:ext uri="{FF2B5EF4-FFF2-40B4-BE49-F238E27FC236}">
                <a16:creationId xmlns:a16="http://schemas.microsoft.com/office/drawing/2014/main" id="{FF8EB42E-6EE4-49B6-ABFD-97BDC49F2F1C}"/>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sues200_uav_150m_to_satellite/sues200_uav_150m_to_satellite/seed-2/y-label-50">
            <a:extLst xmlns:a="http://schemas.openxmlformats.org/drawingml/2006/main">
              <a:ext uri="{FF2B5EF4-FFF2-40B4-BE49-F238E27FC236}">
                <a16:creationId xmlns:a16="http://schemas.microsoft.com/office/drawing/2014/main" id="{BD4C6F81-368D-4076-846C-F1C32C77C75B}"/>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sues200_uav_150m_to_satellite/sues200_uav_150m_to_satellite/seed-2/x-tick-50">
            <a:extLst xmlns:a="http://schemas.openxmlformats.org/drawingml/2006/main">
              <a:ext uri="{FF2B5EF4-FFF2-40B4-BE49-F238E27FC236}">
                <a16:creationId xmlns:a16="http://schemas.microsoft.com/office/drawing/2014/main" id="{0D8F49FD-1F6C-4033-829F-92443B0FD679}"/>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sues200_uav_150m_to_satellite/sues200_uav_150m_to_satellite/seed-2/x-label-50">
            <a:extLst xmlns:a="http://schemas.openxmlformats.org/drawingml/2006/main">
              <a:ext uri="{FF2B5EF4-FFF2-40B4-BE49-F238E27FC236}">
                <a16:creationId xmlns:a16="http://schemas.microsoft.com/office/drawing/2014/main" id="{2A4EF1E8-2124-435B-BAEF-2DCD14127D88}"/>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sues200_uav_150m_to_satellite/sues200_uav_150m_to_satellite/seed-2/y-grid-75">
            <a:extLst xmlns:a="http://schemas.openxmlformats.org/drawingml/2006/main">
              <a:ext uri="{FF2B5EF4-FFF2-40B4-BE49-F238E27FC236}">
                <a16:creationId xmlns:a16="http://schemas.microsoft.com/office/drawing/2014/main" id="{9253E1D0-225A-4B2E-AF42-E6295A949F83}"/>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sues200_uav_150m_to_satellite/sues200_uav_150m_to_satellite/seed-2/y-label-75">
            <a:extLst xmlns:a="http://schemas.openxmlformats.org/drawingml/2006/main">
              <a:ext uri="{FF2B5EF4-FFF2-40B4-BE49-F238E27FC236}">
                <a16:creationId xmlns:a16="http://schemas.microsoft.com/office/drawing/2014/main" id="{B1A58E45-11B4-4DCA-A667-9A6E67036568}"/>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sues200_uav_150m_to_satellite/sues200_uav_150m_to_satellite/seed-2/x-tick-75">
            <a:extLst xmlns:a="http://schemas.openxmlformats.org/drawingml/2006/main">
              <a:ext uri="{FF2B5EF4-FFF2-40B4-BE49-F238E27FC236}">
                <a16:creationId xmlns:a16="http://schemas.microsoft.com/office/drawing/2014/main" id="{D5EFDA73-B378-4FA4-8587-C621F9418AF0}"/>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sues200_uav_150m_to_satellite/sues200_uav_150m_to_satellite/seed-2/x-label-75">
            <a:extLst xmlns:a="http://schemas.openxmlformats.org/drawingml/2006/main">
              <a:ext uri="{FF2B5EF4-FFF2-40B4-BE49-F238E27FC236}">
                <a16:creationId xmlns:a16="http://schemas.microsoft.com/office/drawing/2014/main" id="{1CC772EE-8645-44BE-A343-9C1195465D58}"/>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sues200_uav_150m_to_satellite/sues200_uav_150m_to_satellite/seed-2/y-grid-100">
            <a:extLst xmlns:a="http://schemas.openxmlformats.org/drawingml/2006/main">
              <a:ext uri="{FF2B5EF4-FFF2-40B4-BE49-F238E27FC236}">
                <a16:creationId xmlns:a16="http://schemas.microsoft.com/office/drawing/2014/main" id="{72E3D785-B59D-4576-B1CF-C8AEB6A75739}"/>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sues200_uav_150m_to_satellite/sues200_uav_150m_to_satellite/seed-2/y-label-100">
            <a:extLst xmlns:a="http://schemas.openxmlformats.org/drawingml/2006/main">
              <a:ext uri="{FF2B5EF4-FFF2-40B4-BE49-F238E27FC236}">
                <a16:creationId xmlns:a16="http://schemas.microsoft.com/office/drawing/2014/main" id="{2D54E917-6A52-4F62-BDE5-DDBB46EB12EB}"/>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sues200_uav_150m_to_satellite/sues200_uav_150m_to_satellite/seed-2/x-tick-100">
            <a:extLst xmlns:a="http://schemas.openxmlformats.org/drawingml/2006/main">
              <a:ext uri="{FF2B5EF4-FFF2-40B4-BE49-F238E27FC236}">
                <a16:creationId xmlns:a16="http://schemas.microsoft.com/office/drawing/2014/main" id="{28F5F9AB-F527-46C2-BB95-4288D9D58FE7}"/>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sues200_uav_150m_to_satellite/sues200_uav_150m_to_satellite/seed-2/x-label-100">
            <a:extLst xmlns:a="http://schemas.openxmlformats.org/drawingml/2006/main">
              <a:ext uri="{FF2B5EF4-FFF2-40B4-BE49-F238E27FC236}">
                <a16:creationId xmlns:a16="http://schemas.microsoft.com/office/drawing/2014/main" id="{2D6F85A5-AEC3-4BB6-9A45-AD8E3C042739}"/>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sues200_uav_150m_to_satellite/sues200_uav_150m_to_satellite/seed-2/y-axis">
            <a:extLst xmlns:a="http://schemas.openxmlformats.org/drawingml/2006/main">
              <a:ext uri="{FF2B5EF4-FFF2-40B4-BE49-F238E27FC236}">
                <a16:creationId xmlns:a16="http://schemas.microsoft.com/office/drawing/2014/main" id="{4F791C51-7488-476D-9C28-BDE8528AAAD2}"/>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sues200_uav_150m_to_satellite/sues200_uav_150m_to_satellite/seed-2/x-axis">
            <a:extLst xmlns:a="http://schemas.openxmlformats.org/drawingml/2006/main">
              <a:ext uri="{FF2B5EF4-FFF2-40B4-BE49-F238E27FC236}">
                <a16:creationId xmlns:a16="http://schemas.microsoft.com/office/drawing/2014/main" id="{E5E2168B-6DDC-4225-8462-B2EF2C523017}"/>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uav_150m_to_satellite/sues200_uav_150m_to_satellite/seed-2/visual/guide-1-2">
            <a:extLst xmlns:a="http://schemas.openxmlformats.org/drawingml/2006/main">
              <a:ext uri="{FF2B5EF4-FFF2-40B4-BE49-F238E27FC236}">
                <a16:creationId xmlns:a16="http://schemas.microsoft.com/office/drawing/2014/main" id="{FADD9788-D739-4FCD-8A3E-FA4AED96B5E7}"/>
              </a:ext>
            </a:extLst>
          </p:cNvPr>
          <p:cNvSpPr>
            <a:spLocks xmlns:a="http://schemas.openxmlformats.org/drawingml/2006/main" noGrp="1"/>
          </p:cNvSpPr>
          <p:nvPr/>
        </p:nvSpPr>
        <p:spPr>
          <a:xfrm xmlns:a="http://schemas.openxmlformats.org/drawingml/2006/main" flipV="1">
            <a:off x="3340100" y="2415946"/>
            <a:ext cx="400050" cy="105664"/>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sues200_uav_150m_to_satellite/sues200_uav_150m_to_satellite/seed-2/visual/guide-2-3">
            <a:extLst xmlns:a="http://schemas.openxmlformats.org/drawingml/2006/main">
              <a:ext uri="{FF2B5EF4-FFF2-40B4-BE49-F238E27FC236}">
                <a16:creationId xmlns:a16="http://schemas.microsoft.com/office/drawing/2014/main" id="{66945597-D3FC-4A65-8D12-451B3656B4F3}"/>
              </a:ext>
            </a:extLst>
          </p:cNvPr>
          <p:cNvSpPr>
            <a:spLocks xmlns:a="http://schemas.openxmlformats.org/drawingml/2006/main" noGrp="1"/>
          </p:cNvSpPr>
          <p:nvPr/>
        </p:nvSpPr>
        <p:spPr>
          <a:xfrm xmlns:a="http://schemas.openxmlformats.org/drawingml/2006/main" flipV="1">
            <a:off x="3740150" y="2363114"/>
            <a:ext cx="240030" cy="52832"/>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sues200_uav_150m_to_satellite/sues200_uav_150m_to_satellite/seed-2/visual/guide-3-4">
            <a:extLst xmlns:a="http://schemas.openxmlformats.org/drawingml/2006/main">
              <a:ext uri="{FF2B5EF4-FFF2-40B4-BE49-F238E27FC236}">
                <a16:creationId xmlns:a16="http://schemas.microsoft.com/office/drawing/2014/main" id="{FFD47D29-7063-4219-B963-DE2399BA73C7}"/>
              </a:ext>
            </a:extLst>
          </p:cNvPr>
          <p:cNvSpPr>
            <a:spLocks xmlns:a="http://schemas.openxmlformats.org/drawingml/2006/main" noGrp="1"/>
          </p:cNvSpPr>
          <p:nvPr/>
        </p:nvSpPr>
        <p:spPr>
          <a:xfrm xmlns:a="http://schemas.openxmlformats.org/drawingml/2006/main" flipV="1">
            <a:off x="3980180" y="2332634"/>
            <a:ext cx="160020" cy="304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sues200_uav_150m_to_satellite/sues200_uav_150m_to_satellite/seed-2/visual/point-cov-0.5">
            <a:extLst xmlns:a="http://schemas.openxmlformats.org/drawingml/2006/main">
              <a:ext uri="{FF2B5EF4-FFF2-40B4-BE49-F238E27FC236}">
                <a16:creationId xmlns:a16="http://schemas.microsoft.com/office/drawing/2014/main" id="{AC8FBA29-CF75-4B7D-8D1B-24FAE17D816B}"/>
              </a:ext>
            </a:extLst>
          </p:cNvPr>
          <p:cNvSpPr>
            <a:spLocks xmlns:a="http://schemas.openxmlformats.org/drawingml/2006/main" noGrp="1"/>
          </p:cNvSpPr>
          <p:nvPr/>
        </p:nvSpPr>
        <p:spPr>
          <a:xfrm xmlns:a="http://schemas.openxmlformats.org/drawingml/2006/main">
            <a:off x="3310255" y="249176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sues200_uav_150m_to_satellite/sues200_uav_150m_to_satellite/seed-2/visual/point-cov-0.75">
            <a:extLst xmlns:a="http://schemas.openxmlformats.org/drawingml/2006/main">
              <a:ext uri="{FF2B5EF4-FFF2-40B4-BE49-F238E27FC236}">
                <a16:creationId xmlns:a16="http://schemas.microsoft.com/office/drawing/2014/main" id="{45A41F61-798D-444C-AE20-7D7B0FACF27A}"/>
              </a:ext>
            </a:extLst>
          </p:cNvPr>
          <p:cNvSpPr>
            <a:spLocks xmlns:a="http://schemas.openxmlformats.org/drawingml/2006/main" noGrp="1"/>
          </p:cNvSpPr>
          <p:nvPr/>
        </p:nvSpPr>
        <p:spPr>
          <a:xfrm xmlns:a="http://schemas.openxmlformats.org/drawingml/2006/main">
            <a:off x="3710305" y="238610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sues200_uav_150m_to_satellite/sues200_uav_150m_to_satellite/seed-2/visual/point-cov-0.9">
            <a:extLst xmlns:a="http://schemas.openxmlformats.org/drawingml/2006/main">
              <a:ext uri="{FF2B5EF4-FFF2-40B4-BE49-F238E27FC236}">
                <a16:creationId xmlns:a16="http://schemas.microsoft.com/office/drawing/2014/main" id="{8F8EA3B7-3BE0-4BBF-A031-35EF58AE88D8}"/>
              </a:ext>
            </a:extLst>
          </p:cNvPr>
          <p:cNvSpPr>
            <a:spLocks xmlns:a="http://schemas.openxmlformats.org/drawingml/2006/main" noGrp="1"/>
          </p:cNvSpPr>
          <p:nvPr/>
        </p:nvSpPr>
        <p:spPr>
          <a:xfrm xmlns:a="http://schemas.openxmlformats.org/drawingml/2006/main">
            <a:off x="3950335" y="233326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sues200_uav_150m_to_satellite/sues200_uav_150m_to_satellite/seed-2/visual/point-cov-1">
            <a:extLst xmlns:a="http://schemas.openxmlformats.org/drawingml/2006/main">
              <a:ext uri="{FF2B5EF4-FFF2-40B4-BE49-F238E27FC236}">
                <a16:creationId xmlns:a16="http://schemas.microsoft.com/office/drawing/2014/main" id="{B46C7AC3-5FCF-423E-B9E3-83168E6E3958}"/>
              </a:ext>
            </a:extLst>
          </p:cNvPr>
          <p:cNvSpPr>
            <a:spLocks xmlns:a="http://schemas.openxmlformats.org/drawingml/2006/main" noGrp="1"/>
          </p:cNvSpPr>
          <p:nvPr/>
        </p:nvSpPr>
        <p:spPr>
          <a:xfrm xmlns:a="http://schemas.openxmlformats.org/drawingml/2006/main">
            <a:off x="4110355" y="230278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sues200_uav_150m_to_satellite/sues200_uav_150m_to_satellite/seed-2/full/guide-1-2">
            <a:extLst xmlns:a="http://schemas.openxmlformats.org/drawingml/2006/main">
              <a:ext uri="{FF2B5EF4-FFF2-40B4-BE49-F238E27FC236}">
                <a16:creationId xmlns:a16="http://schemas.microsoft.com/office/drawing/2014/main" id="{CDB7B4C5-6905-4D25-BEBC-EB90CD0677C3}"/>
              </a:ext>
            </a:extLst>
          </p:cNvPr>
          <p:cNvSpPr>
            <a:spLocks xmlns:a="http://schemas.openxmlformats.org/drawingml/2006/main" noGrp="1"/>
          </p:cNvSpPr>
          <p:nvPr/>
        </p:nvSpPr>
        <p:spPr>
          <a:xfrm xmlns:a="http://schemas.openxmlformats.org/drawingml/2006/main" flipV="1">
            <a:off x="3340100" y="2506574"/>
            <a:ext cx="400050" cy="91034"/>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sues200_uav_150m_to_satellite/sues200_uav_150m_to_satellite/seed-2/full/guide-2-3">
            <a:extLst xmlns:a="http://schemas.openxmlformats.org/drawingml/2006/main">
              <a:ext uri="{FF2B5EF4-FFF2-40B4-BE49-F238E27FC236}">
                <a16:creationId xmlns:a16="http://schemas.microsoft.com/office/drawing/2014/main" id="{A24948B2-BE97-4CF8-BB50-E0CAB6B87EEE}"/>
              </a:ext>
            </a:extLst>
          </p:cNvPr>
          <p:cNvSpPr>
            <a:spLocks xmlns:a="http://schemas.openxmlformats.org/drawingml/2006/main" noGrp="1"/>
          </p:cNvSpPr>
          <p:nvPr/>
        </p:nvSpPr>
        <p:spPr>
          <a:xfrm xmlns:a="http://schemas.openxmlformats.org/drawingml/2006/main" flipV="1">
            <a:off x="3740150" y="2466340"/>
            <a:ext cx="240030" cy="40234"/>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sues200_uav_150m_to_satellite/sues200_uav_150m_to_satellite/seed-2/full/guide-3-4">
            <a:extLst xmlns:a="http://schemas.openxmlformats.org/drawingml/2006/main">
              <a:ext uri="{FF2B5EF4-FFF2-40B4-BE49-F238E27FC236}">
                <a16:creationId xmlns:a16="http://schemas.microsoft.com/office/drawing/2014/main" id="{0B3CFE99-93DC-4BE1-BD64-80412D46AE8D}"/>
              </a:ext>
            </a:extLst>
          </p:cNvPr>
          <p:cNvSpPr>
            <a:spLocks xmlns:a="http://schemas.openxmlformats.org/drawingml/2006/main" noGrp="1"/>
          </p:cNvSpPr>
          <p:nvPr/>
        </p:nvSpPr>
        <p:spPr>
          <a:xfrm xmlns:a="http://schemas.openxmlformats.org/drawingml/2006/main" flipV="1">
            <a:off x="3980180" y="2446426"/>
            <a:ext cx="160020" cy="19914"/>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sues200_uav_150m_to_satellite/sues200_uav_150m_to_satellite/seed-2/full/point-cov-0.5">
            <a:extLst xmlns:a="http://schemas.openxmlformats.org/drawingml/2006/main">
              <a:ext uri="{FF2B5EF4-FFF2-40B4-BE49-F238E27FC236}">
                <a16:creationId xmlns:a16="http://schemas.microsoft.com/office/drawing/2014/main" id="{086F589D-F5F6-4386-AA75-A7C71ADDC6DC}"/>
              </a:ext>
            </a:extLst>
          </p:cNvPr>
          <p:cNvSpPr>
            <a:spLocks xmlns:a="http://schemas.openxmlformats.org/drawingml/2006/main" noGrp="1"/>
          </p:cNvSpPr>
          <p:nvPr/>
        </p:nvSpPr>
        <p:spPr>
          <a:xfrm xmlns:a="http://schemas.openxmlformats.org/drawingml/2006/main">
            <a:off x="3315970" y="257347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sues200_uav_150m_to_satellite/sues200_uav_150m_to_satellite/seed-2/full/point-cov-0.75">
            <a:extLst xmlns:a="http://schemas.openxmlformats.org/drawingml/2006/main">
              <a:ext uri="{FF2B5EF4-FFF2-40B4-BE49-F238E27FC236}">
                <a16:creationId xmlns:a16="http://schemas.microsoft.com/office/drawing/2014/main" id="{A64C6378-DB76-4B4E-95E0-C77E0963A4A1}"/>
              </a:ext>
            </a:extLst>
          </p:cNvPr>
          <p:cNvSpPr>
            <a:spLocks xmlns:a="http://schemas.openxmlformats.org/drawingml/2006/main" noGrp="1"/>
          </p:cNvSpPr>
          <p:nvPr/>
        </p:nvSpPr>
        <p:spPr>
          <a:xfrm xmlns:a="http://schemas.openxmlformats.org/drawingml/2006/main">
            <a:off x="3716020" y="248244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sues200_uav_150m_to_satellite/sues200_uav_150m_to_satellite/seed-2/full/point-cov-0.9">
            <a:extLst xmlns:a="http://schemas.openxmlformats.org/drawingml/2006/main">
              <a:ext uri="{FF2B5EF4-FFF2-40B4-BE49-F238E27FC236}">
                <a16:creationId xmlns:a16="http://schemas.microsoft.com/office/drawing/2014/main" id="{24678027-B09D-407A-B0CB-D20EABF3973C}"/>
              </a:ext>
            </a:extLst>
          </p:cNvPr>
          <p:cNvSpPr>
            <a:spLocks xmlns:a="http://schemas.openxmlformats.org/drawingml/2006/main" noGrp="1"/>
          </p:cNvSpPr>
          <p:nvPr/>
        </p:nvSpPr>
        <p:spPr>
          <a:xfrm xmlns:a="http://schemas.openxmlformats.org/drawingml/2006/main">
            <a:off x="3956050" y="24422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sues200_uav_150m_to_satellite/sues200_uav_150m_to_satellite/seed-2/full/point-cov-1">
            <a:extLst xmlns:a="http://schemas.openxmlformats.org/drawingml/2006/main">
              <a:ext uri="{FF2B5EF4-FFF2-40B4-BE49-F238E27FC236}">
                <a16:creationId xmlns:a16="http://schemas.microsoft.com/office/drawing/2014/main" id="{8C7B0742-63C4-4C94-B656-97AA91D9137C}"/>
              </a:ext>
            </a:extLst>
          </p:cNvPr>
          <p:cNvSpPr>
            <a:spLocks xmlns:a="http://schemas.openxmlformats.org/drawingml/2006/main" noGrp="1"/>
          </p:cNvSpPr>
          <p:nvPr/>
        </p:nvSpPr>
        <p:spPr>
          <a:xfrm xmlns:a="http://schemas.openxmlformats.org/drawingml/2006/main">
            <a:off x="4116070" y="242229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sues200_uav_150m_to_satellite/sues200_uav_150m_to_satellite/seed-2/count/N">
            <a:extLst xmlns:a="http://schemas.openxmlformats.org/drawingml/2006/main">
              <a:ext uri="{FF2B5EF4-FFF2-40B4-BE49-F238E27FC236}">
                <a16:creationId xmlns:a16="http://schemas.microsoft.com/office/drawing/2014/main" id="{7A5D9805-C6A9-4F71-AF76-5D2BF40552D6}"/>
              </a:ext>
            </a:extLst>
          </p:cNvPr>
          <p:cNvSpPr>
            <a:spLocks xmlns:a="http://schemas.openxmlformats.org/drawingml/2006/main" noGrp="1"/>
          </p:cNvSpPr>
          <p:nvPr/>
        </p:nvSpPr>
        <p:spPr>
          <a:xfrm xmlns:a="http://schemas.openxmlformats.org/drawingml/2006/main">
            <a:off x="28572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115" name="sues200_uav_150m_to_satellite/sues200_uav_150m_to_satellite/seed-2/count/header/requested">
            <a:extLst xmlns:a="http://schemas.openxmlformats.org/drawingml/2006/main">
              <a:ext uri="{FF2B5EF4-FFF2-40B4-BE49-F238E27FC236}">
                <a16:creationId xmlns:a16="http://schemas.microsoft.com/office/drawing/2014/main" id="{D4842A20-F420-4208-B139-6ED3B70F5B60}"/>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sues200_uav_150m_to_satellite/sues200_uav_150m_to_satellite/seed-2/count/header/kN">
            <a:extLst xmlns:a="http://schemas.openxmlformats.org/drawingml/2006/main">
              <a:ext uri="{FF2B5EF4-FFF2-40B4-BE49-F238E27FC236}">
                <a16:creationId xmlns:a16="http://schemas.microsoft.com/office/drawing/2014/main" id="{4D6E115D-A5A1-48E9-9A09-2F8B862CEBFE}"/>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sues200_uav_150m_to_satellite/sues200_uav_150m_to_satellite/seed-2/count/header/overlap">
            <a:extLst xmlns:a="http://schemas.openxmlformats.org/drawingml/2006/main">
              <a:ext uri="{FF2B5EF4-FFF2-40B4-BE49-F238E27FC236}">
                <a16:creationId xmlns:a16="http://schemas.microsoft.com/office/drawing/2014/main" id="{9DB55BB5-5D5A-4B0C-AA1A-AF86E8E354D4}"/>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sues200_uav_150m_to_satellite/sues200_uav_150m_to_satellite/seed-2/count/header/rule">
            <a:extLst xmlns:a="http://schemas.openxmlformats.org/drawingml/2006/main">
              <a:ext uri="{FF2B5EF4-FFF2-40B4-BE49-F238E27FC236}">
                <a16:creationId xmlns:a16="http://schemas.microsoft.com/office/drawing/2014/main" id="{6534F6F4-AC35-4EDC-BD4E-8C2995F48250}"/>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sues200_uav_150m_to_satellite/sues200_uav_150m_to_satellite/seed-2/count/cov-0.5/requested">
            <a:extLst xmlns:a="http://schemas.openxmlformats.org/drawingml/2006/main">
              <a:ext uri="{FF2B5EF4-FFF2-40B4-BE49-F238E27FC236}">
                <a16:creationId xmlns:a16="http://schemas.microsoft.com/office/drawing/2014/main" id="{73E30C04-602C-4746-9513-92DD7F614D47}"/>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sues200_uav_150m_to_satellite/sues200_uav_150m_to_satellite/seed-2/count/cov-0.5/kN">
            <a:extLst xmlns:a="http://schemas.openxmlformats.org/drawingml/2006/main">
              <a:ext uri="{FF2B5EF4-FFF2-40B4-BE49-F238E27FC236}">
                <a16:creationId xmlns:a16="http://schemas.microsoft.com/office/drawing/2014/main" id="{FA14D36E-A9AF-4324-9C2F-D30722F06B14}"/>
              </a:ext>
            </a:extLst>
          </p:cNvPr>
          <p:cNvSpPr>
            <a:spLocks xmlns:a="http://schemas.openxmlformats.org/drawingml/2006/main" noGrp="1"/>
          </p:cNvSpPr>
          <p:nvPr/>
        </p:nvSpPr>
        <p:spPr>
          <a:xfrm xmlns:a="http://schemas.openxmlformats.org/drawingml/2006/main">
            <a:off x="30700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121" name="sues200_uav_150m_to_satellite/sues200_uav_150m_to_satellite/seed-2/count/cov-0.5/overlap">
            <a:extLst xmlns:a="http://schemas.openxmlformats.org/drawingml/2006/main">
              <a:ext uri="{FF2B5EF4-FFF2-40B4-BE49-F238E27FC236}">
                <a16:creationId xmlns:a16="http://schemas.microsoft.com/office/drawing/2014/main" id="{38B12161-774C-4E88-AE24-1D2089242AB8}"/>
              </a:ext>
            </a:extLst>
          </p:cNvPr>
          <p:cNvSpPr>
            <a:spLocks xmlns:a="http://schemas.openxmlformats.org/drawingml/2006/main" noGrp="1"/>
          </p:cNvSpPr>
          <p:nvPr/>
        </p:nvSpPr>
        <p:spPr>
          <a:xfrm xmlns:a="http://schemas.openxmlformats.org/drawingml/2006/main">
            <a:off x="3832019" y="39197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1095</a:t>
            </a:r>
          </a:p>
        </p:txBody>
      </p:sp>
      <p:sp>
        <p:nvSpPr>
          <p:cNvPr id="122" name="sues200_uav_150m_to_satellite/sues200_uav_150m_to_satellite/seed-2/count/cov-0.75/requested">
            <a:extLst xmlns:a="http://schemas.openxmlformats.org/drawingml/2006/main">
              <a:ext uri="{FF2B5EF4-FFF2-40B4-BE49-F238E27FC236}">
                <a16:creationId xmlns:a16="http://schemas.microsoft.com/office/drawing/2014/main" id="{9CA53A0A-037E-4396-A8A0-AE124E606BAE}"/>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sues200_uav_150m_to_satellite/sues200_uav_150m_to_satellite/seed-2/count/cov-0.75/kN">
            <a:extLst xmlns:a="http://schemas.openxmlformats.org/drawingml/2006/main">
              <a:ext uri="{FF2B5EF4-FFF2-40B4-BE49-F238E27FC236}">
                <a16:creationId xmlns:a16="http://schemas.microsoft.com/office/drawing/2014/main" id="{6C5E0F20-6D75-4CF7-93B7-D843A84DA014}"/>
              </a:ext>
            </a:extLst>
          </p:cNvPr>
          <p:cNvSpPr>
            <a:spLocks xmlns:a="http://schemas.openxmlformats.org/drawingml/2006/main" noGrp="1"/>
          </p:cNvSpPr>
          <p:nvPr/>
        </p:nvSpPr>
        <p:spPr>
          <a:xfrm xmlns:a="http://schemas.openxmlformats.org/drawingml/2006/main">
            <a:off x="30700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124" name="sues200_uav_150m_to_satellite/sues200_uav_150m_to_satellite/seed-2/count/cov-0.75/overlap">
            <a:extLst xmlns:a="http://schemas.openxmlformats.org/drawingml/2006/main">
              <a:ext uri="{FF2B5EF4-FFF2-40B4-BE49-F238E27FC236}">
                <a16:creationId xmlns:a16="http://schemas.microsoft.com/office/drawing/2014/main" id="{F64D6190-2D98-4067-8F96-D10A0966D885}"/>
              </a:ext>
            </a:extLst>
          </p:cNvPr>
          <p:cNvSpPr>
            <a:spLocks xmlns:a="http://schemas.openxmlformats.org/drawingml/2006/main" noGrp="1"/>
          </p:cNvSpPr>
          <p:nvPr/>
        </p:nvSpPr>
        <p:spPr>
          <a:xfrm xmlns:a="http://schemas.openxmlformats.org/drawingml/2006/main">
            <a:off x="38320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2306</a:t>
            </a:r>
          </a:p>
        </p:txBody>
      </p:sp>
      <p:sp>
        <p:nvSpPr>
          <p:cNvPr id="125" name="sues200_uav_150m_to_satellite/sues200_uav_150m_to_satellite/seed-2/count/cov-0.9/requested">
            <a:extLst xmlns:a="http://schemas.openxmlformats.org/drawingml/2006/main">
              <a:ext uri="{FF2B5EF4-FFF2-40B4-BE49-F238E27FC236}">
                <a16:creationId xmlns:a16="http://schemas.microsoft.com/office/drawing/2014/main" id="{0A64C3CA-1DBC-4236-AA25-9769EB31B5A0}"/>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sues200_uav_150m_to_satellite/sues200_uav_150m_to_satellite/seed-2/count/cov-0.9/kN">
            <a:extLst xmlns:a="http://schemas.openxmlformats.org/drawingml/2006/main">
              <a:ext uri="{FF2B5EF4-FFF2-40B4-BE49-F238E27FC236}">
                <a16:creationId xmlns:a16="http://schemas.microsoft.com/office/drawing/2014/main" id="{9965BFD1-3987-403A-9774-027D740017DC}"/>
              </a:ext>
            </a:extLst>
          </p:cNvPr>
          <p:cNvSpPr>
            <a:spLocks xmlns:a="http://schemas.openxmlformats.org/drawingml/2006/main" noGrp="1"/>
          </p:cNvSpPr>
          <p:nvPr/>
        </p:nvSpPr>
        <p:spPr>
          <a:xfrm xmlns:a="http://schemas.openxmlformats.org/drawingml/2006/main">
            <a:off x="30700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127" name="sues200_uav_150m_to_satellite/sues200_uav_150m_to_satellite/seed-2/count/cov-0.9/overlap">
            <a:extLst xmlns:a="http://schemas.openxmlformats.org/drawingml/2006/main">
              <a:ext uri="{FF2B5EF4-FFF2-40B4-BE49-F238E27FC236}">
                <a16:creationId xmlns:a16="http://schemas.microsoft.com/office/drawing/2014/main" id="{C8EF3C1F-48F9-4D16-91F1-9E715092C144}"/>
              </a:ext>
            </a:extLst>
          </p:cNvPr>
          <p:cNvSpPr>
            <a:spLocks xmlns:a="http://schemas.openxmlformats.org/drawingml/2006/main" noGrp="1"/>
          </p:cNvSpPr>
          <p:nvPr/>
        </p:nvSpPr>
        <p:spPr>
          <a:xfrm xmlns:a="http://schemas.openxmlformats.org/drawingml/2006/main">
            <a:off x="38320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3277</a:t>
            </a:r>
          </a:p>
        </p:txBody>
      </p:sp>
      <p:sp>
        <p:nvSpPr>
          <p:cNvPr id="128" name="sues200_uav_150m_to_satellite/sues200_uav_150m_to_satellite/seed-2/count/cov-1/requested">
            <a:extLst xmlns:a="http://schemas.openxmlformats.org/drawingml/2006/main">
              <a:ext uri="{FF2B5EF4-FFF2-40B4-BE49-F238E27FC236}">
                <a16:creationId xmlns:a16="http://schemas.microsoft.com/office/drawing/2014/main" id="{3996D7B5-F3E7-4DA1-A862-E6D45769CCEB}"/>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sues200_uav_150m_to_satellite/sues200_uav_150m_to_satellite/seed-2/count/cov-1/kN">
            <a:extLst xmlns:a="http://schemas.openxmlformats.org/drawingml/2006/main">
              <a:ext uri="{FF2B5EF4-FFF2-40B4-BE49-F238E27FC236}">
                <a16:creationId xmlns:a16="http://schemas.microsoft.com/office/drawing/2014/main" id="{79EB80C4-8896-475F-AC3E-FC7A509727A0}"/>
              </a:ext>
            </a:extLst>
          </p:cNvPr>
          <p:cNvSpPr>
            <a:spLocks xmlns:a="http://schemas.openxmlformats.org/drawingml/2006/main" noGrp="1"/>
          </p:cNvSpPr>
          <p:nvPr/>
        </p:nvSpPr>
        <p:spPr>
          <a:xfrm xmlns:a="http://schemas.openxmlformats.org/drawingml/2006/main">
            <a:off x="30700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130" name="sues200_uav_150m_to_satellite/sues200_uav_150m_to_satellite/seed-2/count/cov-1/overlap">
            <a:extLst xmlns:a="http://schemas.openxmlformats.org/drawingml/2006/main">
              <a:ext uri="{FF2B5EF4-FFF2-40B4-BE49-F238E27FC236}">
                <a16:creationId xmlns:a16="http://schemas.microsoft.com/office/drawing/2014/main" id="{D1D6FFB4-ADAB-4B53-8516-1A80F90CE99A}"/>
              </a:ext>
            </a:extLst>
          </p:cNvPr>
          <p:cNvSpPr>
            <a:spLocks xmlns:a="http://schemas.openxmlformats.org/drawingml/2006/main" noGrp="1"/>
          </p:cNvSpPr>
          <p:nvPr/>
        </p:nvSpPr>
        <p:spPr>
          <a:xfrm xmlns:a="http://schemas.openxmlformats.org/drawingml/2006/main">
            <a:off x="38320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131" name="sues200_uav_150m_to_satellite/sues200_uav_150m_to_satellite/seed-2/success/heading">
            <a:extLst xmlns:a="http://schemas.openxmlformats.org/drawingml/2006/main">
              <a:ext uri="{FF2B5EF4-FFF2-40B4-BE49-F238E27FC236}">
                <a16:creationId xmlns:a16="http://schemas.microsoft.com/office/drawing/2014/main" id="{4136375F-2C9D-48C5-82A0-A1A2674B2C11}"/>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sues200_uav_150m_to_satellite/sues200_uav_150m_to_satellite/seed-2/success/cov-0.5/heading">
            <a:extLst xmlns:a="http://schemas.openxmlformats.org/drawingml/2006/main">
              <a:ext uri="{FF2B5EF4-FFF2-40B4-BE49-F238E27FC236}">
                <a16:creationId xmlns:a16="http://schemas.microsoft.com/office/drawing/2014/main" id="{E478738A-9373-4FC8-90ED-29391230C960}"/>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sues200_uav_150m_to_satellite/sues200_uav_150m_to_satellite/seed-2/visual/success-cov-0.5">
            <a:extLst xmlns:a="http://schemas.openxmlformats.org/drawingml/2006/main">
              <a:ext uri="{FF2B5EF4-FFF2-40B4-BE49-F238E27FC236}">
                <a16:creationId xmlns:a16="http://schemas.microsoft.com/office/drawing/2014/main" id="{A231F5B4-CCA9-4B85-A0D7-BDC6C6081D87}"/>
              </a:ext>
            </a:extLst>
          </p:cNvPr>
          <p:cNvSpPr>
            <a:spLocks xmlns:a="http://schemas.openxmlformats.org/drawingml/2006/main" noGrp="1"/>
          </p:cNvSpPr>
          <p:nvPr/>
        </p:nvSpPr>
        <p:spPr>
          <a:xfrm xmlns:a="http://schemas.openxmlformats.org/drawingml/2006/main">
            <a:off x="25800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22.225</a:t>
            </a:r>
          </a:p>
        </p:txBody>
      </p:sp>
      <p:sp>
        <p:nvSpPr>
          <p:cNvPr id="134" name="sues200_uav_150m_to_satellite/sues200_uav_150m_to_satellite/seed-2/full/success-cov-0.5">
            <a:extLst xmlns:a="http://schemas.openxmlformats.org/drawingml/2006/main">
              <a:ext uri="{FF2B5EF4-FFF2-40B4-BE49-F238E27FC236}">
                <a16:creationId xmlns:a16="http://schemas.microsoft.com/office/drawing/2014/main" id="{B1D7E7E6-B4E9-4D54-BCE8-BE936CFF4415}"/>
              </a:ext>
            </a:extLst>
          </p:cNvPr>
          <p:cNvSpPr>
            <a:spLocks xmlns:a="http://schemas.openxmlformats.org/drawingml/2006/main" noGrp="1"/>
          </p:cNvSpPr>
          <p:nvPr/>
        </p:nvSpPr>
        <p:spPr>
          <a:xfrm xmlns:a="http://schemas.openxmlformats.org/drawingml/2006/main">
            <a:off x="25800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17.550</a:t>
            </a:r>
          </a:p>
        </p:txBody>
      </p:sp>
      <p:sp>
        <p:nvSpPr>
          <p:cNvPr id="135" name="sues200_uav_150m_to_satellite/sues200_uav_150m_to_satellite/seed-2/success/cov-0.75/heading">
            <a:extLst xmlns:a="http://schemas.openxmlformats.org/drawingml/2006/main">
              <a:ext uri="{FF2B5EF4-FFF2-40B4-BE49-F238E27FC236}">
                <a16:creationId xmlns:a16="http://schemas.microsoft.com/office/drawing/2014/main" id="{13BDD7C8-3423-48E7-A924-447431C635BB}"/>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sues200_uav_150m_to_satellite/sues200_uav_150m_to_satellite/seed-2/visual/success-cov-0.75">
            <a:extLst xmlns:a="http://schemas.openxmlformats.org/drawingml/2006/main">
              <a:ext uri="{FF2B5EF4-FFF2-40B4-BE49-F238E27FC236}">
                <a16:creationId xmlns:a16="http://schemas.microsoft.com/office/drawing/2014/main" id="{45D808CB-112D-421A-A42F-9BE06B66DFFE}"/>
              </a:ext>
            </a:extLst>
          </p:cNvPr>
          <p:cNvSpPr>
            <a:spLocks xmlns:a="http://schemas.openxmlformats.org/drawingml/2006/main" noGrp="1"/>
          </p:cNvSpPr>
          <p:nvPr/>
        </p:nvSpPr>
        <p:spPr>
          <a:xfrm xmlns:a="http://schemas.openxmlformats.org/drawingml/2006/main">
            <a:off x="29801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28.725</a:t>
            </a:r>
          </a:p>
        </p:txBody>
      </p:sp>
      <p:sp>
        <p:nvSpPr>
          <p:cNvPr id="137" name="sues200_uav_150m_to_satellite/sues200_uav_150m_to_satellite/seed-2/full/success-cov-0.75">
            <a:extLst xmlns:a="http://schemas.openxmlformats.org/drawingml/2006/main">
              <a:ext uri="{FF2B5EF4-FFF2-40B4-BE49-F238E27FC236}">
                <a16:creationId xmlns:a16="http://schemas.microsoft.com/office/drawing/2014/main" id="{27838279-4D7C-49F2-AFBE-50BC2C937708}"/>
              </a:ext>
            </a:extLst>
          </p:cNvPr>
          <p:cNvSpPr>
            <a:spLocks xmlns:a="http://schemas.openxmlformats.org/drawingml/2006/main" noGrp="1"/>
          </p:cNvSpPr>
          <p:nvPr/>
        </p:nvSpPr>
        <p:spPr>
          <a:xfrm xmlns:a="http://schemas.openxmlformats.org/drawingml/2006/main">
            <a:off x="29801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23.150</a:t>
            </a:r>
          </a:p>
        </p:txBody>
      </p:sp>
      <p:sp>
        <p:nvSpPr>
          <p:cNvPr id="138" name="sues200_uav_150m_to_satellite/sues200_uav_150m_to_satellite/seed-2/success/cov-0.9/heading">
            <a:extLst xmlns:a="http://schemas.openxmlformats.org/drawingml/2006/main">
              <a:ext uri="{FF2B5EF4-FFF2-40B4-BE49-F238E27FC236}">
                <a16:creationId xmlns:a16="http://schemas.microsoft.com/office/drawing/2014/main" id="{BF0F07AE-E157-42E8-9363-D99CE84EDD11}"/>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sues200_uav_150m_to_satellite/sues200_uav_150m_to_satellite/seed-2/visual/success-cov-0.9">
            <a:extLst xmlns:a="http://schemas.openxmlformats.org/drawingml/2006/main">
              <a:ext uri="{FF2B5EF4-FFF2-40B4-BE49-F238E27FC236}">
                <a16:creationId xmlns:a16="http://schemas.microsoft.com/office/drawing/2014/main" id="{2A02DDC0-E03A-4CA8-8597-D1C50DAFA752}"/>
              </a:ext>
            </a:extLst>
          </p:cNvPr>
          <p:cNvSpPr>
            <a:spLocks xmlns:a="http://schemas.openxmlformats.org/drawingml/2006/main" noGrp="1"/>
          </p:cNvSpPr>
          <p:nvPr/>
        </p:nvSpPr>
        <p:spPr>
          <a:xfrm xmlns:a="http://schemas.openxmlformats.org/drawingml/2006/main">
            <a:off x="33801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31.975</a:t>
            </a:r>
          </a:p>
        </p:txBody>
      </p:sp>
      <p:sp>
        <p:nvSpPr>
          <p:cNvPr id="140" name="sues200_uav_150m_to_satellite/sues200_uav_150m_to_satellite/seed-2/full/success-cov-0.9">
            <a:extLst xmlns:a="http://schemas.openxmlformats.org/drawingml/2006/main">
              <a:ext uri="{FF2B5EF4-FFF2-40B4-BE49-F238E27FC236}">
                <a16:creationId xmlns:a16="http://schemas.microsoft.com/office/drawing/2014/main" id="{F6E6A259-9E59-4D03-BD64-D14CDAE10614}"/>
              </a:ext>
            </a:extLst>
          </p:cNvPr>
          <p:cNvSpPr>
            <a:spLocks xmlns:a="http://schemas.openxmlformats.org/drawingml/2006/main" noGrp="1"/>
          </p:cNvSpPr>
          <p:nvPr/>
        </p:nvSpPr>
        <p:spPr>
          <a:xfrm xmlns:a="http://schemas.openxmlformats.org/drawingml/2006/main">
            <a:off x="33801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25.625</a:t>
            </a:r>
          </a:p>
        </p:txBody>
      </p:sp>
      <p:sp>
        <p:nvSpPr>
          <p:cNvPr id="141" name="sues200_uav_150m_to_satellite/sues200_uav_150m_to_satellite/seed-2/success/cov-1/heading">
            <a:extLst xmlns:a="http://schemas.openxmlformats.org/drawingml/2006/main">
              <a:ext uri="{FF2B5EF4-FFF2-40B4-BE49-F238E27FC236}">
                <a16:creationId xmlns:a16="http://schemas.microsoft.com/office/drawing/2014/main" id="{6031B8DD-DD2F-4C26-8FD7-BF466CAF964D}"/>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sues200_uav_150m_to_satellite/sues200_uav_150m_to_satellite/seed-2/visual/success-cov-1">
            <a:extLst xmlns:a="http://schemas.openxmlformats.org/drawingml/2006/main">
              <a:ext uri="{FF2B5EF4-FFF2-40B4-BE49-F238E27FC236}">
                <a16:creationId xmlns:a16="http://schemas.microsoft.com/office/drawing/2014/main" id="{D5923B23-E537-4C04-9FBE-2E82F83AE00E}"/>
              </a:ext>
            </a:extLst>
          </p:cNvPr>
          <p:cNvSpPr>
            <a:spLocks xmlns:a="http://schemas.openxmlformats.org/drawingml/2006/main" noGrp="1"/>
          </p:cNvSpPr>
          <p:nvPr/>
        </p:nvSpPr>
        <p:spPr>
          <a:xfrm xmlns:a="http://schemas.openxmlformats.org/drawingml/2006/main">
            <a:off x="37802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33.850</a:t>
            </a:r>
          </a:p>
        </p:txBody>
      </p:sp>
      <p:sp>
        <p:nvSpPr>
          <p:cNvPr id="143" name="sues200_uav_150m_to_satellite/sues200_uav_150m_to_satellite/seed-2/full/success-cov-1">
            <a:extLst xmlns:a="http://schemas.openxmlformats.org/drawingml/2006/main">
              <a:ext uri="{FF2B5EF4-FFF2-40B4-BE49-F238E27FC236}">
                <a16:creationId xmlns:a16="http://schemas.microsoft.com/office/drawing/2014/main" id="{7A952D6C-3D7C-4406-8730-55D6439BC457}"/>
              </a:ext>
            </a:extLst>
          </p:cNvPr>
          <p:cNvSpPr>
            <a:spLocks xmlns:a="http://schemas.openxmlformats.org/drawingml/2006/main" noGrp="1"/>
          </p:cNvSpPr>
          <p:nvPr/>
        </p:nvSpPr>
        <p:spPr>
          <a:xfrm xmlns:a="http://schemas.openxmlformats.org/drawingml/2006/main">
            <a:off x="37802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26.850</a:t>
            </a:r>
          </a:p>
        </p:txBody>
      </p:sp>
      <p:sp>
        <p:nvSpPr>
          <p:cNvPr id="144" name="sues200_uav_150m_to_satellite/sues200_uav_150m_to_satellite/seed-2/visual/success-prefix">
            <a:extLst xmlns:a="http://schemas.openxmlformats.org/drawingml/2006/main">
              <a:ext uri="{FF2B5EF4-FFF2-40B4-BE49-F238E27FC236}">
                <a16:creationId xmlns:a16="http://schemas.microsoft.com/office/drawing/2014/main" id="{2F2174E8-AF8D-4795-92B7-6BA1F982EBCB}"/>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sues200_uav_150m_to_satellite/sues200_uav_150m_to_satellite/seed-2/full/success-prefix">
            <a:extLst xmlns:a="http://schemas.openxmlformats.org/drawingml/2006/main">
              <a:ext uri="{FF2B5EF4-FFF2-40B4-BE49-F238E27FC236}">
                <a16:creationId xmlns:a16="http://schemas.microsoft.com/office/drawing/2014/main" id="{F6ED24B9-698B-4252-B994-9D9AFB75DDF3}"/>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sues200_uav_150m_to_satellite/sues200_uav_150m_to_satellite/seed-3/heading">
            <a:extLst xmlns:a="http://schemas.openxmlformats.org/drawingml/2006/main">
              <a:ext uri="{FF2B5EF4-FFF2-40B4-BE49-F238E27FC236}">
                <a16:creationId xmlns:a16="http://schemas.microsoft.com/office/drawing/2014/main" id="{E59F2EBC-D1F6-49F3-BC42-DFD868E80BCE}"/>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sues200_uav_150m_to_satellite/sues200_uav_150m_to_satellite/seed-3/y-grid-0">
            <a:extLst xmlns:a="http://schemas.openxmlformats.org/drawingml/2006/main">
              <a:ext uri="{FF2B5EF4-FFF2-40B4-BE49-F238E27FC236}">
                <a16:creationId xmlns:a16="http://schemas.microsoft.com/office/drawing/2014/main" id="{21A65643-14B4-47CA-8497-59CD59A9380B}"/>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sues200_uav_150m_to_satellite/sues200_uav_150m_to_satellite/seed-3/y-label-0">
            <a:extLst xmlns:a="http://schemas.openxmlformats.org/drawingml/2006/main">
              <a:ext uri="{FF2B5EF4-FFF2-40B4-BE49-F238E27FC236}">
                <a16:creationId xmlns:a16="http://schemas.microsoft.com/office/drawing/2014/main" id="{EFA3A8C7-955D-48A6-993F-73C97B15B0DC}"/>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sues200_uav_150m_to_satellite/sues200_uav_150m_to_satellite/seed-3/x-tick-0">
            <a:extLst xmlns:a="http://schemas.openxmlformats.org/drawingml/2006/main">
              <a:ext uri="{FF2B5EF4-FFF2-40B4-BE49-F238E27FC236}">
                <a16:creationId xmlns:a16="http://schemas.microsoft.com/office/drawing/2014/main" id="{71586CCC-DFC8-47D7-9A78-95799C520233}"/>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sues200_uav_150m_to_satellite/sues200_uav_150m_to_satellite/seed-3/x-label-0">
            <a:extLst xmlns:a="http://schemas.openxmlformats.org/drawingml/2006/main">
              <a:ext uri="{FF2B5EF4-FFF2-40B4-BE49-F238E27FC236}">
                <a16:creationId xmlns:a16="http://schemas.microsoft.com/office/drawing/2014/main" id="{7D03C1D5-068A-4F19-BAE2-2C4682ED509F}"/>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sues200_uav_150m_to_satellite/sues200_uav_150m_to_satellite/seed-3/y-grid-25">
            <a:extLst xmlns:a="http://schemas.openxmlformats.org/drawingml/2006/main">
              <a:ext uri="{FF2B5EF4-FFF2-40B4-BE49-F238E27FC236}">
                <a16:creationId xmlns:a16="http://schemas.microsoft.com/office/drawing/2014/main" id="{274F2B5C-EE58-4D76-88B5-3D87ACC751A5}"/>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sues200_uav_150m_to_satellite/sues200_uav_150m_to_satellite/seed-3/y-label-25">
            <a:extLst xmlns:a="http://schemas.openxmlformats.org/drawingml/2006/main">
              <a:ext uri="{FF2B5EF4-FFF2-40B4-BE49-F238E27FC236}">
                <a16:creationId xmlns:a16="http://schemas.microsoft.com/office/drawing/2014/main" id="{2A977232-D1EE-4AB8-B167-2B827D986A16}"/>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sues200_uav_150m_to_satellite/sues200_uav_150m_to_satellite/seed-3/x-tick-25">
            <a:extLst xmlns:a="http://schemas.openxmlformats.org/drawingml/2006/main">
              <a:ext uri="{FF2B5EF4-FFF2-40B4-BE49-F238E27FC236}">
                <a16:creationId xmlns:a16="http://schemas.microsoft.com/office/drawing/2014/main" id="{8B83C662-8537-404A-B473-55FE14F8A827}"/>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sues200_uav_150m_to_satellite/sues200_uav_150m_to_satellite/seed-3/x-label-25">
            <a:extLst xmlns:a="http://schemas.openxmlformats.org/drawingml/2006/main">
              <a:ext uri="{FF2B5EF4-FFF2-40B4-BE49-F238E27FC236}">
                <a16:creationId xmlns:a16="http://schemas.microsoft.com/office/drawing/2014/main" id="{46D19B46-D34B-4E56-B7FB-686A4D7B8FF0}"/>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sues200_uav_150m_to_satellite/sues200_uav_150m_to_satellite/seed-3/y-grid-50">
            <a:extLst xmlns:a="http://schemas.openxmlformats.org/drawingml/2006/main">
              <a:ext uri="{FF2B5EF4-FFF2-40B4-BE49-F238E27FC236}">
                <a16:creationId xmlns:a16="http://schemas.microsoft.com/office/drawing/2014/main" id="{6D7F2B41-BED0-4E8C-9BF9-871A69D1E734}"/>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sues200_uav_150m_to_satellite/sues200_uav_150m_to_satellite/seed-3/y-label-50">
            <a:extLst xmlns:a="http://schemas.openxmlformats.org/drawingml/2006/main">
              <a:ext uri="{FF2B5EF4-FFF2-40B4-BE49-F238E27FC236}">
                <a16:creationId xmlns:a16="http://schemas.microsoft.com/office/drawing/2014/main" id="{C93297F2-D3A0-4120-8620-51FC505E8E13}"/>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sues200_uav_150m_to_satellite/sues200_uav_150m_to_satellite/seed-3/x-tick-50">
            <a:extLst xmlns:a="http://schemas.openxmlformats.org/drawingml/2006/main">
              <a:ext uri="{FF2B5EF4-FFF2-40B4-BE49-F238E27FC236}">
                <a16:creationId xmlns:a16="http://schemas.microsoft.com/office/drawing/2014/main" id="{5AD2452E-CF55-4ECC-BB9C-6EF2EF2A1E54}"/>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uav_150m_to_satellite/sues200_uav_150m_to_satellite/seed-3/x-label-50">
            <a:extLst xmlns:a="http://schemas.openxmlformats.org/drawingml/2006/main">
              <a:ext uri="{FF2B5EF4-FFF2-40B4-BE49-F238E27FC236}">
                <a16:creationId xmlns:a16="http://schemas.microsoft.com/office/drawing/2014/main" id="{A4F7F5F8-3267-47E8-9E9E-33DDDC9C1A30}"/>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sues200_uav_150m_to_satellite/sues200_uav_150m_to_satellite/seed-3/y-grid-75">
            <a:extLst xmlns:a="http://schemas.openxmlformats.org/drawingml/2006/main">
              <a:ext uri="{FF2B5EF4-FFF2-40B4-BE49-F238E27FC236}">
                <a16:creationId xmlns:a16="http://schemas.microsoft.com/office/drawing/2014/main" id="{522960E9-51F3-40A5-B75D-32A9C623FC86}"/>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sues200_uav_150m_to_satellite/sues200_uav_150m_to_satellite/seed-3/y-label-75">
            <a:extLst xmlns:a="http://schemas.openxmlformats.org/drawingml/2006/main">
              <a:ext uri="{FF2B5EF4-FFF2-40B4-BE49-F238E27FC236}">
                <a16:creationId xmlns:a16="http://schemas.microsoft.com/office/drawing/2014/main" id="{D92424DF-D074-457B-A13B-DA3C9057A7AE}"/>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sues200_uav_150m_to_satellite/sues200_uav_150m_to_satellite/seed-3/x-tick-75">
            <a:extLst xmlns:a="http://schemas.openxmlformats.org/drawingml/2006/main">
              <a:ext uri="{FF2B5EF4-FFF2-40B4-BE49-F238E27FC236}">
                <a16:creationId xmlns:a16="http://schemas.microsoft.com/office/drawing/2014/main" id="{42E8112E-54BD-4E62-84D1-242393BE4952}"/>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sues200_uav_150m_to_satellite/sues200_uav_150m_to_satellite/seed-3/x-label-75">
            <a:extLst xmlns:a="http://schemas.openxmlformats.org/drawingml/2006/main">
              <a:ext uri="{FF2B5EF4-FFF2-40B4-BE49-F238E27FC236}">
                <a16:creationId xmlns:a16="http://schemas.microsoft.com/office/drawing/2014/main" id="{0250652D-861C-4E36-9AD1-42B98988B498}"/>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sues200_uav_150m_to_satellite/sues200_uav_150m_to_satellite/seed-3/y-grid-100">
            <a:extLst xmlns:a="http://schemas.openxmlformats.org/drawingml/2006/main">
              <a:ext uri="{FF2B5EF4-FFF2-40B4-BE49-F238E27FC236}">
                <a16:creationId xmlns:a16="http://schemas.microsoft.com/office/drawing/2014/main" id="{BBBE03B4-7518-44DC-AD74-159526F33A44}"/>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sues200_uav_150m_to_satellite/sues200_uav_150m_to_satellite/seed-3/y-label-100">
            <a:extLst xmlns:a="http://schemas.openxmlformats.org/drawingml/2006/main">
              <a:ext uri="{FF2B5EF4-FFF2-40B4-BE49-F238E27FC236}">
                <a16:creationId xmlns:a16="http://schemas.microsoft.com/office/drawing/2014/main" id="{8A2C966D-A52A-441C-8E0F-AB4B79127CEA}"/>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sues200_uav_150m_to_satellite/sues200_uav_150m_to_satellite/seed-3/x-tick-100">
            <a:extLst xmlns:a="http://schemas.openxmlformats.org/drawingml/2006/main">
              <a:ext uri="{FF2B5EF4-FFF2-40B4-BE49-F238E27FC236}">
                <a16:creationId xmlns:a16="http://schemas.microsoft.com/office/drawing/2014/main" id="{4E50700B-33E5-452E-8650-D058AF29126B}"/>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sues200_uav_150m_to_satellite/sues200_uav_150m_to_satellite/seed-3/x-label-100">
            <a:extLst xmlns:a="http://schemas.openxmlformats.org/drawingml/2006/main">
              <a:ext uri="{FF2B5EF4-FFF2-40B4-BE49-F238E27FC236}">
                <a16:creationId xmlns:a16="http://schemas.microsoft.com/office/drawing/2014/main" id="{FA8B9D6D-7A57-409E-BAA4-D2956C4B3D9A}"/>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sues200_uav_150m_to_satellite/sues200_uav_150m_to_satellite/seed-3/y-axis">
            <a:extLst xmlns:a="http://schemas.openxmlformats.org/drawingml/2006/main">
              <a:ext uri="{FF2B5EF4-FFF2-40B4-BE49-F238E27FC236}">
                <a16:creationId xmlns:a16="http://schemas.microsoft.com/office/drawing/2014/main" id="{ACC9C047-845A-419A-A679-58A852738652}"/>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sues200_uav_150m_to_satellite/sues200_uav_150m_to_satellite/seed-3/x-axis">
            <a:extLst xmlns:a="http://schemas.openxmlformats.org/drawingml/2006/main">
              <a:ext uri="{FF2B5EF4-FFF2-40B4-BE49-F238E27FC236}">
                <a16:creationId xmlns:a16="http://schemas.microsoft.com/office/drawing/2014/main" id="{B2A3FBC9-B00D-464C-A94E-D0158184232D}"/>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sues200_uav_150m_to_satellite/sues200_uav_150m_to_satellite/seed-3/visual/guide-1-2">
            <a:extLst xmlns:a="http://schemas.openxmlformats.org/drawingml/2006/main">
              <a:ext uri="{FF2B5EF4-FFF2-40B4-BE49-F238E27FC236}">
                <a16:creationId xmlns:a16="http://schemas.microsoft.com/office/drawing/2014/main" id="{01DE5F21-9DE7-46A3-8D1A-E294D0F8E846}"/>
              </a:ext>
            </a:extLst>
          </p:cNvPr>
          <p:cNvSpPr>
            <a:spLocks xmlns:a="http://schemas.openxmlformats.org/drawingml/2006/main" noGrp="1"/>
          </p:cNvSpPr>
          <p:nvPr/>
        </p:nvSpPr>
        <p:spPr>
          <a:xfrm xmlns:a="http://schemas.openxmlformats.org/drawingml/2006/main" flipV="1">
            <a:off x="5346700" y="2346452"/>
            <a:ext cx="400050" cy="106883"/>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sues200_uav_150m_to_satellite/sues200_uav_150m_to_satellite/seed-3/visual/guide-2-3">
            <a:extLst xmlns:a="http://schemas.openxmlformats.org/drawingml/2006/main">
              <a:ext uri="{FF2B5EF4-FFF2-40B4-BE49-F238E27FC236}">
                <a16:creationId xmlns:a16="http://schemas.microsoft.com/office/drawing/2014/main" id="{466A18F6-2669-4D47-BD37-E32903F5A20F}"/>
              </a:ext>
            </a:extLst>
          </p:cNvPr>
          <p:cNvSpPr>
            <a:spLocks xmlns:a="http://schemas.openxmlformats.org/drawingml/2006/main" noGrp="1"/>
          </p:cNvSpPr>
          <p:nvPr/>
        </p:nvSpPr>
        <p:spPr>
          <a:xfrm xmlns:a="http://schemas.openxmlformats.org/drawingml/2006/main" flipV="1">
            <a:off x="5746750" y="2280615"/>
            <a:ext cx="240030" cy="65837"/>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sues200_uav_150m_to_satellite/sues200_uav_150m_to_satellite/seed-3/visual/guide-3-4">
            <a:extLst xmlns:a="http://schemas.openxmlformats.org/drawingml/2006/main">
              <a:ext uri="{FF2B5EF4-FFF2-40B4-BE49-F238E27FC236}">
                <a16:creationId xmlns:a16="http://schemas.microsoft.com/office/drawing/2014/main" id="{6EDEFD16-D614-4356-946D-57ADCAC68466}"/>
              </a:ext>
            </a:extLst>
          </p:cNvPr>
          <p:cNvSpPr>
            <a:spLocks xmlns:a="http://schemas.openxmlformats.org/drawingml/2006/main" noGrp="1"/>
          </p:cNvSpPr>
          <p:nvPr/>
        </p:nvSpPr>
        <p:spPr>
          <a:xfrm xmlns:a="http://schemas.openxmlformats.org/drawingml/2006/main" flipV="1">
            <a:off x="5986780" y="2252980"/>
            <a:ext cx="160020" cy="27635"/>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sues200_uav_150m_to_satellite/sues200_uav_150m_to_satellite/seed-3/visual/point-cov-0.5">
            <a:extLst xmlns:a="http://schemas.openxmlformats.org/drawingml/2006/main">
              <a:ext uri="{FF2B5EF4-FFF2-40B4-BE49-F238E27FC236}">
                <a16:creationId xmlns:a16="http://schemas.microsoft.com/office/drawing/2014/main" id="{67FB5BC2-AEB5-44EE-8931-53033763C78B}"/>
              </a:ext>
            </a:extLst>
          </p:cNvPr>
          <p:cNvSpPr>
            <a:spLocks xmlns:a="http://schemas.openxmlformats.org/drawingml/2006/main" noGrp="1"/>
          </p:cNvSpPr>
          <p:nvPr/>
        </p:nvSpPr>
        <p:spPr>
          <a:xfrm xmlns:a="http://schemas.openxmlformats.org/drawingml/2006/main">
            <a:off x="5316855" y="242349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sues200_uav_150m_to_satellite/sues200_uav_150m_to_satellite/seed-3/visual/point-cov-0.75">
            <a:extLst xmlns:a="http://schemas.openxmlformats.org/drawingml/2006/main">
              <a:ext uri="{FF2B5EF4-FFF2-40B4-BE49-F238E27FC236}">
                <a16:creationId xmlns:a16="http://schemas.microsoft.com/office/drawing/2014/main" id="{AB1B16BD-929A-464E-AF30-59F94CD4B94C}"/>
              </a:ext>
            </a:extLst>
          </p:cNvPr>
          <p:cNvSpPr>
            <a:spLocks xmlns:a="http://schemas.openxmlformats.org/drawingml/2006/main" noGrp="1"/>
          </p:cNvSpPr>
          <p:nvPr/>
        </p:nvSpPr>
        <p:spPr>
          <a:xfrm xmlns:a="http://schemas.openxmlformats.org/drawingml/2006/main">
            <a:off x="5716905" y="231660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sues200_uav_150m_to_satellite/sues200_uav_150m_to_satellite/seed-3/visual/point-cov-0.9">
            <a:extLst xmlns:a="http://schemas.openxmlformats.org/drawingml/2006/main">
              <a:ext uri="{FF2B5EF4-FFF2-40B4-BE49-F238E27FC236}">
                <a16:creationId xmlns:a16="http://schemas.microsoft.com/office/drawing/2014/main" id="{725CCA06-94D6-49BE-9599-9B482B954822}"/>
              </a:ext>
            </a:extLst>
          </p:cNvPr>
          <p:cNvSpPr>
            <a:spLocks xmlns:a="http://schemas.openxmlformats.org/drawingml/2006/main" noGrp="1"/>
          </p:cNvSpPr>
          <p:nvPr/>
        </p:nvSpPr>
        <p:spPr>
          <a:xfrm xmlns:a="http://schemas.openxmlformats.org/drawingml/2006/main">
            <a:off x="5956935" y="225077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sues200_uav_150m_to_satellite/sues200_uav_150m_to_satellite/seed-3/visual/point-cov-1">
            <a:extLst xmlns:a="http://schemas.openxmlformats.org/drawingml/2006/main">
              <a:ext uri="{FF2B5EF4-FFF2-40B4-BE49-F238E27FC236}">
                <a16:creationId xmlns:a16="http://schemas.microsoft.com/office/drawing/2014/main" id="{84A72168-A2E1-46A8-AE14-E48DC87B471E}"/>
              </a:ext>
            </a:extLst>
          </p:cNvPr>
          <p:cNvSpPr>
            <a:spLocks xmlns:a="http://schemas.openxmlformats.org/drawingml/2006/main" noGrp="1"/>
          </p:cNvSpPr>
          <p:nvPr/>
        </p:nvSpPr>
        <p:spPr>
          <a:xfrm xmlns:a="http://schemas.openxmlformats.org/drawingml/2006/main">
            <a:off x="6116955" y="22231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sues200_uav_150m_to_satellite/sues200_uav_150m_to_satellite/seed-3/full/guide-1-2">
            <a:extLst xmlns:a="http://schemas.openxmlformats.org/drawingml/2006/main">
              <a:ext uri="{FF2B5EF4-FFF2-40B4-BE49-F238E27FC236}">
                <a16:creationId xmlns:a16="http://schemas.microsoft.com/office/drawing/2014/main" id="{D8FA896B-793A-4173-9ABE-E90E0F29082B}"/>
              </a:ext>
            </a:extLst>
          </p:cNvPr>
          <p:cNvSpPr>
            <a:spLocks xmlns:a="http://schemas.openxmlformats.org/drawingml/2006/main" noGrp="1"/>
          </p:cNvSpPr>
          <p:nvPr/>
        </p:nvSpPr>
        <p:spPr>
          <a:xfrm xmlns:a="http://schemas.openxmlformats.org/drawingml/2006/main" flipV="1">
            <a:off x="5346700" y="2472436"/>
            <a:ext cx="400050" cy="94691"/>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sues200_uav_150m_to_satellite/sues200_uav_150m_to_satellite/seed-3/full/guide-2-3">
            <a:extLst xmlns:a="http://schemas.openxmlformats.org/drawingml/2006/main">
              <a:ext uri="{FF2B5EF4-FFF2-40B4-BE49-F238E27FC236}">
                <a16:creationId xmlns:a16="http://schemas.microsoft.com/office/drawing/2014/main" id="{03F206EE-AB93-4062-9E83-509318001DE5}"/>
              </a:ext>
            </a:extLst>
          </p:cNvPr>
          <p:cNvSpPr>
            <a:spLocks xmlns:a="http://schemas.openxmlformats.org/drawingml/2006/main" noGrp="1"/>
          </p:cNvSpPr>
          <p:nvPr/>
        </p:nvSpPr>
        <p:spPr>
          <a:xfrm xmlns:a="http://schemas.openxmlformats.org/drawingml/2006/main" flipV="1">
            <a:off x="5746750" y="2425700"/>
            <a:ext cx="240030" cy="46736"/>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sues200_uav_150m_to_satellite/sues200_uav_150m_to_satellite/seed-3/full/guide-3-4">
            <a:extLst xmlns:a="http://schemas.openxmlformats.org/drawingml/2006/main">
              <a:ext uri="{FF2B5EF4-FFF2-40B4-BE49-F238E27FC236}">
                <a16:creationId xmlns:a16="http://schemas.microsoft.com/office/drawing/2014/main" id="{B7F1AC3B-F0D6-49F4-A44B-2EC612C01DA1}"/>
              </a:ext>
            </a:extLst>
          </p:cNvPr>
          <p:cNvSpPr>
            <a:spLocks xmlns:a="http://schemas.openxmlformats.org/drawingml/2006/main" noGrp="1"/>
          </p:cNvSpPr>
          <p:nvPr/>
        </p:nvSpPr>
        <p:spPr>
          <a:xfrm xmlns:a="http://schemas.openxmlformats.org/drawingml/2006/main" flipV="1">
            <a:off x="5986780" y="2399284"/>
            <a:ext cx="160020" cy="26416"/>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sues200_uav_150m_to_satellite/sues200_uav_150m_to_satellite/seed-3/full/point-cov-0.5">
            <a:extLst xmlns:a="http://schemas.openxmlformats.org/drawingml/2006/main">
              <a:ext uri="{FF2B5EF4-FFF2-40B4-BE49-F238E27FC236}">
                <a16:creationId xmlns:a16="http://schemas.microsoft.com/office/drawing/2014/main" id="{79C1CB9B-BF63-4C9F-AC61-2CC20E0052D8}"/>
              </a:ext>
            </a:extLst>
          </p:cNvPr>
          <p:cNvSpPr>
            <a:spLocks xmlns:a="http://schemas.openxmlformats.org/drawingml/2006/main" noGrp="1"/>
          </p:cNvSpPr>
          <p:nvPr/>
        </p:nvSpPr>
        <p:spPr>
          <a:xfrm xmlns:a="http://schemas.openxmlformats.org/drawingml/2006/main">
            <a:off x="5322570" y="254299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sues200_uav_150m_to_satellite/sues200_uav_150m_to_satellite/seed-3/full/point-cov-0.75">
            <a:extLst xmlns:a="http://schemas.openxmlformats.org/drawingml/2006/main">
              <a:ext uri="{FF2B5EF4-FFF2-40B4-BE49-F238E27FC236}">
                <a16:creationId xmlns:a16="http://schemas.microsoft.com/office/drawing/2014/main" id="{7BD3CEBA-17FD-4922-9D9D-28CB582B03A2}"/>
              </a:ext>
            </a:extLst>
          </p:cNvPr>
          <p:cNvSpPr>
            <a:spLocks xmlns:a="http://schemas.openxmlformats.org/drawingml/2006/main" noGrp="1"/>
          </p:cNvSpPr>
          <p:nvPr/>
        </p:nvSpPr>
        <p:spPr>
          <a:xfrm xmlns:a="http://schemas.openxmlformats.org/drawingml/2006/main">
            <a:off x="5722620" y="244830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sues200_uav_150m_to_satellite/sues200_uav_150m_to_satellite/seed-3/full/point-cov-0.9">
            <a:extLst xmlns:a="http://schemas.openxmlformats.org/drawingml/2006/main">
              <a:ext uri="{FF2B5EF4-FFF2-40B4-BE49-F238E27FC236}">
                <a16:creationId xmlns:a16="http://schemas.microsoft.com/office/drawing/2014/main" id="{15982BFD-7A1B-408A-A3FA-93FBBF4AAD7C}"/>
              </a:ext>
            </a:extLst>
          </p:cNvPr>
          <p:cNvSpPr>
            <a:spLocks xmlns:a="http://schemas.openxmlformats.org/drawingml/2006/main" noGrp="1"/>
          </p:cNvSpPr>
          <p:nvPr/>
        </p:nvSpPr>
        <p:spPr>
          <a:xfrm xmlns:a="http://schemas.openxmlformats.org/drawingml/2006/main">
            <a:off x="5962650" y="2401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sues200_uav_150m_to_satellite/sues200_uav_150m_to_satellite/seed-3/full/point-cov-1">
            <a:extLst xmlns:a="http://schemas.openxmlformats.org/drawingml/2006/main">
              <a:ext uri="{FF2B5EF4-FFF2-40B4-BE49-F238E27FC236}">
                <a16:creationId xmlns:a16="http://schemas.microsoft.com/office/drawing/2014/main" id="{15846AA3-41D4-4098-AD21-CAE668C6588B}"/>
              </a:ext>
            </a:extLst>
          </p:cNvPr>
          <p:cNvSpPr>
            <a:spLocks xmlns:a="http://schemas.openxmlformats.org/drawingml/2006/main" noGrp="1"/>
          </p:cNvSpPr>
          <p:nvPr/>
        </p:nvSpPr>
        <p:spPr>
          <a:xfrm xmlns:a="http://schemas.openxmlformats.org/drawingml/2006/main">
            <a:off x="6122670" y="237515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sues200_uav_150m_to_satellite/sues200_uav_150m_to_satellite/seed-3/count/N">
            <a:extLst xmlns:a="http://schemas.openxmlformats.org/drawingml/2006/main">
              <a:ext uri="{FF2B5EF4-FFF2-40B4-BE49-F238E27FC236}">
                <a16:creationId xmlns:a16="http://schemas.microsoft.com/office/drawing/2014/main" id="{B15FD90C-9EC9-4EB7-B469-D0F0926C72C0}"/>
              </a:ext>
            </a:extLst>
          </p:cNvPr>
          <p:cNvSpPr>
            <a:spLocks xmlns:a="http://schemas.openxmlformats.org/drawingml/2006/main" noGrp="1"/>
          </p:cNvSpPr>
          <p:nvPr/>
        </p:nvSpPr>
        <p:spPr>
          <a:xfrm xmlns:a="http://schemas.openxmlformats.org/drawingml/2006/main">
            <a:off x="48638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184" name="sues200_uav_150m_to_satellite/sues200_uav_150m_to_satellite/seed-3/count/header/requested">
            <a:extLst xmlns:a="http://schemas.openxmlformats.org/drawingml/2006/main">
              <a:ext uri="{FF2B5EF4-FFF2-40B4-BE49-F238E27FC236}">
                <a16:creationId xmlns:a16="http://schemas.microsoft.com/office/drawing/2014/main" id="{9EC3B9F2-C2FF-4E64-9511-19FD2BAC7A0E}"/>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sues200_uav_150m_to_satellite/sues200_uav_150m_to_satellite/seed-3/count/header/kN">
            <a:extLst xmlns:a="http://schemas.openxmlformats.org/drawingml/2006/main">
              <a:ext uri="{FF2B5EF4-FFF2-40B4-BE49-F238E27FC236}">
                <a16:creationId xmlns:a16="http://schemas.microsoft.com/office/drawing/2014/main" id="{6A4DB03A-F7AD-4319-9F17-084C390B1C70}"/>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sues200_uav_150m_to_satellite/sues200_uav_150m_to_satellite/seed-3/count/header/overlap">
            <a:extLst xmlns:a="http://schemas.openxmlformats.org/drawingml/2006/main">
              <a:ext uri="{FF2B5EF4-FFF2-40B4-BE49-F238E27FC236}">
                <a16:creationId xmlns:a16="http://schemas.microsoft.com/office/drawing/2014/main" id="{21FC8160-0309-4D77-A2E2-9F56EA2ADF29}"/>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sues200_uav_150m_to_satellite/sues200_uav_150m_to_satellite/seed-3/count/header/rule">
            <a:extLst xmlns:a="http://schemas.openxmlformats.org/drawingml/2006/main">
              <a:ext uri="{FF2B5EF4-FFF2-40B4-BE49-F238E27FC236}">
                <a16:creationId xmlns:a16="http://schemas.microsoft.com/office/drawing/2014/main" id="{BC461209-533C-4074-8808-4229ED71A230}"/>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sues200_uav_150m_to_satellite/sues200_uav_150m_to_satellite/seed-3/count/cov-0.5/requested">
            <a:extLst xmlns:a="http://schemas.openxmlformats.org/drawingml/2006/main">
              <a:ext uri="{FF2B5EF4-FFF2-40B4-BE49-F238E27FC236}">
                <a16:creationId xmlns:a16="http://schemas.microsoft.com/office/drawing/2014/main" id="{C8EDE2BC-7C25-44E2-BBB3-E4E11958E244}"/>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sues200_uav_150m_to_satellite/sues200_uav_150m_to_satellite/seed-3/count/cov-0.5/kN">
            <a:extLst xmlns:a="http://schemas.openxmlformats.org/drawingml/2006/main">
              <a:ext uri="{FF2B5EF4-FFF2-40B4-BE49-F238E27FC236}">
                <a16:creationId xmlns:a16="http://schemas.microsoft.com/office/drawing/2014/main" id="{79BC17BF-634F-467F-B8B9-818225570757}"/>
              </a:ext>
            </a:extLst>
          </p:cNvPr>
          <p:cNvSpPr>
            <a:spLocks xmlns:a="http://schemas.openxmlformats.org/drawingml/2006/main" noGrp="1"/>
          </p:cNvSpPr>
          <p:nvPr/>
        </p:nvSpPr>
        <p:spPr>
          <a:xfrm xmlns:a="http://schemas.openxmlformats.org/drawingml/2006/main">
            <a:off x="50766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190" name="sues200_uav_150m_to_satellite/sues200_uav_150m_to_satellite/seed-3/count/cov-0.5/overlap">
            <a:extLst xmlns:a="http://schemas.openxmlformats.org/drawingml/2006/main">
              <a:ext uri="{FF2B5EF4-FFF2-40B4-BE49-F238E27FC236}">
                <a16:creationId xmlns:a16="http://schemas.microsoft.com/office/drawing/2014/main" id="{1A088A93-6803-45AE-B358-7494F78C1231}"/>
              </a:ext>
            </a:extLst>
          </p:cNvPr>
          <p:cNvSpPr>
            <a:spLocks xmlns:a="http://schemas.openxmlformats.org/drawingml/2006/main" noGrp="1"/>
          </p:cNvSpPr>
          <p:nvPr/>
        </p:nvSpPr>
        <p:spPr>
          <a:xfrm xmlns:a="http://schemas.openxmlformats.org/drawingml/2006/main">
            <a:off x="5838619" y="39197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1049</a:t>
            </a:r>
          </a:p>
        </p:txBody>
      </p:sp>
      <p:sp>
        <p:nvSpPr>
          <p:cNvPr id="191" name="sues200_uav_150m_to_satellite/sues200_uav_150m_to_satellite/seed-3/count/cov-0.75/requested">
            <a:extLst xmlns:a="http://schemas.openxmlformats.org/drawingml/2006/main">
              <a:ext uri="{FF2B5EF4-FFF2-40B4-BE49-F238E27FC236}">
                <a16:creationId xmlns:a16="http://schemas.microsoft.com/office/drawing/2014/main" id="{67D32051-8440-43B2-9168-6D318945F5CB}"/>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sues200_uav_150m_to_satellite/sues200_uav_150m_to_satellite/seed-3/count/cov-0.75/kN">
            <a:extLst xmlns:a="http://schemas.openxmlformats.org/drawingml/2006/main">
              <a:ext uri="{FF2B5EF4-FFF2-40B4-BE49-F238E27FC236}">
                <a16:creationId xmlns:a16="http://schemas.microsoft.com/office/drawing/2014/main" id="{2E796C1A-831B-4012-8C8F-3C7E5B885F8B}"/>
              </a:ext>
            </a:extLst>
          </p:cNvPr>
          <p:cNvSpPr>
            <a:spLocks xmlns:a="http://schemas.openxmlformats.org/drawingml/2006/main" noGrp="1"/>
          </p:cNvSpPr>
          <p:nvPr/>
        </p:nvSpPr>
        <p:spPr>
          <a:xfrm xmlns:a="http://schemas.openxmlformats.org/drawingml/2006/main">
            <a:off x="50766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193" name="sues200_uav_150m_to_satellite/sues200_uav_150m_to_satellite/seed-3/count/cov-0.75/overlap">
            <a:extLst xmlns:a="http://schemas.openxmlformats.org/drawingml/2006/main">
              <a:ext uri="{FF2B5EF4-FFF2-40B4-BE49-F238E27FC236}">
                <a16:creationId xmlns:a16="http://schemas.microsoft.com/office/drawing/2014/main" id="{86D8E4BB-D8F2-401C-AE12-3C64F15ACAF5}"/>
              </a:ext>
            </a:extLst>
          </p:cNvPr>
          <p:cNvSpPr>
            <a:spLocks xmlns:a="http://schemas.openxmlformats.org/drawingml/2006/main" noGrp="1"/>
          </p:cNvSpPr>
          <p:nvPr/>
        </p:nvSpPr>
        <p:spPr>
          <a:xfrm xmlns:a="http://schemas.openxmlformats.org/drawingml/2006/main">
            <a:off x="58386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2281</a:t>
            </a:r>
          </a:p>
        </p:txBody>
      </p:sp>
      <p:sp>
        <p:nvSpPr>
          <p:cNvPr id="194" name="sues200_uav_150m_to_satellite/sues200_uav_150m_to_satellite/seed-3/count/cov-0.9/requested">
            <a:extLst xmlns:a="http://schemas.openxmlformats.org/drawingml/2006/main">
              <a:ext uri="{FF2B5EF4-FFF2-40B4-BE49-F238E27FC236}">
                <a16:creationId xmlns:a16="http://schemas.microsoft.com/office/drawing/2014/main" id="{6FB570C4-C300-406A-8091-35035CC1F606}"/>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sues200_uav_150m_to_satellite/sues200_uav_150m_to_satellite/seed-3/count/cov-0.9/kN">
            <a:extLst xmlns:a="http://schemas.openxmlformats.org/drawingml/2006/main">
              <a:ext uri="{FF2B5EF4-FFF2-40B4-BE49-F238E27FC236}">
                <a16:creationId xmlns:a16="http://schemas.microsoft.com/office/drawing/2014/main" id="{57A4022B-154D-4821-85A5-CB9C406479E5}"/>
              </a:ext>
            </a:extLst>
          </p:cNvPr>
          <p:cNvSpPr>
            <a:spLocks xmlns:a="http://schemas.openxmlformats.org/drawingml/2006/main" noGrp="1"/>
          </p:cNvSpPr>
          <p:nvPr/>
        </p:nvSpPr>
        <p:spPr>
          <a:xfrm xmlns:a="http://schemas.openxmlformats.org/drawingml/2006/main">
            <a:off x="50766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196" name="sues200_uav_150m_to_satellite/sues200_uav_150m_to_satellite/seed-3/count/cov-0.9/overlap">
            <a:extLst xmlns:a="http://schemas.openxmlformats.org/drawingml/2006/main">
              <a:ext uri="{FF2B5EF4-FFF2-40B4-BE49-F238E27FC236}">
                <a16:creationId xmlns:a16="http://schemas.microsoft.com/office/drawing/2014/main" id="{88734F35-04A7-42B6-8107-AA0F9BEC48B0}"/>
              </a:ext>
            </a:extLst>
          </p:cNvPr>
          <p:cNvSpPr>
            <a:spLocks xmlns:a="http://schemas.openxmlformats.org/drawingml/2006/main" noGrp="1"/>
          </p:cNvSpPr>
          <p:nvPr/>
        </p:nvSpPr>
        <p:spPr>
          <a:xfrm xmlns:a="http://schemas.openxmlformats.org/drawingml/2006/main">
            <a:off x="58386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3274</a:t>
            </a:r>
          </a:p>
        </p:txBody>
      </p:sp>
      <p:sp>
        <p:nvSpPr>
          <p:cNvPr id="197" name="sues200_uav_150m_to_satellite/sues200_uav_150m_to_satellite/seed-3/count/cov-1/requested">
            <a:extLst xmlns:a="http://schemas.openxmlformats.org/drawingml/2006/main">
              <a:ext uri="{FF2B5EF4-FFF2-40B4-BE49-F238E27FC236}">
                <a16:creationId xmlns:a16="http://schemas.microsoft.com/office/drawing/2014/main" id="{6F465054-56DE-47EF-A60E-722A152E2223}"/>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sues200_uav_150m_to_satellite/sues200_uav_150m_to_satellite/seed-3/count/cov-1/kN">
            <a:extLst xmlns:a="http://schemas.openxmlformats.org/drawingml/2006/main">
              <a:ext uri="{FF2B5EF4-FFF2-40B4-BE49-F238E27FC236}">
                <a16:creationId xmlns:a16="http://schemas.microsoft.com/office/drawing/2014/main" id="{8AC2FB75-0E1D-41A4-BD70-658EBDF2A2B0}"/>
              </a:ext>
            </a:extLst>
          </p:cNvPr>
          <p:cNvSpPr>
            <a:spLocks xmlns:a="http://schemas.openxmlformats.org/drawingml/2006/main" noGrp="1"/>
          </p:cNvSpPr>
          <p:nvPr/>
        </p:nvSpPr>
        <p:spPr>
          <a:xfrm xmlns:a="http://schemas.openxmlformats.org/drawingml/2006/main">
            <a:off x="50766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199" name="sues200_uav_150m_to_satellite/sues200_uav_150m_to_satellite/seed-3/count/cov-1/overlap">
            <a:extLst xmlns:a="http://schemas.openxmlformats.org/drawingml/2006/main">
              <a:ext uri="{FF2B5EF4-FFF2-40B4-BE49-F238E27FC236}">
                <a16:creationId xmlns:a16="http://schemas.microsoft.com/office/drawing/2014/main" id="{FB1524CD-EE4E-44E9-A0A1-46642E20997E}"/>
              </a:ext>
            </a:extLst>
          </p:cNvPr>
          <p:cNvSpPr>
            <a:spLocks xmlns:a="http://schemas.openxmlformats.org/drawingml/2006/main" noGrp="1"/>
          </p:cNvSpPr>
          <p:nvPr/>
        </p:nvSpPr>
        <p:spPr>
          <a:xfrm xmlns:a="http://schemas.openxmlformats.org/drawingml/2006/main">
            <a:off x="58386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200" name="sues200_uav_150m_to_satellite/sues200_uav_150m_to_satellite/seed-3/success/heading">
            <a:extLst xmlns:a="http://schemas.openxmlformats.org/drawingml/2006/main">
              <a:ext uri="{FF2B5EF4-FFF2-40B4-BE49-F238E27FC236}">
                <a16:creationId xmlns:a16="http://schemas.microsoft.com/office/drawing/2014/main" id="{3C848ADB-2D05-4C74-80AD-BC38337A9473}"/>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sues200_uav_150m_to_satellite/sues200_uav_150m_to_satellite/seed-3/success/cov-0.5/heading">
            <a:extLst xmlns:a="http://schemas.openxmlformats.org/drawingml/2006/main">
              <a:ext uri="{FF2B5EF4-FFF2-40B4-BE49-F238E27FC236}">
                <a16:creationId xmlns:a16="http://schemas.microsoft.com/office/drawing/2014/main" id="{7F07F304-7426-4749-8557-C379BE50280F}"/>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sues200_uav_150m_to_satellite/sues200_uav_150m_to_satellite/seed-3/visual/success-cov-0.5">
            <a:extLst xmlns:a="http://schemas.openxmlformats.org/drawingml/2006/main">
              <a:ext uri="{FF2B5EF4-FFF2-40B4-BE49-F238E27FC236}">
                <a16:creationId xmlns:a16="http://schemas.microsoft.com/office/drawing/2014/main" id="{347E48D3-3466-4072-8A02-E52791BA752C}"/>
              </a:ext>
            </a:extLst>
          </p:cNvPr>
          <p:cNvSpPr>
            <a:spLocks xmlns:a="http://schemas.openxmlformats.org/drawingml/2006/main" noGrp="1"/>
          </p:cNvSpPr>
          <p:nvPr/>
        </p:nvSpPr>
        <p:spPr>
          <a:xfrm xmlns:a="http://schemas.openxmlformats.org/drawingml/2006/main">
            <a:off x="45866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26.425</a:t>
            </a:r>
          </a:p>
        </p:txBody>
      </p:sp>
      <p:sp>
        <p:nvSpPr>
          <p:cNvPr id="203" name="sues200_uav_150m_to_satellite/sues200_uav_150m_to_satellite/seed-3/full/success-cov-0.5">
            <a:extLst xmlns:a="http://schemas.openxmlformats.org/drawingml/2006/main">
              <a:ext uri="{FF2B5EF4-FFF2-40B4-BE49-F238E27FC236}">
                <a16:creationId xmlns:a16="http://schemas.microsoft.com/office/drawing/2014/main" id="{916EC324-7BB0-4F96-80B5-95BDFD4FFD2E}"/>
              </a:ext>
            </a:extLst>
          </p:cNvPr>
          <p:cNvSpPr>
            <a:spLocks xmlns:a="http://schemas.openxmlformats.org/drawingml/2006/main" noGrp="1"/>
          </p:cNvSpPr>
          <p:nvPr/>
        </p:nvSpPr>
        <p:spPr>
          <a:xfrm xmlns:a="http://schemas.openxmlformats.org/drawingml/2006/main">
            <a:off x="45866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19.425</a:t>
            </a:r>
          </a:p>
        </p:txBody>
      </p:sp>
      <p:sp>
        <p:nvSpPr>
          <p:cNvPr id="204" name="sues200_uav_150m_to_satellite/sues200_uav_150m_to_satellite/seed-3/success/cov-0.75/heading">
            <a:extLst xmlns:a="http://schemas.openxmlformats.org/drawingml/2006/main">
              <a:ext uri="{FF2B5EF4-FFF2-40B4-BE49-F238E27FC236}">
                <a16:creationId xmlns:a16="http://schemas.microsoft.com/office/drawing/2014/main" id="{8C9D11BF-168B-4D71-97C6-F91FE7D0EBAF}"/>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sues200_uav_150m_to_satellite/sues200_uav_150m_to_satellite/seed-3/visual/success-cov-0.75">
            <a:extLst xmlns:a="http://schemas.openxmlformats.org/drawingml/2006/main">
              <a:ext uri="{FF2B5EF4-FFF2-40B4-BE49-F238E27FC236}">
                <a16:creationId xmlns:a16="http://schemas.microsoft.com/office/drawing/2014/main" id="{D8ECA258-6584-486A-B870-F10F3BD0174D}"/>
              </a:ext>
            </a:extLst>
          </p:cNvPr>
          <p:cNvSpPr>
            <a:spLocks xmlns:a="http://schemas.openxmlformats.org/drawingml/2006/main" noGrp="1"/>
          </p:cNvSpPr>
          <p:nvPr/>
        </p:nvSpPr>
        <p:spPr>
          <a:xfrm xmlns:a="http://schemas.openxmlformats.org/drawingml/2006/main">
            <a:off x="49867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33.000</a:t>
            </a:r>
          </a:p>
        </p:txBody>
      </p:sp>
      <p:sp>
        <p:nvSpPr>
          <p:cNvPr id="206" name="sues200_uav_150m_to_satellite/sues200_uav_150m_to_satellite/seed-3/full/success-cov-0.75">
            <a:extLst xmlns:a="http://schemas.openxmlformats.org/drawingml/2006/main">
              <a:ext uri="{FF2B5EF4-FFF2-40B4-BE49-F238E27FC236}">
                <a16:creationId xmlns:a16="http://schemas.microsoft.com/office/drawing/2014/main" id="{6FA0A6A0-22D3-46F0-926B-ACE94FE2DDB7}"/>
              </a:ext>
            </a:extLst>
          </p:cNvPr>
          <p:cNvSpPr>
            <a:spLocks xmlns:a="http://schemas.openxmlformats.org/drawingml/2006/main" noGrp="1"/>
          </p:cNvSpPr>
          <p:nvPr/>
        </p:nvSpPr>
        <p:spPr>
          <a:xfrm xmlns:a="http://schemas.openxmlformats.org/drawingml/2006/main">
            <a:off x="49867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25.250</a:t>
            </a:r>
          </a:p>
        </p:txBody>
      </p:sp>
      <p:sp>
        <p:nvSpPr>
          <p:cNvPr id="207" name="sues200_uav_150m_to_satellite/sues200_uav_150m_to_satellite/seed-3/success/cov-0.9/heading">
            <a:extLst xmlns:a="http://schemas.openxmlformats.org/drawingml/2006/main">
              <a:ext uri="{FF2B5EF4-FFF2-40B4-BE49-F238E27FC236}">
                <a16:creationId xmlns:a16="http://schemas.microsoft.com/office/drawing/2014/main" id="{6FBE0373-BC3D-4126-8D11-1AF6A923B63A}"/>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sues200_uav_150m_to_satellite/sues200_uav_150m_to_satellite/seed-3/visual/success-cov-0.9">
            <a:extLst xmlns:a="http://schemas.openxmlformats.org/drawingml/2006/main">
              <a:ext uri="{FF2B5EF4-FFF2-40B4-BE49-F238E27FC236}">
                <a16:creationId xmlns:a16="http://schemas.microsoft.com/office/drawing/2014/main" id="{49EAE324-5B59-4942-BBD1-248A8D8D0F72}"/>
              </a:ext>
            </a:extLst>
          </p:cNvPr>
          <p:cNvSpPr>
            <a:spLocks xmlns:a="http://schemas.openxmlformats.org/drawingml/2006/main" noGrp="1"/>
          </p:cNvSpPr>
          <p:nvPr/>
        </p:nvSpPr>
        <p:spPr>
          <a:xfrm xmlns:a="http://schemas.openxmlformats.org/drawingml/2006/main">
            <a:off x="53867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37.050</a:t>
            </a:r>
          </a:p>
        </p:txBody>
      </p:sp>
      <p:sp>
        <p:nvSpPr>
          <p:cNvPr id="209" name="sues200_uav_150m_to_satellite/sues200_uav_150m_to_satellite/seed-3/full/success-cov-0.9">
            <a:extLst xmlns:a="http://schemas.openxmlformats.org/drawingml/2006/main">
              <a:ext uri="{FF2B5EF4-FFF2-40B4-BE49-F238E27FC236}">
                <a16:creationId xmlns:a16="http://schemas.microsoft.com/office/drawing/2014/main" id="{AF7574DA-C207-4A21-9C5D-5BF3F4D006D9}"/>
              </a:ext>
            </a:extLst>
          </p:cNvPr>
          <p:cNvSpPr>
            <a:spLocks xmlns:a="http://schemas.openxmlformats.org/drawingml/2006/main" noGrp="1"/>
          </p:cNvSpPr>
          <p:nvPr/>
        </p:nvSpPr>
        <p:spPr>
          <a:xfrm xmlns:a="http://schemas.openxmlformats.org/drawingml/2006/main">
            <a:off x="53867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28.125</a:t>
            </a:r>
          </a:p>
        </p:txBody>
      </p:sp>
      <p:sp>
        <p:nvSpPr>
          <p:cNvPr id="210" name="sues200_uav_150m_to_satellite/sues200_uav_150m_to_satellite/seed-3/success/cov-1/heading">
            <a:extLst xmlns:a="http://schemas.openxmlformats.org/drawingml/2006/main">
              <a:ext uri="{FF2B5EF4-FFF2-40B4-BE49-F238E27FC236}">
                <a16:creationId xmlns:a16="http://schemas.microsoft.com/office/drawing/2014/main" id="{37EC8D1B-21B4-4C8B-BF89-295A889CCF71}"/>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sues200_uav_150m_to_satellite/sues200_uav_150m_to_satellite/seed-3/visual/success-cov-1">
            <a:extLst xmlns:a="http://schemas.openxmlformats.org/drawingml/2006/main">
              <a:ext uri="{FF2B5EF4-FFF2-40B4-BE49-F238E27FC236}">
                <a16:creationId xmlns:a16="http://schemas.microsoft.com/office/drawing/2014/main" id="{BC826176-5618-4D94-89EA-5BF798264E45}"/>
              </a:ext>
            </a:extLst>
          </p:cNvPr>
          <p:cNvSpPr>
            <a:spLocks xmlns:a="http://schemas.openxmlformats.org/drawingml/2006/main" noGrp="1"/>
          </p:cNvSpPr>
          <p:nvPr/>
        </p:nvSpPr>
        <p:spPr>
          <a:xfrm xmlns:a="http://schemas.openxmlformats.org/drawingml/2006/main">
            <a:off x="57868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38.750</a:t>
            </a:r>
          </a:p>
        </p:txBody>
      </p:sp>
      <p:sp>
        <p:nvSpPr>
          <p:cNvPr id="212" name="sues200_uav_150m_to_satellite/sues200_uav_150m_to_satellite/seed-3/full/success-cov-1">
            <a:extLst xmlns:a="http://schemas.openxmlformats.org/drawingml/2006/main">
              <a:ext uri="{FF2B5EF4-FFF2-40B4-BE49-F238E27FC236}">
                <a16:creationId xmlns:a16="http://schemas.microsoft.com/office/drawing/2014/main" id="{A0424303-C27B-43AF-B493-873A6B0A7C5C}"/>
              </a:ext>
            </a:extLst>
          </p:cNvPr>
          <p:cNvSpPr>
            <a:spLocks xmlns:a="http://schemas.openxmlformats.org/drawingml/2006/main" noGrp="1"/>
          </p:cNvSpPr>
          <p:nvPr/>
        </p:nvSpPr>
        <p:spPr>
          <a:xfrm xmlns:a="http://schemas.openxmlformats.org/drawingml/2006/main">
            <a:off x="57868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29.750</a:t>
            </a:r>
          </a:p>
        </p:txBody>
      </p:sp>
      <p:sp>
        <p:nvSpPr>
          <p:cNvPr id="213" name="sues200_uav_150m_to_satellite/sues200_uav_150m_to_satellite/seed-3/visual/success-prefix">
            <a:extLst xmlns:a="http://schemas.openxmlformats.org/drawingml/2006/main">
              <a:ext uri="{FF2B5EF4-FFF2-40B4-BE49-F238E27FC236}">
                <a16:creationId xmlns:a16="http://schemas.microsoft.com/office/drawing/2014/main" id="{AA9FB787-03D8-4CB3-9E3B-35CD6DDD163C}"/>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sues200_uav_150m_to_satellite/sues200_uav_150m_to_satellite/seed-3/full/success-prefix">
            <a:extLst xmlns:a="http://schemas.openxmlformats.org/drawingml/2006/main">
              <a:ext uri="{FF2B5EF4-FFF2-40B4-BE49-F238E27FC236}">
                <a16:creationId xmlns:a16="http://schemas.microsoft.com/office/drawing/2014/main" id="{176E9466-9363-4114-82D1-095C3DE87DF2}"/>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sues200_uav_150m_to_satellite/x-axis-label">
            <a:extLst xmlns:a="http://schemas.openxmlformats.org/drawingml/2006/main">
              <a:ext uri="{FF2B5EF4-FFF2-40B4-BE49-F238E27FC236}">
                <a16:creationId xmlns:a16="http://schemas.microsoft.com/office/drawing/2014/main" id="{4E203231-085C-4E68-8A2C-C59ADB4217E8}"/>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sues200_uav_150m_to_satellite/footnote-1">
            <a:extLst xmlns:a="http://schemas.openxmlformats.org/drawingml/2006/main">
              <a:ext uri="{FF2B5EF4-FFF2-40B4-BE49-F238E27FC236}">
                <a16:creationId xmlns:a16="http://schemas.microsoft.com/office/drawing/2014/main" id="{7E6E24A5-066B-494D-87CA-32D797BA0CA6}"/>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sues200_uav_150m_to_satellite/footnote-2">
            <a:extLst xmlns:a="http://schemas.openxmlformats.org/drawingml/2006/main">
              <a:ext uri="{FF2B5EF4-FFF2-40B4-BE49-F238E27FC236}">
                <a16:creationId xmlns:a16="http://schemas.microsoft.com/office/drawing/2014/main" id="{A7B30C16-603A-4FC5-969D-0AB0A386F900}"/>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sues200_uav_150m_to_satellite/footnote-3">
            <a:extLst xmlns:a="http://schemas.openxmlformats.org/drawingml/2006/main">
              <a:ext uri="{FF2B5EF4-FFF2-40B4-BE49-F238E27FC236}">
                <a16:creationId xmlns:a16="http://schemas.microsoft.com/office/drawing/2014/main" id="{07EA12E3-71BF-454A-AB8D-BCABE268DBA7}"/>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sues200_uav_150m_to_satellite/footnote-4">
            <a:extLst xmlns:a="http://schemas.openxmlformats.org/drawingml/2006/main">
              <a:ext uri="{FF2B5EF4-FFF2-40B4-BE49-F238E27FC236}">
                <a16:creationId xmlns:a16="http://schemas.microsoft.com/office/drawing/2014/main" id="{8113B9EB-E537-40FE-9291-4FE943CFEAAB}"/>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sues200_uav_150m_to_satellite/footnote-5">
            <a:extLst xmlns:a="http://schemas.openxmlformats.org/drawingml/2006/main">
              <a:ext uri="{FF2B5EF4-FFF2-40B4-BE49-F238E27FC236}">
                <a16:creationId xmlns:a16="http://schemas.microsoft.com/office/drawing/2014/main" id="{D378FD28-5029-4FE2-B76B-562ADF3F5041}"/>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sues200_uav_150m_to_satellite/footnote-6">
            <a:extLst xmlns:a="http://schemas.openxmlformats.org/drawingml/2006/main">
              <a:ext uri="{FF2B5EF4-FFF2-40B4-BE49-F238E27FC236}">
                <a16:creationId xmlns:a16="http://schemas.microsoft.com/office/drawing/2014/main" id="{98886D2D-E359-4F6F-A901-3BCB0426E367}"/>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13154834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sues200_satellite_to_uav_150m/title">
            <a:extLst xmlns:a="http://schemas.openxmlformats.org/drawingml/2006/main">
              <a:ext uri="{FF2B5EF4-FFF2-40B4-BE49-F238E27FC236}">
                <a16:creationId xmlns:a16="http://schemas.microsoft.com/office/drawing/2014/main" id="{B7A328DE-1E8C-4F2F-A7A6-C760200B6C4A}"/>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150 m</a:t>
            </a:r>
          </a:p>
        </p:txBody>
      </p:sp>
      <p:sp>
        <p:nvSpPr>
          <p:cNvPr id="2" name="sues200_satellite_to_uav_150m/subtitle">
            <a:extLst xmlns:a="http://schemas.openxmlformats.org/drawingml/2006/main">
              <a:ext uri="{FF2B5EF4-FFF2-40B4-BE49-F238E27FC236}">
                <a16:creationId xmlns:a16="http://schemas.microsoft.com/office/drawing/2014/main" id="{92C3A5E9-69F2-4884-BDC4-144E9A3AF150}"/>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sues200_satellite_to_uav_150m/legend/visual/marker">
            <a:extLst xmlns:a="http://schemas.openxmlformats.org/drawingml/2006/main">
              <a:ext uri="{FF2B5EF4-FFF2-40B4-BE49-F238E27FC236}">
                <a16:creationId xmlns:a16="http://schemas.microsoft.com/office/drawing/2014/main" id="{29D7F61A-D966-4C4A-8C5F-CEFCAB93D4C4}"/>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satellite_to_uav_150m/legend/visual/text">
            <a:extLst xmlns:a="http://schemas.openxmlformats.org/drawingml/2006/main">
              <a:ext uri="{FF2B5EF4-FFF2-40B4-BE49-F238E27FC236}">
                <a16:creationId xmlns:a16="http://schemas.microsoft.com/office/drawing/2014/main" id="{A168131D-FFDD-4B7F-8A7D-21E48C742DAD}"/>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satellite_to_uav_150m/legend/full/marker">
            <a:extLst xmlns:a="http://schemas.openxmlformats.org/drawingml/2006/main">
              <a:ext uri="{FF2B5EF4-FFF2-40B4-BE49-F238E27FC236}">
                <a16:creationId xmlns:a16="http://schemas.microsoft.com/office/drawing/2014/main" id="{F93A41DA-8FA7-4FF0-B2CF-48B04C92BA8C}"/>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satellite_to_uav_150m/legend/full/text">
            <a:extLst xmlns:a="http://schemas.openxmlformats.org/drawingml/2006/main">
              <a:ext uri="{FF2B5EF4-FFF2-40B4-BE49-F238E27FC236}">
                <a16:creationId xmlns:a16="http://schemas.microsoft.com/office/drawing/2014/main" id="{5EE0A1E8-5739-450C-A220-E1FA3D87B105}"/>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satellite_to_uav_150m/y-axis-label">
            <a:extLst xmlns:a="http://schemas.openxmlformats.org/drawingml/2006/main">
              <a:ext uri="{FF2B5EF4-FFF2-40B4-BE49-F238E27FC236}">
                <a16:creationId xmlns:a16="http://schemas.microsoft.com/office/drawing/2014/main" id="{2BCE9283-18D1-4C2A-AA5A-ACA66E576984}"/>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sues200_satellite_to_uav_150m/sues200_satellite_to_uav_150m/seed-1/heading">
            <a:extLst xmlns:a="http://schemas.openxmlformats.org/drawingml/2006/main">
              <a:ext uri="{FF2B5EF4-FFF2-40B4-BE49-F238E27FC236}">
                <a16:creationId xmlns:a16="http://schemas.microsoft.com/office/drawing/2014/main" id="{E233E043-74E9-45D9-9E65-3B8CEF0B8724}"/>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satellite_to_uav_150m/sues200_satellite_to_uav_150m/seed-1/y-grid-0">
            <a:extLst xmlns:a="http://schemas.openxmlformats.org/drawingml/2006/main">
              <a:ext uri="{FF2B5EF4-FFF2-40B4-BE49-F238E27FC236}">
                <a16:creationId xmlns:a16="http://schemas.microsoft.com/office/drawing/2014/main" id="{0A542917-17C5-4479-8F3A-3E4F5D1885E1}"/>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satellite_to_uav_150m/sues200_satellite_to_uav_150m/seed-1/y-label-0">
            <a:extLst xmlns:a="http://schemas.openxmlformats.org/drawingml/2006/main">
              <a:ext uri="{FF2B5EF4-FFF2-40B4-BE49-F238E27FC236}">
                <a16:creationId xmlns:a16="http://schemas.microsoft.com/office/drawing/2014/main" id="{F29F4AB0-54F1-40A7-A954-DBA4BEA7A194}"/>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satellite_to_uav_150m/sues200_satellite_to_uav_150m/seed-1/x-tick-0">
            <a:extLst xmlns:a="http://schemas.openxmlformats.org/drawingml/2006/main">
              <a:ext uri="{FF2B5EF4-FFF2-40B4-BE49-F238E27FC236}">
                <a16:creationId xmlns:a16="http://schemas.microsoft.com/office/drawing/2014/main" id="{8846450D-6593-471F-A79C-6348C7F2187D}"/>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satellite_to_uav_150m/sues200_satellite_to_uav_150m/seed-1/x-label-0">
            <a:extLst xmlns:a="http://schemas.openxmlformats.org/drawingml/2006/main">
              <a:ext uri="{FF2B5EF4-FFF2-40B4-BE49-F238E27FC236}">
                <a16:creationId xmlns:a16="http://schemas.microsoft.com/office/drawing/2014/main" id="{DADD0070-81EE-4F8D-B137-26D620C99200}"/>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150m/sues200_satellite_to_uav_150m/seed-1/y-grid-25">
            <a:extLst xmlns:a="http://schemas.openxmlformats.org/drawingml/2006/main">
              <a:ext uri="{FF2B5EF4-FFF2-40B4-BE49-F238E27FC236}">
                <a16:creationId xmlns:a16="http://schemas.microsoft.com/office/drawing/2014/main" id="{C6CD155E-4AD3-468B-AA03-9B79E4E3235D}"/>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satellite_to_uav_150m/sues200_satellite_to_uav_150m/seed-1/y-label-25">
            <a:extLst xmlns:a="http://schemas.openxmlformats.org/drawingml/2006/main">
              <a:ext uri="{FF2B5EF4-FFF2-40B4-BE49-F238E27FC236}">
                <a16:creationId xmlns:a16="http://schemas.microsoft.com/office/drawing/2014/main" id="{53A0AC2D-B027-4D5B-8DC3-527B62D6FC99}"/>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satellite_to_uav_150m/sues200_satellite_to_uav_150m/seed-1/x-tick-25">
            <a:extLst xmlns:a="http://schemas.openxmlformats.org/drawingml/2006/main">
              <a:ext uri="{FF2B5EF4-FFF2-40B4-BE49-F238E27FC236}">
                <a16:creationId xmlns:a16="http://schemas.microsoft.com/office/drawing/2014/main" id="{64B1AE0B-BEEE-4D46-98CA-F83AB9FEFC18}"/>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satellite_to_uav_150m/sues200_satellite_to_uav_150m/seed-1/x-label-25">
            <a:extLst xmlns:a="http://schemas.openxmlformats.org/drawingml/2006/main">
              <a:ext uri="{FF2B5EF4-FFF2-40B4-BE49-F238E27FC236}">
                <a16:creationId xmlns:a16="http://schemas.microsoft.com/office/drawing/2014/main" id="{17EA6845-C5BD-4F5B-9992-A2C9C47D588E}"/>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satellite_to_uav_150m/sues200_satellite_to_uav_150m/seed-1/y-grid-50">
            <a:extLst xmlns:a="http://schemas.openxmlformats.org/drawingml/2006/main">
              <a:ext uri="{FF2B5EF4-FFF2-40B4-BE49-F238E27FC236}">
                <a16:creationId xmlns:a16="http://schemas.microsoft.com/office/drawing/2014/main" id="{C3BFE745-DC28-4206-B10A-76A635F4E8D5}"/>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satellite_to_uav_150m/sues200_satellite_to_uav_150m/seed-1/y-label-50">
            <a:extLst xmlns:a="http://schemas.openxmlformats.org/drawingml/2006/main">
              <a:ext uri="{FF2B5EF4-FFF2-40B4-BE49-F238E27FC236}">
                <a16:creationId xmlns:a16="http://schemas.microsoft.com/office/drawing/2014/main" id="{32093DB6-C778-48D6-AC34-5BE710B84CB4}"/>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satellite_to_uav_150m/sues200_satellite_to_uav_150m/seed-1/x-tick-50">
            <a:extLst xmlns:a="http://schemas.openxmlformats.org/drawingml/2006/main">
              <a:ext uri="{FF2B5EF4-FFF2-40B4-BE49-F238E27FC236}">
                <a16:creationId xmlns:a16="http://schemas.microsoft.com/office/drawing/2014/main" id="{C8B77718-7BCF-4B07-94A6-2A7D3790E182}"/>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satellite_to_uav_150m/sues200_satellite_to_uav_150m/seed-1/x-label-50">
            <a:extLst xmlns:a="http://schemas.openxmlformats.org/drawingml/2006/main">
              <a:ext uri="{FF2B5EF4-FFF2-40B4-BE49-F238E27FC236}">
                <a16:creationId xmlns:a16="http://schemas.microsoft.com/office/drawing/2014/main" id="{A6781468-238B-45C9-BBA2-B7CDC0663A0C}"/>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satellite_to_uav_150m/sues200_satellite_to_uav_150m/seed-1/y-grid-75">
            <a:extLst xmlns:a="http://schemas.openxmlformats.org/drawingml/2006/main">
              <a:ext uri="{FF2B5EF4-FFF2-40B4-BE49-F238E27FC236}">
                <a16:creationId xmlns:a16="http://schemas.microsoft.com/office/drawing/2014/main" id="{0372E3E2-AC62-442A-97FC-914EB2F39315}"/>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satellite_to_uav_150m/sues200_satellite_to_uav_150m/seed-1/y-label-75">
            <a:extLst xmlns:a="http://schemas.openxmlformats.org/drawingml/2006/main">
              <a:ext uri="{FF2B5EF4-FFF2-40B4-BE49-F238E27FC236}">
                <a16:creationId xmlns:a16="http://schemas.microsoft.com/office/drawing/2014/main" id="{44D88C70-3E23-476D-9D12-66740455E9D2}"/>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satellite_to_uav_150m/sues200_satellite_to_uav_150m/seed-1/x-tick-75">
            <a:extLst xmlns:a="http://schemas.openxmlformats.org/drawingml/2006/main">
              <a:ext uri="{FF2B5EF4-FFF2-40B4-BE49-F238E27FC236}">
                <a16:creationId xmlns:a16="http://schemas.microsoft.com/office/drawing/2014/main" id="{6CD60A61-A9A6-4977-808C-260EBD3442E6}"/>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satellite_to_uav_150m/sues200_satellite_to_uav_150m/seed-1/x-label-75">
            <a:extLst xmlns:a="http://schemas.openxmlformats.org/drawingml/2006/main">
              <a:ext uri="{FF2B5EF4-FFF2-40B4-BE49-F238E27FC236}">
                <a16:creationId xmlns:a16="http://schemas.microsoft.com/office/drawing/2014/main" id="{1D53B937-1307-4659-80E0-C79EA88FAE26}"/>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satellite_to_uav_150m/sues200_satellite_to_uav_150m/seed-1/y-grid-100">
            <a:extLst xmlns:a="http://schemas.openxmlformats.org/drawingml/2006/main">
              <a:ext uri="{FF2B5EF4-FFF2-40B4-BE49-F238E27FC236}">
                <a16:creationId xmlns:a16="http://schemas.microsoft.com/office/drawing/2014/main" id="{5A748F8B-A784-4785-A85D-4F380421DCCD}"/>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satellite_to_uav_150m/sues200_satellite_to_uav_150m/seed-1/y-label-100">
            <a:extLst xmlns:a="http://schemas.openxmlformats.org/drawingml/2006/main">
              <a:ext uri="{FF2B5EF4-FFF2-40B4-BE49-F238E27FC236}">
                <a16:creationId xmlns:a16="http://schemas.microsoft.com/office/drawing/2014/main" id="{B4DAAD43-C1F4-4E54-AFAE-34698B112AC5}"/>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satellite_to_uav_150m/sues200_satellite_to_uav_150m/seed-1/x-tick-100">
            <a:extLst xmlns:a="http://schemas.openxmlformats.org/drawingml/2006/main">
              <a:ext uri="{FF2B5EF4-FFF2-40B4-BE49-F238E27FC236}">
                <a16:creationId xmlns:a16="http://schemas.microsoft.com/office/drawing/2014/main" id="{1EF84FD0-8DB6-410F-A78E-AC63F85AF8CB}"/>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satellite_to_uav_150m/sues200_satellite_to_uav_150m/seed-1/x-label-100">
            <a:extLst xmlns:a="http://schemas.openxmlformats.org/drawingml/2006/main">
              <a:ext uri="{FF2B5EF4-FFF2-40B4-BE49-F238E27FC236}">
                <a16:creationId xmlns:a16="http://schemas.microsoft.com/office/drawing/2014/main" id="{A61FD1F8-B211-462B-92FB-F571FFE43E2A}"/>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satellite_to_uav_150m/sues200_satellite_to_uav_150m/seed-1/y-axis">
            <a:extLst xmlns:a="http://schemas.openxmlformats.org/drawingml/2006/main">
              <a:ext uri="{FF2B5EF4-FFF2-40B4-BE49-F238E27FC236}">
                <a16:creationId xmlns:a16="http://schemas.microsoft.com/office/drawing/2014/main" id="{C9A9201E-150B-40E8-B7FF-952AC5ACAD89}"/>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150m/sues200_satellite_to_uav_150m/seed-1/x-axis">
            <a:extLst xmlns:a="http://schemas.openxmlformats.org/drawingml/2006/main">
              <a:ext uri="{FF2B5EF4-FFF2-40B4-BE49-F238E27FC236}">
                <a16:creationId xmlns:a16="http://schemas.microsoft.com/office/drawing/2014/main" id="{1146F679-82DE-4E3F-9613-2AB434F50081}"/>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satellite_to_uav_150m/sues200_satellite_to_uav_150m/seed-1/visual/guide-1-2">
            <a:extLst xmlns:a="http://schemas.openxmlformats.org/drawingml/2006/main">
              <a:ext uri="{FF2B5EF4-FFF2-40B4-BE49-F238E27FC236}">
                <a16:creationId xmlns:a16="http://schemas.microsoft.com/office/drawing/2014/main" id="{60FBDC02-A723-4655-BCCB-7751739E84AE}"/>
              </a:ext>
            </a:extLst>
          </p:cNvPr>
          <p:cNvSpPr>
            <a:spLocks xmlns:a="http://schemas.openxmlformats.org/drawingml/2006/main" noGrp="1"/>
          </p:cNvSpPr>
          <p:nvPr/>
        </p:nvSpPr>
        <p:spPr>
          <a:xfrm xmlns:a="http://schemas.openxmlformats.org/drawingml/2006/main" flipV="1">
            <a:off x="1333500" y="2192020"/>
            <a:ext cx="400050" cy="22352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sues200_satellite_to_uav_150m/sues200_satellite_to_uav_150m/seed-1/visual/guide-2-3">
            <a:extLst xmlns:a="http://schemas.openxmlformats.org/drawingml/2006/main">
              <a:ext uri="{FF2B5EF4-FFF2-40B4-BE49-F238E27FC236}">
                <a16:creationId xmlns:a16="http://schemas.microsoft.com/office/drawing/2014/main" id="{4191A0DB-F7B2-4C23-894B-FB834AFB9D39}"/>
              </a:ext>
            </a:extLst>
          </p:cNvPr>
          <p:cNvSpPr>
            <a:spLocks xmlns:a="http://schemas.openxmlformats.org/drawingml/2006/main" noGrp="1"/>
          </p:cNvSpPr>
          <p:nvPr/>
        </p:nvSpPr>
        <p:spPr>
          <a:xfrm xmlns:a="http://schemas.openxmlformats.org/drawingml/2006/main" flipV="1">
            <a:off x="1733550" y="2049780"/>
            <a:ext cx="240030" cy="14224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sues200_satellite_to_uav_150m/sues200_satellite_to_uav_150m/seed-1/visual/guide-3-4">
            <a:extLst xmlns:a="http://schemas.openxmlformats.org/drawingml/2006/main">
              <a:ext uri="{FF2B5EF4-FFF2-40B4-BE49-F238E27FC236}">
                <a16:creationId xmlns:a16="http://schemas.microsoft.com/office/drawing/2014/main" id="{9D618B69-DCF4-41CE-8284-56AE9C8D9E07}"/>
              </a:ext>
            </a:extLst>
          </p:cNvPr>
          <p:cNvSpPr>
            <a:spLocks xmlns:a="http://schemas.openxmlformats.org/drawingml/2006/main" noGrp="1"/>
          </p:cNvSpPr>
          <p:nvPr/>
        </p:nvSpPr>
        <p:spPr>
          <a:xfrm xmlns:a="http://schemas.openxmlformats.org/drawingml/2006/main" flipV="1">
            <a:off x="1973580" y="2009140"/>
            <a:ext cx="160020" cy="4064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sues200_satellite_to_uav_150m/sues200_satellite_to_uav_150m/seed-1/visual/point-cov-0.5">
            <a:extLst xmlns:a="http://schemas.openxmlformats.org/drawingml/2006/main">
              <a:ext uri="{FF2B5EF4-FFF2-40B4-BE49-F238E27FC236}">
                <a16:creationId xmlns:a16="http://schemas.microsoft.com/office/drawing/2014/main" id="{3432D6FD-B055-4F66-B902-F381098D7A01}"/>
              </a:ext>
            </a:extLst>
          </p:cNvPr>
          <p:cNvSpPr>
            <a:spLocks xmlns:a="http://schemas.openxmlformats.org/drawingml/2006/main" noGrp="1"/>
          </p:cNvSpPr>
          <p:nvPr/>
        </p:nvSpPr>
        <p:spPr>
          <a:xfrm xmlns:a="http://schemas.openxmlformats.org/drawingml/2006/main">
            <a:off x="1303655" y="238569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satellite_to_uav_150m/sues200_satellite_to_uav_150m/seed-1/visual/point-cov-0.75">
            <a:extLst xmlns:a="http://schemas.openxmlformats.org/drawingml/2006/main">
              <a:ext uri="{FF2B5EF4-FFF2-40B4-BE49-F238E27FC236}">
                <a16:creationId xmlns:a16="http://schemas.microsoft.com/office/drawing/2014/main" id="{3107841E-5333-48C5-8042-3974550C5F2A}"/>
              </a:ext>
            </a:extLst>
          </p:cNvPr>
          <p:cNvSpPr>
            <a:spLocks xmlns:a="http://schemas.openxmlformats.org/drawingml/2006/main" noGrp="1"/>
          </p:cNvSpPr>
          <p:nvPr/>
        </p:nvSpPr>
        <p:spPr>
          <a:xfrm xmlns:a="http://schemas.openxmlformats.org/drawingml/2006/main">
            <a:off x="1703705" y="21621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satellite_to_uav_150m/sues200_satellite_to_uav_150m/seed-1/visual/point-cov-0.9">
            <a:extLst xmlns:a="http://schemas.openxmlformats.org/drawingml/2006/main">
              <a:ext uri="{FF2B5EF4-FFF2-40B4-BE49-F238E27FC236}">
                <a16:creationId xmlns:a16="http://schemas.microsoft.com/office/drawing/2014/main" id="{9C5BC2B5-7B90-4A0A-8798-EC29C2A98BF0}"/>
              </a:ext>
            </a:extLst>
          </p:cNvPr>
          <p:cNvSpPr>
            <a:spLocks xmlns:a="http://schemas.openxmlformats.org/drawingml/2006/main" noGrp="1"/>
          </p:cNvSpPr>
          <p:nvPr/>
        </p:nvSpPr>
        <p:spPr>
          <a:xfrm xmlns:a="http://schemas.openxmlformats.org/drawingml/2006/main">
            <a:off x="1943735" y="20199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satellite_to_uav_150m/sues200_satellite_to_uav_150m/seed-1/visual/point-cov-1">
            <a:extLst xmlns:a="http://schemas.openxmlformats.org/drawingml/2006/main">
              <a:ext uri="{FF2B5EF4-FFF2-40B4-BE49-F238E27FC236}">
                <a16:creationId xmlns:a16="http://schemas.microsoft.com/office/drawing/2014/main" id="{55FE213E-FBEF-414F-B869-5DF62165895F}"/>
              </a:ext>
            </a:extLst>
          </p:cNvPr>
          <p:cNvSpPr>
            <a:spLocks xmlns:a="http://schemas.openxmlformats.org/drawingml/2006/main" noGrp="1"/>
          </p:cNvSpPr>
          <p:nvPr/>
        </p:nvSpPr>
        <p:spPr>
          <a:xfrm xmlns:a="http://schemas.openxmlformats.org/drawingml/2006/main">
            <a:off x="2103755" y="197929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sues200_satellite_to_uav_150m/sues200_satellite_to_uav_150m/seed-1/full/guide-1-2">
            <a:extLst xmlns:a="http://schemas.openxmlformats.org/drawingml/2006/main">
              <a:ext uri="{FF2B5EF4-FFF2-40B4-BE49-F238E27FC236}">
                <a16:creationId xmlns:a16="http://schemas.microsoft.com/office/drawing/2014/main" id="{B6E731C4-F829-4B03-8400-71C338BDA201}"/>
              </a:ext>
            </a:extLst>
          </p:cNvPr>
          <p:cNvSpPr>
            <a:spLocks xmlns:a="http://schemas.openxmlformats.org/drawingml/2006/main" noGrp="1"/>
          </p:cNvSpPr>
          <p:nvPr/>
        </p:nvSpPr>
        <p:spPr>
          <a:xfrm xmlns:a="http://schemas.openxmlformats.org/drawingml/2006/main" flipV="1">
            <a:off x="1333500" y="2293620"/>
            <a:ext cx="400050" cy="24384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sues200_satellite_to_uav_150m/sues200_satellite_to_uav_150m/seed-1/full/guide-2-3">
            <a:extLst xmlns:a="http://schemas.openxmlformats.org/drawingml/2006/main">
              <a:ext uri="{FF2B5EF4-FFF2-40B4-BE49-F238E27FC236}">
                <a16:creationId xmlns:a16="http://schemas.microsoft.com/office/drawing/2014/main" id="{D5DCFBEF-30AA-4953-8B60-0E497A6B50BC}"/>
              </a:ext>
            </a:extLst>
          </p:cNvPr>
          <p:cNvSpPr>
            <a:spLocks xmlns:a="http://schemas.openxmlformats.org/drawingml/2006/main" noGrp="1"/>
          </p:cNvSpPr>
          <p:nvPr/>
        </p:nvSpPr>
        <p:spPr>
          <a:xfrm xmlns:a="http://schemas.openxmlformats.org/drawingml/2006/main" flipV="1">
            <a:off x="1733550" y="2151380"/>
            <a:ext cx="240030" cy="14224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sues200_satellite_to_uav_150m/sues200_satellite_to_uav_150m/seed-1/full/guide-3-4">
            <a:extLst xmlns:a="http://schemas.openxmlformats.org/drawingml/2006/main">
              <a:ext uri="{FF2B5EF4-FFF2-40B4-BE49-F238E27FC236}">
                <a16:creationId xmlns:a16="http://schemas.microsoft.com/office/drawing/2014/main" id="{419F676B-D89D-40AA-AE2C-29A91A5B3D9E}"/>
              </a:ext>
            </a:extLst>
          </p:cNvPr>
          <p:cNvSpPr>
            <a:spLocks xmlns:a="http://schemas.openxmlformats.org/drawingml/2006/main" noGrp="1"/>
          </p:cNvSpPr>
          <p:nvPr/>
        </p:nvSpPr>
        <p:spPr>
          <a:xfrm xmlns:a="http://schemas.openxmlformats.org/drawingml/2006/main" flipV="1">
            <a:off x="1973580" y="2110740"/>
            <a:ext cx="160020" cy="4064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sues200_satellite_to_uav_150m/sues200_satellite_to_uav_150m/seed-1/full/point-cov-0.5">
            <a:extLst xmlns:a="http://schemas.openxmlformats.org/drawingml/2006/main">
              <a:ext uri="{FF2B5EF4-FFF2-40B4-BE49-F238E27FC236}">
                <a16:creationId xmlns:a16="http://schemas.microsoft.com/office/drawing/2014/main" id="{3D942477-BC7E-49CF-9B80-809EA8EE70C6}"/>
              </a:ext>
            </a:extLst>
          </p:cNvPr>
          <p:cNvSpPr>
            <a:spLocks xmlns:a="http://schemas.openxmlformats.org/drawingml/2006/main" noGrp="1"/>
          </p:cNvSpPr>
          <p:nvPr/>
        </p:nvSpPr>
        <p:spPr>
          <a:xfrm xmlns:a="http://schemas.openxmlformats.org/drawingml/2006/main">
            <a:off x="1309370" y="251333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sues200_satellite_to_uav_150m/sues200_satellite_to_uav_150m/seed-1/full/point-cov-0.75">
            <a:extLst xmlns:a="http://schemas.openxmlformats.org/drawingml/2006/main">
              <a:ext uri="{FF2B5EF4-FFF2-40B4-BE49-F238E27FC236}">
                <a16:creationId xmlns:a16="http://schemas.microsoft.com/office/drawing/2014/main" id="{C9DA7AA8-5646-4FC5-8FB9-4A5E6F57B402}"/>
              </a:ext>
            </a:extLst>
          </p:cNvPr>
          <p:cNvSpPr>
            <a:spLocks xmlns:a="http://schemas.openxmlformats.org/drawingml/2006/main" noGrp="1"/>
          </p:cNvSpPr>
          <p:nvPr/>
        </p:nvSpPr>
        <p:spPr>
          <a:xfrm xmlns:a="http://schemas.openxmlformats.org/drawingml/2006/main">
            <a:off x="1709420" y="22694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sues200_satellite_to_uav_150m/sues200_satellite_to_uav_150m/seed-1/full/point-cov-0.9">
            <a:extLst xmlns:a="http://schemas.openxmlformats.org/drawingml/2006/main">
              <a:ext uri="{FF2B5EF4-FFF2-40B4-BE49-F238E27FC236}">
                <a16:creationId xmlns:a16="http://schemas.microsoft.com/office/drawing/2014/main" id="{B505B3E1-402B-4B46-A217-5488ACC557F2}"/>
              </a:ext>
            </a:extLst>
          </p:cNvPr>
          <p:cNvSpPr>
            <a:spLocks xmlns:a="http://schemas.openxmlformats.org/drawingml/2006/main" noGrp="1"/>
          </p:cNvSpPr>
          <p:nvPr/>
        </p:nvSpPr>
        <p:spPr>
          <a:xfrm xmlns:a="http://schemas.openxmlformats.org/drawingml/2006/main">
            <a:off x="1949450" y="21272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sues200_satellite_to_uav_150m/sues200_satellite_to_uav_150m/seed-1/full/point-cov-1">
            <a:extLst xmlns:a="http://schemas.openxmlformats.org/drawingml/2006/main">
              <a:ext uri="{FF2B5EF4-FFF2-40B4-BE49-F238E27FC236}">
                <a16:creationId xmlns:a16="http://schemas.microsoft.com/office/drawing/2014/main" id="{64AD622B-E5EB-404D-9404-53DE47C4CCDA}"/>
              </a:ext>
            </a:extLst>
          </p:cNvPr>
          <p:cNvSpPr>
            <a:spLocks xmlns:a="http://schemas.openxmlformats.org/drawingml/2006/main" noGrp="1"/>
          </p:cNvSpPr>
          <p:nvPr/>
        </p:nvSpPr>
        <p:spPr>
          <a:xfrm xmlns:a="http://schemas.openxmlformats.org/drawingml/2006/main">
            <a:off x="2109470" y="20866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sues200_satellite_to_uav_150m/sues200_satellite_to_uav_150m/seed-1/count/N">
            <a:extLst xmlns:a="http://schemas.openxmlformats.org/drawingml/2006/main">
              <a:ext uri="{FF2B5EF4-FFF2-40B4-BE49-F238E27FC236}">
                <a16:creationId xmlns:a16="http://schemas.microsoft.com/office/drawing/2014/main" id="{961A5CA6-CE18-4D36-B65C-483398EDCD7D}"/>
              </a:ext>
            </a:extLst>
          </p:cNvPr>
          <p:cNvSpPr>
            <a:spLocks xmlns:a="http://schemas.openxmlformats.org/drawingml/2006/main" noGrp="1"/>
          </p:cNvSpPr>
          <p:nvPr/>
        </p:nvSpPr>
        <p:spPr>
          <a:xfrm xmlns:a="http://schemas.openxmlformats.org/drawingml/2006/main">
            <a:off x="9212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46" name="sues200_satellite_to_uav_150m/sues200_satellite_to_uav_150m/seed-1/count/header/requested">
            <a:extLst xmlns:a="http://schemas.openxmlformats.org/drawingml/2006/main">
              <a:ext uri="{FF2B5EF4-FFF2-40B4-BE49-F238E27FC236}">
                <a16:creationId xmlns:a16="http://schemas.microsoft.com/office/drawing/2014/main" id="{0944EA82-7A2F-49A8-85E0-DECEFFE52BE1}"/>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sues200_satellite_to_uav_150m/sues200_satellite_to_uav_150m/seed-1/count/header/kN">
            <a:extLst xmlns:a="http://schemas.openxmlformats.org/drawingml/2006/main">
              <a:ext uri="{FF2B5EF4-FFF2-40B4-BE49-F238E27FC236}">
                <a16:creationId xmlns:a16="http://schemas.microsoft.com/office/drawing/2014/main" id="{BB4FEC0D-52A4-4F05-89E8-014C345AA98E}"/>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sues200_satellite_to_uav_150m/sues200_satellite_to_uav_150m/seed-1/count/header/overlap">
            <a:extLst xmlns:a="http://schemas.openxmlformats.org/drawingml/2006/main">
              <a:ext uri="{FF2B5EF4-FFF2-40B4-BE49-F238E27FC236}">
                <a16:creationId xmlns:a16="http://schemas.microsoft.com/office/drawing/2014/main" id="{1CE1E632-4C28-4295-96B7-8C1C1BD4836E}"/>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sues200_satellite_to_uav_150m/sues200_satellite_to_uav_150m/seed-1/count/header/rule">
            <a:extLst xmlns:a="http://schemas.openxmlformats.org/drawingml/2006/main">
              <a:ext uri="{FF2B5EF4-FFF2-40B4-BE49-F238E27FC236}">
                <a16:creationId xmlns:a16="http://schemas.microsoft.com/office/drawing/2014/main" id="{86785CF4-414F-4EA0-BC6D-8D2BA9C590AA}"/>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sues200_satellite_to_uav_150m/sues200_satellite_to_uav_150m/seed-1/count/cov-0.5/requested">
            <a:extLst xmlns:a="http://schemas.openxmlformats.org/drawingml/2006/main">
              <a:ext uri="{FF2B5EF4-FFF2-40B4-BE49-F238E27FC236}">
                <a16:creationId xmlns:a16="http://schemas.microsoft.com/office/drawing/2014/main" id="{EFE21112-CD77-4A22-BBF8-C8D1E52D8FF9}"/>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sues200_satellite_to_uav_150m/sues200_satellite_to_uav_150m/seed-1/count/cov-0.5/kN">
            <a:extLst xmlns:a="http://schemas.openxmlformats.org/drawingml/2006/main">
              <a:ext uri="{FF2B5EF4-FFF2-40B4-BE49-F238E27FC236}">
                <a16:creationId xmlns:a16="http://schemas.microsoft.com/office/drawing/2014/main" id="{3AD8531C-C119-4B0B-9132-633DC60D1182}"/>
              </a:ext>
            </a:extLst>
          </p:cNvPr>
          <p:cNvSpPr>
            <a:spLocks xmlns:a="http://schemas.openxmlformats.org/drawingml/2006/main" noGrp="1"/>
          </p:cNvSpPr>
          <p:nvPr/>
        </p:nvSpPr>
        <p:spPr>
          <a:xfrm xmlns:a="http://schemas.openxmlformats.org/drawingml/2006/main">
            <a:off x="11763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52" name="sues200_satellite_to_uav_150m/sues200_satellite_to_uav_150m/seed-1/count/cov-0.5/overlap">
            <a:extLst xmlns:a="http://schemas.openxmlformats.org/drawingml/2006/main">
              <a:ext uri="{FF2B5EF4-FFF2-40B4-BE49-F238E27FC236}">
                <a16:creationId xmlns:a16="http://schemas.microsoft.com/office/drawing/2014/main" id="{E49D87E7-62F5-43EE-A7CC-F5056726A621}"/>
              </a:ext>
            </a:extLst>
          </p:cNvPr>
          <p:cNvSpPr>
            <a:spLocks xmlns:a="http://schemas.openxmlformats.org/drawingml/2006/main" noGrp="1"/>
          </p:cNvSpPr>
          <p:nvPr/>
        </p:nvSpPr>
        <p:spPr>
          <a:xfrm xmlns:a="http://schemas.openxmlformats.org/drawingml/2006/main">
            <a:off x="18819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53" name="sues200_satellite_to_uav_150m/sues200_satellite_to_uav_150m/seed-1/count/cov-0.75/requested">
            <a:extLst xmlns:a="http://schemas.openxmlformats.org/drawingml/2006/main">
              <a:ext uri="{FF2B5EF4-FFF2-40B4-BE49-F238E27FC236}">
                <a16:creationId xmlns:a16="http://schemas.microsoft.com/office/drawing/2014/main" id="{FF4A68EC-F690-4C54-BE17-5EE45AC27C01}"/>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sues200_satellite_to_uav_150m/sues200_satellite_to_uav_150m/seed-1/count/cov-0.75/kN">
            <a:extLst xmlns:a="http://schemas.openxmlformats.org/drawingml/2006/main">
              <a:ext uri="{FF2B5EF4-FFF2-40B4-BE49-F238E27FC236}">
                <a16:creationId xmlns:a16="http://schemas.microsoft.com/office/drawing/2014/main" id="{D0B7F2BD-DE9E-4099-A1AE-AE15BF26005D}"/>
              </a:ext>
            </a:extLst>
          </p:cNvPr>
          <p:cNvSpPr>
            <a:spLocks xmlns:a="http://schemas.openxmlformats.org/drawingml/2006/main" noGrp="1"/>
          </p:cNvSpPr>
          <p:nvPr/>
        </p:nvSpPr>
        <p:spPr>
          <a:xfrm xmlns:a="http://schemas.openxmlformats.org/drawingml/2006/main">
            <a:off x="11763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55" name="sues200_satellite_to_uav_150m/sues200_satellite_to_uav_150m/seed-1/count/cov-0.75/overlap">
            <a:extLst xmlns:a="http://schemas.openxmlformats.org/drawingml/2006/main">
              <a:ext uri="{FF2B5EF4-FFF2-40B4-BE49-F238E27FC236}">
                <a16:creationId xmlns:a16="http://schemas.microsoft.com/office/drawing/2014/main" id="{8516EDD1-4638-4357-B497-A43155AA05E1}"/>
              </a:ext>
            </a:extLst>
          </p:cNvPr>
          <p:cNvSpPr>
            <a:spLocks xmlns:a="http://schemas.openxmlformats.org/drawingml/2006/main" noGrp="1"/>
          </p:cNvSpPr>
          <p:nvPr/>
        </p:nvSpPr>
        <p:spPr>
          <a:xfrm xmlns:a="http://schemas.openxmlformats.org/drawingml/2006/main">
            <a:off x="18819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48</a:t>
            </a:r>
          </a:p>
        </p:txBody>
      </p:sp>
      <p:sp>
        <p:nvSpPr>
          <p:cNvPr id="56" name="sues200_satellite_to_uav_150m/sues200_satellite_to_uav_150m/seed-1/count/cov-0.9/requested">
            <a:extLst xmlns:a="http://schemas.openxmlformats.org/drawingml/2006/main">
              <a:ext uri="{FF2B5EF4-FFF2-40B4-BE49-F238E27FC236}">
                <a16:creationId xmlns:a16="http://schemas.microsoft.com/office/drawing/2014/main" id="{AE52D4DD-1806-4F80-8980-456572155008}"/>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sues200_satellite_to_uav_150m/sues200_satellite_to_uav_150m/seed-1/count/cov-0.9/kN">
            <a:extLst xmlns:a="http://schemas.openxmlformats.org/drawingml/2006/main">
              <a:ext uri="{FF2B5EF4-FFF2-40B4-BE49-F238E27FC236}">
                <a16:creationId xmlns:a16="http://schemas.microsoft.com/office/drawing/2014/main" id="{F35EA33D-E56E-4F79-97E1-468303424B13}"/>
              </a:ext>
            </a:extLst>
          </p:cNvPr>
          <p:cNvSpPr>
            <a:spLocks xmlns:a="http://schemas.openxmlformats.org/drawingml/2006/main" noGrp="1"/>
          </p:cNvSpPr>
          <p:nvPr/>
        </p:nvSpPr>
        <p:spPr>
          <a:xfrm xmlns:a="http://schemas.openxmlformats.org/drawingml/2006/main">
            <a:off x="11763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58" name="sues200_satellite_to_uav_150m/sues200_satellite_to_uav_150m/seed-1/count/cov-0.9/overlap">
            <a:extLst xmlns:a="http://schemas.openxmlformats.org/drawingml/2006/main">
              <a:ext uri="{FF2B5EF4-FFF2-40B4-BE49-F238E27FC236}">
                <a16:creationId xmlns:a16="http://schemas.microsoft.com/office/drawing/2014/main" id="{7B532912-8754-48BB-A291-210C33ECCD83}"/>
              </a:ext>
            </a:extLst>
          </p:cNvPr>
          <p:cNvSpPr>
            <a:spLocks xmlns:a="http://schemas.openxmlformats.org/drawingml/2006/main" noGrp="1"/>
          </p:cNvSpPr>
          <p:nvPr/>
        </p:nvSpPr>
        <p:spPr>
          <a:xfrm xmlns:a="http://schemas.openxmlformats.org/drawingml/2006/main">
            <a:off x="18819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67</a:t>
            </a:r>
          </a:p>
        </p:txBody>
      </p:sp>
      <p:sp>
        <p:nvSpPr>
          <p:cNvPr id="59" name="sues200_satellite_to_uav_150m/sues200_satellite_to_uav_150m/seed-1/count/cov-1/requested">
            <a:extLst xmlns:a="http://schemas.openxmlformats.org/drawingml/2006/main">
              <a:ext uri="{FF2B5EF4-FFF2-40B4-BE49-F238E27FC236}">
                <a16:creationId xmlns:a16="http://schemas.microsoft.com/office/drawing/2014/main" id="{25CAFD38-84BA-42C8-BD40-ABAA233D6E3F}"/>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sues200_satellite_to_uav_150m/sues200_satellite_to_uav_150m/seed-1/count/cov-1/kN">
            <a:extLst xmlns:a="http://schemas.openxmlformats.org/drawingml/2006/main">
              <a:ext uri="{FF2B5EF4-FFF2-40B4-BE49-F238E27FC236}">
                <a16:creationId xmlns:a16="http://schemas.microsoft.com/office/drawing/2014/main" id="{2D69C62B-6AB4-4C8F-88F5-01A0582EA9C3}"/>
              </a:ext>
            </a:extLst>
          </p:cNvPr>
          <p:cNvSpPr>
            <a:spLocks xmlns:a="http://schemas.openxmlformats.org/drawingml/2006/main" noGrp="1"/>
          </p:cNvSpPr>
          <p:nvPr/>
        </p:nvSpPr>
        <p:spPr>
          <a:xfrm xmlns:a="http://schemas.openxmlformats.org/drawingml/2006/main">
            <a:off x="11763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61" name="sues200_satellite_to_uav_150m/sues200_satellite_to_uav_150m/seed-1/count/cov-1/overlap">
            <a:extLst xmlns:a="http://schemas.openxmlformats.org/drawingml/2006/main">
              <a:ext uri="{FF2B5EF4-FFF2-40B4-BE49-F238E27FC236}">
                <a16:creationId xmlns:a16="http://schemas.microsoft.com/office/drawing/2014/main" id="{3420B9AC-03D2-42AD-B3FD-A970A5D9FBAF}"/>
              </a:ext>
            </a:extLst>
          </p:cNvPr>
          <p:cNvSpPr>
            <a:spLocks xmlns:a="http://schemas.openxmlformats.org/drawingml/2006/main" noGrp="1"/>
          </p:cNvSpPr>
          <p:nvPr/>
        </p:nvSpPr>
        <p:spPr>
          <a:xfrm xmlns:a="http://schemas.openxmlformats.org/drawingml/2006/main">
            <a:off x="18819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62" name="sues200_satellite_to_uav_150m/sues200_satellite_to_uav_150m/seed-1/success/heading">
            <a:extLst xmlns:a="http://schemas.openxmlformats.org/drawingml/2006/main">
              <a:ext uri="{FF2B5EF4-FFF2-40B4-BE49-F238E27FC236}">
                <a16:creationId xmlns:a16="http://schemas.microsoft.com/office/drawing/2014/main" id="{4E269A8A-5F37-4319-A934-322686D93E0C}"/>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sues200_satellite_to_uav_150m/sues200_satellite_to_uav_150m/seed-1/success/cov-0.5/heading">
            <a:extLst xmlns:a="http://schemas.openxmlformats.org/drawingml/2006/main">
              <a:ext uri="{FF2B5EF4-FFF2-40B4-BE49-F238E27FC236}">
                <a16:creationId xmlns:a16="http://schemas.microsoft.com/office/drawing/2014/main" id="{E46C992A-1497-4FA2-83FD-A74170847455}"/>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sues200_satellite_to_uav_150m/sues200_satellite_to_uav_150m/seed-1/visual/success-cov-0.5">
            <a:extLst xmlns:a="http://schemas.openxmlformats.org/drawingml/2006/main">
              <a:ext uri="{FF2B5EF4-FFF2-40B4-BE49-F238E27FC236}">
                <a16:creationId xmlns:a16="http://schemas.microsoft.com/office/drawing/2014/main" id="{67CC94B8-D9D2-489C-927C-4F5F795FA5FB}"/>
              </a:ext>
            </a:extLst>
          </p:cNvPr>
          <p:cNvSpPr>
            <a:spLocks xmlns:a="http://schemas.openxmlformats.org/drawingml/2006/main" noGrp="1"/>
          </p:cNvSpPr>
          <p:nvPr/>
        </p:nvSpPr>
        <p:spPr>
          <a:xfrm xmlns:a="http://schemas.openxmlformats.org/drawingml/2006/main">
            <a:off x="5734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28.750</a:t>
            </a:r>
          </a:p>
        </p:txBody>
      </p:sp>
      <p:sp>
        <p:nvSpPr>
          <p:cNvPr id="65" name="sues200_satellite_to_uav_150m/sues200_satellite_to_uav_150m/seed-1/full/success-cov-0.5">
            <a:extLst xmlns:a="http://schemas.openxmlformats.org/drawingml/2006/main">
              <a:ext uri="{FF2B5EF4-FFF2-40B4-BE49-F238E27FC236}">
                <a16:creationId xmlns:a16="http://schemas.microsoft.com/office/drawing/2014/main" id="{4A657F63-0C6C-4458-8771-C0A579169B0F}"/>
              </a:ext>
            </a:extLst>
          </p:cNvPr>
          <p:cNvSpPr>
            <a:spLocks xmlns:a="http://schemas.openxmlformats.org/drawingml/2006/main" noGrp="1"/>
          </p:cNvSpPr>
          <p:nvPr/>
        </p:nvSpPr>
        <p:spPr>
          <a:xfrm xmlns:a="http://schemas.openxmlformats.org/drawingml/2006/main">
            <a:off x="5734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21.250</a:t>
            </a:r>
          </a:p>
        </p:txBody>
      </p:sp>
      <p:sp>
        <p:nvSpPr>
          <p:cNvPr id="66" name="sues200_satellite_to_uav_150m/sues200_satellite_to_uav_150m/seed-1/success/cov-0.75/heading">
            <a:extLst xmlns:a="http://schemas.openxmlformats.org/drawingml/2006/main">
              <a:ext uri="{FF2B5EF4-FFF2-40B4-BE49-F238E27FC236}">
                <a16:creationId xmlns:a16="http://schemas.microsoft.com/office/drawing/2014/main" id="{192BEECC-A888-47A4-AA3D-80E719E792AC}"/>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sues200_satellite_to_uav_150m/sues200_satellite_to_uav_150m/seed-1/visual/success-cov-0.75">
            <a:extLst xmlns:a="http://schemas.openxmlformats.org/drawingml/2006/main">
              <a:ext uri="{FF2B5EF4-FFF2-40B4-BE49-F238E27FC236}">
                <a16:creationId xmlns:a16="http://schemas.microsoft.com/office/drawing/2014/main" id="{5FA4D67C-2420-4F78-AA61-DEB0D164E2BF}"/>
              </a:ext>
            </a:extLst>
          </p:cNvPr>
          <p:cNvSpPr>
            <a:spLocks xmlns:a="http://schemas.openxmlformats.org/drawingml/2006/main" noGrp="1"/>
          </p:cNvSpPr>
          <p:nvPr/>
        </p:nvSpPr>
        <p:spPr>
          <a:xfrm xmlns:a="http://schemas.openxmlformats.org/drawingml/2006/main">
            <a:off x="9735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42.500</a:t>
            </a:r>
          </a:p>
        </p:txBody>
      </p:sp>
      <p:sp>
        <p:nvSpPr>
          <p:cNvPr id="68" name="sues200_satellite_to_uav_150m/sues200_satellite_to_uav_150m/seed-1/full/success-cov-0.75">
            <a:extLst xmlns:a="http://schemas.openxmlformats.org/drawingml/2006/main">
              <a:ext uri="{FF2B5EF4-FFF2-40B4-BE49-F238E27FC236}">
                <a16:creationId xmlns:a16="http://schemas.microsoft.com/office/drawing/2014/main" id="{2E84C559-777A-48A9-8A54-4C5ADC428A24}"/>
              </a:ext>
            </a:extLst>
          </p:cNvPr>
          <p:cNvSpPr>
            <a:spLocks xmlns:a="http://schemas.openxmlformats.org/drawingml/2006/main" noGrp="1"/>
          </p:cNvSpPr>
          <p:nvPr/>
        </p:nvSpPr>
        <p:spPr>
          <a:xfrm xmlns:a="http://schemas.openxmlformats.org/drawingml/2006/main">
            <a:off x="9735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36.250</a:t>
            </a:r>
          </a:p>
        </p:txBody>
      </p:sp>
      <p:sp>
        <p:nvSpPr>
          <p:cNvPr id="69" name="sues200_satellite_to_uav_150m/sues200_satellite_to_uav_150m/seed-1/success/cov-0.9/heading">
            <a:extLst xmlns:a="http://schemas.openxmlformats.org/drawingml/2006/main">
              <a:ext uri="{FF2B5EF4-FFF2-40B4-BE49-F238E27FC236}">
                <a16:creationId xmlns:a16="http://schemas.microsoft.com/office/drawing/2014/main" id="{60E60F1D-85E9-4383-8A84-0FF29E882436}"/>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sues200_satellite_to_uav_150m/sues200_satellite_to_uav_150m/seed-1/visual/success-cov-0.9">
            <a:extLst xmlns:a="http://schemas.openxmlformats.org/drawingml/2006/main">
              <a:ext uri="{FF2B5EF4-FFF2-40B4-BE49-F238E27FC236}">
                <a16:creationId xmlns:a16="http://schemas.microsoft.com/office/drawing/2014/main" id="{02E67ECC-CFA2-4724-BB93-45A5FB49B1D7}"/>
              </a:ext>
            </a:extLst>
          </p:cNvPr>
          <p:cNvSpPr>
            <a:spLocks xmlns:a="http://schemas.openxmlformats.org/drawingml/2006/main" noGrp="1"/>
          </p:cNvSpPr>
          <p:nvPr/>
        </p:nvSpPr>
        <p:spPr>
          <a:xfrm xmlns:a="http://schemas.openxmlformats.org/drawingml/2006/main">
            <a:off x="13735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51.250</a:t>
            </a:r>
          </a:p>
        </p:txBody>
      </p:sp>
      <p:sp>
        <p:nvSpPr>
          <p:cNvPr id="71" name="sues200_satellite_to_uav_150m/sues200_satellite_to_uav_150m/seed-1/full/success-cov-0.9">
            <a:extLst xmlns:a="http://schemas.openxmlformats.org/drawingml/2006/main">
              <a:ext uri="{FF2B5EF4-FFF2-40B4-BE49-F238E27FC236}">
                <a16:creationId xmlns:a16="http://schemas.microsoft.com/office/drawing/2014/main" id="{97F1E339-D78C-426F-801F-9242BBECFC77}"/>
              </a:ext>
            </a:extLst>
          </p:cNvPr>
          <p:cNvSpPr>
            <a:spLocks xmlns:a="http://schemas.openxmlformats.org/drawingml/2006/main" noGrp="1"/>
          </p:cNvSpPr>
          <p:nvPr/>
        </p:nvSpPr>
        <p:spPr>
          <a:xfrm xmlns:a="http://schemas.openxmlformats.org/drawingml/2006/main">
            <a:off x="13735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45.000</a:t>
            </a:r>
          </a:p>
        </p:txBody>
      </p:sp>
      <p:sp>
        <p:nvSpPr>
          <p:cNvPr id="72" name="sues200_satellite_to_uav_150m/sues200_satellite_to_uav_150m/seed-1/success/cov-1/heading">
            <a:extLst xmlns:a="http://schemas.openxmlformats.org/drawingml/2006/main">
              <a:ext uri="{FF2B5EF4-FFF2-40B4-BE49-F238E27FC236}">
                <a16:creationId xmlns:a16="http://schemas.microsoft.com/office/drawing/2014/main" id="{A2C4E318-CAC3-4DA8-93B0-E0939A296394}"/>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sues200_satellite_to_uav_150m/sues200_satellite_to_uav_150m/seed-1/visual/success-cov-1">
            <a:extLst xmlns:a="http://schemas.openxmlformats.org/drawingml/2006/main">
              <a:ext uri="{FF2B5EF4-FFF2-40B4-BE49-F238E27FC236}">
                <a16:creationId xmlns:a16="http://schemas.microsoft.com/office/drawing/2014/main" id="{EF4903DE-5B6E-47E7-AD7F-681856586E78}"/>
              </a:ext>
            </a:extLst>
          </p:cNvPr>
          <p:cNvSpPr>
            <a:spLocks xmlns:a="http://schemas.openxmlformats.org/drawingml/2006/main" noGrp="1"/>
          </p:cNvSpPr>
          <p:nvPr/>
        </p:nvSpPr>
        <p:spPr>
          <a:xfrm xmlns:a="http://schemas.openxmlformats.org/drawingml/2006/main">
            <a:off x="17736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53.750</a:t>
            </a:r>
          </a:p>
        </p:txBody>
      </p:sp>
      <p:sp>
        <p:nvSpPr>
          <p:cNvPr id="74" name="sues200_satellite_to_uav_150m/sues200_satellite_to_uav_150m/seed-1/full/success-cov-1">
            <a:extLst xmlns:a="http://schemas.openxmlformats.org/drawingml/2006/main">
              <a:ext uri="{FF2B5EF4-FFF2-40B4-BE49-F238E27FC236}">
                <a16:creationId xmlns:a16="http://schemas.microsoft.com/office/drawing/2014/main" id="{E3208405-0DEE-4FAF-8F14-141C38B975BD}"/>
              </a:ext>
            </a:extLst>
          </p:cNvPr>
          <p:cNvSpPr>
            <a:spLocks xmlns:a="http://schemas.openxmlformats.org/drawingml/2006/main" noGrp="1"/>
          </p:cNvSpPr>
          <p:nvPr/>
        </p:nvSpPr>
        <p:spPr>
          <a:xfrm xmlns:a="http://schemas.openxmlformats.org/drawingml/2006/main">
            <a:off x="17736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47.500</a:t>
            </a:r>
          </a:p>
        </p:txBody>
      </p:sp>
      <p:sp>
        <p:nvSpPr>
          <p:cNvPr id="75" name="sues200_satellite_to_uav_150m/sues200_satellite_to_uav_150m/seed-1/visual/success-prefix">
            <a:extLst xmlns:a="http://schemas.openxmlformats.org/drawingml/2006/main">
              <a:ext uri="{FF2B5EF4-FFF2-40B4-BE49-F238E27FC236}">
                <a16:creationId xmlns:a16="http://schemas.microsoft.com/office/drawing/2014/main" id="{B131F126-68EE-435D-9AD5-833A6C5EF356}"/>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sues200_satellite_to_uav_150m/sues200_satellite_to_uav_150m/seed-1/full/success-prefix">
            <a:extLst xmlns:a="http://schemas.openxmlformats.org/drawingml/2006/main">
              <a:ext uri="{FF2B5EF4-FFF2-40B4-BE49-F238E27FC236}">
                <a16:creationId xmlns:a16="http://schemas.microsoft.com/office/drawing/2014/main" id="{FCCDA358-5311-4E4C-8508-EA089B7530A1}"/>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sues200_satellite_to_uav_150m/sues200_satellite_to_uav_150m/seed-2/heading">
            <a:extLst xmlns:a="http://schemas.openxmlformats.org/drawingml/2006/main">
              <a:ext uri="{FF2B5EF4-FFF2-40B4-BE49-F238E27FC236}">
                <a16:creationId xmlns:a16="http://schemas.microsoft.com/office/drawing/2014/main" id="{95170180-76AA-4A95-AE8D-F902B598F585}"/>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sues200_satellite_to_uav_150m/sues200_satellite_to_uav_150m/seed-2/y-grid-0">
            <a:extLst xmlns:a="http://schemas.openxmlformats.org/drawingml/2006/main">
              <a:ext uri="{FF2B5EF4-FFF2-40B4-BE49-F238E27FC236}">
                <a16:creationId xmlns:a16="http://schemas.microsoft.com/office/drawing/2014/main" id="{D5B598A6-EDB4-46EF-A77F-9407D93FF205}"/>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sues200_satellite_to_uav_150m/sues200_satellite_to_uav_150m/seed-2/y-label-0">
            <a:extLst xmlns:a="http://schemas.openxmlformats.org/drawingml/2006/main">
              <a:ext uri="{FF2B5EF4-FFF2-40B4-BE49-F238E27FC236}">
                <a16:creationId xmlns:a16="http://schemas.microsoft.com/office/drawing/2014/main" id="{989AE065-1CFB-4D33-9D5E-7DB09B493FE3}"/>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sues200_satellite_to_uav_150m/sues200_satellite_to_uav_150m/seed-2/x-tick-0">
            <a:extLst xmlns:a="http://schemas.openxmlformats.org/drawingml/2006/main">
              <a:ext uri="{FF2B5EF4-FFF2-40B4-BE49-F238E27FC236}">
                <a16:creationId xmlns:a16="http://schemas.microsoft.com/office/drawing/2014/main" id="{CCC079C4-C210-447E-BBA4-4246E8871CC4}"/>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sues200_satellite_to_uav_150m/sues200_satellite_to_uav_150m/seed-2/x-label-0">
            <a:extLst xmlns:a="http://schemas.openxmlformats.org/drawingml/2006/main">
              <a:ext uri="{FF2B5EF4-FFF2-40B4-BE49-F238E27FC236}">
                <a16:creationId xmlns:a16="http://schemas.microsoft.com/office/drawing/2014/main" id="{5CB50F0D-5521-4445-A7D1-8A3B05002BD9}"/>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sues200_satellite_to_uav_150m/sues200_satellite_to_uav_150m/seed-2/y-grid-25">
            <a:extLst xmlns:a="http://schemas.openxmlformats.org/drawingml/2006/main">
              <a:ext uri="{FF2B5EF4-FFF2-40B4-BE49-F238E27FC236}">
                <a16:creationId xmlns:a16="http://schemas.microsoft.com/office/drawing/2014/main" id="{F668FABC-B954-4768-8E32-2E6491078E24}"/>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sues200_satellite_to_uav_150m/sues200_satellite_to_uav_150m/seed-2/y-label-25">
            <a:extLst xmlns:a="http://schemas.openxmlformats.org/drawingml/2006/main">
              <a:ext uri="{FF2B5EF4-FFF2-40B4-BE49-F238E27FC236}">
                <a16:creationId xmlns:a16="http://schemas.microsoft.com/office/drawing/2014/main" id="{B0DD5860-15E0-4BB4-9F11-F77B86B40C5F}"/>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sues200_satellite_to_uav_150m/sues200_satellite_to_uav_150m/seed-2/x-tick-25">
            <a:extLst xmlns:a="http://schemas.openxmlformats.org/drawingml/2006/main">
              <a:ext uri="{FF2B5EF4-FFF2-40B4-BE49-F238E27FC236}">
                <a16:creationId xmlns:a16="http://schemas.microsoft.com/office/drawing/2014/main" id="{6EC0FEBD-271C-469C-871A-C327EC8C8D71}"/>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sues200_satellite_to_uav_150m/sues200_satellite_to_uav_150m/seed-2/x-label-25">
            <a:extLst xmlns:a="http://schemas.openxmlformats.org/drawingml/2006/main">
              <a:ext uri="{FF2B5EF4-FFF2-40B4-BE49-F238E27FC236}">
                <a16:creationId xmlns:a16="http://schemas.microsoft.com/office/drawing/2014/main" id="{A79B64D8-E663-4F6D-8EF0-F0152DCF1B3F}"/>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sues200_satellite_to_uav_150m/sues200_satellite_to_uav_150m/seed-2/y-grid-50">
            <a:extLst xmlns:a="http://schemas.openxmlformats.org/drawingml/2006/main">
              <a:ext uri="{FF2B5EF4-FFF2-40B4-BE49-F238E27FC236}">
                <a16:creationId xmlns:a16="http://schemas.microsoft.com/office/drawing/2014/main" id="{BB427E82-8EC3-4016-AE61-4B5DAB9756C3}"/>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sues200_satellite_to_uav_150m/sues200_satellite_to_uav_150m/seed-2/y-label-50">
            <a:extLst xmlns:a="http://schemas.openxmlformats.org/drawingml/2006/main">
              <a:ext uri="{FF2B5EF4-FFF2-40B4-BE49-F238E27FC236}">
                <a16:creationId xmlns:a16="http://schemas.microsoft.com/office/drawing/2014/main" id="{850239A4-880C-4AAD-A864-C076C58334BA}"/>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sues200_satellite_to_uav_150m/sues200_satellite_to_uav_150m/seed-2/x-tick-50">
            <a:extLst xmlns:a="http://schemas.openxmlformats.org/drawingml/2006/main">
              <a:ext uri="{FF2B5EF4-FFF2-40B4-BE49-F238E27FC236}">
                <a16:creationId xmlns:a16="http://schemas.microsoft.com/office/drawing/2014/main" id="{78681E8F-8312-4EAD-85FB-3B8B953CA2E4}"/>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sues200_satellite_to_uav_150m/sues200_satellite_to_uav_150m/seed-2/x-label-50">
            <a:extLst xmlns:a="http://schemas.openxmlformats.org/drawingml/2006/main">
              <a:ext uri="{FF2B5EF4-FFF2-40B4-BE49-F238E27FC236}">
                <a16:creationId xmlns:a16="http://schemas.microsoft.com/office/drawing/2014/main" id="{BD4B4E84-BF53-41EC-A76E-183A00EB3CBF}"/>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sues200_satellite_to_uav_150m/sues200_satellite_to_uav_150m/seed-2/y-grid-75">
            <a:extLst xmlns:a="http://schemas.openxmlformats.org/drawingml/2006/main">
              <a:ext uri="{FF2B5EF4-FFF2-40B4-BE49-F238E27FC236}">
                <a16:creationId xmlns:a16="http://schemas.microsoft.com/office/drawing/2014/main" id="{01584399-A98A-4411-AA82-B59B62ED99B2}"/>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sues200_satellite_to_uav_150m/sues200_satellite_to_uav_150m/seed-2/y-label-75">
            <a:extLst xmlns:a="http://schemas.openxmlformats.org/drawingml/2006/main">
              <a:ext uri="{FF2B5EF4-FFF2-40B4-BE49-F238E27FC236}">
                <a16:creationId xmlns:a16="http://schemas.microsoft.com/office/drawing/2014/main" id="{900CD885-A1BD-4BC7-B19A-ACF46AE9BFF4}"/>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sues200_satellite_to_uav_150m/sues200_satellite_to_uav_150m/seed-2/x-tick-75">
            <a:extLst xmlns:a="http://schemas.openxmlformats.org/drawingml/2006/main">
              <a:ext uri="{FF2B5EF4-FFF2-40B4-BE49-F238E27FC236}">
                <a16:creationId xmlns:a16="http://schemas.microsoft.com/office/drawing/2014/main" id="{0B467B94-8FAB-47DD-8AB8-20DA4D42EF0D}"/>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sues200_satellite_to_uav_150m/sues200_satellite_to_uav_150m/seed-2/x-label-75">
            <a:extLst xmlns:a="http://schemas.openxmlformats.org/drawingml/2006/main">
              <a:ext uri="{FF2B5EF4-FFF2-40B4-BE49-F238E27FC236}">
                <a16:creationId xmlns:a16="http://schemas.microsoft.com/office/drawing/2014/main" id="{F2B77019-90D9-45A6-9998-3FF5E01D7087}"/>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sues200_satellite_to_uav_150m/sues200_satellite_to_uav_150m/seed-2/y-grid-100">
            <a:extLst xmlns:a="http://schemas.openxmlformats.org/drawingml/2006/main">
              <a:ext uri="{FF2B5EF4-FFF2-40B4-BE49-F238E27FC236}">
                <a16:creationId xmlns:a16="http://schemas.microsoft.com/office/drawing/2014/main" id="{42DE3011-33AB-42E1-A473-D845F185BF82}"/>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sues200_satellite_to_uav_150m/sues200_satellite_to_uav_150m/seed-2/y-label-100">
            <a:extLst xmlns:a="http://schemas.openxmlformats.org/drawingml/2006/main">
              <a:ext uri="{FF2B5EF4-FFF2-40B4-BE49-F238E27FC236}">
                <a16:creationId xmlns:a16="http://schemas.microsoft.com/office/drawing/2014/main" id="{C0D3D4B1-A36A-4015-9930-87A584EA5F60}"/>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sues200_satellite_to_uav_150m/sues200_satellite_to_uav_150m/seed-2/x-tick-100">
            <a:extLst xmlns:a="http://schemas.openxmlformats.org/drawingml/2006/main">
              <a:ext uri="{FF2B5EF4-FFF2-40B4-BE49-F238E27FC236}">
                <a16:creationId xmlns:a16="http://schemas.microsoft.com/office/drawing/2014/main" id="{77E9D604-947E-478D-B7E9-50842CD85F47}"/>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sues200_satellite_to_uav_150m/sues200_satellite_to_uav_150m/seed-2/x-label-100">
            <a:extLst xmlns:a="http://schemas.openxmlformats.org/drawingml/2006/main">
              <a:ext uri="{FF2B5EF4-FFF2-40B4-BE49-F238E27FC236}">
                <a16:creationId xmlns:a16="http://schemas.microsoft.com/office/drawing/2014/main" id="{0F3849BB-8003-434A-BFD8-D7AC97E07209}"/>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sues200_satellite_to_uav_150m/sues200_satellite_to_uav_150m/seed-2/y-axis">
            <a:extLst xmlns:a="http://schemas.openxmlformats.org/drawingml/2006/main">
              <a:ext uri="{FF2B5EF4-FFF2-40B4-BE49-F238E27FC236}">
                <a16:creationId xmlns:a16="http://schemas.microsoft.com/office/drawing/2014/main" id="{12D5AE7F-292A-40AB-A054-F48E59D0AA62}"/>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sues200_satellite_to_uav_150m/sues200_satellite_to_uav_150m/seed-2/x-axis">
            <a:extLst xmlns:a="http://schemas.openxmlformats.org/drawingml/2006/main">
              <a:ext uri="{FF2B5EF4-FFF2-40B4-BE49-F238E27FC236}">
                <a16:creationId xmlns:a16="http://schemas.microsoft.com/office/drawing/2014/main" id="{28263BB2-F335-465E-B2FF-92D6C228AC72}"/>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satellite_to_uav_150m/sues200_satellite_to_uav_150m/seed-2/visual/guide-1-2">
            <a:extLst xmlns:a="http://schemas.openxmlformats.org/drawingml/2006/main">
              <a:ext uri="{FF2B5EF4-FFF2-40B4-BE49-F238E27FC236}">
                <a16:creationId xmlns:a16="http://schemas.microsoft.com/office/drawing/2014/main" id="{E39ACAF0-0A29-4269-82E6-06034F18550A}"/>
              </a:ext>
            </a:extLst>
          </p:cNvPr>
          <p:cNvSpPr>
            <a:spLocks xmlns:a="http://schemas.openxmlformats.org/drawingml/2006/main" noGrp="1"/>
          </p:cNvSpPr>
          <p:nvPr/>
        </p:nvSpPr>
        <p:spPr>
          <a:xfrm xmlns:a="http://schemas.openxmlformats.org/drawingml/2006/main" flipV="1">
            <a:off x="3340100" y="2192020"/>
            <a:ext cx="400050" cy="24384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sues200_satellite_to_uav_150m/sues200_satellite_to_uav_150m/seed-2/visual/guide-2-3">
            <a:extLst xmlns:a="http://schemas.openxmlformats.org/drawingml/2006/main">
              <a:ext uri="{FF2B5EF4-FFF2-40B4-BE49-F238E27FC236}">
                <a16:creationId xmlns:a16="http://schemas.microsoft.com/office/drawing/2014/main" id="{D1E13188-6467-4102-BB5A-925AE917B9E4}"/>
              </a:ext>
            </a:extLst>
          </p:cNvPr>
          <p:cNvSpPr>
            <a:spLocks xmlns:a="http://schemas.openxmlformats.org/drawingml/2006/main" noGrp="1"/>
          </p:cNvSpPr>
          <p:nvPr/>
        </p:nvSpPr>
        <p:spPr>
          <a:xfrm xmlns:a="http://schemas.openxmlformats.org/drawingml/2006/main" flipV="1">
            <a:off x="3740150" y="2029460"/>
            <a:ext cx="240030" cy="16256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sues200_satellite_to_uav_150m/sues200_satellite_to_uav_150m/seed-2/visual/guide-3-4">
            <a:extLst xmlns:a="http://schemas.openxmlformats.org/drawingml/2006/main">
              <a:ext uri="{FF2B5EF4-FFF2-40B4-BE49-F238E27FC236}">
                <a16:creationId xmlns:a16="http://schemas.microsoft.com/office/drawing/2014/main" id="{0C514411-D736-433B-A170-53846FFDD7CE}"/>
              </a:ext>
            </a:extLst>
          </p:cNvPr>
          <p:cNvSpPr>
            <a:spLocks xmlns:a="http://schemas.openxmlformats.org/drawingml/2006/main" noGrp="1"/>
          </p:cNvSpPr>
          <p:nvPr/>
        </p:nvSpPr>
        <p:spPr>
          <a:xfrm xmlns:a="http://schemas.openxmlformats.org/drawingml/2006/main" flipV="1">
            <a:off x="3980180" y="1948180"/>
            <a:ext cx="160020" cy="812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sues200_satellite_to_uav_150m/sues200_satellite_to_uav_150m/seed-2/visual/point-cov-0.5">
            <a:extLst xmlns:a="http://schemas.openxmlformats.org/drawingml/2006/main">
              <a:ext uri="{FF2B5EF4-FFF2-40B4-BE49-F238E27FC236}">
                <a16:creationId xmlns:a16="http://schemas.microsoft.com/office/drawing/2014/main" id="{565C00D8-AF9B-43ED-897F-2E1A88701853}"/>
              </a:ext>
            </a:extLst>
          </p:cNvPr>
          <p:cNvSpPr>
            <a:spLocks xmlns:a="http://schemas.openxmlformats.org/drawingml/2006/main" noGrp="1"/>
          </p:cNvSpPr>
          <p:nvPr/>
        </p:nvSpPr>
        <p:spPr>
          <a:xfrm xmlns:a="http://schemas.openxmlformats.org/drawingml/2006/main">
            <a:off x="3310255" y="24060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sues200_satellite_to_uav_150m/sues200_satellite_to_uav_150m/seed-2/visual/point-cov-0.75">
            <a:extLst xmlns:a="http://schemas.openxmlformats.org/drawingml/2006/main">
              <a:ext uri="{FF2B5EF4-FFF2-40B4-BE49-F238E27FC236}">
                <a16:creationId xmlns:a16="http://schemas.microsoft.com/office/drawing/2014/main" id="{CA679D80-FC65-4C12-8349-9E06773B6CB3}"/>
              </a:ext>
            </a:extLst>
          </p:cNvPr>
          <p:cNvSpPr>
            <a:spLocks xmlns:a="http://schemas.openxmlformats.org/drawingml/2006/main" noGrp="1"/>
          </p:cNvSpPr>
          <p:nvPr/>
        </p:nvSpPr>
        <p:spPr>
          <a:xfrm xmlns:a="http://schemas.openxmlformats.org/drawingml/2006/main">
            <a:off x="3710305" y="21621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sues200_satellite_to_uav_150m/sues200_satellite_to_uav_150m/seed-2/visual/point-cov-0.9">
            <a:extLst xmlns:a="http://schemas.openxmlformats.org/drawingml/2006/main">
              <a:ext uri="{FF2B5EF4-FFF2-40B4-BE49-F238E27FC236}">
                <a16:creationId xmlns:a16="http://schemas.microsoft.com/office/drawing/2014/main" id="{EC09CBDC-8B5D-4383-BB40-D498B18D86A7}"/>
              </a:ext>
            </a:extLst>
          </p:cNvPr>
          <p:cNvSpPr>
            <a:spLocks xmlns:a="http://schemas.openxmlformats.org/drawingml/2006/main" noGrp="1"/>
          </p:cNvSpPr>
          <p:nvPr/>
        </p:nvSpPr>
        <p:spPr>
          <a:xfrm xmlns:a="http://schemas.openxmlformats.org/drawingml/2006/main">
            <a:off x="3950335" y="19996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sues200_satellite_to_uav_150m/sues200_satellite_to_uav_150m/seed-2/visual/point-cov-1">
            <a:extLst xmlns:a="http://schemas.openxmlformats.org/drawingml/2006/main">
              <a:ext uri="{FF2B5EF4-FFF2-40B4-BE49-F238E27FC236}">
                <a16:creationId xmlns:a16="http://schemas.microsoft.com/office/drawing/2014/main" id="{6A50E011-43E8-4420-8B7B-E24B502156DF}"/>
              </a:ext>
            </a:extLst>
          </p:cNvPr>
          <p:cNvSpPr>
            <a:spLocks xmlns:a="http://schemas.openxmlformats.org/drawingml/2006/main" noGrp="1"/>
          </p:cNvSpPr>
          <p:nvPr/>
        </p:nvSpPr>
        <p:spPr>
          <a:xfrm xmlns:a="http://schemas.openxmlformats.org/drawingml/2006/main">
            <a:off x="4110355" y="19183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sues200_satellite_to_uav_150m/sues200_satellite_to_uav_150m/seed-2/full/guide-1-2">
            <a:extLst xmlns:a="http://schemas.openxmlformats.org/drawingml/2006/main">
              <a:ext uri="{FF2B5EF4-FFF2-40B4-BE49-F238E27FC236}">
                <a16:creationId xmlns:a16="http://schemas.microsoft.com/office/drawing/2014/main" id="{EE1C1E68-DDCB-4E00-A230-DAF0EEECC195}"/>
              </a:ext>
            </a:extLst>
          </p:cNvPr>
          <p:cNvSpPr>
            <a:spLocks xmlns:a="http://schemas.openxmlformats.org/drawingml/2006/main" noGrp="1"/>
          </p:cNvSpPr>
          <p:nvPr/>
        </p:nvSpPr>
        <p:spPr>
          <a:xfrm xmlns:a="http://schemas.openxmlformats.org/drawingml/2006/main" flipV="1">
            <a:off x="3340100" y="2273300"/>
            <a:ext cx="400050" cy="1625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sues200_satellite_to_uav_150m/sues200_satellite_to_uav_150m/seed-2/full/guide-2-3">
            <a:extLst xmlns:a="http://schemas.openxmlformats.org/drawingml/2006/main">
              <a:ext uri="{FF2B5EF4-FFF2-40B4-BE49-F238E27FC236}">
                <a16:creationId xmlns:a16="http://schemas.microsoft.com/office/drawing/2014/main" id="{FE95E919-C492-4566-9BD3-C1B582E949BE}"/>
              </a:ext>
            </a:extLst>
          </p:cNvPr>
          <p:cNvSpPr>
            <a:spLocks xmlns:a="http://schemas.openxmlformats.org/drawingml/2006/main" noGrp="1"/>
          </p:cNvSpPr>
          <p:nvPr/>
        </p:nvSpPr>
        <p:spPr>
          <a:xfrm xmlns:a="http://schemas.openxmlformats.org/drawingml/2006/main" flipV="1">
            <a:off x="3740150" y="2151380"/>
            <a:ext cx="240030" cy="12192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sues200_satellite_to_uav_150m/sues200_satellite_to_uav_150m/seed-2/full/guide-3-4">
            <a:extLst xmlns:a="http://schemas.openxmlformats.org/drawingml/2006/main">
              <a:ext uri="{FF2B5EF4-FFF2-40B4-BE49-F238E27FC236}">
                <a16:creationId xmlns:a16="http://schemas.microsoft.com/office/drawing/2014/main" id="{C2F9643F-9C99-4642-A9DD-310651D166E6}"/>
              </a:ext>
            </a:extLst>
          </p:cNvPr>
          <p:cNvSpPr>
            <a:spLocks xmlns:a="http://schemas.openxmlformats.org/drawingml/2006/main" noGrp="1"/>
          </p:cNvSpPr>
          <p:nvPr/>
        </p:nvSpPr>
        <p:spPr>
          <a:xfrm xmlns:a="http://schemas.openxmlformats.org/drawingml/2006/main" flipV="1">
            <a:off x="3980180" y="2110740"/>
            <a:ext cx="160020" cy="4064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sues200_satellite_to_uav_150m/sues200_satellite_to_uav_150m/seed-2/full/point-cov-0.5">
            <a:extLst xmlns:a="http://schemas.openxmlformats.org/drawingml/2006/main">
              <a:ext uri="{FF2B5EF4-FFF2-40B4-BE49-F238E27FC236}">
                <a16:creationId xmlns:a16="http://schemas.microsoft.com/office/drawing/2014/main" id="{5DF8EB3D-636A-4D7A-AB74-2E89E8837B72}"/>
              </a:ext>
            </a:extLst>
          </p:cNvPr>
          <p:cNvSpPr>
            <a:spLocks xmlns:a="http://schemas.openxmlformats.org/drawingml/2006/main" noGrp="1"/>
          </p:cNvSpPr>
          <p:nvPr/>
        </p:nvSpPr>
        <p:spPr>
          <a:xfrm xmlns:a="http://schemas.openxmlformats.org/drawingml/2006/main">
            <a:off x="3315970" y="241173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sues200_satellite_to_uav_150m/sues200_satellite_to_uav_150m/seed-2/full/point-cov-0.75">
            <a:extLst xmlns:a="http://schemas.openxmlformats.org/drawingml/2006/main">
              <a:ext uri="{FF2B5EF4-FFF2-40B4-BE49-F238E27FC236}">
                <a16:creationId xmlns:a16="http://schemas.microsoft.com/office/drawing/2014/main" id="{3352752C-14FC-4CEC-B997-129555CE54B1}"/>
              </a:ext>
            </a:extLst>
          </p:cNvPr>
          <p:cNvSpPr>
            <a:spLocks xmlns:a="http://schemas.openxmlformats.org/drawingml/2006/main" noGrp="1"/>
          </p:cNvSpPr>
          <p:nvPr/>
        </p:nvSpPr>
        <p:spPr>
          <a:xfrm xmlns:a="http://schemas.openxmlformats.org/drawingml/2006/main">
            <a:off x="3716020" y="22491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sues200_satellite_to_uav_150m/sues200_satellite_to_uav_150m/seed-2/full/point-cov-0.9">
            <a:extLst xmlns:a="http://schemas.openxmlformats.org/drawingml/2006/main">
              <a:ext uri="{FF2B5EF4-FFF2-40B4-BE49-F238E27FC236}">
                <a16:creationId xmlns:a16="http://schemas.microsoft.com/office/drawing/2014/main" id="{9A91A438-7409-4486-8651-7CC30A8FA901}"/>
              </a:ext>
            </a:extLst>
          </p:cNvPr>
          <p:cNvSpPr>
            <a:spLocks xmlns:a="http://schemas.openxmlformats.org/drawingml/2006/main" noGrp="1"/>
          </p:cNvSpPr>
          <p:nvPr/>
        </p:nvSpPr>
        <p:spPr>
          <a:xfrm xmlns:a="http://schemas.openxmlformats.org/drawingml/2006/main">
            <a:off x="3956050" y="21272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sues200_satellite_to_uav_150m/sues200_satellite_to_uav_150m/seed-2/full/point-cov-1">
            <a:extLst xmlns:a="http://schemas.openxmlformats.org/drawingml/2006/main">
              <a:ext uri="{FF2B5EF4-FFF2-40B4-BE49-F238E27FC236}">
                <a16:creationId xmlns:a16="http://schemas.microsoft.com/office/drawing/2014/main" id="{A7F1DF38-3B94-4855-956B-46DD7A489785}"/>
              </a:ext>
            </a:extLst>
          </p:cNvPr>
          <p:cNvSpPr>
            <a:spLocks xmlns:a="http://schemas.openxmlformats.org/drawingml/2006/main" noGrp="1"/>
          </p:cNvSpPr>
          <p:nvPr/>
        </p:nvSpPr>
        <p:spPr>
          <a:xfrm xmlns:a="http://schemas.openxmlformats.org/drawingml/2006/main">
            <a:off x="4116070" y="20866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sues200_satellite_to_uav_150m/sues200_satellite_to_uav_150m/seed-2/count/N">
            <a:extLst xmlns:a="http://schemas.openxmlformats.org/drawingml/2006/main">
              <a:ext uri="{FF2B5EF4-FFF2-40B4-BE49-F238E27FC236}">
                <a16:creationId xmlns:a16="http://schemas.microsoft.com/office/drawing/2014/main" id="{EF7D2D1F-5767-4832-AB4B-302A47E7E6D4}"/>
              </a:ext>
            </a:extLst>
          </p:cNvPr>
          <p:cNvSpPr>
            <a:spLocks xmlns:a="http://schemas.openxmlformats.org/drawingml/2006/main" noGrp="1"/>
          </p:cNvSpPr>
          <p:nvPr/>
        </p:nvSpPr>
        <p:spPr>
          <a:xfrm xmlns:a="http://schemas.openxmlformats.org/drawingml/2006/main">
            <a:off x="29278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115" name="sues200_satellite_to_uav_150m/sues200_satellite_to_uav_150m/seed-2/count/header/requested">
            <a:extLst xmlns:a="http://schemas.openxmlformats.org/drawingml/2006/main">
              <a:ext uri="{FF2B5EF4-FFF2-40B4-BE49-F238E27FC236}">
                <a16:creationId xmlns:a16="http://schemas.microsoft.com/office/drawing/2014/main" id="{35104D11-265B-41EB-A865-6407C6072A39}"/>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sues200_satellite_to_uav_150m/sues200_satellite_to_uav_150m/seed-2/count/header/kN">
            <a:extLst xmlns:a="http://schemas.openxmlformats.org/drawingml/2006/main">
              <a:ext uri="{FF2B5EF4-FFF2-40B4-BE49-F238E27FC236}">
                <a16:creationId xmlns:a16="http://schemas.microsoft.com/office/drawing/2014/main" id="{543C130C-160A-4D72-B0C6-BD5417D5BE26}"/>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sues200_satellite_to_uav_150m/sues200_satellite_to_uav_150m/seed-2/count/header/overlap">
            <a:extLst xmlns:a="http://schemas.openxmlformats.org/drawingml/2006/main">
              <a:ext uri="{FF2B5EF4-FFF2-40B4-BE49-F238E27FC236}">
                <a16:creationId xmlns:a16="http://schemas.microsoft.com/office/drawing/2014/main" id="{2C54D5B5-368A-4B93-B92A-57A40A09D0DC}"/>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sues200_satellite_to_uav_150m/sues200_satellite_to_uav_150m/seed-2/count/header/rule">
            <a:extLst xmlns:a="http://schemas.openxmlformats.org/drawingml/2006/main">
              <a:ext uri="{FF2B5EF4-FFF2-40B4-BE49-F238E27FC236}">
                <a16:creationId xmlns:a16="http://schemas.microsoft.com/office/drawing/2014/main" id="{1674B766-2E85-432A-994D-CA084A56ED80}"/>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sues200_satellite_to_uav_150m/sues200_satellite_to_uav_150m/seed-2/count/cov-0.5/requested">
            <a:extLst xmlns:a="http://schemas.openxmlformats.org/drawingml/2006/main">
              <a:ext uri="{FF2B5EF4-FFF2-40B4-BE49-F238E27FC236}">
                <a16:creationId xmlns:a16="http://schemas.microsoft.com/office/drawing/2014/main" id="{F3C8A70C-EF35-4713-A2A0-3130F01B7908}"/>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sues200_satellite_to_uav_150m/sues200_satellite_to_uav_150m/seed-2/count/cov-0.5/kN">
            <a:extLst xmlns:a="http://schemas.openxmlformats.org/drawingml/2006/main">
              <a:ext uri="{FF2B5EF4-FFF2-40B4-BE49-F238E27FC236}">
                <a16:creationId xmlns:a16="http://schemas.microsoft.com/office/drawing/2014/main" id="{88195AEC-29B6-4B21-8977-04CA5E8BAA26}"/>
              </a:ext>
            </a:extLst>
          </p:cNvPr>
          <p:cNvSpPr>
            <a:spLocks xmlns:a="http://schemas.openxmlformats.org/drawingml/2006/main" noGrp="1"/>
          </p:cNvSpPr>
          <p:nvPr/>
        </p:nvSpPr>
        <p:spPr>
          <a:xfrm xmlns:a="http://schemas.openxmlformats.org/drawingml/2006/main">
            <a:off x="31829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121" name="sues200_satellite_to_uav_150m/sues200_satellite_to_uav_150m/seed-2/count/cov-0.5/overlap">
            <a:extLst xmlns:a="http://schemas.openxmlformats.org/drawingml/2006/main">
              <a:ext uri="{FF2B5EF4-FFF2-40B4-BE49-F238E27FC236}">
                <a16:creationId xmlns:a16="http://schemas.microsoft.com/office/drawing/2014/main" id="{BECAF656-0C86-435E-B094-651B76842F3B}"/>
              </a:ext>
            </a:extLst>
          </p:cNvPr>
          <p:cNvSpPr>
            <a:spLocks xmlns:a="http://schemas.openxmlformats.org/drawingml/2006/main" noGrp="1"/>
          </p:cNvSpPr>
          <p:nvPr/>
        </p:nvSpPr>
        <p:spPr>
          <a:xfrm xmlns:a="http://schemas.openxmlformats.org/drawingml/2006/main">
            <a:off x="38885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18</a:t>
            </a:r>
          </a:p>
        </p:txBody>
      </p:sp>
      <p:sp>
        <p:nvSpPr>
          <p:cNvPr id="122" name="sues200_satellite_to_uav_150m/sues200_satellite_to_uav_150m/seed-2/count/cov-0.75/requested">
            <a:extLst xmlns:a="http://schemas.openxmlformats.org/drawingml/2006/main">
              <a:ext uri="{FF2B5EF4-FFF2-40B4-BE49-F238E27FC236}">
                <a16:creationId xmlns:a16="http://schemas.microsoft.com/office/drawing/2014/main" id="{DA846924-BE0C-47E6-9C8E-FCBCA45A51E1}"/>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sues200_satellite_to_uav_150m/sues200_satellite_to_uav_150m/seed-2/count/cov-0.75/kN">
            <a:extLst xmlns:a="http://schemas.openxmlformats.org/drawingml/2006/main">
              <a:ext uri="{FF2B5EF4-FFF2-40B4-BE49-F238E27FC236}">
                <a16:creationId xmlns:a16="http://schemas.microsoft.com/office/drawing/2014/main" id="{403B38CB-CC03-4AE2-92CF-95E353B64C46}"/>
              </a:ext>
            </a:extLst>
          </p:cNvPr>
          <p:cNvSpPr>
            <a:spLocks xmlns:a="http://schemas.openxmlformats.org/drawingml/2006/main" noGrp="1"/>
          </p:cNvSpPr>
          <p:nvPr/>
        </p:nvSpPr>
        <p:spPr>
          <a:xfrm xmlns:a="http://schemas.openxmlformats.org/drawingml/2006/main">
            <a:off x="31829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124" name="sues200_satellite_to_uav_150m/sues200_satellite_to_uav_150m/seed-2/count/cov-0.75/overlap">
            <a:extLst xmlns:a="http://schemas.openxmlformats.org/drawingml/2006/main">
              <a:ext uri="{FF2B5EF4-FFF2-40B4-BE49-F238E27FC236}">
                <a16:creationId xmlns:a16="http://schemas.microsoft.com/office/drawing/2014/main" id="{CFE98E48-A9D2-4D76-BE6F-71A424D8E280}"/>
              </a:ext>
            </a:extLst>
          </p:cNvPr>
          <p:cNvSpPr>
            <a:spLocks xmlns:a="http://schemas.openxmlformats.org/drawingml/2006/main" noGrp="1"/>
          </p:cNvSpPr>
          <p:nvPr/>
        </p:nvSpPr>
        <p:spPr>
          <a:xfrm xmlns:a="http://schemas.openxmlformats.org/drawingml/2006/main">
            <a:off x="38885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47</a:t>
            </a:r>
          </a:p>
        </p:txBody>
      </p:sp>
      <p:sp>
        <p:nvSpPr>
          <p:cNvPr id="125" name="sues200_satellite_to_uav_150m/sues200_satellite_to_uav_150m/seed-2/count/cov-0.9/requested">
            <a:extLst xmlns:a="http://schemas.openxmlformats.org/drawingml/2006/main">
              <a:ext uri="{FF2B5EF4-FFF2-40B4-BE49-F238E27FC236}">
                <a16:creationId xmlns:a16="http://schemas.microsoft.com/office/drawing/2014/main" id="{061D3B61-93E3-4357-BA47-FAC28262BF11}"/>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sues200_satellite_to_uav_150m/sues200_satellite_to_uav_150m/seed-2/count/cov-0.9/kN">
            <a:extLst xmlns:a="http://schemas.openxmlformats.org/drawingml/2006/main">
              <a:ext uri="{FF2B5EF4-FFF2-40B4-BE49-F238E27FC236}">
                <a16:creationId xmlns:a16="http://schemas.microsoft.com/office/drawing/2014/main" id="{86B84CBC-E566-4688-96E2-EFEFF8E6BA40}"/>
              </a:ext>
            </a:extLst>
          </p:cNvPr>
          <p:cNvSpPr>
            <a:spLocks xmlns:a="http://schemas.openxmlformats.org/drawingml/2006/main" noGrp="1"/>
          </p:cNvSpPr>
          <p:nvPr/>
        </p:nvSpPr>
        <p:spPr>
          <a:xfrm xmlns:a="http://schemas.openxmlformats.org/drawingml/2006/main">
            <a:off x="31829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127" name="sues200_satellite_to_uav_150m/sues200_satellite_to_uav_150m/seed-2/count/cov-0.9/overlap">
            <a:extLst xmlns:a="http://schemas.openxmlformats.org/drawingml/2006/main">
              <a:ext uri="{FF2B5EF4-FFF2-40B4-BE49-F238E27FC236}">
                <a16:creationId xmlns:a16="http://schemas.microsoft.com/office/drawing/2014/main" id="{CCE2AAF8-90EB-4775-96B9-09E9BDCA2A03}"/>
              </a:ext>
            </a:extLst>
          </p:cNvPr>
          <p:cNvSpPr>
            <a:spLocks xmlns:a="http://schemas.openxmlformats.org/drawingml/2006/main" noGrp="1"/>
          </p:cNvSpPr>
          <p:nvPr/>
        </p:nvSpPr>
        <p:spPr>
          <a:xfrm xmlns:a="http://schemas.openxmlformats.org/drawingml/2006/main">
            <a:off x="38885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67</a:t>
            </a:r>
          </a:p>
        </p:txBody>
      </p:sp>
      <p:sp>
        <p:nvSpPr>
          <p:cNvPr id="128" name="sues200_satellite_to_uav_150m/sues200_satellite_to_uav_150m/seed-2/count/cov-1/requested">
            <a:extLst xmlns:a="http://schemas.openxmlformats.org/drawingml/2006/main">
              <a:ext uri="{FF2B5EF4-FFF2-40B4-BE49-F238E27FC236}">
                <a16:creationId xmlns:a16="http://schemas.microsoft.com/office/drawing/2014/main" id="{708DABFF-A6E0-440D-9146-CA941C8D67AF}"/>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sues200_satellite_to_uav_150m/sues200_satellite_to_uav_150m/seed-2/count/cov-1/kN">
            <a:extLst xmlns:a="http://schemas.openxmlformats.org/drawingml/2006/main">
              <a:ext uri="{FF2B5EF4-FFF2-40B4-BE49-F238E27FC236}">
                <a16:creationId xmlns:a16="http://schemas.microsoft.com/office/drawing/2014/main" id="{D9CD77DD-3998-4C71-8C46-DAA43E64D701}"/>
              </a:ext>
            </a:extLst>
          </p:cNvPr>
          <p:cNvSpPr>
            <a:spLocks xmlns:a="http://schemas.openxmlformats.org/drawingml/2006/main" noGrp="1"/>
          </p:cNvSpPr>
          <p:nvPr/>
        </p:nvSpPr>
        <p:spPr>
          <a:xfrm xmlns:a="http://schemas.openxmlformats.org/drawingml/2006/main">
            <a:off x="31829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130" name="sues200_satellite_to_uav_150m/sues200_satellite_to_uav_150m/seed-2/count/cov-1/overlap">
            <a:extLst xmlns:a="http://schemas.openxmlformats.org/drawingml/2006/main">
              <a:ext uri="{FF2B5EF4-FFF2-40B4-BE49-F238E27FC236}">
                <a16:creationId xmlns:a16="http://schemas.microsoft.com/office/drawing/2014/main" id="{8EA827B4-6D4C-4206-B004-4C4B121BE6A3}"/>
              </a:ext>
            </a:extLst>
          </p:cNvPr>
          <p:cNvSpPr>
            <a:spLocks xmlns:a="http://schemas.openxmlformats.org/drawingml/2006/main" noGrp="1"/>
          </p:cNvSpPr>
          <p:nvPr/>
        </p:nvSpPr>
        <p:spPr>
          <a:xfrm xmlns:a="http://schemas.openxmlformats.org/drawingml/2006/main">
            <a:off x="38885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131" name="sues200_satellite_to_uav_150m/sues200_satellite_to_uav_150m/seed-2/success/heading">
            <a:extLst xmlns:a="http://schemas.openxmlformats.org/drawingml/2006/main">
              <a:ext uri="{FF2B5EF4-FFF2-40B4-BE49-F238E27FC236}">
                <a16:creationId xmlns:a16="http://schemas.microsoft.com/office/drawing/2014/main" id="{29C5AB45-668F-4D6B-952D-DCCDB262FEB3}"/>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sues200_satellite_to_uav_150m/sues200_satellite_to_uav_150m/seed-2/success/cov-0.5/heading">
            <a:extLst xmlns:a="http://schemas.openxmlformats.org/drawingml/2006/main">
              <a:ext uri="{FF2B5EF4-FFF2-40B4-BE49-F238E27FC236}">
                <a16:creationId xmlns:a16="http://schemas.microsoft.com/office/drawing/2014/main" id="{45E98988-806D-442A-A733-0B088E1B293E}"/>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sues200_satellite_to_uav_150m/sues200_satellite_to_uav_150m/seed-2/visual/success-cov-0.5">
            <a:extLst xmlns:a="http://schemas.openxmlformats.org/drawingml/2006/main">
              <a:ext uri="{FF2B5EF4-FFF2-40B4-BE49-F238E27FC236}">
                <a16:creationId xmlns:a16="http://schemas.microsoft.com/office/drawing/2014/main" id="{68F34BA3-CCBD-42FA-B814-037492CAB252}"/>
              </a:ext>
            </a:extLst>
          </p:cNvPr>
          <p:cNvSpPr>
            <a:spLocks xmlns:a="http://schemas.openxmlformats.org/drawingml/2006/main" noGrp="1"/>
          </p:cNvSpPr>
          <p:nvPr/>
        </p:nvSpPr>
        <p:spPr>
          <a:xfrm xmlns:a="http://schemas.openxmlformats.org/drawingml/2006/main">
            <a:off x="25800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27.500</a:t>
            </a:r>
          </a:p>
        </p:txBody>
      </p:sp>
      <p:sp>
        <p:nvSpPr>
          <p:cNvPr id="134" name="sues200_satellite_to_uav_150m/sues200_satellite_to_uav_150m/seed-2/full/success-cov-0.5">
            <a:extLst xmlns:a="http://schemas.openxmlformats.org/drawingml/2006/main">
              <a:ext uri="{FF2B5EF4-FFF2-40B4-BE49-F238E27FC236}">
                <a16:creationId xmlns:a16="http://schemas.microsoft.com/office/drawing/2014/main" id="{5EAD8628-598E-4C30-BA7E-5E14AF643B99}"/>
              </a:ext>
            </a:extLst>
          </p:cNvPr>
          <p:cNvSpPr>
            <a:spLocks xmlns:a="http://schemas.openxmlformats.org/drawingml/2006/main" noGrp="1"/>
          </p:cNvSpPr>
          <p:nvPr/>
        </p:nvSpPr>
        <p:spPr>
          <a:xfrm xmlns:a="http://schemas.openxmlformats.org/drawingml/2006/main">
            <a:off x="25800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27.500</a:t>
            </a:r>
          </a:p>
        </p:txBody>
      </p:sp>
      <p:sp>
        <p:nvSpPr>
          <p:cNvPr id="135" name="sues200_satellite_to_uav_150m/sues200_satellite_to_uav_150m/seed-2/success/cov-0.75/heading">
            <a:extLst xmlns:a="http://schemas.openxmlformats.org/drawingml/2006/main">
              <a:ext uri="{FF2B5EF4-FFF2-40B4-BE49-F238E27FC236}">
                <a16:creationId xmlns:a16="http://schemas.microsoft.com/office/drawing/2014/main" id="{E1E219B2-2FE3-4126-94E0-9CA370AE01E1}"/>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sues200_satellite_to_uav_150m/sues200_satellite_to_uav_150m/seed-2/visual/success-cov-0.75">
            <a:extLst xmlns:a="http://schemas.openxmlformats.org/drawingml/2006/main">
              <a:ext uri="{FF2B5EF4-FFF2-40B4-BE49-F238E27FC236}">
                <a16:creationId xmlns:a16="http://schemas.microsoft.com/office/drawing/2014/main" id="{72C13703-2F7C-4F0B-92C7-847937D1C7CD}"/>
              </a:ext>
            </a:extLst>
          </p:cNvPr>
          <p:cNvSpPr>
            <a:spLocks xmlns:a="http://schemas.openxmlformats.org/drawingml/2006/main" noGrp="1"/>
          </p:cNvSpPr>
          <p:nvPr/>
        </p:nvSpPr>
        <p:spPr>
          <a:xfrm xmlns:a="http://schemas.openxmlformats.org/drawingml/2006/main">
            <a:off x="29801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42.500</a:t>
            </a:r>
          </a:p>
        </p:txBody>
      </p:sp>
      <p:sp>
        <p:nvSpPr>
          <p:cNvPr id="137" name="sues200_satellite_to_uav_150m/sues200_satellite_to_uav_150m/seed-2/full/success-cov-0.75">
            <a:extLst xmlns:a="http://schemas.openxmlformats.org/drawingml/2006/main">
              <a:ext uri="{FF2B5EF4-FFF2-40B4-BE49-F238E27FC236}">
                <a16:creationId xmlns:a16="http://schemas.microsoft.com/office/drawing/2014/main" id="{C3385C14-D7BF-4FB0-9065-F412C0E0E010}"/>
              </a:ext>
            </a:extLst>
          </p:cNvPr>
          <p:cNvSpPr>
            <a:spLocks xmlns:a="http://schemas.openxmlformats.org/drawingml/2006/main" noGrp="1"/>
          </p:cNvSpPr>
          <p:nvPr/>
        </p:nvSpPr>
        <p:spPr>
          <a:xfrm xmlns:a="http://schemas.openxmlformats.org/drawingml/2006/main">
            <a:off x="29801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37.500</a:t>
            </a:r>
          </a:p>
        </p:txBody>
      </p:sp>
      <p:sp>
        <p:nvSpPr>
          <p:cNvPr id="138" name="sues200_satellite_to_uav_150m/sues200_satellite_to_uav_150m/seed-2/success/cov-0.9/heading">
            <a:extLst xmlns:a="http://schemas.openxmlformats.org/drawingml/2006/main">
              <a:ext uri="{FF2B5EF4-FFF2-40B4-BE49-F238E27FC236}">
                <a16:creationId xmlns:a16="http://schemas.microsoft.com/office/drawing/2014/main" id="{43DBFB4E-0D9A-4A93-81F4-D1D963A58096}"/>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sues200_satellite_to_uav_150m/sues200_satellite_to_uav_150m/seed-2/visual/success-cov-0.9">
            <a:extLst xmlns:a="http://schemas.openxmlformats.org/drawingml/2006/main">
              <a:ext uri="{FF2B5EF4-FFF2-40B4-BE49-F238E27FC236}">
                <a16:creationId xmlns:a16="http://schemas.microsoft.com/office/drawing/2014/main" id="{135E7BBB-48BB-47A9-A4D2-C2F380BC2AB9}"/>
              </a:ext>
            </a:extLst>
          </p:cNvPr>
          <p:cNvSpPr>
            <a:spLocks xmlns:a="http://schemas.openxmlformats.org/drawingml/2006/main" noGrp="1"/>
          </p:cNvSpPr>
          <p:nvPr/>
        </p:nvSpPr>
        <p:spPr>
          <a:xfrm xmlns:a="http://schemas.openxmlformats.org/drawingml/2006/main">
            <a:off x="33801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52.500</a:t>
            </a:r>
          </a:p>
        </p:txBody>
      </p:sp>
      <p:sp>
        <p:nvSpPr>
          <p:cNvPr id="140" name="sues200_satellite_to_uav_150m/sues200_satellite_to_uav_150m/seed-2/full/success-cov-0.9">
            <a:extLst xmlns:a="http://schemas.openxmlformats.org/drawingml/2006/main">
              <a:ext uri="{FF2B5EF4-FFF2-40B4-BE49-F238E27FC236}">
                <a16:creationId xmlns:a16="http://schemas.microsoft.com/office/drawing/2014/main" id="{EF29AD64-FB13-47E7-93D4-C41B9E8D69F5}"/>
              </a:ext>
            </a:extLst>
          </p:cNvPr>
          <p:cNvSpPr>
            <a:spLocks xmlns:a="http://schemas.openxmlformats.org/drawingml/2006/main" noGrp="1"/>
          </p:cNvSpPr>
          <p:nvPr/>
        </p:nvSpPr>
        <p:spPr>
          <a:xfrm xmlns:a="http://schemas.openxmlformats.org/drawingml/2006/main">
            <a:off x="33801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45.000</a:t>
            </a:r>
          </a:p>
        </p:txBody>
      </p:sp>
      <p:sp>
        <p:nvSpPr>
          <p:cNvPr id="141" name="sues200_satellite_to_uav_150m/sues200_satellite_to_uav_150m/seed-2/success/cov-1/heading">
            <a:extLst xmlns:a="http://schemas.openxmlformats.org/drawingml/2006/main">
              <a:ext uri="{FF2B5EF4-FFF2-40B4-BE49-F238E27FC236}">
                <a16:creationId xmlns:a16="http://schemas.microsoft.com/office/drawing/2014/main" id="{DDEBEB68-DF77-4C34-8478-1CA6BBA4D68F}"/>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sues200_satellite_to_uav_150m/sues200_satellite_to_uav_150m/seed-2/visual/success-cov-1">
            <a:extLst xmlns:a="http://schemas.openxmlformats.org/drawingml/2006/main">
              <a:ext uri="{FF2B5EF4-FFF2-40B4-BE49-F238E27FC236}">
                <a16:creationId xmlns:a16="http://schemas.microsoft.com/office/drawing/2014/main" id="{551F3043-C56A-4FE5-A926-3327F3D7493C}"/>
              </a:ext>
            </a:extLst>
          </p:cNvPr>
          <p:cNvSpPr>
            <a:spLocks xmlns:a="http://schemas.openxmlformats.org/drawingml/2006/main" noGrp="1"/>
          </p:cNvSpPr>
          <p:nvPr/>
        </p:nvSpPr>
        <p:spPr>
          <a:xfrm xmlns:a="http://schemas.openxmlformats.org/drawingml/2006/main">
            <a:off x="37802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57.500</a:t>
            </a:r>
          </a:p>
        </p:txBody>
      </p:sp>
      <p:sp>
        <p:nvSpPr>
          <p:cNvPr id="143" name="sues200_satellite_to_uav_150m/sues200_satellite_to_uav_150m/seed-2/full/success-cov-1">
            <a:extLst xmlns:a="http://schemas.openxmlformats.org/drawingml/2006/main">
              <a:ext uri="{FF2B5EF4-FFF2-40B4-BE49-F238E27FC236}">
                <a16:creationId xmlns:a16="http://schemas.microsoft.com/office/drawing/2014/main" id="{420C57A8-E75C-4B4E-A20F-98CA8BFD2AB8}"/>
              </a:ext>
            </a:extLst>
          </p:cNvPr>
          <p:cNvSpPr>
            <a:spLocks xmlns:a="http://schemas.openxmlformats.org/drawingml/2006/main" noGrp="1"/>
          </p:cNvSpPr>
          <p:nvPr/>
        </p:nvSpPr>
        <p:spPr>
          <a:xfrm xmlns:a="http://schemas.openxmlformats.org/drawingml/2006/main">
            <a:off x="37802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47.500</a:t>
            </a:r>
          </a:p>
        </p:txBody>
      </p:sp>
      <p:sp>
        <p:nvSpPr>
          <p:cNvPr id="144" name="sues200_satellite_to_uav_150m/sues200_satellite_to_uav_150m/seed-2/visual/success-prefix">
            <a:extLst xmlns:a="http://schemas.openxmlformats.org/drawingml/2006/main">
              <a:ext uri="{FF2B5EF4-FFF2-40B4-BE49-F238E27FC236}">
                <a16:creationId xmlns:a16="http://schemas.microsoft.com/office/drawing/2014/main" id="{CC0F4BB1-D8E2-45EA-B8E8-9637276ACC9B}"/>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sues200_satellite_to_uav_150m/sues200_satellite_to_uav_150m/seed-2/full/success-prefix">
            <a:extLst xmlns:a="http://schemas.openxmlformats.org/drawingml/2006/main">
              <a:ext uri="{FF2B5EF4-FFF2-40B4-BE49-F238E27FC236}">
                <a16:creationId xmlns:a16="http://schemas.microsoft.com/office/drawing/2014/main" id="{47D5C3DE-4CDC-41CC-B43B-18CCDBA6B046}"/>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sues200_satellite_to_uav_150m/sues200_satellite_to_uav_150m/seed-3/heading">
            <a:extLst xmlns:a="http://schemas.openxmlformats.org/drawingml/2006/main">
              <a:ext uri="{FF2B5EF4-FFF2-40B4-BE49-F238E27FC236}">
                <a16:creationId xmlns:a16="http://schemas.microsoft.com/office/drawing/2014/main" id="{F3E6EFCB-3F90-4651-9B98-968A0704B7BE}"/>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sues200_satellite_to_uav_150m/sues200_satellite_to_uav_150m/seed-3/y-grid-0">
            <a:extLst xmlns:a="http://schemas.openxmlformats.org/drawingml/2006/main">
              <a:ext uri="{FF2B5EF4-FFF2-40B4-BE49-F238E27FC236}">
                <a16:creationId xmlns:a16="http://schemas.microsoft.com/office/drawing/2014/main" id="{0D8FDD62-51E7-4094-8412-6CC7EB8F3A5D}"/>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sues200_satellite_to_uav_150m/sues200_satellite_to_uav_150m/seed-3/y-label-0">
            <a:extLst xmlns:a="http://schemas.openxmlformats.org/drawingml/2006/main">
              <a:ext uri="{FF2B5EF4-FFF2-40B4-BE49-F238E27FC236}">
                <a16:creationId xmlns:a16="http://schemas.microsoft.com/office/drawing/2014/main" id="{2E642CF3-FB44-4805-AB7A-0D00A2F4D659}"/>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sues200_satellite_to_uav_150m/sues200_satellite_to_uav_150m/seed-3/x-tick-0">
            <a:extLst xmlns:a="http://schemas.openxmlformats.org/drawingml/2006/main">
              <a:ext uri="{FF2B5EF4-FFF2-40B4-BE49-F238E27FC236}">
                <a16:creationId xmlns:a16="http://schemas.microsoft.com/office/drawing/2014/main" id="{F0B64FAD-A581-4D4D-BC0E-B2347B0547ED}"/>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sues200_satellite_to_uav_150m/sues200_satellite_to_uav_150m/seed-3/x-label-0">
            <a:extLst xmlns:a="http://schemas.openxmlformats.org/drawingml/2006/main">
              <a:ext uri="{FF2B5EF4-FFF2-40B4-BE49-F238E27FC236}">
                <a16:creationId xmlns:a16="http://schemas.microsoft.com/office/drawing/2014/main" id="{C5F3B1DD-E42C-46D6-9B70-3FE699A75A42}"/>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sues200_satellite_to_uav_150m/sues200_satellite_to_uav_150m/seed-3/y-grid-25">
            <a:extLst xmlns:a="http://schemas.openxmlformats.org/drawingml/2006/main">
              <a:ext uri="{FF2B5EF4-FFF2-40B4-BE49-F238E27FC236}">
                <a16:creationId xmlns:a16="http://schemas.microsoft.com/office/drawing/2014/main" id="{4ED6E916-5521-48F9-A53B-ACD088F009A3}"/>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sues200_satellite_to_uav_150m/sues200_satellite_to_uav_150m/seed-3/y-label-25">
            <a:extLst xmlns:a="http://schemas.openxmlformats.org/drawingml/2006/main">
              <a:ext uri="{FF2B5EF4-FFF2-40B4-BE49-F238E27FC236}">
                <a16:creationId xmlns:a16="http://schemas.microsoft.com/office/drawing/2014/main" id="{6514C954-4C1D-48DC-BF10-119ED1D3297A}"/>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sues200_satellite_to_uav_150m/sues200_satellite_to_uav_150m/seed-3/x-tick-25">
            <a:extLst xmlns:a="http://schemas.openxmlformats.org/drawingml/2006/main">
              <a:ext uri="{FF2B5EF4-FFF2-40B4-BE49-F238E27FC236}">
                <a16:creationId xmlns:a16="http://schemas.microsoft.com/office/drawing/2014/main" id="{26296031-7BED-4540-AB59-3C68221E4AB2}"/>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sues200_satellite_to_uav_150m/sues200_satellite_to_uav_150m/seed-3/x-label-25">
            <a:extLst xmlns:a="http://schemas.openxmlformats.org/drawingml/2006/main">
              <a:ext uri="{FF2B5EF4-FFF2-40B4-BE49-F238E27FC236}">
                <a16:creationId xmlns:a16="http://schemas.microsoft.com/office/drawing/2014/main" id="{9E5C2592-70BC-41E8-BBC1-CDF506F7D4EC}"/>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sues200_satellite_to_uav_150m/sues200_satellite_to_uav_150m/seed-3/y-grid-50">
            <a:extLst xmlns:a="http://schemas.openxmlformats.org/drawingml/2006/main">
              <a:ext uri="{FF2B5EF4-FFF2-40B4-BE49-F238E27FC236}">
                <a16:creationId xmlns:a16="http://schemas.microsoft.com/office/drawing/2014/main" id="{B7C8C458-F2AF-493A-B7D7-689AF05D27E2}"/>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sues200_satellite_to_uav_150m/sues200_satellite_to_uav_150m/seed-3/y-label-50">
            <a:extLst xmlns:a="http://schemas.openxmlformats.org/drawingml/2006/main">
              <a:ext uri="{FF2B5EF4-FFF2-40B4-BE49-F238E27FC236}">
                <a16:creationId xmlns:a16="http://schemas.microsoft.com/office/drawing/2014/main" id="{C22B192F-6B80-4AFE-B420-D0550748924C}"/>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sues200_satellite_to_uav_150m/sues200_satellite_to_uav_150m/seed-3/x-tick-50">
            <a:extLst xmlns:a="http://schemas.openxmlformats.org/drawingml/2006/main">
              <a:ext uri="{FF2B5EF4-FFF2-40B4-BE49-F238E27FC236}">
                <a16:creationId xmlns:a16="http://schemas.microsoft.com/office/drawing/2014/main" id="{6ACC8318-F80B-42B5-A2C9-AB4055D52D66}"/>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satellite_to_uav_150m/sues200_satellite_to_uav_150m/seed-3/x-label-50">
            <a:extLst xmlns:a="http://schemas.openxmlformats.org/drawingml/2006/main">
              <a:ext uri="{FF2B5EF4-FFF2-40B4-BE49-F238E27FC236}">
                <a16:creationId xmlns:a16="http://schemas.microsoft.com/office/drawing/2014/main" id="{ED09A380-7B4F-4BB3-BCE8-69129F9BFF74}"/>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sues200_satellite_to_uav_150m/sues200_satellite_to_uav_150m/seed-3/y-grid-75">
            <a:extLst xmlns:a="http://schemas.openxmlformats.org/drawingml/2006/main">
              <a:ext uri="{FF2B5EF4-FFF2-40B4-BE49-F238E27FC236}">
                <a16:creationId xmlns:a16="http://schemas.microsoft.com/office/drawing/2014/main" id="{7AEC07C3-D7B9-4CC9-9C0B-4AB1DB962844}"/>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sues200_satellite_to_uav_150m/sues200_satellite_to_uav_150m/seed-3/y-label-75">
            <a:extLst xmlns:a="http://schemas.openxmlformats.org/drawingml/2006/main">
              <a:ext uri="{FF2B5EF4-FFF2-40B4-BE49-F238E27FC236}">
                <a16:creationId xmlns:a16="http://schemas.microsoft.com/office/drawing/2014/main" id="{8006E7A2-C09D-46F2-B0BE-A728F2A5AFBE}"/>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sues200_satellite_to_uav_150m/sues200_satellite_to_uav_150m/seed-3/x-tick-75">
            <a:extLst xmlns:a="http://schemas.openxmlformats.org/drawingml/2006/main">
              <a:ext uri="{FF2B5EF4-FFF2-40B4-BE49-F238E27FC236}">
                <a16:creationId xmlns:a16="http://schemas.microsoft.com/office/drawing/2014/main" id="{5F7CE5BC-FF29-4FC2-98C8-27B69CC4ABC9}"/>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sues200_satellite_to_uav_150m/sues200_satellite_to_uav_150m/seed-3/x-label-75">
            <a:extLst xmlns:a="http://schemas.openxmlformats.org/drawingml/2006/main">
              <a:ext uri="{FF2B5EF4-FFF2-40B4-BE49-F238E27FC236}">
                <a16:creationId xmlns:a16="http://schemas.microsoft.com/office/drawing/2014/main" id="{38A57112-0B75-438D-9325-8CCE4A42E61D}"/>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sues200_satellite_to_uav_150m/sues200_satellite_to_uav_150m/seed-3/y-grid-100">
            <a:extLst xmlns:a="http://schemas.openxmlformats.org/drawingml/2006/main">
              <a:ext uri="{FF2B5EF4-FFF2-40B4-BE49-F238E27FC236}">
                <a16:creationId xmlns:a16="http://schemas.microsoft.com/office/drawing/2014/main" id="{5224C2FA-C27D-467C-BBCD-78B2357822C4}"/>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sues200_satellite_to_uav_150m/sues200_satellite_to_uav_150m/seed-3/y-label-100">
            <a:extLst xmlns:a="http://schemas.openxmlformats.org/drawingml/2006/main">
              <a:ext uri="{FF2B5EF4-FFF2-40B4-BE49-F238E27FC236}">
                <a16:creationId xmlns:a16="http://schemas.microsoft.com/office/drawing/2014/main" id="{2D58AF13-62A1-4598-BE03-BC69B10C0B93}"/>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sues200_satellite_to_uav_150m/sues200_satellite_to_uav_150m/seed-3/x-tick-100">
            <a:extLst xmlns:a="http://schemas.openxmlformats.org/drawingml/2006/main">
              <a:ext uri="{FF2B5EF4-FFF2-40B4-BE49-F238E27FC236}">
                <a16:creationId xmlns:a16="http://schemas.microsoft.com/office/drawing/2014/main" id="{7F4E756D-C419-4C5A-8A09-0D7BBAED4BE4}"/>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sues200_satellite_to_uav_150m/sues200_satellite_to_uav_150m/seed-3/x-label-100">
            <a:extLst xmlns:a="http://schemas.openxmlformats.org/drawingml/2006/main">
              <a:ext uri="{FF2B5EF4-FFF2-40B4-BE49-F238E27FC236}">
                <a16:creationId xmlns:a16="http://schemas.microsoft.com/office/drawing/2014/main" id="{5D9AC7F2-8B64-4A0A-98A1-7C6A887AE2E3}"/>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sues200_satellite_to_uav_150m/sues200_satellite_to_uav_150m/seed-3/y-axis">
            <a:extLst xmlns:a="http://schemas.openxmlformats.org/drawingml/2006/main">
              <a:ext uri="{FF2B5EF4-FFF2-40B4-BE49-F238E27FC236}">
                <a16:creationId xmlns:a16="http://schemas.microsoft.com/office/drawing/2014/main" id="{9539EABC-EE3E-461E-961A-2168615012E5}"/>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sues200_satellite_to_uav_150m/sues200_satellite_to_uav_150m/seed-3/x-axis">
            <a:extLst xmlns:a="http://schemas.openxmlformats.org/drawingml/2006/main">
              <a:ext uri="{FF2B5EF4-FFF2-40B4-BE49-F238E27FC236}">
                <a16:creationId xmlns:a16="http://schemas.microsoft.com/office/drawing/2014/main" id="{E7202806-118B-4E55-96C9-3463A1ACEB98}"/>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sues200_satellite_to_uav_150m/sues200_satellite_to_uav_150m/seed-3/visual/guide-1-2">
            <a:extLst xmlns:a="http://schemas.openxmlformats.org/drawingml/2006/main">
              <a:ext uri="{FF2B5EF4-FFF2-40B4-BE49-F238E27FC236}">
                <a16:creationId xmlns:a16="http://schemas.microsoft.com/office/drawing/2014/main" id="{83D57B3D-753E-451B-98F1-157E270CB93E}"/>
              </a:ext>
            </a:extLst>
          </p:cNvPr>
          <p:cNvSpPr>
            <a:spLocks xmlns:a="http://schemas.openxmlformats.org/drawingml/2006/main" noGrp="1"/>
          </p:cNvSpPr>
          <p:nvPr/>
        </p:nvSpPr>
        <p:spPr>
          <a:xfrm xmlns:a="http://schemas.openxmlformats.org/drawingml/2006/main" flipV="1">
            <a:off x="5346700" y="2131060"/>
            <a:ext cx="400050" cy="2844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sues200_satellite_to_uav_150m/sues200_satellite_to_uav_150m/seed-3/visual/guide-2-3">
            <a:extLst xmlns:a="http://schemas.openxmlformats.org/drawingml/2006/main">
              <a:ext uri="{FF2B5EF4-FFF2-40B4-BE49-F238E27FC236}">
                <a16:creationId xmlns:a16="http://schemas.microsoft.com/office/drawing/2014/main" id="{AA96474C-9BEA-45D4-8F9F-553CF651FB83}"/>
              </a:ext>
            </a:extLst>
          </p:cNvPr>
          <p:cNvSpPr>
            <a:spLocks xmlns:a="http://schemas.openxmlformats.org/drawingml/2006/main" noGrp="1"/>
          </p:cNvSpPr>
          <p:nvPr/>
        </p:nvSpPr>
        <p:spPr>
          <a:xfrm xmlns:a="http://schemas.openxmlformats.org/drawingml/2006/main" flipV="1">
            <a:off x="5746750" y="1968500"/>
            <a:ext cx="240030" cy="16256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sues200_satellite_to_uav_150m/sues200_satellite_to_uav_150m/seed-3/visual/guide-3-4">
            <a:extLst xmlns:a="http://schemas.openxmlformats.org/drawingml/2006/main">
              <a:ext uri="{FF2B5EF4-FFF2-40B4-BE49-F238E27FC236}">
                <a16:creationId xmlns:a16="http://schemas.microsoft.com/office/drawing/2014/main" id="{0910839D-115B-47F7-ADA1-56D938A6531E}"/>
              </a:ext>
            </a:extLst>
          </p:cNvPr>
          <p:cNvSpPr>
            <a:spLocks xmlns:a="http://schemas.openxmlformats.org/drawingml/2006/main" noGrp="1"/>
          </p:cNvSpPr>
          <p:nvPr/>
        </p:nvSpPr>
        <p:spPr>
          <a:xfrm xmlns:a="http://schemas.openxmlformats.org/drawingml/2006/main" flipV="1">
            <a:off x="5986780" y="1887220"/>
            <a:ext cx="160020" cy="812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sues200_satellite_to_uav_150m/sues200_satellite_to_uav_150m/seed-3/visual/point-cov-0.5">
            <a:extLst xmlns:a="http://schemas.openxmlformats.org/drawingml/2006/main">
              <a:ext uri="{FF2B5EF4-FFF2-40B4-BE49-F238E27FC236}">
                <a16:creationId xmlns:a16="http://schemas.microsoft.com/office/drawing/2014/main" id="{57575631-7210-4E08-908D-97A5A77A476C}"/>
              </a:ext>
            </a:extLst>
          </p:cNvPr>
          <p:cNvSpPr>
            <a:spLocks xmlns:a="http://schemas.openxmlformats.org/drawingml/2006/main" noGrp="1"/>
          </p:cNvSpPr>
          <p:nvPr/>
        </p:nvSpPr>
        <p:spPr>
          <a:xfrm xmlns:a="http://schemas.openxmlformats.org/drawingml/2006/main">
            <a:off x="5316855" y="238569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sues200_satellite_to_uav_150m/sues200_satellite_to_uav_150m/seed-3/visual/point-cov-0.75">
            <a:extLst xmlns:a="http://schemas.openxmlformats.org/drawingml/2006/main">
              <a:ext uri="{FF2B5EF4-FFF2-40B4-BE49-F238E27FC236}">
                <a16:creationId xmlns:a16="http://schemas.microsoft.com/office/drawing/2014/main" id="{D88826FB-5656-4DB5-B9DE-98A16680647B}"/>
              </a:ext>
            </a:extLst>
          </p:cNvPr>
          <p:cNvSpPr>
            <a:spLocks xmlns:a="http://schemas.openxmlformats.org/drawingml/2006/main" noGrp="1"/>
          </p:cNvSpPr>
          <p:nvPr/>
        </p:nvSpPr>
        <p:spPr>
          <a:xfrm xmlns:a="http://schemas.openxmlformats.org/drawingml/2006/main">
            <a:off x="5716905" y="21012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sues200_satellite_to_uav_150m/sues200_satellite_to_uav_150m/seed-3/visual/point-cov-0.9">
            <a:extLst xmlns:a="http://schemas.openxmlformats.org/drawingml/2006/main">
              <a:ext uri="{FF2B5EF4-FFF2-40B4-BE49-F238E27FC236}">
                <a16:creationId xmlns:a16="http://schemas.microsoft.com/office/drawing/2014/main" id="{DDECCAFE-AE74-43EC-9A77-00FF21600D78}"/>
              </a:ext>
            </a:extLst>
          </p:cNvPr>
          <p:cNvSpPr>
            <a:spLocks xmlns:a="http://schemas.openxmlformats.org/drawingml/2006/main" noGrp="1"/>
          </p:cNvSpPr>
          <p:nvPr/>
        </p:nvSpPr>
        <p:spPr>
          <a:xfrm xmlns:a="http://schemas.openxmlformats.org/drawingml/2006/main">
            <a:off x="5956935" y="19386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sues200_satellite_to_uav_150m/sues200_satellite_to_uav_150m/seed-3/visual/point-cov-1">
            <a:extLst xmlns:a="http://schemas.openxmlformats.org/drawingml/2006/main">
              <a:ext uri="{FF2B5EF4-FFF2-40B4-BE49-F238E27FC236}">
                <a16:creationId xmlns:a16="http://schemas.microsoft.com/office/drawing/2014/main" id="{B05C859F-3C99-4F32-BB5B-6C2B7B2D5402}"/>
              </a:ext>
            </a:extLst>
          </p:cNvPr>
          <p:cNvSpPr>
            <a:spLocks xmlns:a="http://schemas.openxmlformats.org/drawingml/2006/main" noGrp="1"/>
          </p:cNvSpPr>
          <p:nvPr/>
        </p:nvSpPr>
        <p:spPr>
          <a:xfrm xmlns:a="http://schemas.openxmlformats.org/drawingml/2006/main">
            <a:off x="6116955" y="18573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sues200_satellite_to_uav_150m/sues200_satellite_to_uav_150m/seed-3/full/guide-1-2">
            <a:extLst xmlns:a="http://schemas.openxmlformats.org/drawingml/2006/main">
              <a:ext uri="{FF2B5EF4-FFF2-40B4-BE49-F238E27FC236}">
                <a16:creationId xmlns:a16="http://schemas.microsoft.com/office/drawing/2014/main" id="{27929B04-9329-4C14-8731-0F4FBAF4C634}"/>
              </a:ext>
            </a:extLst>
          </p:cNvPr>
          <p:cNvSpPr>
            <a:spLocks xmlns:a="http://schemas.openxmlformats.org/drawingml/2006/main" noGrp="1"/>
          </p:cNvSpPr>
          <p:nvPr/>
        </p:nvSpPr>
        <p:spPr>
          <a:xfrm xmlns:a="http://schemas.openxmlformats.org/drawingml/2006/main" flipV="1">
            <a:off x="5346700" y="2273300"/>
            <a:ext cx="400050" cy="18288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sues200_satellite_to_uav_150m/sues200_satellite_to_uav_150m/seed-3/full/guide-2-3">
            <a:extLst xmlns:a="http://schemas.openxmlformats.org/drawingml/2006/main">
              <a:ext uri="{FF2B5EF4-FFF2-40B4-BE49-F238E27FC236}">
                <a16:creationId xmlns:a16="http://schemas.microsoft.com/office/drawing/2014/main" id="{02BBF09A-DF38-44C9-8C25-7FE0AFD8A23E}"/>
              </a:ext>
            </a:extLst>
          </p:cNvPr>
          <p:cNvSpPr>
            <a:spLocks xmlns:a="http://schemas.openxmlformats.org/drawingml/2006/main" noGrp="1"/>
          </p:cNvSpPr>
          <p:nvPr/>
        </p:nvSpPr>
        <p:spPr>
          <a:xfrm xmlns:a="http://schemas.openxmlformats.org/drawingml/2006/main" flipV="1">
            <a:off x="5746750" y="2171700"/>
            <a:ext cx="240030" cy="10160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sues200_satellite_to_uav_150m/sues200_satellite_to_uav_150m/seed-3/full/guide-3-4">
            <a:extLst xmlns:a="http://schemas.openxmlformats.org/drawingml/2006/main">
              <a:ext uri="{FF2B5EF4-FFF2-40B4-BE49-F238E27FC236}">
                <a16:creationId xmlns:a16="http://schemas.microsoft.com/office/drawing/2014/main" id="{1A64C78B-DB1A-4EA2-909C-91010B9546AC}"/>
              </a:ext>
            </a:extLst>
          </p:cNvPr>
          <p:cNvSpPr>
            <a:spLocks xmlns:a="http://schemas.openxmlformats.org/drawingml/2006/main" noGrp="1"/>
          </p:cNvSpPr>
          <p:nvPr/>
        </p:nvSpPr>
        <p:spPr>
          <a:xfrm xmlns:a="http://schemas.openxmlformats.org/drawingml/2006/main" flipV="1">
            <a:off x="5986780" y="2090420"/>
            <a:ext cx="160020" cy="8128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sues200_satellite_to_uav_150m/sues200_satellite_to_uav_150m/seed-3/full/point-cov-0.5">
            <a:extLst xmlns:a="http://schemas.openxmlformats.org/drawingml/2006/main">
              <a:ext uri="{FF2B5EF4-FFF2-40B4-BE49-F238E27FC236}">
                <a16:creationId xmlns:a16="http://schemas.microsoft.com/office/drawing/2014/main" id="{50D7101F-6511-405F-9B9F-7131D4943A08}"/>
              </a:ext>
            </a:extLst>
          </p:cNvPr>
          <p:cNvSpPr>
            <a:spLocks xmlns:a="http://schemas.openxmlformats.org/drawingml/2006/main" noGrp="1"/>
          </p:cNvSpPr>
          <p:nvPr/>
        </p:nvSpPr>
        <p:spPr>
          <a:xfrm xmlns:a="http://schemas.openxmlformats.org/drawingml/2006/main">
            <a:off x="5322570" y="24320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sues200_satellite_to_uav_150m/sues200_satellite_to_uav_150m/seed-3/full/point-cov-0.75">
            <a:extLst xmlns:a="http://schemas.openxmlformats.org/drawingml/2006/main">
              <a:ext uri="{FF2B5EF4-FFF2-40B4-BE49-F238E27FC236}">
                <a16:creationId xmlns:a16="http://schemas.microsoft.com/office/drawing/2014/main" id="{C23C6D50-BE55-4088-A9B6-F3AA9CA51782}"/>
              </a:ext>
            </a:extLst>
          </p:cNvPr>
          <p:cNvSpPr>
            <a:spLocks xmlns:a="http://schemas.openxmlformats.org/drawingml/2006/main" noGrp="1"/>
          </p:cNvSpPr>
          <p:nvPr/>
        </p:nvSpPr>
        <p:spPr>
          <a:xfrm xmlns:a="http://schemas.openxmlformats.org/drawingml/2006/main">
            <a:off x="5722620" y="22491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sues200_satellite_to_uav_150m/sues200_satellite_to_uav_150m/seed-3/full/point-cov-0.9">
            <a:extLst xmlns:a="http://schemas.openxmlformats.org/drawingml/2006/main">
              <a:ext uri="{FF2B5EF4-FFF2-40B4-BE49-F238E27FC236}">
                <a16:creationId xmlns:a16="http://schemas.microsoft.com/office/drawing/2014/main" id="{22B73BA8-F687-4E87-85BC-18A6E5FA62A2}"/>
              </a:ext>
            </a:extLst>
          </p:cNvPr>
          <p:cNvSpPr>
            <a:spLocks xmlns:a="http://schemas.openxmlformats.org/drawingml/2006/main" noGrp="1"/>
          </p:cNvSpPr>
          <p:nvPr/>
        </p:nvSpPr>
        <p:spPr>
          <a:xfrm xmlns:a="http://schemas.openxmlformats.org/drawingml/2006/main">
            <a:off x="5962650" y="2147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sues200_satellite_to_uav_150m/sues200_satellite_to_uav_150m/seed-3/full/point-cov-1">
            <a:extLst xmlns:a="http://schemas.openxmlformats.org/drawingml/2006/main">
              <a:ext uri="{FF2B5EF4-FFF2-40B4-BE49-F238E27FC236}">
                <a16:creationId xmlns:a16="http://schemas.microsoft.com/office/drawing/2014/main" id="{67E85383-347F-4A71-9FC6-E345D9C3A633}"/>
              </a:ext>
            </a:extLst>
          </p:cNvPr>
          <p:cNvSpPr>
            <a:spLocks xmlns:a="http://schemas.openxmlformats.org/drawingml/2006/main" noGrp="1"/>
          </p:cNvSpPr>
          <p:nvPr/>
        </p:nvSpPr>
        <p:spPr>
          <a:xfrm xmlns:a="http://schemas.openxmlformats.org/drawingml/2006/main">
            <a:off x="6122670" y="20662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sues200_satellite_to_uav_150m/sues200_satellite_to_uav_150m/seed-3/count/N">
            <a:extLst xmlns:a="http://schemas.openxmlformats.org/drawingml/2006/main">
              <a:ext uri="{FF2B5EF4-FFF2-40B4-BE49-F238E27FC236}">
                <a16:creationId xmlns:a16="http://schemas.microsoft.com/office/drawing/2014/main" id="{B59C2CA2-0E3A-4FBF-9536-58956B595CD7}"/>
              </a:ext>
            </a:extLst>
          </p:cNvPr>
          <p:cNvSpPr>
            <a:spLocks xmlns:a="http://schemas.openxmlformats.org/drawingml/2006/main" noGrp="1"/>
          </p:cNvSpPr>
          <p:nvPr/>
        </p:nvSpPr>
        <p:spPr>
          <a:xfrm xmlns:a="http://schemas.openxmlformats.org/drawingml/2006/main">
            <a:off x="49344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184" name="sues200_satellite_to_uav_150m/sues200_satellite_to_uav_150m/seed-3/count/header/requested">
            <a:extLst xmlns:a="http://schemas.openxmlformats.org/drawingml/2006/main">
              <a:ext uri="{FF2B5EF4-FFF2-40B4-BE49-F238E27FC236}">
                <a16:creationId xmlns:a16="http://schemas.microsoft.com/office/drawing/2014/main" id="{0ED4BDED-0C6D-4337-BC72-636AD7ED2783}"/>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sues200_satellite_to_uav_150m/sues200_satellite_to_uav_150m/seed-3/count/header/kN">
            <a:extLst xmlns:a="http://schemas.openxmlformats.org/drawingml/2006/main">
              <a:ext uri="{FF2B5EF4-FFF2-40B4-BE49-F238E27FC236}">
                <a16:creationId xmlns:a16="http://schemas.microsoft.com/office/drawing/2014/main" id="{5B9398C5-2EE2-4A52-ABD7-8C6C3206F45B}"/>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sues200_satellite_to_uav_150m/sues200_satellite_to_uav_150m/seed-3/count/header/overlap">
            <a:extLst xmlns:a="http://schemas.openxmlformats.org/drawingml/2006/main">
              <a:ext uri="{FF2B5EF4-FFF2-40B4-BE49-F238E27FC236}">
                <a16:creationId xmlns:a16="http://schemas.microsoft.com/office/drawing/2014/main" id="{33965191-6CEE-417C-AEE4-304E362022D2}"/>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sues200_satellite_to_uav_150m/sues200_satellite_to_uav_150m/seed-3/count/header/rule">
            <a:extLst xmlns:a="http://schemas.openxmlformats.org/drawingml/2006/main">
              <a:ext uri="{FF2B5EF4-FFF2-40B4-BE49-F238E27FC236}">
                <a16:creationId xmlns:a16="http://schemas.microsoft.com/office/drawing/2014/main" id="{07490512-9325-4D5C-B4D2-B739F7DEBD20}"/>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sues200_satellite_to_uav_150m/sues200_satellite_to_uav_150m/seed-3/count/cov-0.5/requested">
            <a:extLst xmlns:a="http://schemas.openxmlformats.org/drawingml/2006/main">
              <a:ext uri="{FF2B5EF4-FFF2-40B4-BE49-F238E27FC236}">
                <a16:creationId xmlns:a16="http://schemas.microsoft.com/office/drawing/2014/main" id="{2751D1A4-6622-4518-92B1-353DCC01BD3C}"/>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sues200_satellite_to_uav_150m/sues200_satellite_to_uav_150m/seed-3/count/cov-0.5/kN">
            <a:extLst xmlns:a="http://schemas.openxmlformats.org/drawingml/2006/main">
              <a:ext uri="{FF2B5EF4-FFF2-40B4-BE49-F238E27FC236}">
                <a16:creationId xmlns:a16="http://schemas.microsoft.com/office/drawing/2014/main" id="{B9AD1997-C7FB-4662-80A8-084EE391A045}"/>
              </a:ext>
            </a:extLst>
          </p:cNvPr>
          <p:cNvSpPr>
            <a:spLocks xmlns:a="http://schemas.openxmlformats.org/drawingml/2006/main" noGrp="1"/>
          </p:cNvSpPr>
          <p:nvPr/>
        </p:nvSpPr>
        <p:spPr>
          <a:xfrm xmlns:a="http://schemas.openxmlformats.org/drawingml/2006/main">
            <a:off x="51895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190" name="sues200_satellite_to_uav_150m/sues200_satellite_to_uav_150m/seed-3/count/cov-0.5/overlap">
            <a:extLst xmlns:a="http://schemas.openxmlformats.org/drawingml/2006/main">
              <a:ext uri="{FF2B5EF4-FFF2-40B4-BE49-F238E27FC236}">
                <a16:creationId xmlns:a16="http://schemas.microsoft.com/office/drawing/2014/main" id="{A8D030B6-717E-46F9-A4ED-690705FD0464}"/>
              </a:ext>
            </a:extLst>
          </p:cNvPr>
          <p:cNvSpPr>
            <a:spLocks xmlns:a="http://schemas.openxmlformats.org/drawingml/2006/main" noGrp="1"/>
          </p:cNvSpPr>
          <p:nvPr/>
        </p:nvSpPr>
        <p:spPr>
          <a:xfrm xmlns:a="http://schemas.openxmlformats.org/drawingml/2006/main">
            <a:off x="5895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21</a:t>
            </a:r>
          </a:p>
        </p:txBody>
      </p:sp>
      <p:sp>
        <p:nvSpPr>
          <p:cNvPr id="191" name="sues200_satellite_to_uav_150m/sues200_satellite_to_uav_150m/seed-3/count/cov-0.75/requested">
            <a:extLst xmlns:a="http://schemas.openxmlformats.org/drawingml/2006/main">
              <a:ext uri="{FF2B5EF4-FFF2-40B4-BE49-F238E27FC236}">
                <a16:creationId xmlns:a16="http://schemas.microsoft.com/office/drawing/2014/main" id="{73766D54-A888-4A18-80A5-D7E8B082775A}"/>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sues200_satellite_to_uav_150m/sues200_satellite_to_uav_150m/seed-3/count/cov-0.75/kN">
            <a:extLst xmlns:a="http://schemas.openxmlformats.org/drawingml/2006/main">
              <a:ext uri="{FF2B5EF4-FFF2-40B4-BE49-F238E27FC236}">
                <a16:creationId xmlns:a16="http://schemas.microsoft.com/office/drawing/2014/main" id="{CCFBCE42-3C11-4B99-B6AB-83B10E794668}"/>
              </a:ext>
            </a:extLst>
          </p:cNvPr>
          <p:cNvSpPr>
            <a:spLocks xmlns:a="http://schemas.openxmlformats.org/drawingml/2006/main" noGrp="1"/>
          </p:cNvSpPr>
          <p:nvPr/>
        </p:nvSpPr>
        <p:spPr>
          <a:xfrm xmlns:a="http://schemas.openxmlformats.org/drawingml/2006/main">
            <a:off x="51895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193" name="sues200_satellite_to_uav_150m/sues200_satellite_to_uav_150m/seed-3/count/cov-0.75/overlap">
            <a:extLst xmlns:a="http://schemas.openxmlformats.org/drawingml/2006/main">
              <a:ext uri="{FF2B5EF4-FFF2-40B4-BE49-F238E27FC236}">
                <a16:creationId xmlns:a16="http://schemas.microsoft.com/office/drawing/2014/main" id="{F2C879DD-9313-4E23-8AE2-76A7B3D01922}"/>
              </a:ext>
            </a:extLst>
          </p:cNvPr>
          <p:cNvSpPr>
            <a:spLocks xmlns:a="http://schemas.openxmlformats.org/drawingml/2006/main" noGrp="1"/>
          </p:cNvSpPr>
          <p:nvPr/>
        </p:nvSpPr>
        <p:spPr>
          <a:xfrm xmlns:a="http://schemas.openxmlformats.org/drawingml/2006/main">
            <a:off x="5895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46</a:t>
            </a:r>
          </a:p>
        </p:txBody>
      </p:sp>
      <p:sp>
        <p:nvSpPr>
          <p:cNvPr id="194" name="sues200_satellite_to_uav_150m/sues200_satellite_to_uav_150m/seed-3/count/cov-0.9/requested">
            <a:extLst xmlns:a="http://schemas.openxmlformats.org/drawingml/2006/main">
              <a:ext uri="{FF2B5EF4-FFF2-40B4-BE49-F238E27FC236}">
                <a16:creationId xmlns:a16="http://schemas.microsoft.com/office/drawing/2014/main" id="{CA007D99-BA29-49CE-B37E-7137173E3B64}"/>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sues200_satellite_to_uav_150m/sues200_satellite_to_uav_150m/seed-3/count/cov-0.9/kN">
            <a:extLst xmlns:a="http://schemas.openxmlformats.org/drawingml/2006/main">
              <a:ext uri="{FF2B5EF4-FFF2-40B4-BE49-F238E27FC236}">
                <a16:creationId xmlns:a16="http://schemas.microsoft.com/office/drawing/2014/main" id="{DA5484BE-D8ED-473C-A1AC-A5B5D27922BA}"/>
              </a:ext>
            </a:extLst>
          </p:cNvPr>
          <p:cNvSpPr>
            <a:spLocks xmlns:a="http://schemas.openxmlformats.org/drawingml/2006/main" noGrp="1"/>
          </p:cNvSpPr>
          <p:nvPr/>
        </p:nvSpPr>
        <p:spPr>
          <a:xfrm xmlns:a="http://schemas.openxmlformats.org/drawingml/2006/main">
            <a:off x="51895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196" name="sues200_satellite_to_uav_150m/sues200_satellite_to_uav_150m/seed-3/count/cov-0.9/overlap">
            <a:extLst xmlns:a="http://schemas.openxmlformats.org/drawingml/2006/main">
              <a:ext uri="{FF2B5EF4-FFF2-40B4-BE49-F238E27FC236}">
                <a16:creationId xmlns:a16="http://schemas.microsoft.com/office/drawing/2014/main" id="{3FAB4873-64F6-4A35-9A03-BDB2DA79D27D}"/>
              </a:ext>
            </a:extLst>
          </p:cNvPr>
          <p:cNvSpPr>
            <a:spLocks xmlns:a="http://schemas.openxmlformats.org/drawingml/2006/main" noGrp="1"/>
          </p:cNvSpPr>
          <p:nvPr/>
        </p:nvSpPr>
        <p:spPr>
          <a:xfrm xmlns:a="http://schemas.openxmlformats.org/drawingml/2006/main">
            <a:off x="5895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66</a:t>
            </a:r>
          </a:p>
        </p:txBody>
      </p:sp>
      <p:sp>
        <p:nvSpPr>
          <p:cNvPr id="197" name="sues200_satellite_to_uav_150m/sues200_satellite_to_uav_150m/seed-3/count/cov-1/requested">
            <a:extLst xmlns:a="http://schemas.openxmlformats.org/drawingml/2006/main">
              <a:ext uri="{FF2B5EF4-FFF2-40B4-BE49-F238E27FC236}">
                <a16:creationId xmlns:a16="http://schemas.microsoft.com/office/drawing/2014/main" id="{B0514AB9-29AD-4EED-A340-B218A4E60FB5}"/>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sues200_satellite_to_uav_150m/sues200_satellite_to_uav_150m/seed-3/count/cov-1/kN">
            <a:extLst xmlns:a="http://schemas.openxmlformats.org/drawingml/2006/main">
              <a:ext uri="{FF2B5EF4-FFF2-40B4-BE49-F238E27FC236}">
                <a16:creationId xmlns:a16="http://schemas.microsoft.com/office/drawing/2014/main" id="{B47D885D-2849-4AF5-8F53-73DF34C79B2B}"/>
              </a:ext>
            </a:extLst>
          </p:cNvPr>
          <p:cNvSpPr>
            <a:spLocks xmlns:a="http://schemas.openxmlformats.org/drawingml/2006/main" noGrp="1"/>
          </p:cNvSpPr>
          <p:nvPr/>
        </p:nvSpPr>
        <p:spPr>
          <a:xfrm xmlns:a="http://schemas.openxmlformats.org/drawingml/2006/main">
            <a:off x="51895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199" name="sues200_satellite_to_uav_150m/sues200_satellite_to_uav_150m/seed-3/count/cov-1/overlap">
            <a:extLst xmlns:a="http://schemas.openxmlformats.org/drawingml/2006/main">
              <a:ext uri="{FF2B5EF4-FFF2-40B4-BE49-F238E27FC236}">
                <a16:creationId xmlns:a16="http://schemas.microsoft.com/office/drawing/2014/main" id="{5DDB23FE-E56A-447F-A8DA-F3EEB377F169}"/>
              </a:ext>
            </a:extLst>
          </p:cNvPr>
          <p:cNvSpPr>
            <a:spLocks xmlns:a="http://schemas.openxmlformats.org/drawingml/2006/main" noGrp="1"/>
          </p:cNvSpPr>
          <p:nvPr/>
        </p:nvSpPr>
        <p:spPr>
          <a:xfrm xmlns:a="http://schemas.openxmlformats.org/drawingml/2006/main">
            <a:off x="58951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200" name="sues200_satellite_to_uav_150m/sues200_satellite_to_uav_150m/seed-3/success/heading">
            <a:extLst xmlns:a="http://schemas.openxmlformats.org/drawingml/2006/main">
              <a:ext uri="{FF2B5EF4-FFF2-40B4-BE49-F238E27FC236}">
                <a16:creationId xmlns:a16="http://schemas.microsoft.com/office/drawing/2014/main" id="{E587924E-87AA-4962-A022-E177D69C917D}"/>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sues200_satellite_to_uav_150m/sues200_satellite_to_uav_150m/seed-3/success/cov-0.5/heading">
            <a:extLst xmlns:a="http://schemas.openxmlformats.org/drawingml/2006/main">
              <a:ext uri="{FF2B5EF4-FFF2-40B4-BE49-F238E27FC236}">
                <a16:creationId xmlns:a16="http://schemas.microsoft.com/office/drawing/2014/main" id="{14A349C4-4EC6-4C51-90BF-C6E8D163A663}"/>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sues200_satellite_to_uav_150m/sues200_satellite_to_uav_150m/seed-3/visual/success-cov-0.5">
            <a:extLst xmlns:a="http://schemas.openxmlformats.org/drawingml/2006/main">
              <a:ext uri="{FF2B5EF4-FFF2-40B4-BE49-F238E27FC236}">
                <a16:creationId xmlns:a16="http://schemas.microsoft.com/office/drawing/2014/main" id="{AE580A52-0F0D-4D56-9CFB-62E68ECCB111}"/>
              </a:ext>
            </a:extLst>
          </p:cNvPr>
          <p:cNvSpPr>
            <a:spLocks xmlns:a="http://schemas.openxmlformats.org/drawingml/2006/main" noGrp="1"/>
          </p:cNvSpPr>
          <p:nvPr/>
        </p:nvSpPr>
        <p:spPr>
          <a:xfrm xmlns:a="http://schemas.openxmlformats.org/drawingml/2006/main">
            <a:off x="45866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28.750</a:t>
            </a:r>
          </a:p>
        </p:txBody>
      </p:sp>
      <p:sp>
        <p:nvSpPr>
          <p:cNvPr id="203" name="sues200_satellite_to_uav_150m/sues200_satellite_to_uav_150m/seed-3/full/success-cov-0.5">
            <a:extLst xmlns:a="http://schemas.openxmlformats.org/drawingml/2006/main">
              <a:ext uri="{FF2B5EF4-FFF2-40B4-BE49-F238E27FC236}">
                <a16:creationId xmlns:a16="http://schemas.microsoft.com/office/drawing/2014/main" id="{B87B376A-8544-4ACD-9DB1-96932C1BAEBA}"/>
              </a:ext>
            </a:extLst>
          </p:cNvPr>
          <p:cNvSpPr>
            <a:spLocks xmlns:a="http://schemas.openxmlformats.org/drawingml/2006/main" noGrp="1"/>
          </p:cNvSpPr>
          <p:nvPr/>
        </p:nvSpPr>
        <p:spPr>
          <a:xfrm xmlns:a="http://schemas.openxmlformats.org/drawingml/2006/main">
            <a:off x="45866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26.250</a:t>
            </a:r>
          </a:p>
        </p:txBody>
      </p:sp>
      <p:sp>
        <p:nvSpPr>
          <p:cNvPr id="204" name="sues200_satellite_to_uav_150m/sues200_satellite_to_uav_150m/seed-3/success/cov-0.75/heading">
            <a:extLst xmlns:a="http://schemas.openxmlformats.org/drawingml/2006/main">
              <a:ext uri="{FF2B5EF4-FFF2-40B4-BE49-F238E27FC236}">
                <a16:creationId xmlns:a16="http://schemas.microsoft.com/office/drawing/2014/main" id="{0A356D45-E1C4-4304-AAA6-C5BAC164ECE3}"/>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sues200_satellite_to_uav_150m/sues200_satellite_to_uav_150m/seed-3/visual/success-cov-0.75">
            <a:extLst xmlns:a="http://schemas.openxmlformats.org/drawingml/2006/main">
              <a:ext uri="{FF2B5EF4-FFF2-40B4-BE49-F238E27FC236}">
                <a16:creationId xmlns:a16="http://schemas.microsoft.com/office/drawing/2014/main" id="{CBD860E3-1320-4724-A161-CABAD9D856CB}"/>
              </a:ext>
            </a:extLst>
          </p:cNvPr>
          <p:cNvSpPr>
            <a:spLocks xmlns:a="http://schemas.openxmlformats.org/drawingml/2006/main" noGrp="1"/>
          </p:cNvSpPr>
          <p:nvPr/>
        </p:nvSpPr>
        <p:spPr>
          <a:xfrm xmlns:a="http://schemas.openxmlformats.org/drawingml/2006/main">
            <a:off x="49867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46.250</a:t>
            </a:r>
          </a:p>
        </p:txBody>
      </p:sp>
      <p:sp>
        <p:nvSpPr>
          <p:cNvPr id="206" name="sues200_satellite_to_uav_150m/sues200_satellite_to_uav_150m/seed-3/full/success-cov-0.75">
            <a:extLst xmlns:a="http://schemas.openxmlformats.org/drawingml/2006/main">
              <a:ext uri="{FF2B5EF4-FFF2-40B4-BE49-F238E27FC236}">
                <a16:creationId xmlns:a16="http://schemas.microsoft.com/office/drawing/2014/main" id="{E9331F49-EC52-495F-928B-EF0DA7DCD2C9}"/>
              </a:ext>
            </a:extLst>
          </p:cNvPr>
          <p:cNvSpPr>
            <a:spLocks xmlns:a="http://schemas.openxmlformats.org/drawingml/2006/main" noGrp="1"/>
          </p:cNvSpPr>
          <p:nvPr/>
        </p:nvSpPr>
        <p:spPr>
          <a:xfrm xmlns:a="http://schemas.openxmlformats.org/drawingml/2006/main">
            <a:off x="49867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37.500</a:t>
            </a:r>
          </a:p>
        </p:txBody>
      </p:sp>
      <p:sp>
        <p:nvSpPr>
          <p:cNvPr id="207" name="sues200_satellite_to_uav_150m/sues200_satellite_to_uav_150m/seed-3/success/cov-0.9/heading">
            <a:extLst xmlns:a="http://schemas.openxmlformats.org/drawingml/2006/main">
              <a:ext uri="{FF2B5EF4-FFF2-40B4-BE49-F238E27FC236}">
                <a16:creationId xmlns:a16="http://schemas.microsoft.com/office/drawing/2014/main" id="{6B93CDE3-C262-4AC9-B02A-2D315CFAB207}"/>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sues200_satellite_to_uav_150m/sues200_satellite_to_uav_150m/seed-3/visual/success-cov-0.9">
            <a:extLst xmlns:a="http://schemas.openxmlformats.org/drawingml/2006/main">
              <a:ext uri="{FF2B5EF4-FFF2-40B4-BE49-F238E27FC236}">
                <a16:creationId xmlns:a16="http://schemas.microsoft.com/office/drawing/2014/main" id="{0794F4F8-873B-476B-8578-044D1FAFD259}"/>
              </a:ext>
            </a:extLst>
          </p:cNvPr>
          <p:cNvSpPr>
            <a:spLocks xmlns:a="http://schemas.openxmlformats.org/drawingml/2006/main" noGrp="1"/>
          </p:cNvSpPr>
          <p:nvPr/>
        </p:nvSpPr>
        <p:spPr>
          <a:xfrm xmlns:a="http://schemas.openxmlformats.org/drawingml/2006/main">
            <a:off x="53867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56.250</a:t>
            </a:r>
          </a:p>
        </p:txBody>
      </p:sp>
      <p:sp>
        <p:nvSpPr>
          <p:cNvPr id="209" name="sues200_satellite_to_uav_150m/sues200_satellite_to_uav_150m/seed-3/full/success-cov-0.9">
            <a:extLst xmlns:a="http://schemas.openxmlformats.org/drawingml/2006/main">
              <a:ext uri="{FF2B5EF4-FFF2-40B4-BE49-F238E27FC236}">
                <a16:creationId xmlns:a16="http://schemas.microsoft.com/office/drawing/2014/main" id="{BE04345C-3903-4644-87A4-16068000BE14}"/>
              </a:ext>
            </a:extLst>
          </p:cNvPr>
          <p:cNvSpPr>
            <a:spLocks xmlns:a="http://schemas.openxmlformats.org/drawingml/2006/main" noGrp="1"/>
          </p:cNvSpPr>
          <p:nvPr/>
        </p:nvSpPr>
        <p:spPr>
          <a:xfrm xmlns:a="http://schemas.openxmlformats.org/drawingml/2006/main">
            <a:off x="53867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43.750</a:t>
            </a:r>
          </a:p>
        </p:txBody>
      </p:sp>
      <p:sp>
        <p:nvSpPr>
          <p:cNvPr id="210" name="sues200_satellite_to_uav_150m/sues200_satellite_to_uav_150m/seed-3/success/cov-1/heading">
            <a:extLst xmlns:a="http://schemas.openxmlformats.org/drawingml/2006/main">
              <a:ext uri="{FF2B5EF4-FFF2-40B4-BE49-F238E27FC236}">
                <a16:creationId xmlns:a16="http://schemas.microsoft.com/office/drawing/2014/main" id="{1D2B43C9-DEB5-421D-9173-83FAEF29103D}"/>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sues200_satellite_to_uav_150m/sues200_satellite_to_uav_150m/seed-3/visual/success-cov-1">
            <a:extLst xmlns:a="http://schemas.openxmlformats.org/drawingml/2006/main">
              <a:ext uri="{FF2B5EF4-FFF2-40B4-BE49-F238E27FC236}">
                <a16:creationId xmlns:a16="http://schemas.microsoft.com/office/drawing/2014/main" id="{EA10283E-082A-4999-A0CA-F103AC5352F1}"/>
              </a:ext>
            </a:extLst>
          </p:cNvPr>
          <p:cNvSpPr>
            <a:spLocks xmlns:a="http://schemas.openxmlformats.org/drawingml/2006/main" noGrp="1"/>
          </p:cNvSpPr>
          <p:nvPr/>
        </p:nvSpPr>
        <p:spPr>
          <a:xfrm xmlns:a="http://schemas.openxmlformats.org/drawingml/2006/main">
            <a:off x="57868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61.250</a:t>
            </a:r>
          </a:p>
        </p:txBody>
      </p:sp>
      <p:sp>
        <p:nvSpPr>
          <p:cNvPr id="212" name="sues200_satellite_to_uav_150m/sues200_satellite_to_uav_150m/seed-3/full/success-cov-1">
            <a:extLst xmlns:a="http://schemas.openxmlformats.org/drawingml/2006/main">
              <a:ext uri="{FF2B5EF4-FFF2-40B4-BE49-F238E27FC236}">
                <a16:creationId xmlns:a16="http://schemas.microsoft.com/office/drawing/2014/main" id="{400A6505-138D-44F7-AB33-9B7BD1755555}"/>
              </a:ext>
            </a:extLst>
          </p:cNvPr>
          <p:cNvSpPr>
            <a:spLocks xmlns:a="http://schemas.openxmlformats.org/drawingml/2006/main" noGrp="1"/>
          </p:cNvSpPr>
          <p:nvPr/>
        </p:nvSpPr>
        <p:spPr>
          <a:xfrm xmlns:a="http://schemas.openxmlformats.org/drawingml/2006/main">
            <a:off x="57868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48.750</a:t>
            </a:r>
          </a:p>
        </p:txBody>
      </p:sp>
      <p:sp>
        <p:nvSpPr>
          <p:cNvPr id="213" name="sues200_satellite_to_uav_150m/sues200_satellite_to_uav_150m/seed-3/visual/success-prefix">
            <a:extLst xmlns:a="http://schemas.openxmlformats.org/drawingml/2006/main">
              <a:ext uri="{FF2B5EF4-FFF2-40B4-BE49-F238E27FC236}">
                <a16:creationId xmlns:a16="http://schemas.microsoft.com/office/drawing/2014/main" id="{03E3E561-402C-4363-A86A-B47E6744CC63}"/>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sues200_satellite_to_uav_150m/sues200_satellite_to_uav_150m/seed-3/full/success-prefix">
            <a:extLst xmlns:a="http://schemas.openxmlformats.org/drawingml/2006/main">
              <a:ext uri="{FF2B5EF4-FFF2-40B4-BE49-F238E27FC236}">
                <a16:creationId xmlns:a16="http://schemas.microsoft.com/office/drawing/2014/main" id="{23A356C9-8A87-4742-B8BB-F487089B4DDD}"/>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sues200_satellite_to_uav_150m/x-axis-label">
            <a:extLst xmlns:a="http://schemas.openxmlformats.org/drawingml/2006/main">
              <a:ext uri="{FF2B5EF4-FFF2-40B4-BE49-F238E27FC236}">
                <a16:creationId xmlns:a16="http://schemas.microsoft.com/office/drawing/2014/main" id="{EAEAA295-0FA5-4A29-BDD5-F5A61550F805}"/>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sues200_satellite_to_uav_150m/footnote-1">
            <a:extLst xmlns:a="http://schemas.openxmlformats.org/drawingml/2006/main">
              <a:ext uri="{FF2B5EF4-FFF2-40B4-BE49-F238E27FC236}">
                <a16:creationId xmlns:a16="http://schemas.microsoft.com/office/drawing/2014/main" id="{BEC8E2E2-53AD-4361-ABCC-D33C0F41FC69}"/>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sues200_satellite_to_uav_150m/footnote-2">
            <a:extLst xmlns:a="http://schemas.openxmlformats.org/drawingml/2006/main">
              <a:ext uri="{FF2B5EF4-FFF2-40B4-BE49-F238E27FC236}">
                <a16:creationId xmlns:a16="http://schemas.microsoft.com/office/drawing/2014/main" id="{426BB5CE-12D1-4D4D-B7D2-111B62708F9E}"/>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sues200_satellite_to_uav_150m/footnote-3">
            <a:extLst xmlns:a="http://schemas.openxmlformats.org/drawingml/2006/main">
              <a:ext uri="{FF2B5EF4-FFF2-40B4-BE49-F238E27FC236}">
                <a16:creationId xmlns:a16="http://schemas.microsoft.com/office/drawing/2014/main" id="{5C8BDBE1-00BC-4142-A918-C3604FA997ED}"/>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sues200_satellite_to_uav_150m/footnote-4">
            <a:extLst xmlns:a="http://schemas.openxmlformats.org/drawingml/2006/main">
              <a:ext uri="{FF2B5EF4-FFF2-40B4-BE49-F238E27FC236}">
                <a16:creationId xmlns:a16="http://schemas.microsoft.com/office/drawing/2014/main" id="{9660FE2D-7369-44C9-B65B-C9BFCC1440EF}"/>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sues200_satellite_to_uav_150m/footnote-5">
            <a:extLst xmlns:a="http://schemas.openxmlformats.org/drawingml/2006/main">
              <a:ext uri="{FF2B5EF4-FFF2-40B4-BE49-F238E27FC236}">
                <a16:creationId xmlns:a16="http://schemas.microsoft.com/office/drawing/2014/main" id="{AEF2EB7F-3DA9-42BA-BDB9-9A6C91D0E02F}"/>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sues200_satellite_to_uav_150m/footnote-6">
            <a:extLst xmlns:a="http://schemas.openxmlformats.org/drawingml/2006/main">
              <a:ext uri="{FF2B5EF4-FFF2-40B4-BE49-F238E27FC236}">
                <a16:creationId xmlns:a16="http://schemas.microsoft.com/office/drawing/2014/main" id="{FAFDCFA9-CA44-4858-B87F-A828884AA1DA}"/>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16854647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sues200_uav_200m_to_satellite/title">
            <a:extLst xmlns:a="http://schemas.openxmlformats.org/drawingml/2006/main">
              <a:ext uri="{FF2B5EF4-FFF2-40B4-BE49-F238E27FC236}">
                <a16:creationId xmlns:a16="http://schemas.microsoft.com/office/drawing/2014/main" id="{FC429452-DD99-45F3-8770-1A17E6043714}"/>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200 m → satellite</a:t>
            </a:r>
          </a:p>
        </p:txBody>
      </p:sp>
      <p:sp>
        <p:nvSpPr>
          <p:cNvPr id="2" name="sues200_uav_200m_to_satellite/subtitle">
            <a:extLst xmlns:a="http://schemas.openxmlformats.org/drawingml/2006/main">
              <a:ext uri="{FF2B5EF4-FFF2-40B4-BE49-F238E27FC236}">
                <a16:creationId xmlns:a16="http://schemas.microsoft.com/office/drawing/2014/main" id="{B2EB432A-56AF-4080-97D6-C993181F16DB}"/>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sues200_uav_200m_to_satellite/legend/visual/marker">
            <a:extLst xmlns:a="http://schemas.openxmlformats.org/drawingml/2006/main">
              <a:ext uri="{FF2B5EF4-FFF2-40B4-BE49-F238E27FC236}">
                <a16:creationId xmlns:a16="http://schemas.microsoft.com/office/drawing/2014/main" id="{142DCC84-7577-49F4-A9FA-7037B48CE459}"/>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uav_200m_to_satellite/legend/visual/text">
            <a:extLst xmlns:a="http://schemas.openxmlformats.org/drawingml/2006/main">
              <a:ext uri="{FF2B5EF4-FFF2-40B4-BE49-F238E27FC236}">
                <a16:creationId xmlns:a16="http://schemas.microsoft.com/office/drawing/2014/main" id="{C18A5967-47BC-4896-9CDC-742166D38D4B}"/>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uav_200m_to_satellite/legend/full/marker">
            <a:extLst xmlns:a="http://schemas.openxmlformats.org/drawingml/2006/main">
              <a:ext uri="{FF2B5EF4-FFF2-40B4-BE49-F238E27FC236}">
                <a16:creationId xmlns:a16="http://schemas.microsoft.com/office/drawing/2014/main" id="{B7596911-5778-429F-BE4F-94357FA6C67D}"/>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uav_200m_to_satellite/legend/full/text">
            <a:extLst xmlns:a="http://schemas.openxmlformats.org/drawingml/2006/main">
              <a:ext uri="{FF2B5EF4-FFF2-40B4-BE49-F238E27FC236}">
                <a16:creationId xmlns:a16="http://schemas.microsoft.com/office/drawing/2014/main" id="{DD19789C-5863-4043-846E-835653442BB1}"/>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uav_200m_to_satellite/y-axis-label">
            <a:extLst xmlns:a="http://schemas.openxmlformats.org/drawingml/2006/main">
              <a:ext uri="{FF2B5EF4-FFF2-40B4-BE49-F238E27FC236}">
                <a16:creationId xmlns:a16="http://schemas.microsoft.com/office/drawing/2014/main" id="{8578E38E-66D4-4B0A-A436-3D24996642E9}"/>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sues200_uav_200m_to_satellite/sues200_uav_200m_to_satellite/seed-1/heading">
            <a:extLst xmlns:a="http://schemas.openxmlformats.org/drawingml/2006/main">
              <a:ext uri="{FF2B5EF4-FFF2-40B4-BE49-F238E27FC236}">
                <a16:creationId xmlns:a16="http://schemas.microsoft.com/office/drawing/2014/main" id="{F45A2CAD-7F87-4A32-9CB1-D527CEC798B2}"/>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uav_200m_to_satellite/sues200_uav_200m_to_satellite/seed-1/y-grid-0">
            <a:extLst xmlns:a="http://schemas.openxmlformats.org/drawingml/2006/main">
              <a:ext uri="{FF2B5EF4-FFF2-40B4-BE49-F238E27FC236}">
                <a16:creationId xmlns:a16="http://schemas.microsoft.com/office/drawing/2014/main" id="{4C5A416D-3D9A-4332-9678-907E5FAF1128}"/>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uav_200m_to_satellite/sues200_uav_200m_to_satellite/seed-1/y-label-0">
            <a:extLst xmlns:a="http://schemas.openxmlformats.org/drawingml/2006/main">
              <a:ext uri="{FF2B5EF4-FFF2-40B4-BE49-F238E27FC236}">
                <a16:creationId xmlns:a16="http://schemas.microsoft.com/office/drawing/2014/main" id="{F12FF82F-7A30-485D-9C0C-773A7742D392}"/>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uav_200m_to_satellite/sues200_uav_200m_to_satellite/seed-1/x-tick-0">
            <a:extLst xmlns:a="http://schemas.openxmlformats.org/drawingml/2006/main">
              <a:ext uri="{FF2B5EF4-FFF2-40B4-BE49-F238E27FC236}">
                <a16:creationId xmlns:a16="http://schemas.microsoft.com/office/drawing/2014/main" id="{3A148079-9489-47E5-9B55-1B3E62CD918F}"/>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uav_200m_to_satellite/sues200_uav_200m_to_satellite/seed-1/x-label-0">
            <a:extLst xmlns:a="http://schemas.openxmlformats.org/drawingml/2006/main">
              <a:ext uri="{FF2B5EF4-FFF2-40B4-BE49-F238E27FC236}">
                <a16:creationId xmlns:a16="http://schemas.microsoft.com/office/drawing/2014/main" id="{F5BC1F12-D1A6-4B1D-B357-53CD16599A31}"/>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200m_to_satellite/sues200_uav_200m_to_satellite/seed-1/y-grid-25">
            <a:extLst xmlns:a="http://schemas.openxmlformats.org/drawingml/2006/main">
              <a:ext uri="{FF2B5EF4-FFF2-40B4-BE49-F238E27FC236}">
                <a16:creationId xmlns:a16="http://schemas.microsoft.com/office/drawing/2014/main" id="{F30B4257-4F7D-4C96-9AC2-58198CD0E44A}"/>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uav_200m_to_satellite/sues200_uav_200m_to_satellite/seed-1/y-label-25">
            <a:extLst xmlns:a="http://schemas.openxmlformats.org/drawingml/2006/main">
              <a:ext uri="{FF2B5EF4-FFF2-40B4-BE49-F238E27FC236}">
                <a16:creationId xmlns:a16="http://schemas.microsoft.com/office/drawing/2014/main" id="{0C0193FF-934E-4F5C-B402-71FF99CEA494}"/>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uav_200m_to_satellite/sues200_uav_200m_to_satellite/seed-1/x-tick-25">
            <a:extLst xmlns:a="http://schemas.openxmlformats.org/drawingml/2006/main">
              <a:ext uri="{FF2B5EF4-FFF2-40B4-BE49-F238E27FC236}">
                <a16:creationId xmlns:a16="http://schemas.microsoft.com/office/drawing/2014/main" id="{F9DCAD74-E67C-4203-B4CC-9829B2E1233E}"/>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uav_200m_to_satellite/sues200_uav_200m_to_satellite/seed-1/x-label-25">
            <a:extLst xmlns:a="http://schemas.openxmlformats.org/drawingml/2006/main">
              <a:ext uri="{FF2B5EF4-FFF2-40B4-BE49-F238E27FC236}">
                <a16:creationId xmlns:a16="http://schemas.microsoft.com/office/drawing/2014/main" id="{31065128-E8B0-45F2-953D-45631E356EC7}"/>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uav_200m_to_satellite/sues200_uav_200m_to_satellite/seed-1/y-grid-50">
            <a:extLst xmlns:a="http://schemas.openxmlformats.org/drawingml/2006/main">
              <a:ext uri="{FF2B5EF4-FFF2-40B4-BE49-F238E27FC236}">
                <a16:creationId xmlns:a16="http://schemas.microsoft.com/office/drawing/2014/main" id="{5485CC5A-7056-4C7B-AA14-F2B7D9BB18D4}"/>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uav_200m_to_satellite/sues200_uav_200m_to_satellite/seed-1/y-label-50">
            <a:extLst xmlns:a="http://schemas.openxmlformats.org/drawingml/2006/main">
              <a:ext uri="{FF2B5EF4-FFF2-40B4-BE49-F238E27FC236}">
                <a16:creationId xmlns:a16="http://schemas.microsoft.com/office/drawing/2014/main" id="{43A624B1-2185-4AEB-8941-81B6B1DF1CE2}"/>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uav_200m_to_satellite/sues200_uav_200m_to_satellite/seed-1/x-tick-50">
            <a:extLst xmlns:a="http://schemas.openxmlformats.org/drawingml/2006/main">
              <a:ext uri="{FF2B5EF4-FFF2-40B4-BE49-F238E27FC236}">
                <a16:creationId xmlns:a16="http://schemas.microsoft.com/office/drawing/2014/main" id="{50D1BE2B-883F-4AD5-B40E-027CCECC1C78}"/>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uav_200m_to_satellite/sues200_uav_200m_to_satellite/seed-1/x-label-50">
            <a:extLst xmlns:a="http://schemas.openxmlformats.org/drawingml/2006/main">
              <a:ext uri="{FF2B5EF4-FFF2-40B4-BE49-F238E27FC236}">
                <a16:creationId xmlns:a16="http://schemas.microsoft.com/office/drawing/2014/main" id="{2F9CA32D-2F07-44AA-B784-D64390F94BFA}"/>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uav_200m_to_satellite/sues200_uav_200m_to_satellite/seed-1/y-grid-75">
            <a:extLst xmlns:a="http://schemas.openxmlformats.org/drawingml/2006/main">
              <a:ext uri="{FF2B5EF4-FFF2-40B4-BE49-F238E27FC236}">
                <a16:creationId xmlns:a16="http://schemas.microsoft.com/office/drawing/2014/main" id="{9D3B81BC-3BC9-4EF6-975F-456BAA0DB69E}"/>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uav_200m_to_satellite/sues200_uav_200m_to_satellite/seed-1/y-label-75">
            <a:extLst xmlns:a="http://schemas.openxmlformats.org/drawingml/2006/main">
              <a:ext uri="{FF2B5EF4-FFF2-40B4-BE49-F238E27FC236}">
                <a16:creationId xmlns:a16="http://schemas.microsoft.com/office/drawing/2014/main" id="{2665C22D-DE5C-4698-96B0-3B1230CD0CF6}"/>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uav_200m_to_satellite/sues200_uav_200m_to_satellite/seed-1/x-tick-75">
            <a:extLst xmlns:a="http://schemas.openxmlformats.org/drawingml/2006/main">
              <a:ext uri="{FF2B5EF4-FFF2-40B4-BE49-F238E27FC236}">
                <a16:creationId xmlns:a16="http://schemas.microsoft.com/office/drawing/2014/main" id="{743F0E07-38F4-479E-9E8D-6BA220B37EDF}"/>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uav_200m_to_satellite/sues200_uav_200m_to_satellite/seed-1/x-label-75">
            <a:extLst xmlns:a="http://schemas.openxmlformats.org/drawingml/2006/main">
              <a:ext uri="{FF2B5EF4-FFF2-40B4-BE49-F238E27FC236}">
                <a16:creationId xmlns:a16="http://schemas.microsoft.com/office/drawing/2014/main" id="{26EAEFDC-BC82-4DAB-BC4E-8B98369A8A5B}"/>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uav_200m_to_satellite/sues200_uav_200m_to_satellite/seed-1/y-grid-100">
            <a:extLst xmlns:a="http://schemas.openxmlformats.org/drawingml/2006/main">
              <a:ext uri="{FF2B5EF4-FFF2-40B4-BE49-F238E27FC236}">
                <a16:creationId xmlns:a16="http://schemas.microsoft.com/office/drawing/2014/main" id="{1A8EAA84-4F92-4297-B21E-67CBA2A40AE3}"/>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uav_200m_to_satellite/sues200_uav_200m_to_satellite/seed-1/y-label-100">
            <a:extLst xmlns:a="http://schemas.openxmlformats.org/drawingml/2006/main">
              <a:ext uri="{FF2B5EF4-FFF2-40B4-BE49-F238E27FC236}">
                <a16:creationId xmlns:a16="http://schemas.microsoft.com/office/drawing/2014/main" id="{DB9CB515-0759-41F7-9996-BE6378EE170D}"/>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uav_200m_to_satellite/sues200_uav_200m_to_satellite/seed-1/x-tick-100">
            <a:extLst xmlns:a="http://schemas.openxmlformats.org/drawingml/2006/main">
              <a:ext uri="{FF2B5EF4-FFF2-40B4-BE49-F238E27FC236}">
                <a16:creationId xmlns:a16="http://schemas.microsoft.com/office/drawing/2014/main" id="{C0649AE4-2522-404A-A143-651913A5C9A2}"/>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uav_200m_to_satellite/sues200_uav_200m_to_satellite/seed-1/x-label-100">
            <a:extLst xmlns:a="http://schemas.openxmlformats.org/drawingml/2006/main">
              <a:ext uri="{FF2B5EF4-FFF2-40B4-BE49-F238E27FC236}">
                <a16:creationId xmlns:a16="http://schemas.microsoft.com/office/drawing/2014/main" id="{71FC1170-746D-4D0E-9356-21A1E45469D9}"/>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uav_200m_to_satellite/sues200_uav_200m_to_satellite/seed-1/y-axis">
            <a:extLst xmlns:a="http://schemas.openxmlformats.org/drawingml/2006/main">
              <a:ext uri="{FF2B5EF4-FFF2-40B4-BE49-F238E27FC236}">
                <a16:creationId xmlns:a16="http://schemas.microsoft.com/office/drawing/2014/main" id="{CFA164E5-31D5-4358-B6A5-E1E517C88463}"/>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200m_to_satellite/sues200_uav_200m_to_satellite/seed-1/x-axis">
            <a:extLst xmlns:a="http://schemas.openxmlformats.org/drawingml/2006/main">
              <a:ext uri="{FF2B5EF4-FFF2-40B4-BE49-F238E27FC236}">
                <a16:creationId xmlns:a16="http://schemas.microsoft.com/office/drawing/2014/main" id="{D9A8A550-03B7-4906-9C24-7F2CBEA47754}"/>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uav_200m_to_satellite/sues200_uav_200m_to_satellite/seed-1/visual/guide-1-2">
            <a:extLst xmlns:a="http://schemas.openxmlformats.org/drawingml/2006/main">
              <a:ext uri="{FF2B5EF4-FFF2-40B4-BE49-F238E27FC236}">
                <a16:creationId xmlns:a16="http://schemas.microsoft.com/office/drawing/2014/main" id="{A922C5B5-F9EE-4CF5-AC69-9B7E30427E17}"/>
              </a:ext>
            </a:extLst>
          </p:cNvPr>
          <p:cNvSpPr>
            <a:spLocks xmlns:a="http://schemas.openxmlformats.org/drawingml/2006/main" noGrp="1"/>
          </p:cNvSpPr>
          <p:nvPr/>
        </p:nvSpPr>
        <p:spPr>
          <a:xfrm xmlns:a="http://schemas.openxmlformats.org/drawingml/2006/main" flipV="1">
            <a:off x="1333500" y="2318817"/>
            <a:ext cx="400050" cy="1320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sues200_uav_200m_to_satellite/sues200_uav_200m_to_satellite/seed-1/visual/guide-2-3">
            <a:extLst xmlns:a="http://schemas.openxmlformats.org/drawingml/2006/main">
              <a:ext uri="{FF2B5EF4-FFF2-40B4-BE49-F238E27FC236}">
                <a16:creationId xmlns:a16="http://schemas.microsoft.com/office/drawing/2014/main" id="{7142AC61-0B1A-441D-A911-39C457D452A7}"/>
              </a:ext>
            </a:extLst>
          </p:cNvPr>
          <p:cNvSpPr>
            <a:spLocks xmlns:a="http://schemas.openxmlformats.org/drawingml/2006/main" noGrp="1"/>
          </p:cNvSpPr>
          <p:nvPr/>
        </p:nvSpPr>
        <p:spPr>
          <a:xfrm xmlns:a="http://schemas.openxmlformats.org/drawingml/2006/main" flipV="1">
            <a:off x="1733550" y="2245258"/>
            <a:ext cx="240030" cy="73558"/>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sues200_uav_200m_to_satellite/sues200_uav_200m_to_satellite/seed-1/visual/guide-3-4">
            <a:extLst xmlns:a="http://schemas.openxmlformats.org/drawingml/2006/main">
              <a:ext uri="{FF2B5EF4-FFF2-40B4-BE49-F238E27FC236}">
                <a16:creationId xmlns:a16="http://schemas.microsoft.com/office/drawing/2014/main" id="{0DCE7B13-E943-4D6D-B003-58E10F9FE81C}"/>
              </a:ext>
            </a:extLst>
          </p:cNvPr>
          <p:cNvSpPr>
            <a:spLocks xmlns:a="http://schemas.openxmlformats.org/drawingml/2006/main" noGrp="1"/>
          </p:cNvSpPr>
          <p:nvPr/>
        </p:nvSpPr>
        <p:spPr>
          <a:xfrm xmlns:a="http://schemas.openxmlformats.org/drawingml/2006/main" flipV="1">
            <a:off x="1973580" y="2209089"/>
            <a:ext cx="160020" cy="3617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sues200_uav_200m_to_satellite/sues200_uav_200m_to_satellite/seed-1/visual/point-cov-0.5">
            <a:extLst xmlns:a="http://schemas.openxmlformats.org/drawingml/2006/main">
              <a:ext uri="{FF2B5EF4-FFF2-40B4-BE49-F238E27FC236}">
                <a16:creationId xmlns:a16="http://schemas.microsoft.com/office/drawing/2014/main" id="{455603C6-83E6-49ED-8A55-64215A963B35}"/>
              </a:ext>
            </a:extLst>
          </p:cNvPr>
          <p:cNvSpPr>
            <a:spLocks xmlns:a="http://schemas.openxmlformats.org/drawingml/2006/main" noGrp="1"/>
          </p:cNvSpPr>
          <p:nvPr/>
        </p:nvSpPr>
        <p:spPr>
          <a:xfrm xmlns:a="http://schemas.openxmlformats.org/drawingml/2006/main">
            <a:off x="1303655" y="242105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uav_200m_to_satellite/sues200_uav_200m_to_satellite/seed-1/visual/point-cov-0.75">
            <a:extLst xmlns:a="http://schemas.openxmlformats.org/drawingml/2006/main">
              <a:ext uri="{FF2B5EF4-FFF2-40B4-BE49-F238E27FC236}">
                <a16:creationId xmlns:a16="http://schemas.microsoft.com/office/drawing/2014/main" id="{0DAB2587-8ADB-4F15-AB83-7E203069BE28}"/>
              </a:ext>
            </a:extLst>
          </p:cNvPr>
          <p:cNvSpPr>
            <a:spLocks xmlns:a="http://schemas.openxmlformats.org/drawingml/2006/main" noGrp="1"/>
          </p:cNvSpPr>
          <p:nvPr/>
        </p:nvSpPr>
        <p:spPr>
          <a:xfrm xmlns:a="http://schemas.openxmlformats.org/drawingml/2006/main">
            <a:off x="1703705" y="228897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uav_200m_to_satellite/sues200_uav_200m_to_satellite/seed-1/visual/point-cov-0.9">
            <a:extLst xmlns:a="http://schemas.openxmlformats.org/drawingml/2006/main">
              <a:ext uri="{FF2B5EF4-FFF2-40B4-BE49-F238E27FC236}">
                <a16:creationId xmlns:a16="http://schemas.microsoft.com/office/drawing/2014/main" id="{60A69AA3-F11C-46B6-A991-DCB6993FA744}"/>
              </a:ext>
            </a:extLst>
          </p:cNvPr>
          <p:cNvSpPr>
            <a:spLocks xmlns:a="http://schemas.openxmlformats.org/drawingml/2006/main" noGrp="1"/>
          </p:cNvSpPr>
          <p:nvPr/>
        </p:nvSpPr>
        <p:spPr>
          <a:xfrm xmlns:a="http://schemas.openxmlformats.org/drawingml/2006/main">
            <a:off x="1943735" y="2215413"/>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uav_200m_to_satellite/sues200_uav_200m_to_satellite/seed-1/visual/point-cov-1">
            <a:extLst xmlns:a="http://schemas.openxmlformats.org/drawingml/2006/main">
              <a:ext uri="{FF2B5EF4-FFF2-40B4-BE49-F238E27FC236}">
                <a16:creationId xmlns:a16="http://schemas.microsoft.com/office/drawing/2014/main" id="{9DD7F509-27A9-4E70-922D-619F74BFCD89}"/>
              </a:ext>
            </a:extLst>
          </p:cNvPr>
          <p:cNvSpPr>
            <a:spLocks xmlns:a="http://schemas.openxmlformats.org/drawingml/2006/main" noGrp="1"/>
          </p:cNvSpPr>
          <p:nvPr/>
        </p:nvSpPr>
        <p:spPr>
          <a:xfrm xmlns:a="http://schemas.openxmlformats.org/drawingml/2006/main">
            <a:off x="2103755" y="2179244"/>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sues200_uav_200m_to_satellite/sues200_uav_200m_to_satellite/seed-1/full/guide-1-2">
            <a:extLst xmlns:a="http://schemas.openxmlformats.org/drawingml/2006/main">
              <a:ext uri="{FF2B5EF4-FFF2-40B4-BE49-F238E27FC236}">
                <a16:creationId xmlns:a16="http://schemas.microsoft.com/office/drawing/2014/main" id="{2F1CAAF9-5A41-4C06-A7B3-7C8704A57B34}"/>
              </a:ext>
            </a:extLst>
          </p:cNvPr>
          <p:cNvSpPr>
            <a:spLocks xmlns:a="http://schemas.openxmlformats.org/drawingml/2006/main" noGrp="1"/>
          </p:cNvSpPr>
          <p:nvPr/>
        </p:nvSpPr>
        <p:spPr>
          <a:xfrm xmlns:a="http://schemas.openxmlformats.org/drawingml/2006/main" flipV="1">
            <a:off x="1333500" y="2431796"/>
            <a:ext cx="400050" cy="10932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sues200_uav_200m_to_satellite/sues200_uav_200m_to_satellite/seed-1/full/guide-2-3">
            <a:extLst xmlns:a="http://schemas.openxmlformats.org/drawingml/2006/main">
              <a:ext uri="{FF2B5EF4-FFF2-40B4-BE49-F238E27FC236}">
                <a16:creationId xmlns:a16="http://schemas.microsoft.com/office/drawing/2014/main" id="{6A49EA9C-BBFA-48A0-B3A9-D5FC2A5C53FB}"/>
              </a:ext>
            </a:extLst>
          </p:cNvPr>
          <p:cNvSpPr>
            <a:spLocks xmlns:a="http://schemas.openxmlformats.org/drawingml/2006/main" noGrp="1"/>
          </p:cNvSpPr>
          <p:nvPr/>
        </p:nvSpPr>
        <p:spPr>
          <a:xfrm xmlns:a="http://schemas.openxmlformats.org/drawingml/2006/main" flipV="1">
            <a:off x="1733550" y="2368398"/>
            <a:ext cx="240030" cy="63398"/>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sues200_uav_200m_to_satellite/sues200_uav_200m_to_satellite/seed-1/full/guide-3-4">
            <a:extLst xmlns:a="http://schemas.openxmlformats.org/drawingml/2006/main">
              <a:ext uri="{FF2B5EF4-FFF2-40B4-BE49-F238E27FC236}">
                <a16:creationId xmlns:a16="http://schemas.microsoft.com/office/drawing/2014/main" id="{DFD178C0-AF32-487C-93C7-94F4E8E75CED}"/>
              </a:ext>
            </a:extLst>
          </p:cNvPr>
          <p:cNvSpPr>
            <a:spLocks xmlns:a="http://schemas.openxmlformats.org/drawingml/2006/main" noGrp="1"/>
          </p:cNvSpPr>
          <p:nvPr/>
        </p:nvSpPr>
        <p:spPr>
          <a:xfrm xmlns:a="http://schemas.openxmlformats.org/drawingml/2006/main" flipV="1">
            <a:off x="1973580" y="2344014"/>
            <a:ext cx="160020" cy="24384"/>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sues200_uav_200m_to_satellite/sues200_uav_200m_to_satellite/seed-1/full/point-cov-0.5">
            <a:extLst xmlns:a="http://schemas.openxmlformats.org/drawingml/2006/main">
              <a:ext uri="{FF2B5EF4-FFF2-40B4-BE49-F238E27FC236}">
                <a16:creationId xmlns:a16="http://schemas.microsoft.com/office/drawing/2014/main" id="{7BC68831-55F4-404B-B9FE-CB4AF65F04C3}"/>
              </a:ext>
            </a:extLst>
          </p:cNvPr>
          <p:cNvSpPr>
            <a:spLocks xmlns:a="http://schemas.openxmlformats.org/drawingml/2006/main" noGrp="1"/>
          </p:cNvSpPr>
          <p:nvPr/>
        </p:nvSpPr>
        <p:spPr>
          <a:xfrm xmlns:a="http://schemas.openxmlformats.org/drawingml/2006/main">
            <a:off x="1309370" y="251698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sues200_uav_200m_to_satellite/sues200_uav_200m_to_satellite/seed-1/full/point-cov-0.75">
            <a:extLst xmlns:a="http://schemas.openxmlformats.org/drawingml/2006/main">
              <a:ext uri="{FF2B5EF4-FFF2-40B4-BE49-F238E27FC236}">
                <a16:creationId xmlns:a16="http://schemas.microsoft.com/office/drawing/2014/main" id="{9CDE00D9-87C7-4310-866B-8CA390F71B5E}"/>
              </a:ext>
            </a:extLst>
          </p:cNvPr>
          <p:cNvSpPr>
            <a:spLocks xmlns:a="http://schemas.openxmlformats.org/drawingml/2006/main" noGrp="1"/>
          </p:cNvSpPr>
          <p:nvPr/>
        </p:nvSpPr>
        <p:spPr>
          <a:xfrm xmlns:a="http://schemas.openxmlformats.org/drawingml/2006/main">
            <a:off x="1709420" y="240766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sues200_uav_200m_to_satellite/sues200_uav_200m_to_satellite/seed-1/full/point-cov-0.9">
            <a:extLst xmlns:a="http://schemas.openxmlformats.org/drawingml/2006/main">
              <a:ext uri="{FF2B5EF4-FFF2-40B4-BE49-F238E27FC236}">
                <a16:creationId xmlns:a16="http://schemas.microsoft.com/office/drawing/2014/main" id="{91D94D73-7C6C-44D5-9D57-886DA493CFC2}"/>
              </a:ext>
            </a:extLst>
          </p:cNvPr>
          <p:cNvSpPr>
            <a:spLocks xmlns:a="http://schemas.openxmlformats.org/drawingml/2006/main" noGrp="1"/>
          </p:cNvSpPr>
          <p:nvPr/>
        </p:nvSpPr>
        <p:spPr>
          <a:xfrm xmlns:a="http://schemas.openxmlformats.org/drawingml/2006/main">
            <a:off x="1949450" y="234426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sues200_uav_200m_to_satellite/sues200_uav_200m_to_satellite/seed-1/full/point-cov-1">
            <a:extLst xmlns:a="http://schemas.openxmlformats.org/drawingml/2006/main">
              <a:ext uri="{FF2B5EF4-FFF2-40B4-BE49-F238E27FC236}">
                <a16:creationId xmlns:a16="http://schemas.microsoft.com/office/drawing/2014/main" id="{8B36EB9A-5DA2-46D0-B67A-12E86ED56684}"/>
              </a:ext>
            </a:extLst>
          </p:cNvPr>
          <p:cNvSpPr>
            <a:spLocks xmlns:a="http://schemas.openxmlformats.org/drawingml/2006/main" noGrp="1"/>
          </p:cNvSpPr>
          <p:nvPr/>
        </p:nvSpPr>
        <p:spPr>
          <a:xfrm xmlns:a="http://schemas.openxmlformats.org/drawingml/2006/main">
            <a:off x="2109470" y="231988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sues200_uav_200m_to_satellite/sues200_uav_200m_to_satellite/seed-1/count/N">
            <a:extLst xmlns:a="http://schemas.openxmlformats.org/drawingml/2006/main">
              <a:ext uri="{FF2B5EF4-FFF2-40B4-BE49-F238E27FC236}">
                <a16:creationId xmlns:a16="http://schemas.microsoft.com/office/drawing/2014/main" id="{1478C25A-DC9D-4DA7-919F-B359EE94C223}"/>
              </a:ext>
            </a:extLst>
          </p:cNvPr>
          <p:cNvSpPr>
            <a:spLocks xmlns:a="http://schemas.openxmlformats.org/drawingml/2006/main" noGrp="1"/>
          </p:cNvSpPr>
          <p:nvPr/>
        </p:nvSpPr>
        <p:spPr>
          <a:xfrm xmlns:a="http://schemas.openxmlformats.org/drawingml/2006/main">
            <a:off x="8506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46" name="sues200_uav_200m_to_satellite/sues200_uav_200m_to_satellite/seed-1/count/header/requested">
            <a:extLst xmlns:a="http://schemas.openxmlformats.org/drawingml/2006/main">
              <a:ext uri="{FF2B5EF4-FFF2-40B4-BE49-F238E27FC236}">
                <a16:creationId xmlns:a16="http://schemas.microsoft.com/office/drawing/2014/main" id="{0A8AB890-626C-44E9-B39D-E0A6B929F98E}"/>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sues200_uav_200m_to_satellite/sues200_uav_200m_to_satellite/seed-1/count/header/kN">
            <a:extLst xmlns:a="http://schemas.openxmlformats.org/drawingml/2006/main">
              <a:ext uri="{FF2B5EF4-FFF2-40B4-BE49-F238E27FC236}">
                <a16:creationId xmlns:a16="http://schemas.microsoft.com/office/drawing/2014/main" id="{25EB41C6-7563-4A9D-A495-9BAD31A8F14B}"/>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sues200_uav_200m_to_satellite/sues200_uav_200m_to_satellite/seed-1/count/header/overlap">
            <a:extLst xmlns:a="http://schemas.openxmlformats.org/drawingml/2006/main">
              <a:ext uri="{FF2B5EF4-FFF2-40B4-BE49-F238E27FC236}">
                <a16:creationId xmlns:a16="http://schemas.microsoft.com/office/drawing/2014/main" id="{63D0C600-7347-465F-AF50-14C76B4B170E}"/>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sues200_uav_200m_to_satellite/sues200_uav_200m_to_satellite/seed-1/count/header/rule">
            <a:extLst xmlns:a="http://schemas.openxmlformats.org/drawingml/2006/main">
              <a:ext uri="{FF2B5EF4-FFF2-40B4-BE49-F238E27FC236}">
                <a16:creationId xmlns:a16="http://schemas.microsoft.com/office/drawing/2014/main" id="{37721D48-A191-4AD1-BFFC-894E596E075F}"/>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sues200_uav_200m_to_satellite/sues200_uav_200m_to_satellite/seed-1/count/cov-0.5/requested">
            <a:extLst xmlns:a="http://schemas.openxmlformats.org/drawingml/2006/main">
              <a:ext uri="{FF2B5EF4-FFF2-40B4-BE49-F238E27FC236}">
                <a16:creationId xmlns:a16="http://schemas.microsoft.com/office/drawing/2014/main" id="{9556070A-F1C3-470F-AFE1-2E9CB1BB3D5E}"/>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sues200_uav_200m_to_satellite/sues200_uav_200m_to_satellite/seed-1/count/cov-0.5/kN">
            <a:extLst xmlns:a="http://schemas.openxmlformats.org/drawingml/2006/main">
              <a:ext uri="{FF2B5EF4-FFF2-40B4-BE49-F238E27FC236}">
                <a16:creationId xmlns:a16="http://schemas.microsoft.com/office/drawing/2014/main" id="{8ACBD8A2-C8E8-4A90-A6E3-FB2C66EB8988}"/>
              </a:ext>
            </a:extLst>
          </p:cNvPr>
          <p:cNvSpPr>
            <a:spLocks xmlns:a="http://schemas.openxmlformats.org/drawingml/2006/main" noGrp="1"/>
          </p:cNvSpPr>
          <p:nvPr/>
        </p:nvSpPr>
        <p:spPr>
          <a:xfrm xmlns:a="http://schemas.openxmlformats.org/drawingml/2006/main">
            <a:off x="10634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52" name="sues200_uav_200m_to_satellite/sues200_uav_200m_to_satellite/seed-1/count/cov-0.5/overlap">
            <a:extLst xmlns:a="http://schemas.openxmlformats.org/drawingml/2006/main">
              <a:ext uri="{FF2B5EF4-FFF2-40B4-BE49-F238E27FC236}">
                <a16:creationId xmlns:a16="http://schemas.microsoft.com/office/drawing/2014/main" id="{022905DC-616D-45D2-B570-7EDBA45F9860}"/>
              </a:ext>
            </a:extLst>
          </p:cNvPr>
          <p:cNvSpPr>
            <a:spLocks xmlns:a="http://schemas.openxmlformats.org/drawingml/2006/main" noGrp="1"/>
          </p:cNvSpPr>
          <p:nvPr/>
        </p:nvSpPr>
        <p:spPr>
          <a:xfrm xmlns:a="http://schemas.openxmlformats.org/drawingml/2006/main">
            <a:off x="1825419" y="39197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1075</a:t>
            </a:r>
          </a:p>
        </p:txBody>
      </p:sp>
      <p:sp>
        <p:nvSpPr>
          <p:cNvPr id="53" name="sues200_uav_200m_to_satellite/sues200_uav_200m_to_satellite/seed-1/count/cov-0.75/requested">
            <a:extLst xmlns:a="http://schemas.openxmlformats.org/drawingml/2006/main">
              <a:ext uri="{FF2B5EF4-FFF2-40B4-BE49-F238E27FC236}">
                <a16:creationId xmlns:a16="http://schemas.microsoft.com/office/drawing/2014/main" id="{C5634019-5EFC-4F8B-B940-B4BE309B67C9}"/>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sues200_uav_200m_to_satellite/sues200_uav_200m_to_satellite/seed-1/count/cov-0.75/kN">
            <a:extLst xmlns:a="http://schemas.openxmlformats.org/drawingml/2006/main">
              <a:ext uri="{FF2B5EF4-FFF2-40B4-BE49-F238E27FC236}">
                <a16:creationId xmlns:a16="http://schemas.microsoft.com/office/drawing/2014/main" id="{007E6656-F9BA-4CC7-B04B-D9854999B838}"/>
              </a:ext>
            </a:extLst>
          </p:cNvPr>
          <p:cNvSpPr>
            <a:spLocks xmlns:a="http://schemas.openxmlformats.org/drawingml/2006/main" noGrp="1"/>
          </p:cNvSpPr>
          <p:nvPr/>
        </p:nvSpPr>
        <p:spPr>
          <a:xfrm xmlns:a="http://schemas.openxmlformats.org/drawingml/2006/main">
            <a:off x="10634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55" name="sues200_uav_200m_to_satellite/sues200_uav_200m_to_satellite/seed-1/count/cov-0.75/overlap">
            <a:extLst xmlns:a="http://schemas.openxmlformats.org/drawingml/2006/main">
              <a:ext uri="{FF2B5EF4-FFF2-40B4-BE49-F238E27FC236}">
                <a16:creationId xmlns:a16="http://schemas.microsoft.com/office/drawing/2014/main" id="{98CD7420-044D-4D53-AD01-7C52CB3A7076}"/>
              </a:ext>
            </a:extLst>
          </p:cNvPr>
          <p:cNvSpPr>
            <a:spLocks xmlns:a="http://schemas.openxmlformats.org/drawingml/2006/main" noGrp="1"/>
          </p:cNvSpPr>
          <p:nvPr/>
        </p:nvSpPr>
        <p:spPr>
          <a:xfrm xmlns:a="http://schemas.openxmlformats.org/drawingml/2006/main">
            <a:off x="18254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2278</a:t>
            </a:r>
          </a:p>
        </p:txBody>
      </p:sp>
      <p:sp>
        <p:nvSpPr>
          <p:cNvPr id="56" name="sues200_uav_200m_to_satellite/sues200_uav_200m_to_satellite/seed-1/count/cov-0.9/requested">
            <a:extLst xmlns:a="http://schemas.openxmlformats.org/drawingml/2006/main">
              <a:ext uri="{FF2B5EF4-FFF2-40B4-BE49-F238E27FC236}">
                <a16:creationId xmlns:a16="http://schemas.microsoft.com/office/drawing/2014/main" id="{41F218E5-EEDE-4DE8-A9C7-44080D6D8F96}"/>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sues200_uav_200m_to_satellite/sues200_uav_200m_to_satellite/seed-1/count/cov-0.9/kN">
            <a:extLst xmlns:a="http://schemas.openxmlformats.org/drawingml/2006/main">
              <a:ext uri="{FF2B5EF4-FFF2-40B4-BE49-F238E27FC236}">
                <a16:creationId xmlns:a16="http://schemas.microsoft.com/office/drawing/2014/main" id="{FC5F258D-3E23-4F6F-A94A-78336C1F8520}"/>
              </a:ext>
            </a:extLst>
          </p:cNvPr>
          <p:cNvSpPr>
            <a:spLocks xmlns:a="http://schemas.openxmlformats.org/drawingml/2006/main" noGrp="1"/>
          </p:cNvSpPr>
          <p:nvPr/>
        </p:nvSpPr>
        <p:spPr>
          <a:xfrm xmlns:a="http://schemas.openxmlformats.org/drawingml/2006/main">
            <a:off x="10634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58" name="sues200_uav_200m_to_satellite/sues200_uav_200m_to_satellite/seed-1/count/cov-0.9/overlap">
            <a:extLst xmlns:a="http://schemas.openxmlformats.org/drawingml/2006/main">
              <a:ext uri="{FF2B5EF4-FFF2-40B4-BE49-F238E27FC236}">
                <a16:creationId xmlns:a16="http://schemas.microsoft.com/office/drawing/2014/main" id="{939D14E0-32C1-407B-B564-8532BE9FA55C}"/>
              </a:ext>
            </a:extLst>
          </p:cNvPr>
          <p:cNvSpPr>
            <a:spLocks xmlns:a="http://schemas.openxmlformats.org/drawingml/2006/main" noGrp="1"/>
          </p:cNvSpPr>
          <p:nvPr/>
        </p:nvSpPr>
        <p:spPr>
          <a:xfrm xmlns:a="http://schemas.openxmlformats.org/drawingml/2006/main">
            <a:off x="18254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3281</a:t>
            </a:r>
          </a:p>
        </p:txBody>
      </p:sp>
      <p:sp>
        <p:nvSpPr>
          <p:cNvPr id="59" name="sues200_uav_200m_to_satellite/sues200_uav_200m_to_satellite/seed-1/count/cov-1/requested">
            <a:extLst xmlns:a="http://schemas.openxmlformats.org/drawingml/2006/main">
              <a:ext uri="{FF2B5EF4-FFF2-40B4-BE49-F238E27FC236}">
                <a16:creationId xmlns:a16="http://schemas.microsoft.com/office/drawing/2014/main" id="{5E4451A0-39B3-465E-94A7-4841648F6702}"/>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sues200_uav_200m_to_satellite/sues200_uav_200m_to_satellite/seed-1/count/cov-1/kN">
            <a:extLst xmlns:a="http://schemas.openxmlformats.org/drawingml/2006/main">
              <a:ext uri="{FF2B5EF4-FFF2-40B4-BE49-F238E27FC236}">
                <a16:creationId xmlns:a16="http://schemas.microsoft.com/office/drawing/2014/main" id="{8EF0A765-0590-4801-9525-7A3F066EEDC6}"/>
              </a:ext>
            </a:extLst>
          </p:cNvPr>
          <p:cNvSpPr>
            <a:spLocks xmlns:a="http://schemas.openxmlformats.org/drawingml/2006/main" noGrp="1"/>
          </p:cNvSpPr>
          <p:nvPr/>
        </p:nvSpPr>
        <p:spPr>
          <a:xfrm xmlns:a="http://schemas.openxmlformats.org/drawingml/2006/main">
            <a:off x="10634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61" name="sues200_uav_200m_to_satellite/sues200_uav_200m_to_satellite/seed-1/count/cov-1/overlap">
            <a:extLst xmlns:a="http://schemas.openxmlformats.org/drawingml/2006/main">
              <a:ext uri="{FF2B5EF4-FFF2-40B4-BE49-F238E27FC236}">
                <a16:creationId xmlns:a16="http://schemas.microsoft.com/office/drawing/2014/main" id="{5E8E4365-D0AF-4BD9-A144-5375A480E3A4}"/>
              </a:ext>
            </a:extLst>
          </p:cNvPr>
          <p:cNvSpPr>
            <a:spLocks xmlns:a="http://schemas.openxmlformats.org/drawingml/2006/main" noGrp="1"/>
          </p:cNvSpPr>
          <p:nvPr/>
        </p:nvSpPr>
        <p:spPr>
          <a:xfrm xmlns:a="http://schemas.openxmlformats.org/drawingml/2006/main">
            <a:off x="18254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62" name="sues200_uav_200m_to_satellite/sues200_uav_200m_to_satellite/seed-1/success/heading">
            <a:extLst xmlns:a="http://schemas.openxmlformats.org/drawingml/2006/main">
              <a:ext uri="{FF2B5EF4-FFF2-40B4-BE49-F238E27FC236}">
                <a16:creationId xmlns:a16="http://schemas.microsoft.com/office/drawing/2014/main" id="{BA05BC8E-E292-4E38-9E0C-1C681D185975}"/>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sues200_uav_200m_to_satellite/sues200_uav_200m_to_satellite/seed-1/success/cov-0.5/heading">
            <a:extLst xmlns:a="http://schemas.openxmlformats.org/drawingml/2006/main">
              <a:ext uri="{FF2B5EF4-FFF2-40B4-BE49-F238E27FC236}">
                <a16:creationId xmlns:a16="http://schemas.microsoft.com/office/drawing/2014/main" id="{999D5689-5BC2-41D9-9C0C-D01D74A10A0E}"/>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sues200_uav_200m_to_satellite/sues200_uav_200m_to_satellite/seed-1/visual/success-cov-0.5">
            <a:extLst xmlns:a="http://schemas.openxmlformats.org/drawingml/2006/main">
              <a:ext uri="{FF2B5EF4-FFF2-40B4-BE49-F238E27FC236}">
                <a16:creationId xmlns:a16="http://schemas.microsoft.com/office/drawing/2014/main" id="{F50F5315-4ED0-4FB5-A4F8-2C2E88E7EF3F}"/>
              </a:ext>
            </a:extLst>
          </p:cNvPr>
          <p:cNvSpPr>
            <a:spLocks xmlns:a="http://schemas.openxmlformats.org/drawingml/2006/main" noGrp="1"/>
          </p:cNvSpPr>
          <p:nvPr/>
        </p:nvSpPr>
        <p:spPr>
          <a:xfrm xmlns:a="http://schemas.openxmlformats.org/drawingml/2006/main">
            <a:off x="5734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26.575</a:t>
            </a:r>
          </a:p>
        </p:txBody>
      </p:sp>
      <p:sp>
        <p:nvSpPr>
          <p:cNvPr id="65" name="sues200_uav_200m_to_satellite/sues200_uav_200m_to_satellite/seed-1/full/success-cov-0.5">
            <a:extLst xmlns:a="http://schemas.openxmlformats.org/drawingml/2006/main">
              <a:ext uri="{FF2B5EF4-FFF2-40B4-BE49-F238E27FC236}">
                <a16:creationId xmlns:a16="http://schemas.microsoft.com/office/drawing/2014/main" id="{0E3DC832-7836-4353-99D2-DE22E623349F}"/>
              </a:ext>
            </a:extLst>
          </p:cNvPr>
          <p:cNvSpPr>
            <a:spLocks xmlns:a="http://schemas.openxmlformats.org/drawingml/2006/main" noGrp="1"/>
          </p:cNvSpPr>
          <p:nvPr/>
        </p:nvSpPr>
        <p:spPr>
          <a:xfrm xmlns:a="http://schemas.openxmlformats.org/drawingml/2006/main">
            <a:off x="5734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21.025</a:t>
            </a:r>
          </a:p>
        </p:txBody>
      </p:sp>
      <p:sp>
        <p:nvSpPr>
          <p:cNvPr id="66" name="sues200_uav_200m_to_satellite/sues200_uav_200m_to_satellite/seed-1/success/cov-0.75/heading">
            <a:extLst xmlns:a="http://schemas.openxmlformats.org/drawingml/2006/main">
              <a:ext uri="{FF2B5EF4-FFF2-40B4-BE49-F238E27FC236}">
                <a16:creationId xmlns:a16="http://schemas.microsoft.com/office/drawing/2014/main" id="{319CEFDA-F725-4839-B89B-52B1BAF88BF2}"/>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sues200_uav_200m_to_satellite/sues200_uav_200m_to_satellite/seed-1/visual/success-cov-0.75">
            <a:extLst xmlns:a="http://schemas.openxmlformats.org/drawingml/2006/main">
              <a:ext uri="{FF2B5EF4-FFF2-40B4-BE49-F238E27FC236}">
                <a16:creationId xmlns:a16="http://schemas.microsoft.com/office/drawing/2014/main" id="{4F6FEE89-58FA-4BFC-93AC-2A88524A5C70}"/>
              </a:ext>
            </a:extLst>
          </p:cNvPr>
          <p:cNvSpPr>
            <a:spLocks xmlns:a="http://schemas.openxmlformats.org/drawingml/2006/main" noGrp="1"/>
          </p:cNvSpPr>
          <p:nvPr/>
        </p:nvSpPr>
        <p:spPr>
          <a:xfrm xmlns:a="http://schemas.openxmlformats.org/drawingml/2006/main">
            <a:off x="9735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34.700</a:t>
            </a:r>
          </a:p>
        </p:txBody>
      </p:sp>
      <p:sp>
        <p:nvSpPr>
          <p:cNvPr id="68" name="sues200_uav_200m_to_satellite/sues200_uav_200m_to_satellite/seed-1/full/success-cov-0.75">
            <a:extLst xmlns:a="http://schemas.openxmlformats.org/drawingml/2006/main">
              <a:ext uri="{FF2B5EF4-FFF2-40B4-BE49-F238E27FC236}">
                <a16:creationId xmlns:a16="http://schemas.microsoft.com/office/drawing/2014/main" id="{9C57E6B0-B4A2-4EF8-8238-A164AC6A422C}"/>
              </a:ext>
            </a:extLst>
          </p:cNvPr>
          <p:cNvSpPr>
            <a:spLocks xmlns:a="http://schemas.openxmlformats.org/drawingml/2006/main" noGrp="1"/>
          </p:cNvSpPr>
          <p:nvPr/>
        </p:nvSpPr>
        <p:spPr>
          <a:xfrm xmlns:a="http://schemas.openxmlformats.org/drawingml/2006/main">
            <a:off x="9735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27.750</a:t>
            </a:r>
          </a:p>
        </p:txBody>
      </p:sp>
      <p:sp>
        <p:nvSpPr>
          <p:cNvPr id="69" name="sues200_uav_200m_to_satellite/sues200_uav_200m_to_satellite/seed-1/success/cov-0.9/heading">
            <a:extLst xmlns:a="http://schemas.openxmlformats.org/drawingml/2006/main">
              <a:ext uri="{FF2B5EF4-FFF2-40B4-BE49-F238E27FC236}">
                <a16:creationId xmlns:a16="http://schemas.microsoft.com/office/drawing/2014/main" id="{2A6F5C75-6832-47CA-965B-3388A240C4B6}"/>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sues200_uav_200m_to_satellite/sues200_uav_200m_to_satellite/seed-1/visual/success-cov-0.9">
            <a:extLst xmlns:a="http://schemas.openxmlformats.org/drawingml/2006/main">
              <a:ext uri="{FF2B5EF4-FFF2-40B4-BE49-F238E27FC236}">
                <a16:creationId xmlns:a16="http://schemas.microsoft.com/office/drawing/2014/main" id="{7F00CA42-DDEF-43B7-B6DD-0EE7C58945AA}"/>
              </a:ext>
            </a:extLst>
          </p:cNvPr>
          <p:cNvSpPr>
            <a:spLocks xmlns:a="http://schemas.openxmlformats.org/drawingml/2006/main" noGrp="1"/>
          </p:cNvSpPr>
          <p:nvPr/>
        </p:nvSpPr>
        <p:spPr>
          <a:xfrm xmlns:a="http://schemas.openxmlformats.org/drawingml/2006/main">
            <a:off x="13735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39.225</a:t>
            </a:r>
          </a:p>
        </p:txBody>
      </p:sp>
      <p:sp>
        <p:nvSpPr>
          <p:cNvPr id="71" name="sues200_uav_200m_to_satellite/sues200_uav_200m_to_satellite/seed-1/full/success-cov-0.9">
            <a:extLst xmlns:a="http://schemas.openxmlformats.org/drawingml/2006/main">
              <a:ext uri="{FF2B5EF4-FFF2-40B4-BE49-F238E27FC236}">
                <a16:creationId xmlns:a16="http://schemas.microsoft.com/office/drawing/2014/main" id="{5D4CC727-3DCC-4B0C-8DAF-0A5C041C4F00}"/>
              </a:ext>
            </a:extLst>
          </p:cNvPr>
          <p:cNvSpPr>
            <a:spLocks xmlns:a="http://schemas.openxmlformats.org/drawingml/2006/main" noGrp="1"/>
          </p:cNvSpPr>
          <p:nvPr/>
        </p:nvSpPr>
        <p:spPr>
          <a:xfrm xmlns:a="http://schemas.openxmlformats.org/drawingml/2006/main">
            <a:off x="13735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31.650</a:t>
            </a:r>
          </a:p>
        </p:txBody>
      </p:sp>
      <p:sp>
        <p:nvSpPr>
          <p:cNvPr id="72" name="sues200_uav_200m_to_satellite/sues200_uav_200m_to_satellite/seed-1/success/cov-1/heading">
            <a:extLst xmlns:a="http://schemas.openxmlformats.org/drawingml/2006/main">
              <a:ext uri="{FF2B5EF4-FFF2-40B4-BE49-F238E27FC236}">
                <a16:creationId xmlns:a16="http://schemas.microsoft.com/office/drawing/2014/main" id="{AD7E0A8E-DDF7-4E6D-A57B-55ACE960D253}"/>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sues200_uav_200m_to_satellite/sues200_uav_200m_to_satellite/seed-1/visual/success-cov-1">
            <a:extLst xmlns:a="http://schemas.openxmlformats.org/drawingml/2006/main">
              <a:ext uri="{FF2B5EF4-FFF2-40B4-BE49-F238E27FC236}">
                <a16:creationId xmlns:a16="http://schemas.microsoft.com/office/drawing/2014/main" id="{6A4C8A8F-3524-4514-B3DE-797A62D71519}"/>
              </a:ext>
            </a:extLst>
          </p:cNvPr>
          <p:cNvSpPr>
            <a:spLocks xmlns:a="http://schemas.openxmlformats.org/drawingml/2006/main" noGrp="1"/>
          </p:cNvSpPr>
          <p:nvPr/>
        </p:nvSpPr>
        <p:spPr>
          <a:xfrm xmlns:a="http://schemas.openxmlformats.org/drawingml/2006/main">
            <a:off x="17736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41.450</a:t>
            </a:r>
          </a:p>
        </p:txBody>
      </p:sp>
      <p:sp>
        <p:nvSpPr>
          <p:cNvPr id="74" name="sues200_uav_200m_to_satellite/sues200_uav_200m_to_satellite/seed-1/full/success-cov-1">
            <a:extLst xmlns:a="http://schemas.openxmlformats.org/drawingml/2006/main">
              <a:ext uri="{FF2B5EF4-FFF2-40B4-BE49-F238E27FC236}">
                <a16:creationId xmlns:a16="http://schemas.microsoft.com/office/drawing/2014/main" id="{DA94CE53-AB3D-41FC-B69A-5F19C26F2F01}"/>
              </a:ext>
            </a:extLst>
          </p:cNvPr>
          <p:cNvSpPr>
            <a:spLocks xmlns:a="http://schemas.openxmlformats.org/drawingml/2006/main" noGrp="1"/>
          </p:cNvSpPr>
          <p:nvPr/>
        </p:nvSpPr>
        <p:spPr>
          <a:xfrm xmlns:a="http://schemas.openxmlformats.org/drawingml/2006/main">
            <a:off x="17736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33.150</a:t>
            </a:r>
          </a:p>
        </p:txBody>
      </p:sp>
      <p:sp>
        <p:nvSpPr>
          <p:cNvPr id="75" name="sues200_uav_200m_to_satellite/sues200_uav_200m_to_satellite/seed-1/visual/success-prefix">
            <a:extLst xmlns:a="http://schemas.openxmlformats.org/drawingml/2006/main">
              <a:ext uri="{FF2B5EF4-FFF2-40B4-BE49-F238E27FC236}">
                <a16:creationId xmlns:a16="http://schemas.microsoft.com/office/drawing/2014/main" id="{534A33FB-04FB-4183-9C74-47EC89E031C0}"/>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sues200_uav_200m_to_satellite/sues200_uav_200m_to_satellite/seed-1/full/success-prefix">
            <a:extLst xmlns:a="http://schemas.openxmlformats.org/drawingml/2006/main">
              <a:ext uri="{FF2B5EF4-FFF2-40B4-BE49-F238E27FC236}">
                <a16:creationId xmlns:a16="http://schemas.microsoft.com/office/drawing/2014/main" id="{8729566D-6241-4EB1-8636-A905EB88DB07}"/>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sues200_uav_200m_to_satellite/sues200_uav_200m_to_satellite/seed-2/heading">
            <a:extLst xmlns:a="http://schemas.openxmlformats.org/drawingml/2006/main">
              <a:ext uri="{FF2B5EF4-FFF2-40B4-BE49-F238E27FC236}">
                <a16:creationId xmlns:a16="http://schemas.microsoft.com/office/drawing/2014/main" id="{F092E0CF-DD87-4DAF-8377-2FD187F305F7}"/>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sues200_uav_200m_to_satellite/sues200_uav_200m_to_satellite/seed-2/y-grid-0">
            <a:extLst xmlns:a="http://schemas.openxmlformats.org/drawingml/2006/main">
              <a:ext uri="{FF2B5EF4-FFF2-40B4-BE49-F238E27FC236}">
                <a16:creationId xmlns:a16="http://schemas.microsoft.com/office/drawing/2014/main" id="{3E1AA5C8-2DED-4823-BA7A-50757262809E}"/>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sues200_uav_200m_to_satellite/sues200_uav_200m_to_satellite/seed-2/y-label-0">
            <a:extLst xmlns:a="http://schemas.openxmlformats.org/drawingml/2006/main">
              <a:ext uri="{FF2B5EF4-FFF2-40B4-BE49-F238E27FC236}">
                <a16:creationId xmlns:a16="http://schemas.microsoft.com/office/drawing/2014/main" id="{0B6B70E6-7361-4D05-BDB5-4D4E94BCB0C2}"/>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sues200_uav_200m_to_satellite/sues200_uav_200m_to_satellite/seed-2/x-tick-0">
            <a:extLst xmlns:a="http://schemas.openxmlformats.org/drawingml/2006/main">
              <a:ext uri="{FF2B5EF4-FFF2-40B4-BE49-F238E27FC236}">
                <a16:creationId xmlns:a16="http://schemas.microsoft.com/office/drawing/2014/main" id="{7F266CBD-8A17-4DD1-9DC4-6FBD4445DEFE}"/>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sues200_uav_200m_to_satellite/sues200_uav_200m_to_satellite/seed-2/x-label-0">
            <a:extLst xmlns:a="http://schemas.openxmlformats.org/drawingml/2006/main">
              <a:ext uri="{FF2B5EF4-FFF2-40B4-BE49-F238E27FC236}">
                <a16:creationId xmlns:a16="http://schemas.microsoft.com/office/drawing/2014/main" id="{CEBBFF3C-E94B-4DD0-9441-CE572206581D}"/>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sues200_uav_200m_to_satellite/sues200_uav_200m_to_satellite/seed-2/y-grid-25">
            <a:extLst xmlns:a="http://schemas.openxmlformats.org/drawingml/2006/main">
              <a:ext uri="{FF2B5EF4-FFF2-40B4-BE49-F238E27FC236}">
                <a16:creationId xmlns:a16="http://schemas.microsoft.com/office/drawing/2014/main" id="{B8DEF79C-6AEF-4428-A9BB-6839EFF89441}"/>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sues200_uav_200m_to_satellite/sues200_uav_200m_to_satellite/seed-2/y-label-25">
            <a:extLst xmlns:a="http://schemas.openxmlformats.org/drawingml/2006/main">
              <a:ext uri="{FF2B5EF4-FFF2-40B4-BE49-F238E27FC236}">
                <a16:creationId xmlns:a16="http://schemas.microsoft.com/office/drawing/2014/main" id="{76151D5C-CFF1-4E04-A331-34B9211FD2CA}"/>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sues200_uav_200m_to_satellite/sues200_uav_200m_to_satellite/seed-2/x-tick-25">
            <a:extLst xmlns:a="http://schemas.openxmlformats.org/drawingml/2006/main">
              <a:ext uri="{FF2B5EF4-FFF2-40B4-BE49-F238E27FC236}">
                <a16:creationId xmlns:a16="http://schemas.microsoft.com/office/drawing/2014/main" id="{EFD0ADE8-BCC3-4B7C-89CC-98749C07BC9A}"/>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sues200_uav_200m_to_satellite/sues200_uav_200m_to_satellite/seed-2/x-label-25">
            <a:extLst xmlns:a="http://schemas.openxmlformats.org/drawingml/2006/main">
              <a:ext uri="{FF2B5EF4-FFF2-40B4-BE49-F238E27FC236}">
                <a16:creationId xmlns:a16="http://schemas.microsoft.com/office/drawing/2014/main" id="{9E5C91E8-3D38-4EB5-9766-C2AC7260E737}"/>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sues200_uav_200m_to_satellite/sues200_uav_200m_to_satellite/seed-2/y-grid-50">
            <a:extLst xmlns:a="http://schemas.openxmlformats.org/drawingml/2006/main">
              <a:ext uri="{FF2B5EF4-FFF2-40B4-BE49-F238E27FC236}">
                <a16:creationId xmlns:a16="http://schemas.microsoft.com/office/drawing/2014/main" id="{8F17C154-52DF-43D8-880D-AC3892F2188D}"/>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sues200_uav_200m_to_satellite/sues200_uav_200m_to_satellite/seed-2/y-label-50">
            <a:extLst xmlns:a="http://schemas.openxmlformats.org/drawingml/2006/main">
              <a:ext uri="{FF2B5EF4-FFF2-40B4-BE49-F238E27FC236}">
                <a16:creationId xmlns:a16="http://schemas.microsoft.com/office/drawing/2014/main" id="{E981D7C2-F522-4C32-B1B8-0CF2E065BA39}"/>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sues200_uav_200m_to_satellite/sues200_uav_200m_to_satellite/seed-2/x-tick-50">
            <a:extLst xmlns:a="http://schemas.openxmlformats.org/drawingml/2006/main">
              <a:ext uri="{FF2B5EF4-FFF2-40B4-BE49-F238E27FC236}">
                <a16:creationId xmlns:a16="http://schemas.microsoft.com/office/drawing/2014/main" id="{7B708F96-FC4D-4F94-9540-5FB4C16255FF}"/>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sues200_uav_200m_to_satellite/sues200_uav_200m_to_satellite/seed-2/x-label-50">
            <a:extLst xmlns:a="http://schemas.openxmlformats.org/drawingml/2006/main">
              <a:ext uri="{FF2B5EF4-FFF2-40B4-BE49-F238E27FC236}">
                <a16:creationId xmlns:a16="http://schemas.microsoft.com/office/drawing/2014/main" id="{C674A7F1-C4D0-4DB2-8E4F-251CD289EF93}"/>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sues200_uav_200m_to_satellite/sues200_uav_200m_to_satellite/seed-2/y-grid-75">
            <a:extLst xmlns:a="http://schemas.openxmlformats.org/drawingml/2006/main">
              <a:ext uri="{FF2B5EF4-FFF2-40B4-BE49-F238E27FC236}">
                <a16:creationId xmlns:a16="http://schemas.microsoft.com/office/drawing/2014/main" id="{5FCD3DFF-F247-4517-B2CE-179AC131775F}"/>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sues200_uav_200m_to_satellite/sues200_uav_200m_to_satellite/seed-2/y-label-75">
            <a:extLst xmlns:a="http://schemas.openxmlformats.org/drawingml/2006/main">
              <a:ext uri="{FF2B5EF4-FFF2-40B4-BE49-F238E27FC236}">
                <a16:creationId xmlns:a16="http://schemas.microsoft.com/office/drawing/2014/main" id="{92EDC725-0D0C-4163-83DB-198961BF0A53}"/>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sues200_uav_200m_to_satellite/sues200_uav_200m_to_satellite/seed-2/x-tick-75">
            <a:extLst xmlns:a="http://schemas.openxmlformats.org/drawingml/2006/main">
              <a:ext uri="{FF2B5EF4-FFF2-40B4-BE49-F238E27FC236}">
                <a16:creationId xmlns:a16="http://schemas.microsoft.com/office/drawing/2014/main" id="{866BBEC1-2972-4862-AEAE-BFA26816F96F}"/>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sues200_uav_200m_to_satellite/sues200_uav_200m_to_satellite/seed-2/x-label-75">
            <a:extLst xmlns:a="http://schemas.openxmlformats.org/drawingml/2006/main">
              <a:ext uri="{FF2B5EF4-FFF2-40B4-BE49-F238E27FC236}">
                <a16:creationId xmlns:a16="http://schemas.microsoft.com/office/drawing/2014/main" id="{4F032103-28CE-4078-A48F-420456FD26C2}"/>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sues200_uav_200m_to_satellite/sues200_uav_200m_to_satellite/seed-2/y-grid-100">
            <a:extLst xmlns:a="http://schemas.openxmlformats.org/drawingml/2006/main">
              <a:ext uri="{FF2B5EF4-FFF2-40B4-BE49-F238E27FC236}">
                <a16:creationId xmlns:a16="http://schemas.microsoft.com/office/drawing/2014/main" id="{6C658B76-2A1E-4311-BB05-D8DA5299C058}"/>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sues200_uav_200m_to_satellite/sues200_uav_200m_to_satellite/seed-2/y-label-100">
            <a:extLst xmlns:a="http://schemas.openxmlformats.org/drawingml/2006/main">
              <a:ext uri="{FF2B5EF4-FFF2-40B4-BE49-F238E27FC236}">
                <a16:creationId xmlns:a16="http://schemas.microsoft.com/office/drawing/2014/main" id="{C1497883-7427-4AA6-8DE4-36C8FE194F0F}"/>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sues200_uav_200m_to_satellite/sues200_uav_200m_to_satellite/seed-2/x-tick-100">
            <a:extLst xmlns:a="http://schemas.openxmlformats.org/drawingml/2006/main">
              <a:ext uri="{FF2B5EF4-FFF2-40B4-BE49-F238E27FC236}">
                <a16:creationId xmlns:a16="http://schemas.microsoft.com/office/drawing/2014/main" id="{ACBAD3DB-9DD9-43FF-A91F-128528A7B613}"/>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sues200_uav_200m_to_satellite/sues200_uav_200m_to_satellite/seed-2/x-label-100">
            <a:extLst xmlns:a="http://schemas.openxmlformats.org/drawingml/2006/main">
              <a:ext uri="{FF2B5EF4-FFF2-40B4-BE49-F238E27FC236}">
                <a16:creationId xmlns:a16="http://schemas.microsoft.com/office/drawing/2014/main" id="{1C4C119F-198E-4593-BC49-ECC37F44ABC4}"/>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sues200_uav_200m_to_satellite/sues200_uav_200m_to_satellite/seed-2/y-axis">
            <a:extLst xmlns:a="http://schemas.openxmlformats.org/drawingml/2006/main">
              <a:ext uri="{FF2B5EF4-FFF2-40B4-BE49-F238E27FC236}">
                <a16:creationId xmlns:a16="http://schemas.microsoft.com/office/drawing/2014/main" id="{430AB865-DAEE-46B2-9D20-48B497C7474A}"/>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sues200_uav_200m_to_satellite/sues200_uav_200m_to_satellite/seed-2/x-axis">
            <a:extLst xmlns:a="http://schemas.openxmlformats.org/drawingml/2006/main">
              <a:ext uri="{FF2B5EF4-FFF2-40B4-BE49-F238E27FC236}">
                <a16:creationId xmlns:a16="http://schemas.microsoft.com/office/drawing/2014/main" id="{6F8D8CA3-4798-4229-AF71-A5EE38FCE8E4}"/>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uav_200m_to_satellite/sues200_uav_200m_to_satellite/seed-2/visual/guide-1-2">
            <a:extLst xmlns:a="http://schemas.openxmlformats.org/drawingml/2006/main">
              <a:ext uri="{FF2B5EF4-FFF2-40B4-BE49-F238E27FC236}">
                <a16:creationId xmlns:a16="http://schemas.microsoft.com/office/drawing/2014/main" id="{E531075E-6B74-47FC-8769-FD0C2A8969E2}"/>
              </a:ext>
            </a:extLst>
          </p:cNvPr>
          <p:cNvSpPr>
            <a:spLocks xmlns:a="http://schemas.openxmlformats.org/drawingml/2006/main" noGrp="1"/>
          </p:cNvSpPr>
          <p:nvPr/>
        </p:nvSpPr>
        <p:spPr>
          <a:xfrm xmlns:a="http://schemas.openxmlformats.org/drawingml/2006/main" flipV="1">
            <a:off x="3340100" y="2288337"/>
            <a:ext cx="400050" cy="147117"/>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sues200_uav_200m_to_satellite/sues200_uav_200m_to_satellite/seed-2/visual/guide-2-3">
            <a:extLst xmlns:a="http://schemas.openxmlformats.org/drawingml/2006/main">
              <a:ext uri="{FF2B5EF4-FFF2-40B4-BE49-F238E27FC236}">
                <a16:creationId xmlns:a16="http://schemas.microsoft.com/office/drawing/2014/main" id="{DB1DCA72-192B-4235-90DD-FF7509F30542}"/>
              </a:ext>
            </a:extLst>
          </p:cNvPr>
          <p:cNvSpPr>
            <a:spLocks xmlns:a="http://schemas.openxmlformats.org/drawingml/2006/main" noGrp="1"/>
          </p:cNvSpPr>
          <p:nvPr/>
        </p:nvSpPr>
        <p:spPr>
          <a:xfrm xmlns:a="http://schemas.openxmlformats.org/drawingml/2006/main" flipV="1">
            <a:off x="3740150" y="2220874"/>
            <a:ext cx="240030" cy="67462"/>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sues200_uav_200m_to_satellite/sues200_uav_200m_to_satellite/seed-2/visual/guide-3-4">
            <a:extLst xmlns:a="http://schemas.openxmlformats.org/drawingml/2006/main">
              <a:ext uri="{FF2B5EF4-FFF2-40B4-BE49-F238E27FC236}">
                <a16:creationId xmlns:a16="http://schemas.microsoft.com/office/drawing/2014/main" id="{320A1109-B6AA-44BE-AC51-C62584B18028}"/>
              </a:ext>
            </a:extLst>
          </p:cNvPr>
          <p:cNvSpPr>
            <a:spLocks xmlns:a="http://schemas.openxmlformats.org/drawingml/2006/main" noGrp="1"/>
          </p:cNvSpPr>
          <p:nvPr/>
        </p:nvSpPr>
        <p:spPr>
          <a:xfrm xmlns:a="http://schemas.openxmlformats.org/drawingml/2006/main" flipV="1">
            <a:off x="3980180" y="2188362"/>
            <a:ext cx="160020" cy="32512"/>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sues200_uav_200m_to_satellite/sues200_uav_200m_to_satellite/seed-2/visual/point-cov-0.5">
            <a:extLst xmlns:a="http://schemas.openxmlformats.org/drawingml/2006/main">
              <a:ext uri="{FF2B5EF4-FFF2-40B4-BE49-F238E27FC236}">
                <a16:creationId xmlns:a16="http://schemas.microsoft.com/office/drawing/2014/main" id="{F6F150B0-C97A-458C-9644-3A3F572B777F}"/>
              </a:ext>
            </a:extLst>
          </p:cNvPr>
          <p:cNvSpPr>
            <a:spLocks xmlns:a="http://schemas.openxmlformats.org/drawingml/2006/main" noGrp="1"/>
          </p:cNvSpPr>
          <p:nvPr/>
        </p:nvSpPr>
        <p:spPr>
          <a:xfrm xmlns:a="http://schemas.openxmlformats.org/drawingml/2006/main">
            <a:off x="3310255" y="240560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sues200_uav_200m_to_satellite/sues200_uav_200m_to_satellite/seed-2/visual/point-cov-0.75">
            <a:extLst xmlns:a="http://schemas.openxmlformats.org/drawingml/2006/main">
              <a:ext uri="{FF2B5EF4-FFF2-40B4-BE49-F238E27FC236}">
                <a16:creationId xmlns:a16="http://schemas.microsoft.com/office/drawing/2014/main" id="{982EAE4E-04BE-46DD-8193-D88B4DE7B09C}"/>
              </a:ext>
            </a:extLst>
          </p:cNvPr>
          <p:cNvSpPr>
            <a:spLocks xmlns:a="http://schemas.openxmlformats.org/drawingml/2006/main" noGrp="1"/>
          </p:cNvSpPr>
          <p:nvPr/>
        </p:nvSpPr>
        <p:spPr>
          <a:xfrm xmlns:a="http://schemas.openxmlformats.org/drawingml/2006/main">
            <a:off x="3710305" y="225849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sues200_uav_200m_to_satellite/sues200_uav_200m_to_satellite/seed-2/visual/point-cov-0.9">
            <a:extLst xmlns:a="http://schemas.openxmlformats.org/drawingml/2006/main">
              <a:ext uri="{FF2B5EF4-FFF2-40B4-BE49-F238E27FC236}">
                <a16:creationId xmlns:a16="http://schemas.microsoft.com/office/drawing/2014/main" id="{6A7CA44A-F9D5-42F0-B55E-5618FA989B88}"/>
              </a:ext>
            </a:extLst>
          </p:cNvPr>
          <p:cNvSpPr>
            <a:spLocks xmlns:a="http://schemas.openxmlformats.org/drawingml/2006/main" noGrp="1"/>
          </p:cNvSpPr>
          <p:nvPr/>
        </p:nvSpPr>
        <p:spPr>
          <a:xfrm xmlns:a="http://schemas.openxmlformats.org/drawingml/2006/main">
            <a:off x="3950335" y="219102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sues200_uav_200m_to_satellite/sues200_uav_200m_to_satellite/seed-2/visual/point-cov-1">
            <a:extLst xmlns:a="http://schemas.openxmlformats.org/drawingml/2006/main">
              <a:ext uri="{FF2B5EF4-FFF2-40B4-BE49-F238E27FC236}">
                <a16:creationId xmlns:a16="http://schemas.microsoft.com/office/drawing/2014/main" id="{7D9C6E7D-8A76-4F75-B84C-8CD5C218F5AC}"/>
              </a:ext>
            </a:extLst>
          </p:cNvPr>
          <p:cNvSpPr>
            <a:spLocks xmlns:a="http://schemas.openxmlformats.org/drawingml/2006/main" noGrp="1"/>
          </p:cNvSpPr>
          <p:nvPr/>
        </p:nvSpPr>
        <p:spPr>
          <a:xfrm xmlns:a="http://schemas.openxmlformats.org/drawingml/2006/main">
            <a:off x="4110355" y="215851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sues200_uav_200m_to_satellite/sues200_uav_200m_to_satellite/seed-2/full/guide-1-2">
            <a:extLst xmlns:a="http://schemas.openxmlformats.org/drawingml/2006/main">
              <a:ext uri="{FF2B5EF4-FFF2-40B4-BE49-F238E27FC236}">
                <a16:creationId xmlns:a16="http://schemas.microsoft.com/office/drawing/2014/main" id="{5088FF5E-431A-4132-9237-296477596DE2}"/>
              </a:ext>
            </a:extLst>
          </p:cNvPr>
          <p:cNvSpPr>
            <a:spLocks xmlns:a="http://schemas.openxmlformats.org/drawingml/2006/main" noGrp="1"/>
          </p:cNvSpPr>
          <p:nvPr/>
        </p:nvSpPr>
        <p:spPr>
          <a:xfrm xmlns:a="http://schemas.openxmlformats.org/drawingml/2006/main" flipV="1">
            <a:off x="3340100" y="2431390"/>
            <a:ext cx="400050" cy="112979"/>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sues200_uav_200m_to_satellite/sues200_uav_200m_to_satellite/seed-2/full/guide-2-3">
            <a:extLst xmlns:a="http://schemas.openxmlformats.org/drawingml/2006/main">
              <a:ext uri="{FF2B5EF4-FFF2-40B4-BE49-F238E27FC236}">
                <a16:creationId xmlns:a16="http://schemas.microsoft.com/office/drawing/2014/main" id="{A2133025-BB6D-4849-BD54-B31DB73763EC}"/>
              </a:ext>
            </a:extLst>
          </p:cNvPr>
          <p:cNvSpPr>
            <a:spLocks xmlns:a="http://schemas.openxmlformats.org/drawingml/2006/main" noGrp="1"/>
          </p:cNvSpPr>
          <p:nvPr/>
        </p:nvSpPr>
        <p:spPr>
          <a:xfrm xmlns:a="http://schemas.openxmlformats.org/drawingml/2006/main" flipV="1">
            <a:off x="3740150" y="2376119"/>
            <a:ext cx="240030" cy="5527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sues200_uav_200m_to_satellite/sues200_uav_200m_to_satellite/seed-2/full/guide-3-4">
            <a:extLst xmlns:a="http://schemas.openxmlformats.org/drawingml/2006/main">
              <a:ext uri="{FF2B5EF4-FFF2-40B4-BE49-F238E27FC236}">
                <a16:creationId xmlns:a16="http://schemas.microsoft.com/office/drawing/2014/main" id="{E5890F78-3A6B-4D99-B3DD-225E2B4C7A33}"/>
              </a:ext>
            </a:extLst>
          </p:cNvPr>
          <p:cNvSpPr>
            <a:spLocks xmlns:a="http://schemas.openxmlformats.org/drawingml/2006/main" noGrp="1"/>
          </p:cNvSpPr>
          <p:nvPr/>
        </p:nvSpPr>
        <p:spPr>
          <a:xfrm xmlns:a="http://schemas.openxmlformats.org/drawingml/2006/main" flipV="1">
            <a:off x="3980180" y="2350922"/>
            <a:ext cx="160020" cy="25197"/>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sues200_uav_200m_to_satellite/sues200_uav_200m_to_satellite/seed-2/full/point-cov-0.5">
            <a:extLst xmlns:a="http://schemas.openxmlformats.org/drawingml/2006/main">
              <a:ext uri="{FF2B5EF4-FFF2-40B4-BE49-F238E27FC236}">
                <a16:creationId xmlns:a16="http://schemas.microsoft.com/office/drawing/2014/main" id="{1D9230A4-50DD-4D3A-B81D-CC1A40586C03}"/>
              </a:ext>
            </a:extLst>
          </p:cNvPr>
          <p:cNvSpPr>
            <a:spLocks xmlns:a="http://schemas.openxmlformats.org/drawingml/2006/main" noGrp="1"/>
          </p:cNvSpPr>
          <p:nvPr/>
        </p:nvSpPr>
        <p:spPr>
          <a:xfrm xmlns:a="http://schemas.openxmlformats.org/drawingml/2006/main">
            <a:off x="3315970" y="252023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sues200_uav_200m_to_satellite/sues200_uav_200m_to_satellite/seed-2/full/point-cov-0.75">
            <a:extLst xmlns:a="http://schemas.openxmlformats.org/drawingml/2006/main">
              <a:ext uri="{FF2B5EF4-FFF2-40B4-BE49-F238E27FC236}">
                <a16:creationId xmlns:a16="http://schemas.microsoft.com/office/drawing/2014/main" id="{C23292AA-951C-4FAF-9A98-AFAF96F3626B}"/>
              </a:ext>
            </a:extLst>
          </p:cNvPr>
          <p:cNvSpPr>
            <a:spLocks xmlns:a="http://schemas.openxmlformats.org/drawingml/2006/main" noGrp="1"/>
          </p:cNvSpPr>
          <p:nvPr/>
        </p:nvSpPr>
        <p:spPr>
          <a:xfrm xmlns:a="http://schemas.openxmlformats.org/drawingml/2006/main">
            <a:off x="3716020" y="240726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sues200_uav_200m_to_satellite/sues200_uav_200m_to_satellite/seed-2/full/point-cov-0.9">
            <a:extLst xmlns:a="http://schemas.openxmlformats.org/drawingml/2006/main">
              <a:ext uri="{FF2B5EF4-FFF2-40B4-BE49-F238E27FC236}">
                <a16:creationId xmlns:a16="http://schemas.microsoft.com/office/drawing/2014/main" id="{2B6DC338-F62F-42E2-B087-C9B65A0AC1D9}"/>
              </a:ext>
            </a:extLst>
          </p:cNvPr>
          <p:cNvSpPr>
            <a:spLocks xmlns:a="http://schemas.openxmlformats.org/drawingml/2006/main" noGrp="1"/>
          </p:cNvSpPr>
          <p:nvPr/>
        </p:nvSpPr>
        <p:spPr>
          <a:xfrm xmlns:a="http://schemas.openxmlformats.org/drawingml/2006/main">
            <a:off x="3956050" y="235198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sues200_uav_200m_to_satellite/sues200_uav_200m_to_satellite/seed-2/full/point-cov-1">
            <a:extLst xmlns:a="http://schemas.openxmlformats.org/drawingml/2006/main">
              <a:ext uri="{FF2B5EF4-FFF2-40B4-BE49-F238E27FC236}">
                <a16:creationId xmlns:a16="http://schemas.microsoft.com/office/drawing/2014/main" id="{D256DC70-ECA5-4CC3-9C39-FC52EB4B0959}"/>
              </a:ext>
            </a:extLst>
          </p:cNvPr>
          <p:cNvSpPr>
            <a:spLocks xmlns:a="http://schemas.openxmlformats.org/drawingml/2006/main" noGrp="1"/>
          </p:cNvSpPr>
          <p:nvPr/>
        </p:nvSpPr>
        <p:spPr>
          <a:xfrm xmlns:a="http://schemas.openxmlformats.org/drawingml/2006/main">
            <a:off x="4116070" y="232679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sues200_uav_200m_to_satellite/sues200_uav_200m_to_satellite/seed-2/count/N">
            <a:extLst xmlns:a="http://schemas.openxmlformats.org/drawingml/2006/main">
              <a:ext uri="{FF2B5EF4-FFF2-40B4-BE49-F238E27FC236}">
                <a16:creationId xmlns:a16="http://schemas.microsoft.com/office/drawing/2014/main" id="{F3CB3104-191F-4495-9116-76B106E9975E}"/>
              </a:ext>
            </a:extLst>
          </p:cNvPr>
          <p:cNvSpPr>
            <a:spLocks xmlns:a="http://schemas.openxmlformats.org/drawingml/2006/main" noGrp="1"/>
          </p:cNvSpPr>
          <p:nvPr/>
        </p:nvSpPr>
        <p:spPr>
          <a:xfrm xmlns:a="http://schemas.openxmlformats.org/drawingml/2006/main">
            <a:off x="28572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115" name="sues200_uav_200m_to_satellite/sues200_uav_200m_to_satellite/seed-2/count/header/requested">
            <a:extLst xmlns:a="http://schemas.openxmlformats.org/drawingml/2006/main">
              <a:ext uri="{FF2B5EF4-FFF2-40B4-BE49-F238E27FC236}">
                <a16:creationId xmlns:a16="http://schemas.microsoft.com/office/drawing/2014/main" id="{09174824-8777-49FE-A765-A60C7F6813F9}"/>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sues200_uav_200m_to_satellite/sues200_uav_200m_to_satellite/seed-2/count/header/kN">
            <a:extLst xmlns:a="http://schemas.openxmlformats.org/drawingml/2006/main">
              <a:ext uri="{FF2B5EF4-FFF2-40B4-BE49-F238E27FC236}">
                <a16:creationId xmlns:a16="http://schemas.microsoft.com/office/drawing/2014/main" id="{37EE8BF7-0EB3-457B-9699-967189D4F7C7}"/>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sues200_uav_200m_to_satellite/sues200_uav_200m_to_satellite/seed-2/count/header/overlap">
            <a:extLst xmlns:a="http://schemas.openxmlformats.org/drawingml/2006/main">
              <a:ext uri="{FF2B5EF4-FFF2-40B4-BE49-F238E27FC236}">
                <a16:creationId xmlns:a16="http://schemas.microsoft.com/office/drawing/2014/main" id="{19FB74AD-2EB8-4201-B65C-1CDC0E13B100}"/>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sues200_uav_200m_to_satellite/sues200_uav_200m_to_satellite/seed-2/count/header/rule">
            <a:extLst xmlns:a="http://schemas.openxmlformats.org/drawingml/2006/main">
              <a:ext uri="{FF2B5EF4-FFF2-40B4-BE49-F238E27FC236}">
                <a16:creationId xmlns:a16="http://schemas.microsoft.com/office/drawing/2014/main" id="{01353BFD-FF4D-43F4-9FDC-8317F4369414}"/>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sues200_uav_200m_to_satellite/sues200_uav_200m_to_satellite/seed-2/count/cov-0.5/requested">
            <a:extLst xmlns:a="http://schemas.openxmlformats.org/drawingml/2006/main">
              <a:ext uri="{FF2B5EF4-FFF2-40B4-BE49-F238E27FC236}">
                <a16:creationId xmlns:a16="http://schemas.microsoft.com/office/drawing/2014/main" id="{F2C0A3F8-51D2-4624-9655-A5A5FF2163E7}"/>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sues200_uav_200m_to_satellite/sues200_uav_200m_to_satellite/seed-2/count/cov-0.5/kN">
            <a:extLst xmlns:a="http://schemas.openxmlformats.org/drawingml/2006/main">
              <a:ext uri="{FF2B5EF4-FFF2-40B4-BE49-F238E27FC236}">
                <a16:creationId xmlns:a16="http://schemas.microsoft.com/office/drawing/2014/main" id="{A4A5C92C-3ABC-4CF8-8EDA-03ED4477420D}"/>
              </a:ext>
            </a:extLst>
          </p:cNvPr>
          <p:cNvSpPr>
            <a:spLocks xmlns:a="http://schemas.openxmlformats.org/drawingml/2006/main" noGrp="1"/>
          </p:cNvSpPr>
          <p:nvPr/>
        </p:nvSpPr>
        <p:spPr>
          <a:xfrm xmlns:a="http://schemas.openxmlformats.org/drawingml/2006/main">
            <a:off x="30700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121" name="sues200_uav_200m_to_satellite/sues200_uav_200m_to_satellite/seed-2/count/cov-0.5/overlap">
            <a:extLst xmlns:a="http://schemas.openxmlformats.org/drawingml/2006/main">
              <a:ext uri="{FF2B5EF4-FFF2-40B4-BE49-F238E27FC236}">
                <a16:creationId xmlns:a16="http://schemas.microsoft.com/office/drawing/2014/main" id="{3613AAAF-405D-46D9-B29D-1887B6B3437E}"/>
              </a:ext>
            </a:extLst>
          </p:cNvPr>
          <p:cNvSpPr>
            <a:spLocks xmlns:a="http://schemas.openxmlformats.org/drawingml/2006/main" noGrp="1"/>
          </p:cNvSpPr>
          <p:nvPr/>
        </p:nvSpPr>
        <p:spPr>
          <a:xfrm xmlns:a="http://schemas.openxmlformats.org/drawingml/2006/main">
            <a:off x="3832019" y="39197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1048</a:t>
            </a:r>
          </a:p>
        </p:txBody>
      </p:sp>
      <p:sp>
        <p:nvSpPr>
          <p:cNvPr id="122" name="sues200_uav_200m_to_satellite/sues200_uav_200m_to_satellite/seed-2/count/cov-0.75/requested">
            <a:extLst xmlns:a="http://schemas.openxmlformats.org/drawingml/2006/main">
              <a:ext uri="{FF2B5EF4-FFF2-40B4-BE49-F238E27FC236}">
                <a16:creationId xmlns:a16="http://schemas.microsoft.com/office/drawing/2014/main" id="{A256F28D-E590-4CA0-A563-B0D4166FE557}"/>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sues200_uav_200m_to_satellite/sues200_uav_200m_to_satellite/seed-2/count/cov-0.75/kN">
            <a:extLst xmlns:a="http://schemas.openxmlformats.org/drawingml/2006/main">
              <a:ext uri="{FF2B5EF4-FFF2-40B4-BE49-F238E27FC236}">
                <a16:creationId xmlns:a16="http://schemas.microsoft.com/office/drawing/2014/main" id="{30A448BD-9B9E-45F7-83E2-AE1F0A2B9530}"/>
              </a:ext>
            </a:extLst>
          </p:cNvPr>
          <p:cNvSpPr>
            <a:spLocks xmlns:a="http://schemas.openxmlformats.org/drawingml/2006/main" noGrp="1"/>
          </p:cNvSpPr>
          <p:nvPr/>
        </p:nvSpPr>
        <p:spPr>
          <a:xfrm xmlns:a="http://schemas.openxmlformats.org/drawingml/2006/main">
            <a:off x="30700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124" name="sues200_uav_200m_to_satellite/sues200_uav_200m_to_satellite/seed-2/count/cov-0.75/overlap">
            <a:extLst xmlns:a="http://schemas.openxmlformats.org/drawingml/2006/main">
              <a:ext uri="{FF2B5EF4-FFF2-40B4-BE49-F238E27FC236}">
                <a16:creationId xmlns:a16="http://schemas.microsoft.com/office/drawing/2014/main" id="{54DEA3BD-534B-40FC-8323-4C5627D7F54B}"/>
              </a:ext>
            </a:extLst>
          </p:cNvPr>
          <p:cNvSpPr>
            <a:spLocks xmlns:a="http://schemas.openxmlformats.org/drawingml/2006/main" noGrp="1"/>
          </p:cNvSpPr>
          <p:nvPr/>
        </p:nvSpPr>
        <p:spPr>
          <a:xfrm xmlns:a="http://schemas.openxmlformats.org/drawingml/2006/main">
            <a:off x="38320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2300</a:t>
            </a:r>
          </a:p>
        </p:txBody>
      </p:sp>
      <p:sp>
        <p:nvSpPr>
          <p:cNvPr id="125" name="sues200_uav_200m_to_satellite/sues200_uav_200m_to_satellite/seed-2/count/cov-0.9/requested">
            <a:extLst xmlns:a="http://schemas.openxmlformats.org/drawingml/2006/main">
              <a:ext uri="{FF2B5EF4-FFF2-40B4-BE49-F238E27FC236}">
                <a16:creationId xmlns:a16="http://schemas.microsoft.com/office/drawing/2014/main" id="{E6F6E971-5442-4677-85CD-BBFE9C153094}"/>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sues200_uav_200m_to_satellite/sues200_uav_200m_to_satellite/seed-2/count/cov-0.9/kN">
            <a:extLst xmlns:a="http://schemas.openxmlformats.org/drawingml/2006/main">
              <a:ext uri="{FF2B5EF4-FFF2-40B4-BE49-F238E27FC236}">
                <a16:creationId xmlns:a16="http://schemas.microsoft.com/office/drawing/2014/main" id="{5682DD59-5AAB-4C63-A73D-624297910E41}"/>
              </a:ext>
            </a:extLst>
          </p:cNvPr>
          <p:cNvSpPr>
            <a:spLocks xmlns:a="http://schemas.openxmlformats.org/drawingml/2006/main" noGrp="1"/>
          </p:cNvSpPr>
          <p:nvPr/>
        </p:nvSpPr>
        <p:spPr>
          <a:xfrm xmlns:a="http://schemas.openxmlformats.org/drawingml/2006/main">
            <a:off x="30700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127" name="sues200_uav_200m_to_satellite/sues200_uav_200m_to_satellite/seed-2/count/cov-0.9/overlap">
            <a:extLst xmlns:a="http://schemas.openxmlformats.org/drawingml/2006/main">
              <a:ext uri="{FF2B5EF4-FFF2-40B4-BE49-F238E27FC236}">
                <a16:creationId xmlns:a16="http://schemas.microsoft.com/office/drawing/2014/main" id="{0F64C6B6-2136-4D07-B4CC-BF4048C40678}"/>
              </a:ext>
            </a:extLst>
          </p:cNvPr>
          <p:cNvSpPr>
            <a:spLocks xmlns:a="http://schemas.openxmlformats.org/drawingml/2006/main" noGrp="1"/>
          </p:cNvSpPr>
          <p:nvPr/>
        </p:nvSpPr>
        <p:spPr>
          <a:xfrm xmlns:a="http://schemas.openxmlformats.org/drawingml/2006/main">
            <a:off x="38320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3284</a:t>
            </a:r>
          </a:p>
        </p:txBody>
      </p:sp>
      <p:sp>
        <p:nvSpPr>
          <p:cNvPr id="128" name="sues200_uav_200m_to_satellite/sues200_uav_200m_to_satellite/seed-2/count/cov-1/requested">
            <a:extLst xmlns:a="http://schemas.openxmlformats.org/drawingml/2006/main">
              <a:ext uri="{FF2B5EF4-FFF2-40B4-BE49-F238E27FC236}">
                <a16:creationId xmlns:a16="http://schemas.microsoft.com/office/drawing/2014/main" id="{BF62887B-1A1D-41B8-A01E-9BDC8187BE25}"/>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sues200_uav_200m_to_satellite/sues200_uav_200m_to_satellite/seed-2/count/cov-1/kN">
            <a:extLst xmlns:a="http://schemas.openxmlformats.org/drawingml/2006/main">
              <a:ext uri="{FF2B5EF4-FFF2-40B4-BE49-F238E27FC236}">
                <a16:creationId xmlns:a16="http://schemas.microsoft.com/office/drawing/2014/main" id="{DB5CA220-E063-4669-856B-986BBC8E7956}"/>
              </a:ext>
            </a:extLst>
          </p:cNvPr>
          <p:cNvSpPr>
            <a:spLocks xmlns:a="http://schemas.openxmlformats.org/drawingml/2006/main" noGrp="1"/>
          </p:cNvSpPr>
          <p:nvPr/>
        </p:nvSpPr>
        <p:spPr>
          <a:xfrm xmlns:a="http://schemas.openxmlformats.org/drawingml/2006/main">
            <a:off x="30700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130" name="sues200_uav_200m_to_satellite/sues200_uav_200m_to_satellite/seed-2/count/cov-1/overlap">
            <a:extLst xmlns:a="http://schemas.openxmlformats.org/drawingml/2006/main">
              <a:ext uri="{FF2B5EF4-FFF2-40B4-BE49-F238E27FC236}">
                <a16:creationId xmlns:a16="http://schemas.microsoft.com/office/drawing/2014/main" id="{6BDB7A29-2097-423A-AD58-D724EBB0EFAB}"/>
              </a:ext>
            </a:extLst>
          </p:cNvPr>
          <p:cNvSpPr>
            <a:spLocks xmlns:a="http://schemas.openxmlformats.org/drawingml/2006/main" noGrp="1"/>
          </p:cNvSpPr>
          <p:nvPr/>
        </p:nvSpPr>
        <p:spPr>
          <a:xfrm xmlns:a="http://schemas.openxmlformats.org/drawingml/2006/main">
            <a:off x="38320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131" name="sues200_uav_200m_to_satellite/sues200_uav_200m_to_satellite/seed-2/success/heading">
            <a:extLst xmlns:a="http://schemas.openxmlformats.org/drawingml/2006/main">
              <a:ext uri="{FF2B5EF4-FFF2-40B4-BE49-F238E27FC236}">
                <a16:creationId xmlns:a16="http://schemas.microsoft.com/office/drawing/2014/main" id="{3F3B85D1-A14A-4C6D-9BCF-45DF7A139D7F}"/>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sues200_uav_200m_to_satellite/sues200_uav_200m_to_satellite/seed-2/success/cov-0.5/heading">
            <a:extLst xmlns:a="http://schemas.openxmlformats.org/drawingml/2006/main">
              <a:ext uri="{FF2B5EF4-FFF2-40B4-BE49-F238E27FC236}">
                <a16:creationId xmlns:a16="http://schemas.microsoft.com/office/drawing/2014/main" id="{0600AC93-57D8-4E91-8B08-A1458AD494C4}"/>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sues200_uav_200m_to_satellite/sues200_uav_200m_to_satellite/seed-2/visual/success-cov-0.5">
            <a:extLst xmlns:a="http://schemas.openxmlformats.org/drawingml/2006/main">
              <a:ext uri="{FF2B5EF4-FFF2-40B4-BE49-F238E27FC236}">
                <a16:creationId xmlns:a16="http://schemas.microsoft.com/office/drawing/2014/main" id="{59F9B5CA-F6B8-4C1B-A721-C98F94452E01}"/>
              </a:ext>
            </a:extLst>
          </p:cNvPr>
          <p:cNvSpPr>
            <a:spLocks xmlns:a="http://schemas.openxmlformats.org/drawingml/2006/main" noGrp="1"/>
          </p:cNvSpPr>
          <p:nvPr/>
        </p:nvSpPr>
        <p:spPr>
          <a:xfrm xmlns:a="http://schemas.openxmlformats.org/drawingml/2006/main">
            <a:off x="25800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27.525</a:t>
            </a:r>
          </a:p>
        </p:txBody>
      </p:sp>
      <p:sp>
        <p:nvSpPr>
          <p:cNvPr id="134" name="sues200_uav_200m_to_satellite/sues200_uav_200m_to_satellite/seed-2/full/success-cov-0.5">
            <a:extLst xmlns:a="http://schemas.openxmlformats.org/drawingml/2006/main">
              <a:ext uri="{FF2B5EF4-FFF2-40B4-BE49-F238E27FC236}">
                <a16:creationId xmlns:a16="http://schemas.microsoft.com/office/drawing/2014/main" id="{791CDDC3-63C9-4EE2-B6E4-F1F2B3AC6942}"/>
              </a:ext>
            </a:extLst>
          </p:cNvPr>
          <p:cNvSpPr>
            <a:spLocks xmlns:a="http://schemas.openxmlformats.org/drawingml/2006/main" noGrp="1"/>
          </p:cNvSpPr>
          <p:nvPr/>
        </p:nvSpPr>
        <p:spPr>
          <a:xfrm xmlns:a="http://schemas.openxmlformats.org/drawingml/2006/main">
            <a:off x="25800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20.825</a:t>
            </a:r>
          </a:p>
        </p:txBody>
      </p:sp>
      <p:sp>
        <p:nvSpPr>
          <p:cNvPr id="135" name="sues200_uav_200m_to_satellite/sues200_uav_200m_to_satellite/seed-2/success/cov-0.75/heading">
            <a:extLst xmlns:a="http://schemas.openxmlformats.org/drawingml/2006/main">
              <a:ext uri="{FF2B5EF4-FFF2-40B4-BE49-F238E27FC236}">
                <a16:creationId xmlns:a16="http://schemas.microsoft.com/office/drawing/2014/main" id="{55E4BE4F-FBC3-4467-931B-48B86021E671}"/>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sues200_uav_200m_to_satellite/sues200_uav_200m_to_satellite/seed-2/visual/success-cov-0.75">
            <a:extLst xmlns:a="http://schemas.openxmlformats.org/drawingml/2006/main">
              <a:ext uri="{FF2B5EF4-FFF2-40B4-BE49-F238E27FC236}">
                <a16:creationId xmlns:a16="http://schemas.microsoft.com/office/drawing/2014/main" id="{9B741ACD-6608-42E7-A5C8-DB2E10C4D217}"/>
              </a:ext>
            </a:extLst>
          </p:cNvPr>
          <p:cNvSpPr>
            <a:spLocks xmlns:a="http://schemas.openxmlformats.org/drawingml/2006/main" noGrp="1"/>
          </p:cNvSpPr>
          <p:nvPr/>
        </p:nvSpPr>
        <p:spPr>
          <a:xfrm xmlns:a="http://schemas.openxmlformats.org/drawingml/2006/main">
            <a:off x="29801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36.575</a:t>
            </a:r>
          </a:p>
        </p:txBody>
      </p:sp>
      <p:sp>
        <p:nvSpPr>
          <p:cNvPr id="137" name="sues200_uav_200m_to_satellite/sues200_uav_200m_to_satellite/seed-2/full/success-cov-0.75">
            <a:extLst xmlns:a="http://schemas.openxmlformats.org/drawingml/2006/main">
              <a:ext uri="{FF2B5EF4-FFF2-40B4-BE49-F238E27FC236}">
                <a16:creationId xmlns:a16="http://schemas.microsoft.com/office/drawing/2014/main" id="{AFEDD981-35EF-4BB7-A204-EB5B63E3572E}"/>
              </a:ext>
            </a:extLst>
          </p:cNvPr>
          <p:cNvSpPr>
            <a:spLocks xmlns:a="http://schemas.openxmlformats.org/drawingml/2006/main" noGrp="1"/>
          </p:cNvSpPr>
          <p:nvPr/>
        </p:nvSpPr>
        <p:spPr>
          <a:xfrm xmlns:a="http://schemas.openxmlformats.org/drawingml/2006/main">
            <a:off x="29801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27.775</a:t>
            </a:r>
          </a:p>
        </p:txBody>
      </p:sp>
      <p:sp>
        <p:nvSpPr>
          <p:cNvPr id="138" name="sues200_uav_200m_to_satellite/sues200_uav_200m_to_satellite/seed-2/success/cov-0.9/heading">
            <a:extLst xmlns:a="http://schemas.openxmlformats.org/drawingml/2006/main">
              <a:ext uri="{FF2B5EF4-FFF2-40B4-BE49-F238E27FC236}">
                <a16:creationId xmlns:a16="http://schemas.microsoft.com/office/drawing/2014/main" id="{A3DB62AF-3F4B-4792-8548-F1B5BC39AD46}"/>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sues200_uav_200m_to_satellite/sues200_uav_200m_to_satellite/seed-2/visual/success-cov-0.9">
            <a:extLst xmlns:a="http://schemas.openxmlformats.org/drawingml/2006/main">
              <a:ext uri="{FF2B5EF4-FFF2-40B4-BE49-F238E27FC236}">
                <a16:creationId xmlns:a16="http://schemas.microsoft.com/office/drawing/2014/main" id="{7C203158-3B09-4513-9FDA-493F2B5FD684}"/>
              </a:ext>
            </a:extLst>
          </p:cNvPr>
          <p:cNvSpPr>
            <a:spLocks xmlns:a="http://schemas.openxmlformats.org/drawingml/2006/main" noGrp="1"/>
          </p:cNvSpPr>
          <p:nvPr/>
        </p:nvSpPr>
        <p:spPr>
          <a:xfrm xmlns:a="http://schemas.openxmlformats.org/drawingml/2006/main">
            <a:off x="33801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40.725</a:t>
            </a:r>
          </a:p>
        </p:txBody>
      </p:sp>
      <p:sp>
        <p:nvSpPr>
          <p:cNvPr id="140" name="sues200_uav_200m_to_satellite/sues200_uav_200m_to_satellite/seed-2/full/success-cov-0.9">
            <a:extLst xmlns:a="http://schemas.openxmlformats.org/drawingml/2006/main">
              <a:ext uri="{FF2B5EF4-FFF2-40B4-BE49-F238E27FC236}">
                <a16:creationId xmlns:a16="http://schemas.microsoft.com/office/drawing/2014/main" id="{82A4D7C7-2055-45D5-8693-38BC271FBDA7}"/>
              </a:ext>
            </a:extLst>
          </p:cNvPr>
          <p:cNvSpPr>
            <a:spLocks xmlns:a="http://schemas.openxmlformats.org/drawingml/2006/main" noGrp="1"/>
          </p:cNvSpPr>
          <p:nvPr/>
        </p:nvSpPr>
        <p:spPr>
          <a:xfrm xmlns:a="http://schemas.openxmlformats.org/drawingml/2006/main">
            <a:off x="33801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31.175</a:t>
            </a:r>
          </a:p>
        </p:txBody>
      </p:sp>
      <p:sp>
        <p:nvSpPr>
          <p:cNvPr id="141" name="sues200_uav_200m_to_satellite/sues200_uav_200m_to_satellite/seed-2/success/cov-1/heading">
            <a:extLst xmlns:a="http://schemas.openxmlformats.org/drawingml/2006/main">
              <a:ext uri="{FF2B5EF4-FFF2-40B4-BE49-F238E27FC236}">
                <a16:creationId xmlns:a16="http://schemas.microsoft.com/office/drawing/2014/main" id="{DB20DA42-8837-4695-8235-782E053BE6E8}"/>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sues200_uav_200m_to_satellite/sues200_uav_200m_to_satellite/seed-2/visual/success-cov-1">
            <a:extLst xmlns:a="http://schemas.openxmlformats.org/drawingml/2006/main">
              <a:ext uri="{FF2B5EF4-FFF2-40B4-BE49-F238E27FC236}">
                <a16:creationId xmlns:a16="http://schemas.microsoft.com/office/drawing/2014/main" id="{BA0AD137-00C0-4549-B0A8-74A207DCCF47}"/>
              </a:ext>
            </a:extLst>
          </p:cNvPr>
          <p:cNvSpPr>
            <a:spLocks xmlns:a="http://schemas.openxmlformats.org/drawingml/2006/main" noGrp="1"/>
          </p:cNvSpPr>
          <p:nvPr/>
        </p:nvSpPr>
        <p:spPr>
          <a:xfrm xmlns:a="http://schemas.openxmlformats.org/drawingml/2006/main">
            <a:off x="37802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42.725</a:t>
            </a:r>
          </a:p>
        </p:txBody>
      </p:sp>
      <p:sp>
        <p:nvSpPr>
          <p:cNvPr id="143" name="sues200_uav_200m_to_satellite/sues200_uav_200m_to_satellite/seed-2/full/success-cov-1">
            <a:extLst xmlns:a="http://schemas.openxmlformats.org/drawingml/2006/main">
              <a:ext uri="{FF2B5EF4-FFF2-40B4-BE49-F238E27FC236}">
                <a16:creationId xmlns:a16="http://schemas.microsoft.com/office/drawing/2014/main" id="{AEA65E73-95CA-4E21-8814-16E81D1B723B}"/>
              </a:ext>
            </a:extLst>
          </p:cNvPr>
          <p:cNvSpPr>
            <a:spLocks xmlns:a="http://schemas.openxmlformats.org/drawingml/2006/main" noGrp="1"/>
          </p:cNvSpPr>
          <p:nvPr/>
        </p:nvSpPr>
        <p:spPr>
          <a:xfrm xmlns:a="http://schemas.openxmlformats.org/drawingml/2006/main">
            <a:off x="37802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32.725</a:t>
            </a:r>
          </a:p>
        </p:txBody>
      </p:sp>
      <p:sp>
        <p:nvSpPr>
          <p:cNvPr id="144" name="sues200_uav_200m_to_satellite/sues200_uav_200m_to_satellite/seed-2/visual/success-prefix">
            <a:extLst xmlns:a="http://schemas.openxmlformats.org/drawingml/2006/main">
              <a:ext uri="{FF2B5EF4-FFF2-40B4-BE49-F238E27FC236}">
                <a16:creationId xmlns:a16="http://schemas.microsoft.com/office/drawing/2014/main" id="{1FEFA3CF-0CFD-499D-8CF4-B3A9C9EF1925}"/>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sues200_uav_200m_to_satellite/sues200_uav_200m_to_satellite/seed-2/full/success-prefix">
            <a:extLst xmlns:a="http://schemas.openxmlformats.org/drawingml/2006/main">
              <a:ext uri="{FF2B5EF4-FFF2-40B4-BE49-F238E27FC236}">
                <a16:creationId xmlns:a16="http://schemas.microsoft.com/office/drawing/2014/main" id="{4B788DA7-85B5-488D-BF8B-3EAC663CBD9A}"/>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sues200_uav_200m_to_satellite/sues200_uav_200m_to_satellite/seed-3/heading">
            <a:extLst xmlns:a="http://schemas.openxmlformats.org/drawingml/2006/main">
              <a:ext uri="{FF2B5EF4-FFF2-40B4-BE49-F238E27FC236}">
                <a16:creationId xmlns:a16="http://schemas.microsoft.com/office/drawing/2014/main" id="{E81B3AE0-A59D-4233-8A4E-9462E2DF2CBD}"/>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sues200_uav_200m_to_satellite/sues200_uav_200m_to_satellite/seed-3/y-grid-0">
            <a:extLst xmlns:a="http://schemas.openxmlformats.org/drawingml/2006/main">
              <a:ext uri="{FF2B5EF4-FFF2-40B4-BE49-F238E27FC236}">
                <a16:creationId xmlns:a16="http://schemas.microsoft.com/office/drawing/2014/main" id="{DBB9A29E-0D7D-4ED5-85BF-10D7CB837634}"/>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sues200_uav_200m_to_satellite/sues200_uav_200m_to_satellite/seed-3/y-label-0">
            <a:extLst xmlns:a="http://schemas.openxmlformats.org/drawingml/2006/main">
              <a:ext uri="{FF2B5EF4-FFF2-40B4-BE49-F238E27FC236}">
                <a16:creationId xmlns:a16="http://schemas.microsoft.com/office/drawing/2014/main" id="{46A2AD43-2339-4666-8CDE-C466E95744C1}"/>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sues200_uav_200m_to_satellite/sues200_uav_200m_to_satellite/seed-3/x-tick-0">
            <a:extLst xmlns:a="http://schemas.openxmlformats.org/drawingml/2006/main">
              <a:ext uri="{FF2B5EF4-FFF2-40B4-BE49-F238E27FC236}">
                <a16:creationId xmlns:a16="http://schemas.microsoft.com/office/drawing/2014/main" id="{15CDFC1D-F709-422C-AF80-11165535C7AA}"/>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sues200_uav_200m_to_satellite/sues200_uav_200m_to_satellite/seed-3/x-label-0">
            <a:extLst xmlns:a="http://schemas.openxmlformats.org/drawingml/2006/main">
              <a:ext uri="{FF2B5EF4-FFF2-40B4-BE49-F238E27FC236}">
                <a16:creationId xmlns:a16="http://schemas.microsoft.com/office/drawing/2014/main" id="{F93E3E8A-48E4-411F-BE09-92C15F6C67FE}"/>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sues200_uav_200m_to_satellite/sues200_uav_200m_to_satellite/seed-3/y-grid-25">
            <a:extLst xmlns:a="http://schemas.openxmlformats.org/drawingml/2006/main">
              <a:ext uri="{FF2B5EF4-FFF2-40B4-BE49-F238E27FC236}">
                <a16:creationId xmlns:a16="http://schemas.microsoft.com/office/drawing/2014/main" id="{A40EAB85-FFFF-4475-AEBD-0C922FFBE3FD}"/>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sues200_uav_200m_to_satellite/sues200_uav_200m_to_satellite/seed-3/y-label-25">
            <a:extLst xmlns:a="http://schemas.openxmlformats.org/drawingml/2006/main">
              <a:ext uri="{FF2B5EF4-FFF2-40B4-BE49-F238E27FC236}">
                <a16:creationId xmlns:a16="http://schemas.microsoft.com/office/drawing/2014/main" id="{805CFF3A-7D32-4C39-8F8D-2B2C4F339E66}"/>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sues200_uav_200m_to_satellite/sues200_uav_200m_to_satellite/seed-3/x-tick-25">
            <a:extLst xmlns:a="http://schemas.openxmlformats.org/drawingml/2006/main">
              <a:ext uri="{FF2B5EF4-FFF2-40B4-BE49-F238E27FC236}">
                <a16:creationId xmlns:a16="http://schemas.microsoft.com/office/drawing/2014/main" id="{A9075C1B-8100-4485-9CE5-F84A0632A1A5}"/>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sues200_uav_200m_to_satellite/sues200_uav_200m_to_satellite/seed-3/x-label-25">
            <a:extLst xmlns:a="http://schemas.openxmlformats.org/drawingml/2006/main">
              <a:ext uri="{FF2B5EF4-FFF2-40B4-BE49-F238E27FC236}">
                <a16:creationId xmlns:a16="http://schemas.microsoft.com/office/drawing/2014/main" id="{ECA99795-1C24-4E81-8983-C89064E47D3F}"/>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sues200_uav_200m_to_satellite/sues200_uav_200m_to_satellite/seed-3/y-grid-50">
            <a:extLst xmlns:a="http://schemas.openxmlformats.org/drawingml/2006/main">
              <a:ext uri="{FF2B5EF4-FFF2-40B4-BE49-F238E27FC236}">
                <a16:creationId xmlns:a16="http://schemas.microsoft.com/office/drawing/2014/main" id="{1AC4A9B8-67C6-4400-A87F-D85BC649B526}"/>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sues200_uav_200m_to_satellite/sues200_uav_200m_to_satellite/seed-3/y-label-50">
            <a:extLst xmlns:a="http://schemas.openxmlformats.org/drawingml/2006/main">
              <a:ext uri="{FF2B5EF4-FFF2-40B4-BE49-F238E27FC236}">
                <a16:creationId xmlns:a16="http://schemas.microsoft.com/office/drawing/2014/main" id="{2F9A55C2-D870-44A9-A920-71C2328B4AF7}"/>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sues200_uav_200m_to_satellite/sues200_uav_200m_to_satellite/seed-3/x-tick-50">
            <a:extLst xmlns:a="http://schemas.openxmlformats.org/drawingml/2006/main">
              <a:ext uri="{FF2B5EF4-FFF2-40B4-BE49-F238E27FC236}">
                <a16:creationId xmlns:a16="http://schemas.microsoft.com/office/drawing/2014/main" id="{48A6FD24-8FF8-4576-B8BC-4F3FBFA0949F}"/>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uav_200m_to_satellite/sues200_uav_200m_to_satellite/seed-3/x-label-50">
            <a:extLst xmlns:a="http://schemas.openxmlformats.org/drawingml/2006/main">
              <a:ext uri="{FF2B5EF4-FFF2-40B4-BE49-F238E27FC236}">
                <a16:creationId xmlns:a16="http://schemas.microsoft.com/office/drawing/2014/main" id="{C4566A75-B3F5-4E93-AA3F-DC6FD914D485}"/>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sues200_uav_200m_to_satellite/sues200_uav_200m_to_satellite/seed-3/y-grid-75">
            <a:extLst xmlns:a="http://schemas.openxmlformats.org/drawingml/2006/main">
              <a:ext uri="{FF2B5EF4-FFF2-40B4-BE49-F238E27FC236}">
                <a16:creationId xmlns:a16="http://schemas.microsoft.com/office/drawing/2014/main" id="{C7FCE1F5-3326-4880-B527-19C3155B746F}"/>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sues200_uav_200m_to_satellite/sues200_uav_200m_to_satellite/seed-3/y-label-75">
            <a:extLst xmlns:a="http://schemas.openxmlformats.org/drawingml/2006/main">
              <a:ext uri="{FF2B5EF4-FFF2-40B4-BE49-F238E27FC236}">
                <a16:creationId xmlns:a16="http://schemas.microsoft.com/office/drawing/2014/main" id="{33AFF8E9-9516-4FBD-962F-6B009AB09CD3}"/>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sues200_uav_200m_to_satellite/sues200_uav_200m_to_satellite/seed-3/x-tick-75">
            <a:extLst xmlns:a="http://schemas.openxmlformats.org/drawingml/2006/main">
              <a:ext uri="{FF2B5EF4-FFF2-40B4-BE49-F238E27FC236}">
                <a16:creationId xmlns:a16="http://schemas.microsoft.com/office/drawing/2014/main" id="{DC630E6B-213D-421E-84E7-A6E7436DA18D}"/>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sues200_uav_200m_to_satellite/sues200_uav_200m_to_satellite/seed-3/x-label-75">
            <a:extLst xmlns:a="http://schemas.openxmlformats.org/drawingml/2006/main">
              <a:ext uri="{FF2B5EF4-FFF2-40B4-BE49-F238E27FC236}">
                <a16:creationId xmlns:a16="http://schemas.microsoft.com/office/drawing/2014/main" id="{C6634B8B-46E4-4765-9207-6677C6218D1A}"/>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sues200_uav_200m_to_satellite/sues200_uav_200m_to_satellite/seed-3/y-grid-100">
            <a:extLst xmlns:a="http://schemas.openxmlformats.org/drawingml/2006/main">
              <a:ext uri="{FF2B5EF4-FFF2-40B4-BE49-F238E27FC236}">
                <a16:creationId xmlns:a16="http://schemas.microsoft.com/office/drawing/2014/main" id="{F8EE73B6-36B1-4325-8860-6799015B1474}"/>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sues200_uav_200m_to_satellite/sues200_uav_200m_to_satellite/seed-3/y-label-100">
            <a:extLst xmlns:a="http://schemas.openxmlformats.org/drawingml/2006/main">
              <a:ext uri="{FF2B5EF4-FFF2-40B4-BE49-F238E27FC236}">
                <a16:creationId xmlns:a16="http://schemas.microsoft.com/office/drawing/2014/main" id="{93C10813-11F0-429B-9FCC-D453CDD4FF59}"/>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sues200_uav_200m_to_satellite/sues200_uav_200m_to_satellite/seed-3/x-tick-100">
            <a:extLst xmlns:a="http://schemas.openxmlformats.org/drawingml/2006/main">
              <a:ext uri="{FF2B5EF4-FFF2-40B4-BE49-F238E27FC236}">
                <a16:creationId xmlns:a16="http://schemas.microsoft.com/office/drawing/2014/main" id="{702B9353-D94C-49AE-A5DA-B82B7E76FC0B}"/>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sues200_uav_200m_to_satellite/sues200_uav_200m_to_satellite/seed-3/x-label-100">
            <a:extLst xmlns:a="http://schemas.openxmlformats.org/drawingml/2006/main">
              <a:ext uri="{FF2B5EF4-FFF2-40B4-BE49-F238E27FC236}">
                <a16:creationId xmlns:a16="http://schemas.microsoft.com/office/drawing/2014/main" id="{A8C1AEBF-55D8-4E1D-B6AA-722A029A9091}"/>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sues200_uav_200m_to_satellite/sues200_uav_200m_to_satellite/seed-3/y-axis">
            <a:extLst xmlns:a="http://schemas.openxmlformats.org/drawingml/2006/main">
              <a:ext uri="{FF2B5EF4-FFF2-40B4-BE49-F238E27FC236}">
                <a16:creationId xmlns:a16="http://schemas.microsoft.com/office/drawing/2014/main" id="{F4E165B3-8EA4-45DC-B0D5-B18CF2D76562}"/>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sues200_uav_200m_to_satellite/sues200_uav_200m_to_satellite/seed-3/x-axis">
            <a:extLst xmlns:a="http://schemas.openxmlformats.org/drawingml/2006/main">
              <a:ext uri="{FF2B5EF4-FFF2-40B4-BE49-F238E27FC236}">
                <a16:creationId xmlns:a16="http://schemas.microsoft.com/office/drawing/2014/main" id="{BEEBCB58-ADB1-4CAA-ADBD-BCBA4F10F999}"/>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sues200_uav_200m_to_satellite/sues200_uav_200m_to_satellite/seed-3/visual/guide-1-2">
            <a:extLst xmlns:a="http://schemas.openxmlformats.org/drawingml/2006/main">
              <a:ext uri="{FF2B5EF4-FFF2-40B4-BE49-F238E27FC236}">
                <a16:creationId xmlns:a16="http://schemas.microsoft.com/office/drawing/2014/main" id="{B3D3F3BE-04DD-4139-9DDB-13D581484E2B}"/>
              </a:ext>
            </a:extLst>
          </p:cNvPr>
          <p:cNvSpPr>
            <a:spLocks xmlns:a="http://schemas.openxmlformats.org/drawingml/2006/main" noGrp="1"/>
          </p:cNvSpPr>
          <p:nvPr/>
        </p:nvSpPr>
        <p:spPr>
          <a:xfrm xmlns:a="http://schemas.openxmlformats.org/drawingml/2006/main" flipV="1">
            <a:off x="5346700" y="2259889"/>
            <a:ext cx="400050" cy="151587"/>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sues200_uav_200m_to_satellite/sues200_uav_200m_to_satellite/seed-3/visual/guide-2-3">
            <a:extLst xmlns:a="http://schemas.openxmlformats.org/drawingml/2006/main">
              <a:ext uri="{FF2B5EF4-FFF2-40B4-BE49-F238E27FC236}">
                <a16:creationId xmlns:a16="http://schemas.microsoft.com/office/drawing/2014/main" id="{4E887ED4-3807-40DB-8ABB-C2AD1893524E}"/>
              </a:ext>
            </a:extLst>
          </p:cNvPr>
          <p:cNvSpPr>
            <a:spLocks xmlns:a="http://schemas.openxmlformats.org/drawingml/2006/main" noGrp="1"/>
          </p:cNvSpPr>
          <p:nvPr/>
        </p:nvSpPr>
        <p:spPr>
          <a:xfrm xmlns:a="http://schemas.openxmlformats.org/drawingml/2006/main" flipV="1">
            <a:off x="5746750" y="2185924"/>
            <a:ext cx="240030" cy="73965"/>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sues200_uav_200m_to_satellite/sues200_uav_200m_to_satellite/seed-3/visual/guide-3-4">
            <a:extLst xmlns:a="http://schemas.openxmlformats.org/drawingml/2006/main">
              <a:ext uri="{FF2B5EF4-FFF2-40B4-BE49-F238E27FC236}">
                <a16:creationId xmlns:a16="http://schemas.microsoft.com/office/drawing/2014/main" id="{7DBDA196-105B-47A7-BD47-025AF7E467C2}"/>
              </a:ext>
            </a:extLst>
          </p:cNvPr>
          <p:cNvSpPr>
            <a:spLocks xmlns:a="http://schemas.openxmlformats.org/drawingml/2006/main" noGrp="1"/>
          </p:cNvSpPr>
          <p:nvPr/>
        </p:nvSpPr>
        <p:spPr>
          <a:xfrm xmlns:a="http://schemas.openxmlformats.org/drawingml/2006/main" flipV="1">
            <a:off x="5986780" y="2155444"/>
            <a:ext cx="160020" cy="304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sues200_uav_200m_to_satellite/sues200_uav_200m_to_satellite/seed-3/visual/point-cov-0.5">
            <a:extLst xmlns:a="http://schemas.openxmlformats.org/drawingml/2006/main">
              <a:ext uri="{FF2B5EF4-FFF2-40B4-BE49-F238E27FC236}">
                <a16:creationId xmlns:a16="http://schemas.microsoft.com/office/drawing/2014/main" id="{30D209A7-1D09-41F4-A4C5-0D67F29AA5D7}"/>
              </a:ext>
            </a:extLst>
          </p:cNvPr>
          <p:cNvSpPr>
            <a:spLocks xmlns:a="http://schemas.openxmlformats.org/drawingml/2006/main" noGrp="1"/>
          </p:cNvSpPr>
          <p:nvPr/>
        </p:nvSpPr>
        <p:spPr>
          <a:xfrm xmlns:a="http://schemas.openxmlformats.org/drawingml/2006/main">
            <a:off x="5316855" y="238163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sues200_uav_200m_to_satellite/sues200_uav_200m_to_satellite/seed-3/visual/point-cov-0.75">
            <a:extLst xmlns:a="http://schemas.openxmlformats.org/drawingml/2006/main">
              <a:ext uri="{FF2B5EF4-FFF2-40B4-BE49-F238E27FC236}">
                <a16:creationId xmlns:a16="http://schemas.microsoft.com/office/drawing/2014/main" id="{0826C21D-9FCB-4D00-B927-2C20E9572CD7}"/>
              </a:ext>
            </a:extLst>
          </p:cNvPr>
          <p:cNvSpPr>
            <a:spLocks xmlns:a="http://schemas.openxmlformats.org/drawingml/2006/main" noGrp="1"/>
          </p:cNvSpPr>
          <p:nvPr/>
        </p:nvSpPr>
        <p:spPr>
          <a:xfrm xmlns:a="http://schemas.openxmlformats.org/drawingml/2006/main">
            <a:off x="5716905" y="2230044"/>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sues200_uav_200m_to_satellite/sues200_uav_200m_to_satellite/seed-3/visual/point-cov-0.9">
            <a:extLst xmlns:a="http://schemas.openxmlformats.org/drawingml/2006/main">
              <a:ext uri="{FF2B5EF4-FFF2-40B4-BE49-F238E27FC236}">
                <a16:creationId xmlns:a16="http://schemas.microsoft.com/office/drawing/2014/main" id="{40D1FFC0-D0D6-4B91-9CA5-F96F77F6D3B0}"/>
              </a:ext>
            </a:extLst>
          </p:cNvPr>
          <p:cNvSpPr>
            <a:spLocks xmlns:a="http://schemas.openxmlformats.org/drawingml/2006/main" noGrp="1"/>
          </p:cNvSpPr>
          <p:nvPr/>
        </p:nvSpPr>
        <p:spPr>
          <a:xfrm xmlns:a="http://schemas.openxmlformats.org/drawingml/2006/main">
            <a:off x="5956935" y="215607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sues200_uav_200m_to_satellite/sues200_uav_200m_to_satellite/seed-3/visual/point-cov-1">
            <a:extLst xmlns:a="http://schemas.openxmlformats.org/drawingml/2006/main">
              <a:ext uri="{FF2B5EF4-FFF2-40B4-BE49-F238E27FC236}">
                <a16:creationId xmlns:a16="http://schemas.microsoft.com/office/drawing/2014/main" id="{B9ACC9F2-775C-4044-AFF0-7B71554ADED4}"/>
              </a:ext>
            </a:extLst>
          </p:cNvPr>
          <p:cNvSpPr>
            <a:spLocks xmlns:a="http://schemas.openxmlformats.org/drawingml/2006/main" noGrp="1"/>
          </p:cNvSpPr>
          <p:nvPr/>
        </p:nvSpPr>
        <p:spPr>
          <a:xfrm xmlns:a="http://schemas.openxmlformats.org/drawingml/2006/main">
            <a:off x="6116955" y="212559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sues200_uav_200m_to_satellite/sues200_uav_200m_to_satellite/seed-3/full/guide-1-2">
            <a:extLst xmlns:a="http://schemas.openxmlformats.org/drawingml/2006/main">
              <a:ext uri="{FF2B5EF4-FFF2-40B4-BE49-F238E27FC236}">
                <a16:creationId xmlns:a16="http://schemas.microsoft.com/office/drawing/2014/main" id="{48634219-CBEC-48BC-AE2C-36D8D12208D2}"/>
              </a:ext>
            </a:extLst>
          </p:cNvPr>
          <p:cNvSpPr>
            <a:spLocks xmlns:a="http://schemas.openxmlformats.org/drawingml/2006/main" noGrp="1"/>
          </p:cNvSpPr>
          <p:nvPr/>
        </p:nvSpPr>
        <p:spPr>
          <a:xfrm xmlns:a="http://schemas.openxmlformats.org/drawingml/2006/main" flipV="1">
            <a:off x="5346700" y="2391562"/>
            <a:ext cx="400050" cy="105258"/>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sues200_uav_200m_to_satellite/sues200_uav_200m_to_satellite/seed-3/full/guide-2-3">
            <a:extLst xmlns:a="http://schemas.openxmlformats.org/drawingml/2006/main">
              <a:ext uri="{FF2B5EF4-FFF2-40B4-BE49-F238E27FC236}">
                <a16:creationId xmlns:a16="http://schemas.microsoft.com/office/drawing/2014/main" id="{1F76DEC3-E5EB-477F-9BFD-A265BBCF2551}"/>
              </a:ext>
            </a:extLst>
          </p:cNvPr>
          <p:cNvSpPr>
            <a:spLocks xmlns:a="http://schemas.openxmlformats.org/drawingml/2006/main" noGrp="1"/>
          </p:cNvSpPr>
          <p:nvPr/>
        </p:nvSpPr>
        <p:spPr>
          <a:xfrm xmlns:a="http://schemas.openxmlformats.org/drawingml/2006/main" flipV="1">
            <a:off x="5746750" y="2334666"/>
            <a:ext cx="240030" cy="56896"/>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sues200_uav_200m_to_satellite/sues200_uav_200m_to_satellite/seed-3/full/guide-3-4">
            <a:extLst xmlns:a="http://schemas.openxmlformats.org/drawingml/2006/main">
              <a:ext uri="{FF2B5EF4-FFF2-40B4-BE49-F238E27FC236}">
                <a16:creationId xmlns:a16="http://schemas.microsoft.com/office/drawing/2014/main" id="{329D6E8B-3FD9-4A62-830D-31B03A499E35}"/>
              </a:ext>
            </a:extLst>
          </p:cNvPr>
          <p:cNvSpPr>
            <a:spLocks xmlns:a="http://schemas.openxmlformats.org/drawingml/2006/main" noGrp="1"/>
          </p:cNvSpPr>
          <p:nvPr/>
        </p:nvSpPr>
        <p:spPr>
          <a:xfrm xmlns:a="http://schemas.openxmlformats.org/drawingml/2006/main" flipV="1">
            <a:off x="5986780" y="2313940"/>
            <a:ext cx="160020" cy="20726"/>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sues200_uav_200m_to_satellite/sues200_uav_200m_to_satellite/seed-3/full/point-cov-0.5">
            <a:extLst xmlns:a="http://schemas.openxmlformats.org/drawingml/2006/main">
              <a:ext uri="{FF2B5EF4-FFF2-40B4-BE49-F238E27FC236}">
                <a16:creationId xmlns:a16="http://schemas.microsoft.com/office/drawing/2014/main" id="{F6E1450B-6D3D-47CA-B59A-5B4E2B2A426E}"/>
              </a:ext>
            </a:extLst>
          </p:cNvPr>
          <p:cNvSpPr>
            <a:spLocks xmlns:a="http://schemas.openxmlformats.org/drawingml/2006/main" noGrp="1"/>
          </p:cNvSpPr>
          <p:nvPr/>
        </p:nvSpPr>
        <p:spPr>
          <a:xfrm xmlns:a="http://schemas.openxmlformats.org/drawingml/2006/main">
            <a:off x="5322570" y="24726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sues200_uav_200m_to_satellite/sues200_uav_200m_to_satellite/seed-3/full/point-cov-0.75">
            <a:extLst xmlns:a="http://schemas.openxmlformats.org/drawingml/2006/main">
              <a:ext uri="{FF2B5EF4-FFF2-40B4-BE49-F238E27FC236}">
                <a16:creationId xmlns:a16="http://schemas.microsoft.com/office/drawing/2014/main" id="{A4ADD408-5BC6-4C92-862F-294C0B7860C7}"/>
              </a:ext>
            </a:extLst>
          </p:cNvPr>
          <p:cNvSpPr>
            <a:spLocks xmlns:a="http://schemas.openxmlformats.org/drawingml/2006/main" noGrp="1"/>
          </p:cNvSpPr>
          <p:nvPr/>
        </p:nvSpPr>
        <p:spPr>
          <a:xfrm xmlns:a="http://schemas.openxmlformats.org/drawingml/2006/main">
            <a:off x="5722620" y="236743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sues200_uav_200m_to_satellite/sues200_uav_200m_to_satellite/seed-3/full/point-cov-0.9">
            <a:extLst xmlns:a="http://schemas.openxmlformats.org/drawingml/2006/main">
              <a:ext uri="{FF2B5EF4-FFF2-40B4-BE49-F238E27FC236}">
                <a16:creationId xmlns:a16="http://schemas.microsoft.com/office/drawing/2014/main" id="{ED9DD918-55E6-455F-B16B-CA919906E18A}"/>
              </a:ext>
            </a:extLst>
          </p:cNvPr>
          <p:cNvSpPr>
            <a:spLocks xmlns:a="http://schemas.openxmlformats.org/drawingml/2006/main" noGrp="1"/>
          </p:cNvSpPr>
          <p:nvPr/>
        </p:nvSpPr>
        <p:spPr>
          <a:xfrm xmlns:a="http://schemas.openxmlformats.org/drawingml/2006/main">
            <a:off x="5962650" y="231053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sues200_uav_200m_to_satellite/sues200_uav_200m_to_satellite/seed-3/full/point-cov-1">
            <a:extLst xmlns:a="http://schemas.openxmlformats.org/drawingml/2006/main">
              <a:ext uri="{FF2B5EF4-FFF2-40B4-BE49-F238E27FC236}">
                <a16:creationId xmlns:a16="http://schemas.microsoft.com/office/drawing/2014/main" id="{82BC0743-49CF-450C-A9DB-D3DE616AFB74}"/>
              </a:ext>
            </a:extLst>
          </p:cNvPr>
          <p:cNvSpPr>
            <a:spLocks xmlns:a="http://schemas.openxmlformats.org/drawingml/2006/main" noGrp="1"/>
          </p:cNvSpPr>
          <p:nvPr/>
        </p:nvSpPr>
        <p:spPr>
          <a:xfrm xmlns:a="http://schemas.openxmlformats.org/drawingml/2006/main">
            <a:off x="6122670" y="22898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sues200_uav_200m_to_satellite/sues200_uav_200m_to_satellite/seed-3/count/N">
            <a:extLst xmlns:a="http://schemas.openxmlformats.org/drawingml/2006/main">
              <a:ext uri="{FF2B5EF4-FFF2-40B4-BE49-F238E27FC236}">
                <a16:creationId xmlns:a16="http://schemas.microsoft.com/office/drawing/2014/main" id="{33AF97DC-27E9-4708-ABEC-66CEFE46E6E0}"/>
              </a:ext>
            </a:extLst>
          </p:cNvPr>
          <p:cNvSpPr>
            <a:spLocks xmlns:a="http://schemas.openxmlformats.org/drawingml/2006/main" noGrp="1"/>
          </p:cNvSpPr>
          <p:nvPr/>
        </p:nvSpPr>
        <p:spPr>
          <a:xfrm xmlns:a="http://schemas.openxmlformats.org/drawingml/2006/main">
            <a:off x="48638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184" name="sues200_uav_200m_to_satellite/sues200_uav_200m_to_satellite/seed-3/count/header/requested">
            <a:extLst xmlns:a="http://schemas.openxmlformats.org/drawingml/2006/main">
              <a:ext uri="{FF2B5EF4-FFF2-40B4-BE49-F238E27FC236}">
                <a16:creationId xmlns:a16="http://schemas.microsoft.com/office/drawing/2014/main" id="{B26D9B89-2529-4AAE-BF16-3D8A91979244}"/>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sues200_uav_200m_to_satellite/sues200_uav_200m_to_satellite/seed-3/count/header/kN">
            <a:extLst xmlns:a="http://schemas.openxmlformats.org/drawingml/2006/main">
              <a:ext uri="{FF2B5EF4-FFF2-40B4-BE49-F238E27FC236}">
                <a16:creationId xmlns:a16="http://schemas.microsoft.com/office/drawing/2014/main" id="{E1D12150-4869-449A-9A31-24BB2E7130F9}"/>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sues200_uav_200m_to_satellite/sues200_uav_200m_to_satellite/seed-3/count/header/overlap">
            <a:extLst xmlns:a="http://schemas.openxmlformats.org/drawingml/2006/main">
              <a:ext uri="{FF2B5EF4-FFF2-40B4-BE49-F238E27FC236}">
                <a16:creationId xmlns:a16="http://schemas.microsoft.com/office/drawing/2014/main" id="{ED969429-C23C-4E5B-B09E-8A2EE265B174}"/>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sues200_uav_200m_to_satellite/sues200_uav_200m_to_satellite/seed-3/count/header/rule">
            <a:extLst xmlns:a="http://schemas.openxmlformats.org/drawingml/2006/main">
              <a:ext uri="{FF2B5EF4-FFF2-40B4-BE49-F238E27FC236}">
                <a16:creationId xmlns:a16="http://schemas.microsoft.com/office/drawing/2014/main" id="{75A0CA6E-9192-4B0A-BDD9-6EC488879743}"/>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sues200_uav_200m_to_satellite/sues200_uav_200m_to_satellite/seed-3/count/cov-0.5/requested">
            <a:extLst xmlns:a="http://schemas.openxmlformats.org/drawingml/2006/main">
              <a:ext uri="{FF2B5EF4-FFF2-40B4-BE49-F238E27FC236}">
                <a16:creationId xmlns:a16="http://schemas.microsoft.com/office/drawing/2014/main" id="{57F43A3D-9B18-4C15-BE88-2DC5EEA719B6}"/>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sues200_uav_200m_to_satellite/sues200_uav_200m_to_satellite/seed-3/count/cov-0.5/kN">
            <a:extLst xmlns:a="http://schemas.openxmlformats.org/drawingml/2006/main">
              <a:ext uri="{FF2B5EF4-FFF2-40B4-BE49-F238E27FC236}">
                <a16:creationId xmlns:a16="http://schemas.microsoft.com/office/drawing/2014/main" id="{7C8170D0-E30C-4EFD-9AD8-67D02FD22118}"/>
              </a:ext>
            </a:extLst>
          </p:cNvPr>
          <p:cNvSpPr>
            <a:spLocks xmlns:a="http://schemas.openxmlformats.org/drawingml/2006/main" noGrp="1"/>
          </p:cNvSpPr>
          <p:nvPr/>
        </p:nvSpPr>
        <p:spPr>
          <a:xfrm xmlns:a="http://schemas.openxmlformats.org/drawingml/2006/main">
            <a:off x="50766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190" name="sues200_uav_200m_to_satellite/sues200_uav_200m_to_satellite/seed-3/count/cov-0.5/overlap">
            <a:extLst xmlns:a="http://schemas.openxmlformats.org/drawingml/2006/main">
              <a:ext uri="{FF2B5EF4-FFF2-40B4-BE49-F238E27FC236}">
                <a16:creationId xmlns:a16="http://schemas.microsoft.com/office/drawing/2014/main" id="{FB9821B2-5F2A-4011-B816-E5A81439F8EB}"/>
              </a:ext>
            </a:extLst>
          </p:cNvPr>
          <p:cNvSpPr>
            <a:spLocks xmlns:a="http://schemas.openxmlformats.org/drawingml/2006/main" noGrp="1"/>
          </p:cNvSpPr>
          <p:nvPr/>
        </p:nvSpPr>
        <p:spPr>
          <a:xfrm xmlns:a="http://schemas.openxmlformats.org/drawingml/2006/main">
            <a:off x="5838619" y="39197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1088</a:t>
            </a:r>
          </a:p>
        </p:txBody>
      </p:sp>
      <p:sp>
        <p:nvSpPr>
          <p:cNvPr id="191" name="sues200_uav_200m_to_satellite/sues200_uav_200m_to_satellite/seed-3/count/cov-0.75/requested">
            <a:extLst xmlns:a="http://schemas.openxmlformats.org/drawingml/2006/main">
              <a:ext uri="{FF2B5EF4-FFF2-40B4-BE49-F238E27FC236}">
                <a16:creationId xmlns:a16="http://schemas.microsoft.com/office/drawing/2014/main" id="{35BDDC39-E146-4100-881E-7F5A0BB80478}"/>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sues200_uav_200m_to_satellite/sues200_uav_200m_to_satellite/seed-3/count/cov-0.75/kN">
            <a:extLst xmlns:a="http://schemas.openxmlformats.org/drawingml/2006/main">
              <a:ext uri="{FF2B5EF4-FFF2-40B4-BE49-F238E27FC236}">
                <a16:creationId xmlns:a16="http://schemas.microsoft.com/office/drawing/2014/main" id="{6DD9EE91-460D-4A4E-A056-598E13FC6DCF}"/>
              </a:ext>
            </a:extLst>
          </p:cNvPr>
          <p:cNvSpPr>
            <a:spLocks xmlns:a="http://schemas.openxmlformats.org/drawingml/2006/main" noGrp="1"/>
          </p:cNvSpPr>
          <p:nvPr/>
        </p:nvSpPr>
        <p:spPr>
          <a:xfrm xmlns:a="http://schemas.openxmlformats.org/drawingml/2006/main">
            <a:off x="50766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193" name="sues200_uav_200m_to_satellite/sues200_uav_200m_to_satellite/seed-3/count/cov-0.75/overlap">
            <a:extLst xmlns:a="http://schemas.openxmlformats.org/drawingml/2006/main">
              <a:ext uri="{FF2B5EF4-FFF2-40B4-BE49-F238E27FC236}">
                <a16:creationId xmlns:a16="http://schemas.microsoft.com/office/drawing/2014/main" id="{019969DD-B58C-4508-9739-028076080D04}"/>
              </a:ext>
            </a:extLst>
          </p:cNvPr>
          <p:cNvSpPr>
            <a:spLocks xmlns:a="http://schemas.openxmlformats.org/drawingml/2006/main" noGrp="1"/>
          </p:cNvSpPr>
          <p:nvPr/>
        </p:nvSpPr>
        <p:spPr>
          <a:xfrm xmlns:a="http://schemas.openxmlformats.org/drawingml/2006/main">
            <a:off x="58386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2294</a:t>
            </a:r>
          </a:p>
        </p:txBody>
      </p:sp>
      <p:sp>
        <p:nvSpPr>
          <p:cNvPr id="194" name="sues200_uav_200m_to_satellite/sues200_uav_200m_to_satellite/seed-3/count/cov-0.9/requested">
            <a:extLst xmlns:a="http://schemas.openxmlformats.org/drawingml/2006/main">
              <a:ext uri="{FF2B5EF4-FFF2-40B4-BE49-F238E27FC236}">
                <a16:creationId xmlns:a16="http://schemas.microsoft.com/office/drawing/2014/main" id="{D5945901-9252-45E4-BEFC-F729F130F9A4}"/>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sues200_uav_200m_to_satellite/sues200_uav_200m_to_satellite/seed-3/count/cov-0.9/kN">
            <a:extLst xmlns:a="http://schemas.openxmlformats.org/drawingml/2006/main">
              <a:ext uri="{FF2B5EF4-FFF2-40B4-BE49-F238E27FC236}">
                <a16:creationId xmlns:a16="http://schemas.microsoft.com/office/drawing/2014/main" id="{31CA076C-252E-4972-8484-F4F6D54F113C}"/>
              </a:ext>
            </a:extLst>
          </p:cNvPr>
          <p:cNvSpPr>
            <a:spLocks xmlns:a="http://schemas.openxmlformats.org/drawingml/2006/main" noGrp="1"/>
          </p:cNvSpPr>
          <p:nvPr/>
        </p:nvSpPr>
        <p:spPr>
          <a:xfrm xmlns:a="http://schemas.openxmlformats.org/drawingml/2006/main">
            <a:off x="50766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196" name="sues200_uav_200m_to_satellite/sues200_uav_200m_to_satellite/seed-3/count/cov-0.9/overlap">
            <a:extLst xmlns:a="http://schemas.openxmlformats.org/drawingml/2006/main">
              <a:ext uri="{FF2B5EF4-FFF2-40B4-BE49-F238E27FC236}">
                <a16:creationId xmlns:a16="http://schemas.microsoft.com/office/drawing/2014/main" id="{2126D335-24E1-442F-9861-FA9BBADED7E5}"/>
              </a:ext>
            </a:extLst>
          </p:cNvPr>
          <p:cNvSpPr>
            <a:spLocks xmlns:a="http://schemas.openxmlformats.org/drawingml/2006/main" noGrp="1"/>
          </p:cNvSpPr>
          <p:nvPr/>
        </p:nvSpPr>
        <p:spPr>
          <a:xfrm xmlns:a="http://schemas.openxmlformats.org/drawingml/2006/main">
            <a:off x="58386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3283</a:t>
            </a:r>
          </a:p>
        </p:txBody>
      </p:sp>
      <p:sp>
        <p:nvSpPr>
          <p:cNvPr id="197" name="sues200_uav_200m_to_satellite/sues200_uav_200m_to_satellite/seed-3/count/cov-1/requested">
            <a:extLst xmlns:a="http://schemas.openxmlformats.org/drawingml/2006/main">
              <a:ext uri="{FF2B5EF4-FFF2-40B4-BE49-F238E27FC236}">
                <a16:creationId xmlns:a16="http://schemas.microsoft.com/office/drawing/2014/main" id="{C158B971-3002-445A-88B2-2AD7FCEAFEDA}"/>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sues200_uav_200m_to_satellite/sues200_uav_200m_to_satellite/seed-3/count/cov-1/kN">
            <a:extLst xmlns:a="http://schemas.openxmlformats.org/drawingml/2006/main">
              <a:ext uri="{FF2B5EF4-FFF2-40B4-BE49-F238E27FC236}">
                <a16:creationId xmlns:a16="http://schemas.microsoft.com/office/drawing/2014/main" id="{38FCF1A3-E2C3-4463-84DF-FFE5A4AD0135}"/>
              </a:ext>
            </a:extLst>
          </p:cNvPr>
          <p:cNvSpPr>
            <a:spLocks xmlns:a="http://schemas.openxmlformats.org/drawingml/2006/main" noGrp="1"/>
          </p:cNvSpPr>
          <p:nvPr/>
        </p:nvSpPr>
        <p:spPr>
          <a:xfrm xmlns:a="http://schemas.openxmlformats.org/drawingml/2006/main">
            <a:off x="50766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199" name="sues200_uav_200m_to_satellite/sues200_uav_200m_to_satellite/seed-3/count/cov-1/overlap">
            <a:extLst xmlns:a="http://schemas.openxmlformats.org/drawingml/2006/main">
              <a:ext uri="{FF2B5EF4-FFF2-40B4-BE49-F238E27FC236}">
                <a16:creationId xmlns:a16="http://schemas.microsoft.com/office/drawing/2014/main" id="{90A68D02-EBF1-41AF-A77C-BCB317E3CCF8}"/>
              </a:ext>
            </a:extLst>
          </p:cNvPr>
          <p:cNvSpPr>
            <a:spLocks xmlns:a="http://schemas.openxmlformats.org/drawingml/2006/main" noGrp="1"/>
          </p:cNvSpPr>
          <p:nvPr/>
        </p:nvSpPr>
        <p:spPr>
          <a:xfrm xmlns:a="http://schemas.openxmlformats.org/drawingml/2006/main">
            <a:off x="58386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200" name="sues200_uav_200m_to_satellite/sues200_uav_200m_to_satellite/seed-3/success/heading">
            <a:extLst xmlns:a="http://schemas.openxmlformats.org/drawingml/2006/main">
              <a:ext uri="{FF2B5EF4-FFF2-40B4-BE49-F238E27FC236}">
                <a16:creationId xmlns:a16="http://schemas.microsoft.com/office/drawing/2014/main" id="{ABCBB9F9-17D9-4AF7-B0B6-95882D6DBD1E}"/>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sues200_uav_200m_to_satellite/sues200_uav_200m_to_satellite/seed-3/success/cov-0.5/heading">
            <a:extLst xmlns:a="http://schemas.openxmlformats.org/drawingml/2006/main">
              <a:ext uri="{FF2B5EF4-FFF2-40B4-BE49-F238E27FC236}">
                <a16:creationId xmlns:a16="http://schemas.microsoft.com/office/drawing/2014/main" id="{EA0AEC05-2867-4EE6-8BAA-4CF0105E9FD4}"/>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sues200_uav_200m_to_satellite/sues200_uav_200m_to_satellite/seed-3/visual/success-cov-0.5">
            <a:extLst xmlns:a="http://schemas.openxmlformats.org/drawingml/2006/main">
              <a:ext uri="{FF2B5EF4-FFF2-40B4-BE49-F238E27FC236}">
                <a16:creationId xmlns:a16="http://schemas.microsoft.com/office/drawing/2014/main" id="{DBD3DD4C-63B7-4E95-A5F7-016EDB80F47A}"/>
              </a:ext>
            </a:extLst>
          </p:cNvPr>
          <p:cNvSpPr>
            <a:spLocks xmlns:a="http://schemas.openxmlformats.org/drawingml/2006/main" noGrp="1"/>
          </p:cNvSpPr>
          <p:nvPr/>
        </p:nvSpPr>
        <p:spPr>
          <a:xfrm xmlns:a="http://schemas.openxmlformats.org/drawingml/2006/main">
            <a:off x="45866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29.000</a:t>
            </a:r>
          </a:p>
        </p:txBody>
      </p:sp>
      <p:sp>
        <p:nvSpPr>
          <p:cNvPr id="203" name="sues200_uav_200m_to_satellite/sues200_uav_200m_to_satellite/seed-3/full/success-cov-0.5">
            <a:extLst xmlns:a="http://schemas.openxmlformats.org/drawingml/2006/main">
              <a:ext uri="{FF2B5EF4-FFF2-40B4-BE49-F238E27FC236}">
                <a16:creationId xmlns:a16="http://schemas.microsoft.com/office/drawing/2014/main" id="{E06B3BA7-AEB4-4A1F-BE31-C15C6EA39EC2}"/>
              </a:ext>
            </a:extLst>
          </p:cNvPr>
          <p:cNvSpPr>
            <a:spLocks xmlns:a="http://schemas.openxmlformats.org/drawingml/2006/main" noGrp="1"/>
          </p:cNvSpPr>
          <p:nvPr/>
        </p:nvSpPr>
        <p:spPr>
          <a:xfrm xmlns:a="http://schemas.openxmlformats.org/drawingml/2006/main">
            <a:off x="45866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23.750</a:t>
            </a:r>
          </a:p>
        </p:txBody>
      </p:sp>
      <p:sp>
        <p:nvSpPr>
          <p:cNvPr id="204" name="sues200_uav_200m_to_satellite/sues200_uav_200m_to_satellite/seed-3/success/cov-0.75/heading">
            <a:extLst xmlns:a="http://schemas.openxmlformats.org/drawingml/2006/main">
              <a:ext uri="{FF2B5EF4-FFF2-40B4-BE49-F238E27FC236}">
                <a16:creationId xmlns:a16="http://schemas.microsoft.com/office/drawing/2014/main" id="{9B9D5098-0CAD-475E-9C40-413D6FD41049}"/>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sues200_uav_200m_to_satellite/sues200_uav_200m_to_satellite/seed-3/visual/success-cov-0.75">
            <a:extLst xmlns:a="http://schemas.openxmlformats.org/drawingml/2006/main">
              <a:ext uri="{FF2B5EF4-FFF2-40B4-BE49-F238E27FC236}">
                <a16:creationId xmlns:a16="http://schemas.microsoft.com/office/drawing/2014/main" id="{ABEE8323-25FD-4D5C-854E-9A2DC95F6CC8}"/>
              </a:ext>
            </a:extLst>
          </p:cNvPr>
          <p:cNvSpPr>
            <a:spLocks xmlns:a="http://schemas.openxmlformats.org/drawingml/2006/main" noGrp="1"/>
          </p:cNvSpPr>
          <p:nvPr/>
        </p:nvSpPr>
        <p:spPr>
          <a:xfrm xmlns:a="http://schemas.openxmlformats.org/drawingml/2006/main">
            <a:off x="49867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38.325</a:t>
            </a:r>
          </a:p>
        </p:txBody>
      </p:sp>
      <p:sp>
        <p:nvSpPr>
          <p:cNvPr id="206" name="sues200_uav_200m_to_satellite/sues200_uav_200m_to_satellite/seed-3/full/success-cov-0.75">
            <a:extLst xmlns:a="http://schemas.openxmlformats.org/drawingml/2006/main">
              <a:ext uri="{FF2B5EF4-FFF2-40B4-BE49-F238E27FC236}">
                <a16:creationId xmlns:a16="http://schemas.microsoft.com/office/drawing/2014/main" id="{615E1D6C-18F7-4835-8542-BD0D23BE785F}"/>
              </a:ext>
            </a:extLst>
          </p:cNvPr>
          <p:cNvSpPr>
            <a:spLocks xmlns:a="http://schemas.openxmlformats.org/drawingml/2006/main" noGrp="1"/>
          </p:cNvSpPr>
          <p:nvPr/>
        </p:nvSpPr>
        <p:spPr>
          <a:xfrm xmlns:a="http://schemas.openxmlformats.org/drawingml/2006/main">
            <a:off x="49867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30.225</a:t>
            </a:r>
          </a:p>
        </p:txBody>
      </p:sp>
      <p:sp>
        <p:nvSpPr>
          <p:cNvPr id="207" name="sues200_uav_200m_to_satellite/sues200_uav_200m_to_satellite/seed-3/success/cov-0.9/heading">
            <a:extLst xmlns:a="http://schemas.openxmlformats.org/drawingml/2006/main">
              <a:ext uri="{FF2B5EF4-FFF2-40B4-BE49-F238E27FC236}">
                <a16:creationId xmlns:a16="http://schemas.microsoft.com/office/drawing/2014/main" id="{820B8356-7EC9-402E-ABAE-35E0E6A1D8AE}"/>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sues200_uav_200m_to_satellite/sues200_uav_200m_to_satellite/seed-3/visual/success-cov-0.9">
            <a:extLst xmlns:a="http://schemas.openxmlformats.org/drawingml/2006/main">
              <a:ext uri="{FF2B5EF4-FFF2-40B4-BE49-F238E27FC236}">
                <a16:creationId xmlns:a16="http://schemas.microsoft.com/office/drawing/2014/main" id="{59663359-F03E-45BD-9B44-C4FDD28AF8F1}"/>
              </a:ext>
            </a:extLst>
          </p:cNvPr>
          <p:cNvSpPr>
            <a:spLocks xmlns:a="http://schemas.openxmlformats.org/drawingml/2006/main" noGrp="1"/>
          </p:cNvSpPr>
          <p:nvPr/>
        </p:nvSpPr>
        <p:spPr>
          <a:xfrm xmlns:a="http://schemas.openxmlformats.org/drawingml/2006/main">
            <a:off x="53867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42.875</a:t>
            </a:r>
          </a:p>
        </p:txBody>
      </p:sp>
      <p:sp>
        <p:nvSpPr>
          <p:cNvPr id="209" name="sues200_uav_200m_to_satellite/sues200_uav_200m_to_satellite/seed-3/full/success-cov-0.9">
            <a:extLst xmlns:a="http://schemas.openxmlformats.org/drawingml/2006/main">
              <a:ext uri="{FF2B5EF4-FFF2-40B4-BE49-F238E27FC236}">
                <a16:creationId xmlns:a16="http://schemas.microsoft.com/office/drawing/2014/main" id="{17F5C403-A5BC-4E91-BC45-9D9218877E7D}"/>
              </a:ext>
            </a:extLst>
          </p:cNvPr>
          <p:cNvSpPr>
            <a:spLocks xmlns:a="http://schemas.openxmlformats.org/drawingml/2006/main" noGrp="1"/>
          </p:cNvSpPr>
          <p:nvPr/>
        </p:nvSpPr>
        <p:spPr>
          <a:xfrm xmlns:a="http://schemas.openxmlformats.org/drawingml/2006/main">
            <a:off x="53867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33.725</a:t>
            </a:r>
          </a:p>
        </p:txBody>
      </p:sp>
      <p:sp>
        <p:nvSpPr>
          <p:cNvPr id="210" name="sues200_uav_200m_to_satellite/sues200_uav_200m_to_satellite/seed-3/success/cov-1/heading">
            <a:extLst xmlns:a="http://schemas.openxmlformats.org/drawingml/2006/main">
              <a:ext uri="{FF2B5EF4-FFF2-40B4-BE49-F238E27FC236}">
                <a16:creationId xmlns:a16="http://schemas.microsoft.com/office/drawing/2014/main" id="{1978278C-BBA8-42D1-947C-AB68EF793025}"/>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sues200_uav_200m_to_satellite/sues200_uav_200m_to_satellite/seed-3/visual/success-cov-1">
            <a:extLst xmlns:a="http://schemas.openxmlformats.org/drawingml/2006/main">
              <a:ext uri="{FF2B5EF4-FFF2-40B4-BE49-F238E27FC236}">
                <a16:creationId xmlns:a16="http://schemas.microsoft.com/office/drawing/2014/main" id="{A4C3CFBA-139D-4994-A6D0-CF3FD79534CF}"/>
              </a:ext>
            </a:extLst>
          </p:cNvPr>
          <p:cNvSpPr>
            <a:spLocks xmlns:a="http://schemas.openxmlformats.org/drawingml/2006/main" noGrp="1"/>
          </p:cNvSpPr>
          <p:nvPr/>
        </p:nvSpPr>
        <p:spPr>
          <a:xfrm xmlns:a="http://schemas.openxmlformats.org/drawingml/2006/main">
            <a:off x="57868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44.750</a:t>
            </a:r>
          </a:p>
        </p:txBody>
      </p:sp>
      <p:sp>
        <p:nvSpPr>
          <p:cNvPr id="212" name="sues200_uav_200m_to_satellite/sues200_uav_200m_to_satellite/seed-3/full/success-cov-1">
            <a:extLst xmlns:a="http://schemas.openxmlformats.org/drawingml/2006/main">
              <a:ext uri="{FF2B5EF4-FFF2-40B4-BE49-F238E27FC236}">
                <a16:creationId xmlns:a16="http://schemas.microsoft.com/office/drawing/2014/main" id="{E5655FB1-C834-4DB6-864C-7036E0AA1240}"/>
              </a:ext>
            </a:extLst>
          </p:cNvPr>
          <p:cNvSpPr>
            <a:spLocks xmlns:a="http://schemas.openxmlformats.org/drawingml/2006/main" noGrp="1"/>
          </p:cNvSpPr>
          <p:nvPr/>
        </p:nvSpPr>
        <p:spPr>
          <a:xfrm xmlns:a="http://schemas.openxmlformats.org/drawingml/2006/main">
            <a:off x="57868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35.000</a:t>
            </a:r>
          </a:p>
        </p:txBody>
      </p:sp>
      <p:sp>
        <p:nvSpPr>
          <p:cNvPr id="213" name="sues200_uav_200m_to_satellite/sues200_uav_200m_to_satellite/seed-3/visual/success-prefix">
            <a:extLst xmlns:a="http://schemas.openxmlformats.org/drawingml/2006/main">
              <a:ext uri="{FF2B5EF4-FFF2-40B4-BE49-F238E27FC236}">
                <a16:creationId xmlns:a16="http://schemas.microsoft.com/office/drawing/2014/main" id="{D6BC6807-4F8E-4BDD-9567-2FF45BD1A4FC}"/>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sues200_uav_200m_to_satellite/sues200_uav_200m_to_satellite/seed-3/full/success-prefix">
            <a:extLst xmlns:a="http://schemas.openxmlformats.org/drawingml/2006/main">
              <a:ext uri="{FF2B5EF4-FFF2-40B4-BE49-F238E27FC236}">
                <a16:creationId xmlns:a16="http://schemas.microsoft.com/office/drawing/2014/main" id="{E938917B-594E-4C17-9C3C-3B699BE28818}"/>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sues200_uav_200m_to_satellite/x-axis-label">
            <a:extLst xmlns:a="http://schemas.openxmlformats.org/drawingml/2006/main">
              <a:ext uri="{FF2B5EF4-FFF2-40B4-BE49-F238E27FC236}">
                <a16:creationId xmlns:a16="http://schemas.microsoft.com/office/drawing/2014/main" id="{260A96F6-2DDB-432F-9544-B7FDEA78DC35}"/>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sues200_uav_200m_to_satellite/footnote-1">
            <a:extLst xmlns:a="http://schemas.openxmlformats.org/drawingml/2006/main">
              <a:ext uri="{FF2B5EF4-FFF2-40B4-BE49-F238E27FC236}">
                <a16:creationId xmlns:a16="http://schemas.microsoft.com/office/drawing/2014/main" id="{54D02DB4-820C-41A3-B07C-0432CA371E46}"/>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sues200_uav_200m_to_satellite/footnote-2">
            <a:extLst xmlns:a="http://schemas.openxmlformats.org/drawingml/2006/main">
              <a:ext uri="{FF2B5EF4-FFF2-40B4-BE49-F238E27FC236}">
                <a16:creationId xmlns:a16="http://schemas.microsoft.com/office/drawing/2014/main" id="{A3CCD3E2-45B4-457B-BC94-88F2F5463DE6}"/>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sues200_uav_200m_to_satellite/footnote-3">
            <a:extLst xmlns:a="http://schemas.openxmlformats.org/drawingml/2006/main">
              <a:ext uri="{FF2B5EF4-FFF2-40B4-BE49-F238E27FC236}">
                <a16:creationId xmlns:a16="http://schemas.microsoft.com/office/drawing/2014/main" id="{C766FBCC-C28B-4B3F-AA48-F95D41B69AAB}"/>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sues200_uav_200m_to_satellite/footnote-4">
            <a:extLst xmlns:a="http://schemas.openxmlformats.org/drawingml/2006/main">
              <a:ext uri="{FF2B5EF4-FFF2-40B4-BE49-F238E27FC236}">
                <a16:creationId xmlns:a16="http://schemas.microsoft.com/office/drawing/2014/main" id="{FC4FD811-3E97-4126-90D7-813C3A97CE98}"/>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sues200_uav_200m_to_satellite/footnote-5">
            <a:extLst xmlns:a="http://schemas.openxmlformats.org/drawingml/2006/main">
              <a:ext uri="{FF2B5EF4-FFF2-40B4-BE49-F238E27FC236}">
                <a16:creationId xmlns:a16="http://schemas.microsoft.com/office/drawing/2014/main" id="{E3103837-A08F-4EC7-8161-F2CF0F9376F5}"/>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sues200_uav_200m_to_satellite/footnote-6">
            <a:extLst xmlns:a="http://schemas.openxmlformats.org/drawingml/2006/main">
              <a:ext uri="{FF2B5EF4-FFF2-40B4-BE49-F238E27FC236}">
                <a16:creationId xmlns:a16="http://schemas.microsoft.com/office/drawing/2014/main" id="{592F64C0-01C3-45A5-92AA-473EDEF7FE29}"/>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13142378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sues200_satellite_to_uav_200m/title">
            <a:extLst xmlns:a="http://schemas.openxmlformats.org/drawingml/2006/main">
              <a:ext uri="{FF2B5EF4-FFF2-40B4-BE49-F238E27FC236}">
                <a16:creationId xmlns:a16="http://schemas.microsoft.com/office/drawing/2014/main" id="{961B1178-7051-4C0C-BD32-1162646FCBE8}"/>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200 m</a:t>
            </a:r>
          </a:p>
        </p:txBody>
      </p:sp>
      <p:sp>
        <p:nvSpPr>
          <p:cNvPr id="2" name="sues200_satellite_to_uav_200m/subtitle">
            <a:extLst xmlns:a="http://schemas.openxmlformats.org/drawingml/2006/main">
              <a:ext uri="{FF2B5EF4-FFF2-40B4-BE49-F238E27FC236}">
                <a16:creationId xmlns:a16="http://schemas.microsoft.com/office/drawing/2014/main" id="{58E9F02C-FEFF-49E3-B950-25C807250808}"/>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sues200_satellite_to_uav_200m/legend/visual/marker">
            <a:extLst xmlns:a="http://schemas.openxmlformats.org/drawingml/2006/main">
              <a:ext uri="{FF2B5EF4-FFF2-40B4-BE49-F238E27FC236}">
                <a16:creationId xmlns:a16="http://schemas.microsoft.com/office/drawing/2014/main" id="{4D2A3C49-FA3B-4394-9260-9F4B23485706}"/>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satellite_to_uav_200m/legend/visual/text">
            <a:extLst xmlns:a="http://schemas.openxmlformats.org/drawingml/2006/main">
              <a:ext uri="{FF2B5EF4-FFF2-40B4-BE49-F238E27FC236}">
                <a16:creationId xmlns:a16="http://schemas.microsoft.com/office/drawing/2014/main" id="{B45D652C-7A1E-493E-BFBE-618720145FEB}"/>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satellite_to_uav_200m/legend/full/marker">
            <a:extLst xmlns:a="http://schemas.openxmlformats.org/drawingml/2006/main">
              <a:ext uri="{FF2B5EF4-FFF2-40B4-BE49-F238E27FC236}">
                <a16:creationId xmlns:a16="http://schemas.microsoft.com/office/drawing/2014/main" id="{4A5AB470-DFC3-4E41-B9D7-FFDE954431A0}"/>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satellite_to_uav_200m/legend/full/text">
            <a:extLst xmlns:a="http://schemas.openxmlformats.org/drawingml/2006/main">
              <a:ext uri="{FF2B5EF4-FFF2-40B4-BE49-F238E27FC236}">
                <a16:creationId xmlns:a16="http://schemas.microsoft.com/office/drawing/2014/main" id="{065C0BB6-0B70-4091-BA53-1B1BCA977FDF}"/>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satellite_to_uav_200m/y-axis-label">
            <a:extLst xmlns:a="http://schemas.openxmlformats.org/drawingml/2006/main">
              <a:ext uri="{FF2B5EF4-FFF2-40B4-BE49-F238E27FC236}">
                <a16:creationId xmlns:a16="http://schemas.microsoft.com/office/drawing/2014/main" id="{36109901-DCE8-4BCE-825F-FE8C13DD1B77}"/>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sues200_satellite_to_uav_200m/sues200_satellite_to_uav_200m/seed-1/heading">
            <a:extLst xmlns:a="http://schemas.openxmlformats.org/drawingml/2006/main">
              <a:ext uri="{FF2B5EF4-FFF2-40B4-BE49-F238E27FC236}">
                <a16:creationId xmlns:a16="http://schemas.microsoft.com/office/drawing/2014/main" id="{431A7A88-DF79-40E6-9B7C-2B312F83E852}"/>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satellite_to_uav_200m/sues200_satellite_to_uav_200m/seed-1/y-grid-0">
            <a:extLst xmlns:a="http://schemas.openxmlformats.org/drawingml/2006/main">
              <a:ext uri="{FF2B5EF4-FFF2-40B4-BE49-F238E27FC236}">
                <a16:creationId xmlns:a16="http://schemas.microsoft.com/office/drawing/2014/main" id="{56DB815A-4DEC-401A-9052-2DED891840FA}"/>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satellite_to_uav_200m/sues200_satellite_to_uav_200m/seed-1/y-label-0">
            <a:extLst xmlns:a="http://schemas.openxmlformats.org/drawingml/2006/main">
              <a:ext uri="{FF2B5EF4-FFF2-40B4-BE49-F238E27FC236}">
                <a16:creationId xmlns:a16="http://schemas.microsoft.com/office/drawing/2014/main" id="{13F807DB-5457-4B13-B1EF-6592D07091CE}"/>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satellite_to_uav_200m/sues200_satellite_to_uav_200m/seed-1/x-tick-0">
            <a:extLst xmlns:a="http://schemas.openxmlformats.org/drawingml/2006/main">
              <a:ext uri="{FF2B5EF4-FFF2-40B4-BE49-F238E27FC236}">
                <a16:creationId xmlns:a16="http://schemas.microsoft.com/office/drawing/2014/main" id="{E357F3FB-DB10-458B-8EBB-CBE4DADB30F8}"/>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satellite_to_uav_200m/sues200_satellite_to_uav_200m/seed-1/x-label-0">
            <a:extLst xmlns:a="http://schemas.openxmlformats.org/drawingml/2006/main">
              <a:ext uri="{FF2B5EF4-FFF2-40B4-BE49-F238E27FC236}">
                <a16:creationId xmlns:a16="http://schemas.microsoft.com/office/drawing/2014/main" id="{9269EB92-6CE9-4717-B015-944EC623A3E4}"/>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200m/sues200_satellite_to_uav_200m/seed-1/y-grid-25">
            <a:extLst xmlns:a="http://schemas.openxmlformats.org/drawingml/2006/main">
              <a:ext uri="{FF2B5EF4-FFF2-40B4-BE49-F238E27FC236}">
                <a16:creationId xmlns:a16="http://schemas.microsoft.com/office/drawing/2014/main" id="{6A0190CB-4B56-44B1-A89F-08AAAD4A1381}"/>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satellite_to_uav_200m/sues200_satellite_to_uav_200m/seed-1/y-label-25">
            <a:extLst xmlns:a="http://schemas.openxmlformats.org/drawingml/2006/main">
              <a:ext uri="{FF2B5EF4-FFF2-40B4-BE49-F238E27FC236}">
                <a16:creationId xmlns:a16="http://schemas.microsoft.com/office/drawing/2014/main" id="{7384F8F5-7380-4CB3-AE75-D3762BE70B53}"/>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satellite_to_uav_200m/sues200_satellite_to_uav_200m/seed-1/x-tick-25">
            <a:extLst xmlns:a="http://schemas.openxmlformats.org/drawingml/2006/main">
              <a:ext uri="{FF2B5EF4-FFF2-40B4-BE49-F238E27FC236}">
                <a16:creationId xmlns:a16="http://schemas.microsoft.com/office/drawing/2014/main" id="{012AFC87-53D3-4739-8BF8-8BE323E3CE32}"/>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satellite_to_uav_200m/sues200_satellite_to_uav_200m/seed-1/x-label-25">
            <a:extLst xmlns:a="http://schemas.openxmlformats.org/drawingml/2006/main">
              <a:ext uri="{FF2B5EF4-FFF2-40B4-BE49-F238E27FC236}">
                <a16:creationId xmlns:a16="http://schemas.microsoft.com/office/drawing/2014/main" id="{D0D6E196-8149-432B-9662-D9FEEE59DFD1}"/>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satellite_to_uav_200m/sues200_satellite_to_uav_200m/seed-1/y-grid-50">
            <a:extLst xmlns:a="http://schemas.openxmlformats.org/drawingml/2006/main">
              <a:ext uri="{FF2B5EF4-FFF2-40B4-BE49-F238E27FC236}">
                <a16:creationId xmlns:a16="http://schemas.microsoft.com/office/drawing/2014/main" id="{AEC63E61-0A97-40E8-9D7B-B6994D51D0F1}"/>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satellite_to_uav_200m/sues200_satellite_to_uav_200m/seed-1/y-label-50">
            <a:extLst xmlns:a="http://schemas.openxmlformats.org/drawingml/2006/main">
              <a:ext uri="{FF2B5EF4-FFF2-40B4-BE49-F238E27FC236}">
                <a16:creationId xmlns:a16="http://schemas.microsoft.com/office/drawing/2014/main" id="{FD0F01BB-5060-4A17-800F-F5B672DA0A20}"/>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satellite_to_uav_200m/sues200_satellite_to_uav_200m/seed-1/x-tick-50">
            <a:extLst xmlns:a="http://schemas.openxmlformats.org/drawingml/2006/main">
              <a:ext uri="{FF2B5EF4-FFF2-40B4-BE49-F238E27FC236}">
                <a16:creationId xmlns:a16="http://schemas.microsoft.com/office/drawing/2014/main" id="{5783CE4D-1BA2-419D-AA22-8407D5EB88EE}"/>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satellite_to_uav_200m/sues200_satellite_to_uav_200m/seed-1/x-label-50">
            <a:extLst xmlns:a="http://schemas.openxmlformats.org/drawingml/2006/main">
              <a:ext uri="{FF2B5EF4-FFF2-40B4-BE49-F238E27FC236}">
                <a16:creationId xmlns:a16="http://schemas.microsoft.com/office/drawing/2014/main" id="{09267F33-4E3B-4FB7-81A2-88AB595F4B5A}"/>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satellite_to_uav_200m/sues200_satellite_to_uav_200m/seed-1/y-grid-75">
            <a:extLst xmlns:a="http://schemas.openxmlformats.org/drawingml/2006/main">
              <a:ext uri="{FF2B5EF4-FFF2-40B4-BE49-F238E27FC236}">
                <a16:creationId xmlns:a16="http://schemas.microsoft.com/office/drawing/2014/main" id="{7739BB64-EFB6-4352-B18F-A42958314622}"/>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satellite_to_uav_200m/sues200_satellite_to_uav_200m/seed-1/y-label-75">
            <a:extLst xmlns:a="http://schemas.openxmlformats.org/drawingml/2006/main">
              <a:ext uri="{FF2B5EF4-FFF2-40B4-BE49-F238E27FC236}">
                <a16:creationId xmlns:a16="http://schemas.microsoft.com/office/drawing/2014/main" id="{050F1929-7FA2-4E03-B0B9-28C6B4898D9B}"/>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satellite_to_uav_200m/sues200_satellite_to_uav_200m/seed-1/x-tick-75">
            <a:extLst xmlns:a="http://schemas.openxmlformats.org/drawingml/2006/main">
              <a:ext uri="{FF2B5EF4-FFF2-40B4-BE49-F238E27FC236}">
                <a16:creationId xmlns:a16="http://schemas.microsoft.com/office/drawing/2014/main" id="{0D35FB68-121B-408A-AC10-F5C5B57F6116}"/>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satellite_to_uav_200m/sues200_satellite_to_uav_200m/seed-1/x-label-75">
            <a:extLst xmlns:a="http://schemas.openxmlformats.org/drawingml/2006/main">
              <a:ext uri="{FF2B5EF4-FFF2-40B4-BE49-F238E27FC236}">
                <a16:creationId xmlns:a16="http://schemas.microsoft.com/office/drawing/2014/main" id="{FF35CF6E-A8A4-45EE-9A86-EBF48D8EDE7C}"/>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satellite_to_uav_200m/sues200_satellite_to_uav_200m/seed-1/y-grid-100">
            <a:extLst xmlns:a="http://schemas.openxmlformats.org/drawingml/2006/main">
              <a:ext uri="{FF2B5EF4-FFF2-40B4-BE49-F238E27FC236}">
                <a16:creationId xmlns:a16="http://schemas.microsoft.com/office/drawing/2014/main" id="{A4414CA8-BF2F-4149-AC69-9ADAA14CF337}"/>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satellite_to_uav_200m/sues200_satellite_to_uav_200m/seed-1/y-label-100">
            <a:extLst xmlns:a="http://schemas.openxmlformats.org/drawingml/2006/main">
              <a:ext uri="{FF2B5EF4-FFF2-40B4-BE49-F238E27FC236}">
                <a16:creationId xmlns:a16="http://schemas.microsoft.com/office/drawing/2014/main" id="{316527B8-0F82-4995-AD95-07F117DC3A10}"/>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satellite_to_uav_200m/sues200_satellite_to_uav_200m/seed-1/x-tick-100">
            <a:extLst xmlns:a="http://schemas.openxmlformats.org/drawingml/2006/main">
              <a:ext uri="{FF2B5EF4-FFF2-40B4-BE49-F238E27FC236}">
                <a16:creationId xmlns:a16="http://schemas.microsoft.com/office/drawing/2014/main" id="{516CEDCB-1ED0-4455-A151-F3C4AF12426C}"/>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satellite_to_uav_200m/sues200_satellite_to_uav_200m/seed-1/x-label-100">
            <a:extLst xmlns:a="http://schemas.openxmlformats.org/drawingml/2006/main">
              <a:ext uri="{FF2B5EF4-FFF2-40B4-BE49-F238E27FC236}">
                <a16:creationId xmlns:a16="http://schemas.microsoft.com/office/drawing/2014/main" id="{7B3DE1E6-13AF-41F5-90B9-BDF55FBC88C1}"/>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satellite_to_uav_200m/sues200_satellite_to_uav_200m/seed-1/y-axis">
            <a:extLst xmlns:a="http://schemas.openxmlformats.org/drawingml/2006/main">
              <a:ext uri="{FF2B5EF4-FFF2-40B4-BE49-F238E27FC236}">
                <a16:creationId xmlns:a16="http://schemas.microsoft.com/office/drawing/2014/main" id="{2BAA6FAB-7394-45E4-805D-1736994331A3}"/>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200m/sues200_satellite_to_uav_200m/seed-1/x-axis">
            <a:extLst xmlns:a="http://schemas.openxmlformats.org/drawingml/2006/main">
              <a:ext uri="{FF2B5EF4-FFF2-40B4-BE49-F238E27FC236}">
                <a16:creationId xmlns:a16="http://schemas.microsoft.com/office/drawing/2014/main" id="{DE0518EA-B6E7-4450-8D63-AF04DBF1402F}"/>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satellite_to_uav_200m/sues200_satellite_to_uav_200m/seed-1/visual/guide-1-2">
            <a:extLst xmlns:a="http://schemas.openxmlformats.org/drawingml/2006/main">
              <a:ext uri="{FF2B5EF4-FFF2-40B4-BE49-F238E27FC236}">
                <a16:creationId xmlns:a16="http://schemas.microsoft.com/office/drawing/2014/main" id="{77F0DC70-59DA-4A7C-8F08-E3519B2DF907}"/>
              </a:ext>
            </a:extLst>
          </p:cNvPr>
          <p:cNvSpPr>
            <a:spLocks xmlns:a="http://schemas.openxmlformats.org/drawingml/2006/main" noGrp="1"/>
          </p:cNvSpPr>
          <p:nvPr/>
        </p:nvSpPr>
        <p:spPr>
          <a:xfrm xmlns:a="http://schemas.openxmlformats.org/drawingml/2006/main" flipV="1">
            <a:off x="1333500" y="2151380"/>
            <a:ext cx="400050" cy="20320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sues200_satellite_to_uav_200m/sues200_satellite_to_uav_200m/seed-1/visual/guide-2-3">
            <a:extLst xmlns:a="http://schemas.openxmlformats.org/drawingml/2006/main">
              <a:ext uri="{FF2B5EF4-FFF2-40B4-BE49-F238E27FC236}">
                <a16:creationId xmlns:a16="http://schemas.microsoft.com/office/drawing/2014/main" id="{9F4FB4C0-5429-4420-9877-7ED33B4B7CDF}"/>
              </a:ext>
            </a:extLst>
          </p:cNvPr>
          <p:cNvSpPr>
            <a:spLocks xmlns:a="http://schemas.openxmlformats.org/drawingml/2006/main" noGrp="1"/>
          </p:cNvSpPr>
          <p:nvPr/>
        </p:nvSpPr>
        <p:spPr>
          <a:xfrm xmlns:a="http://schemas.openxmlformats.org/drawingml/2006/main" flipV="1">
            <a:off x="1733550" y="1968500"/>
            <a:ext cx="240030" cy="1828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sues200_satellite_to_uav_200m/sues200_satellite_to_uav_200m/seed-1/visual/guide-3-4">
            <a:extLst xmlns:a="http://schemas.openxmlformats.org/drawingml/2006/main">
              <a:ext uri="{FF2B5EF4-FFF2-40B4-BE49-F238E27FC236}">
                <a16:creationId xmlns:a16="http://schemas.microsoft.com/office/drawing/2014/main" id="{1BE04D9D-FB54-49E5-98D4-54F16B9D5865}"/>
              </a:ext>
            </a:extLst>
          </p:cNvPr>
          <p:cNvSpPr>
            <a:spLocks xmlns:a="http://schemas.openxmlformats.org/drawingml/2006/main" noGrp="1"/>
          </p:cNvSpPr>
          <p:nvPr/>
        </p:nvSpPr>
        <p:spPr>
          <a:xfrm xmlns:a="http://schemas.openxmlformats.org/drawingml/2006/main" flipV="1">
            <a:off x="1973580" y="1887220"/>
            <a:ext cx="160020" cy="812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sues200_satellite_to_uav_200m/sues200_satellite_to_uav_200m/seed-1/visual/point-cov-0.5">
            <a:extLst xmlns:a="http://schemas.openxmlformats.org/drawingml/2006/main">
              <a:ext uri="{FF2B5EF4-FFF2-40B4-BE49-F238E27FC236}">
                <a16:creationId xmlns:a16="http://schemas.microsoft.com/office/drawing/2014/main" id="{4266F85B-B00B-41B2-A6BD-FB84798F35F8}"/>
              </a:ext>
            </a:extLst>
          </p:cNvPr>
          <p:cNvSpPr>
            <a:spLocks xmlns:a="http://schemas.openxmlformats.org/drawingml/2006/main" noGrp="1"/>
          </p:cNvSpPr>
          <p:nvPr/>
        </p:nvSpPr>
        <p:spPr>
          <a:xfrm xmlns:a="http://schemas.openxmlformats.org/drawingml/2006/main">
            <a:off x="1303655" y="23247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satellite_to_uav_200m/sues200_satellite_to_uav_200m/seed-1/visual/point-cov-0.75">
            <a:extLst xmlns:a="http://schemas.openxmlformats.org/drawingml/2006/main">
              <a:ext uri="{FF2B5EF4-FFF2-40B4-BE49-F238E27FC236}">
                <a16:creationId xmlns:a16="http://schemas.microsoft.com/office/drawing/2014/main" id="{A7E2274E-3D6B-4F90-BDE2-7B8583DCF5C3}"/>
              </a:ext>
            </a:extLst>
          </p:cNvPr>
          <p:cNvSpPr>
            <a:spLocks xmlns:a="http://schemas.openxmlformats.org/drawingml/2006/main" noGrp="1"/>
          </p:cNvSpPr>
          <p:nvPr/>
        </p:nvSpPr>
        <p:spPr>
          <a:xfrm xmlns:a="http://schemas.openxmlformats.org/drawingml/2006/main">
            <a:off x="1703705" y="21215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satellite_to_uav_200m/sues200_satellite_to_uav_200m/seed-1/visual/point-cov-0.9">
            <a:extLst xmlns:a="http://schemas.openxmlformats.org/drawingml/2006/main">
              <a:ext uri="{FF2B5EF4-FFF2-40B4-BE49-F238E27FC236}">
                <a16:creationId xmlns:a16="http://schemas.microsoft.com/office/drawing/2014/main" id="{F4002D44-8137-4910-BDC2-E8AB832A2928}"/>
              </a:ext>
            </a:extLst>
          </p:cNvPr>
          <p:cNvSpPr>
            <a:spLocks xmlns:a="http://schemas.openxmlformats.org/drawingml/2006/main" noGrp="1"/>
          </p:cNvSpPr>
          <p:nvPr/>
        </p:nvSpPr>
        <p:spPr>
          <a:xfrm xmlns:a="http://schemas.openxmlformats.org/drawingml/2006/main">
            <a:off x="1943735" y="19386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satellite_to_uav_200m/sues200_satellite_to_uav_200m/seed-1/visual/point-cov-1">
            <a:extLst xmlns:a="http://schemas.openxmlformats.org/drawingml/2006/main">
              <a:ext uri="{FF2B5EF4-FFF2-40B4-BE49-F238E27FC236}">
                <a16:creationId xmlns:a16="http://schemas.microsoft.com/office/drawing/2014/main" id="{A4AB404E-19C2-46D4-94A7-004178CA2632}"/>
              </a:ext>
            </a:extLst>
          </p:cNvPr>
          <p:cNvSpPr>
            <a:spLocks xmlns:a="http://schemas.openxmlformats.org/drawingml/2006/main" noGrp="1"/>
          </p:cNvSpPr>
          <p:nvPr/>
        </p:nvSpPr>
        <p:spPr>
          <a:xfrm xmlns:a="http://schemas.openxmlformats.org/drawingml/2006/main">
            <a:off x="2103755" y="18573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sues200_satellite_to_uav_200m/sues200_satellite_to_uav_200m/seed-1/full/guide-1-2">
            <a:extLst xmlns:a="http://schemas.openxmlformats.org/drawingml/2006/main">
              <a:ext uri="{FF2B5EF4-FFF2-40B4-BE49-F238E27FC236}">
                <a16:creationId xmlns:a16="http://schemas.microsoft.com/office/drawing/2014/main" id="{AF7E6536-E192-4638-B7AE-D62FB2A0BB76}"/>
              </a:ext>
            </a:extLst>
          </p:cNvPr>
          <p:cNvSpPr>
            <a:spLocks xmlns:a="http://schemas.openxmlformats.org/drawingml/2006/main" noGrp="1"/>
          </p:cNvSpPr>
          <p:nvPr/>
        </p:nvSpPr>
        <p:spPr>
          <a:xfrm xmlns:a="http://schemas.openxmlformats.org/drawingml/2006/main" flipV="1">
            <a:off x="1333500" y="2090420"/>
            <a:ext cx="400050" cy="30480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sues200_satellite_to_uav_200m/sues200_satellite_to_uav_200m/seed-1/full/guide-2-3">
            <a:extLst xmlns:a="http://schemas.openxmlformats.org/drawingml/2006/main">
              <a:ext uri="{FF2B5EF4-FFF2-40B4-BE49-F238E27FC236}">
                <a16:creationId xmlns:a16="http://schemas.microsoft.com/office/drawing/2014/main" id="{9CE76EF3-C166-4A0F-929E-99A8EC8172A9}"/>
              </a:ext>
            </a:extLst>
          </p:cNvPr>
          <p:cNvSpPr>
            <a:spLocks xmlns:a="http://schemas.openxmlformats.org/drawingml/2006/main" noGrp="1"/>
          </p:cNvSpPr>
          <p:nvPr/>
        </p:nvSpPr>
        <p:spPr>
          <a:xfrm xmlns:a="http://schemas.openxmlformats.org/drawingml/2006/main" flipV="1">
            <a:off x="1733550" y="1968500"/>
            <a:ext cx="240030" cy="12192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sues200_satellite_to_uav_200m/sues200_satellite_to_uav_200m/seed-1/full/guide-3-4">
            <a:extLst xmlns:a="http://schemas.openxmlformats.org/drawingml/2006/main">
              <a:ext uri="{FF2B5EF4-FFF2-40B4-BE49-F238E27FC236}">
                <a16:creationId xmlns:a16="http://schemas.microsoft.com/office/drawing/2014/main" id="{F1AD0D54-CC35-4991-98C9-6C9DD98065AD}"/>
              </a:ext>
            </a:extLst>
          </p:cNvPr>
          <p:cNvSpPr>
            <a:spLocks xmlns:a="http://schemas.openxmlformats.org/drawingml/2006/main" noGrp="1"/>
          </p:cNvSpPr>
          <p:nvPr/>
        </p:nvSpPr>
        <p:spPr>
          <a:xfrm xmlns:a="http://schemas.openxmlformats.org/drawingml/2006/main" flipV="1">
            <a:off x="1973580" y="1887220"/>
            <a:ext cx="160020" cy="8128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sues200_satellite_to_uav_200m/sues200_satellite_to_uav_200m/seed-1/full/point-cov-0.5">
            <a:extLst xmlns:a="http://schemas.openxmlformats.org/drawingml/2006/main">
              <a:ext uri="{FF2B5EF4-FFF2-40B4-BE49-F238E27FC236}">
                <a16:creationId xmlns:a16="http://schemas.microsoft.com/office/drawing/2014/main" id="{0D6B0413-C5F9-4B57-B63C-1B93899CEC67}"/>
              </a:ext>
            </a:extLst>
          </p:cNvPr>
          <p:cNvSpPr>
            <a:spLocks xmlns:a="http://schemas.openxmlformats.org/drawingml/2006/main" noGrp="1"/>
          </p:cNvSpPr>
          <p:nvPr/>
        </p:nvSpPr>
        <p:spPr>
          <a:xfrm xmlns:a="http://schemas.openxmlformats.org/drawingml/2006/main">
            <a:off x="1309370" y="23710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sues200_satellite_to_uav_200m/sues200_satellite_to_uav_200m/seed-1/full/point-cov-0.75">
            <a:extLst xmlns:a="http://schemas.openxmlformats.org/drawingml/2006/main">
              <a:ext uri="{FF2B5EF4-FFF2-40B4-BE49-F238E27FC236}">
                <a16:creationId xmlns:a16="http://schemas.microsoft.com/office/drawing/2014/main" id="{27F3D659-4DDA-41C0-813A-A4B2C1D1A94D}"/>
              </a:ext>
            </a:extLst>
          </p:cNvPr>
          <p:cNvSpPr>
            <a:spLocks xmlns:a="http://schemas.openxmlformats.org/drawingml/2006/main" noGrp="1"/>
          </p:cNvSpPr>
          <p:nvPr/>
        </p:nvSpPr>
        <p:spPr>
          <a:xfrm xmlns:a="http://schemas.openxmlformats.org/drawingml/2006/main">
            <a:off x="1709420" y="20662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sues200_satellite_to_uav_200m/sues200_satellite_to_uav_200m/seed-1/full/point-cov-0.9">
            <a:extLst xmlns:a="http://schemas.openxmlformats.org/drawingml/2006/main">
              <a:ext uri="{FF2B5EF4-FFF2-40B4-BE49-F238E27FC236}">
                <a16:creationId xmlns:a16="http://schemas.microsoft.com/office/drawing/2014/main" id="{A3903688-B4E5-4DE0-A37D-EC048F6C1E53}"/>
              </a:ext>
            </a:extLst>
          </p:cNvPr>
          <p:cNvSpPr>
            <a:spLocks xmlns:a="http://schemas.openxmlformats.org/drawingml/2006/main" noGrp="1"/>
          </p:cNvSpPr>
          <p:nvPr/>
        </p:nvSpPr>
        <p:spPr>
          <a:xfrm xmlns:a="http://schemas.openxmlformats.org/drawingml/2006/main">
            <a:off x="1949450" y="19443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sues200_satellite_to_uav_200m/sues200_satellite_to_uav_200m/seed-1/full/point-cov-1">
            <a:extLst xmlns:a="http://schemas.openxmlformats.org/drawingml/2006/main">
              <a:ext uri="{FF2B5EF4-FFF2-40B4-BE49-F238E27FC236}">
                <a16:creationId xmlns:a16="http://schemas.microsoft.com/office/drawing/2014/main" id="{DFB622E1-82E7-4361-9199-E00DCBEE687B}"/>
              </a:ext>
            </a:extLst>
          </p:cNvPr>
          <p:cNvSpPr>
            <a:spLocks xmlns:a="http://schemas.openxmlformats.org/drawingml/2006/main" noGrp="1"/>
          </p:cNvSpPr>
          <p:nvPr/>
        </p:nvSpPr>
        <p:spPr>
          <a:xfrm xmlns:a="http://schemas.openxmlformats.org/drawingml/2006/main">
            <a:off x="2109470" y="18630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sues200_satellite_to_uav_200m/sues200_satellite_to_uav_200m/seed-1/count/N">
            <a:extLst xmlns:a="http://schemas.openxmlformats.org/drawingml/2006/main">
              <a:ext uri="{FF2B5EF4-FFF2-40B4-BE49-F238E27FC236}">
                <a16:creationId xmlns:a16="http://schemas.microsoft.com/office/drawing/2014/main" id="{A343DBF8-19B0-4DB0-9493-EA24AFD7F011}"/>
              </a:ext>
            </a:extLst>
          </p:cNvPr>
          <p:cNvSpPr>
            <a:spLocks xmlns:a="http://schemas.openxmlformats.org/drawingml/2006/main" noGrp="1"/>
          </p:cNvSpPr>
          <p:nvPr/>
        </p:nvSpPr>
        <p:spPr>
          <a:xfrm xmlns:a="http://schemas.openxmlformats.org/drawingml/2006/main">
            <a:off x="9212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46" name="sues200_satellite_to_uav_200m/sues200_satellite_to_uav_200m/seed-1/count/header/requested">
            <a:extLst xmlns:a="http://schemas.openxmlformats.org/drawingml/2006/main">
              <a:ext uri="{FF2B5EF4-FFF2-40B4-BE49-F238E27FC236}">
                <a16:creationId xmlns:a16="http://schemas.microsoft.com/office/drawing/2014/main" id="{B9DD37ED-7368-49B2-90FA-E23A7A8F6C00}"/>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sues200_satellite_to_uav_200m/sues200_satellite_to_uav_200m/seed-1/count/header/kN">
            <a:extLst xmlns:a="http://schemas.openxmlformats.org/drawingml/2006/main">
              <a:ext uri="{FF2B5EF4-FFF2-40B4-BE49-F238E27FC236}">
                <a16:creationId xmlns:a16="http://schemas.microsoft.com/office/drawing/2014/main" id="{EB8C77F4-81FD-4981-B912-CFC68B4436C9}"/>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sues200_satellite_to_uav_200m/sues200_satellite_to_uav_200m/seed-1/count/header/overlap">
            <a:extLst xmlns:a="http://schemas.openxmlformats.org/drawingml/2006/main">
              <a:ext uri="{FF2B5EF4-FFF2-40B4-BE49-F238E27FC236}">
                <a16:creationId xmlns:a16="http://schemas.microsoft.com/office/drawing/2014/main" id="{6BDB8BC5-7C03-4D36-BA63-27C289EDD3E1}"/>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sues200_satellite_to_uav_200m/sues200_satellite_to_uav_200m/seed-1/count/header/rule">
            <a:extLst xmlns:a="http://schemas.openxmlformats.org/drawingml/2006/main">
              <a:ext uri="{FF2B5EF4-FFF2-40B4-BE49-F238E27FC236}">
                <a16:creationId xmlns:a16="http://schemas.microsoft.com/office/drawing/2014/main" id="{554AD1F2-F8ED-442F-A24E-5389C0753065}"/>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sues200_satellite_to_uav_200m/sues200_satellite_to_uav_200m/seed-1/count/cov-0.5/requested">
            <a:extLst xmlns:a="http://schemas.openxmlformats.org/drawingml/2006/main">
              <a:ext uri="{FF2B5EF4-FFF2-40B4-BE49-F238E27FC236}">
                <a16:creationId xmlns:a16="http://schemas.microsoft.com/office/drawing/2014/main" id="{BA22CCFC-B893-4C74-8BA7-2EE2D85A4D8F}"/>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sues200_satellite_to_uav_200m/sues200_satellite_to_uav_200m/seed-1/count/cov-0.5/kN">
            <a:extLst xmlns:a="http://schemas.openxmlformats.org/drawingml/2006/main">
              <a:ext uri="{FF2B5EF4-FFF2-40B4-BE49-F238E27FC236}">
                <a16:creationId xmlns:a16="http://schemas.microsoft.com/office/drawing/2014/main" id="{CAC18235-CC9C-4C1C-B12F-D92199EC0B28}"/>
              </a:ext>
            </a:extLst>
          </p:cNvPr>
          <p:cNvSpPr>
            <a:spLocks xmlns:a="http://schemas.openxmlformats.org/drawingml/2006/main" noGrp="1"/>
          </p:cNvSpPr>
          <p:nvPr/>
        </p:nvSpPr>
        <p:spPr>
          <a:xfrm xmlns:a="http://schemas.openxmlformats.org/drawingml/2006/main">
            <a:off x="11763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52" name="sues200_satellite_to_uav_200m/sues200_satellite_to_uav_200m/seed-1/count/cov-0.5/overlap">
            <a:extLst xmlns:a="http://schemas.openxmlformats.org/drawingml/2006/main">
              <a:ext uri="{FF2B5EF4-FFF2-40B4-BE49-F238E27FC236}">
                <a16:creationId xmlns:a16="http://schemas.microsoft.com/office/drawing/2014/main" id="{DBA30CCD-0B51-41CB-8DFF-8878E0ED8857}"/>
              </a:ext>
            </a:extLst>
          </p:cNvPr>
          <p:cNvSpPr>
            <a:spLocks xmlns:a="http://schemas.openxmlformats.org/drawingml/2006/main" noGrp="1"/>
          </p:cNvSpPr>
          <p:nvPr/>
        </p:nvSpPr>
        <p:spPr>
          <a:xfrm xmlns:a="http://schemas.openxmlformats.org/drawingml/2006/main">
            <a:off x="18819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a:t>
            </a:r>
          </a:p>
        </p:txBody>
      </p:sp>
      <p:sp>
        <p:nvSpPr>
          <p:cNvPr id="53" name="sues200_satellite_to_uav_200m/sues200_satellite_to_uav_200m/seed-1/count/cov-0.75/requested">
            <a:extLst xmlns:a="http://schemas.openxmlformats.org/drawingml/2006/main">
              <a:ext uri="{FF2B5EF4-FFF2-40B4-BE49-F238E27FC236}">
                <a16:creationId xmlns:a16="http://schemas.microsoft.com/office/drawing/2014/main" id="{03C07046-95BB-4083-AE4E-A25BA2E69A5F}"/>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sues200_satellite_to_uav_200m/sues200_satellite_to_uav_200m/seed-1/count/cov-0.75/kN">
            <a:extLst xmlns:a="http://schemas.openxmlformats.org/drawingml/2006/main">
              <a:ext uri="{FF2B5EF4-FFF2-40B4-BE49-F238E27FC236}">
                <a16:creationId xmlns:a16="http://schemas.microsoft.com/office/drawing/2014/main" id="{2826BD15-A055-4B11-A424-22B84F2849D8}"/>
              </a:ext>
            </a:extLst>
          </p:cNvPr>
          <p:cNvSpPr>
            <a:spLocks xmlns:a="http://schemas.openxmlformats.org/drawingml/2006/main" noGrp="1"/>
          </p:cNvSpPr>
          <p:nvPr/>
        </p:nvSpPr>
        <p:spPr>
          <a:xfrm xmlns:a="http://schemas.openxmlformats.org/drawingml/2006/main">
            <a:off x="11763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55" name="sues200_satellite_to_uav_200m/sues200_satellite_to_uav_200m/seed-1/count/cov-0.75/overlap">
            <a:extLst xmlns:a="http://schemas.openxmlformats.org/drawingml/2006/main">
              <a:ext uri="{FF2B5EF4-FFF2-40B4-BE49-F238E27FC236}">
                <a16:creationId xmlns:a16="http://schemas.microsoft.com/office/drawing/2014/main" id="{403C83AE-7E16-4808-8485-8E37D4C3AA51}"/>
              </a:ext>
            </a:extLst>
          </p:cNvPr>
          <p:cNvSpPr>
            <a:spLocks xmlns:a="http://schemas.openxmlformats.org/drawingml/2006/main" noGrp="1"/>
          </p:cNvSpPr>
          <p:nvPr/>
        </p:nvSpPr>
        <p:spPr>
          <a:xfrm xmlns:a="http://schemas.openxmlformats.org/drawingml/2006/main">
            <a:off x="18819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45</a:t>
            </a:r>
          </a:p>
        </p:txBody>
      </p:sp>
      <p:sp>
        <p:nvSpPr>
          <p:cNvPr id="56" name="sues200_satellite_to_uav_200m/sues200_satellite_to_uav_200m/seed-1/count/cov-0.9/requested">
            <a:extLst xmlns:a="http://schemas.openxmlformats.org/drawingml/2006/main">
              <a:ext uri="{FF2B5EF4-FFF2-40B4-BE49-F238E27FC236}">
                <a16:creationId xmlns:a16="http://schemas.microsoft.com/office/drawing/2014/main" id="{3CD1E069-B429-44D0-8D13-22F775C1079C}"/>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sues200_satellite_to_uav_200m/sues200_satellite_to_uav_200m/seed-1/count/cov-0.9/kN">
            <a:extLst xmlns:a="http://schemas.openxmlformats.org/drawingml/2006/main">
              <a:ext uri="{FF2B5EF4-FFF2-40B4-BE49-F238E27FC236}">
                <a16:creationId xmlns:a16="http://schemas.microsoft.com/office/drawing/2014/main" id="{46F0D11D-F37E-4469-8875-A510AE12BB38}"/>
              </a:ext>
            </a:extLst>
          </p:cNvPr>
          <p:cNvSpPr>
            <a:spLocks xmlns:a="http://schemas.openxmlformats.org/drawingml/2006/main" noGrp="1"/>
          </p:cNvSpPr>
          <p:nvPr/>
        </p:nvSpPr>
        <p:spPr>
          <a:xfrm xmlns:a="http://schemas.openxmlformats.org/drawingml/2006/main">
            <a:off x="11763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58" name="sues200_satellite_to_uav_200m/sues200_satellite_to_uav_200m/seed-1/count/cov-0.9/overlap">
            <a:extLst xmlns:a="http://schemas.openxmlformats.org/drawingml/2006/main">
              <a:ext uri="{FF2B5EF4-FFF2-40B4-BE49-F238E27FC236}">
                <a16:creationId xmlns:a16="http://schemas.microsoft.com/office/drawing/2014/main" id="{067681F3-5F5B-4B4F-ACB6-C2D3209D51E5}"/>
              </a:ext>
            </a:extLst>
          </p:cNvPr>
          <p:cNvSpPr>
            <a:spLocks xmlns:a="http://schemas.openxmlformats.org/drawingml/2006/main" noGrp="1"/>
          </p:cNvSpPr>
          <p:nvPr/>
        </p:nvSpPr>
        <p:spPr>
          <a:xfrm xmlns:a="http://schemas.openxmlformats.org/drawingml/2006/main">
            <a:off x="18819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65</a:t>
            </a:r>
          </a:p>
        </p:txBody>
      </p:sp>
      <p:sp>
        <p:nvSpPr>
          <p:cNvPr id="59" name="sues200_satellite_to_uav_200m/sues200_satellite_to_uav_200m/seed-1/count/cov-1/requested">
            <a:extLst xmlns:a="http://schemas.openxmlformats.org/drawingml/2006/main">
              <a:ext uri="{FF2B5EF4-FFF2-40B4-BE49-F238E27FC236}">
                <a16:creationId xmlns:a16="http://schemas.microsoft.com/office/drawing/2014/main" id="{597F944B-BA7F-4BC4-B560-7F3C946CBCE7}"/>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sues200_satellite_to_uav_200m/sues200_satellite_to_uav_200m/seed-1/count/cov-1/kN">
            <a:extLst xmlns:a="http://schemas.openxmlformats.org/drawingml/2006/main">
              <a:ext uri="{FF2B5EF4-FFF2-40B4-BE49-F238E27FC236}">
                <a16:creationId xmlns:a16="http://schemas.microsoft.com/office/drawing/2014/main" id="{2CCB0B34-B53C-4E68-8DD4-5CA37ED22E62}"/>
              </a:ext>
            </a:extLst>
          </p:cNvPr>
          <p:cNvSpPr>
            <a:spLocks xmlns:a="http://schemas.openxmlformats.org/drawingml/2006/main" noGrp="1"/>
          </p:cNvSpPr>
          <p:nvPr/>
        </p:nvSpPr>
        <p:spPr>
          <a:xfrm xmlns:a="http://schemas.openxmlformats.org/drawingml/2006/main">
            <a:off x="11763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61" name="sues200_satellite_to_uav_200m/sues200_satellite_to_uav_200m/seed-1/count/cov-1/overlap">
            <a:extLst xmlns:a="http://schemas.openxmlformats.org/drawingml/2006/main">
              <a:ext uri="{FF2B5EF4-FFF2-40B4-BE49-F238E27FC236}">
                <a16:creationId xmlns:a16="http://schemas.microsoft.com/office/drawing/2014/main" id="{BA6BA3E4-EF05-4EB6-9958-39B429C3F916}"/>
              </a:ext>
            </a:extLst>
          </p:cNvPr>
          <p:cNvSpPr>
            <a:spLocks xmlns:a="http://schemas.openxmlformats.org/drawingml/2006/main" noGrp="1"/>
          </p:cNvSpPr>
          <p:nvPr/>
        </p:nvSpPr>
        <p:spPr>
          <a:xfrm xmlns:a="http://schemas.openxmlformats.org/drawingml/2006/main">
            <a:off x="18819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62" name="sues200_satellite_to_uav_200m/sues200_satellite_to_uav_200m/seed-1/success/heading">
            <a:extLst xmlns:a="http://schemas.openxmlformats.org/drawingml/2006/main">
              <a:ext uri="{FF2B5EF4-FFF2-40B4-BE49-F238E27FC236}">
                <a16:creationId xmlns:a16="http://schemas.microsoft.com/office/drawing/2014/main" id="{1C6CE979-89B0-454F-A433-3046C8617140}"/>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sues200_satellite_to_uav_200m/sues200_satellite_to_uav_200m/seed-1/success/cov-0.5/heading">
            <a:extLst xmlns:a="http://schemas.openxmlformats.org/drawingml/2006/main">
              <a:ext uri="{FF2B5EF4-FFF2-40B4-BE49-F238E27FC236}">
                <a16:creationId xmlns:a16="http://schemas.microsoft.com/office/drawing/2014/main" id="{524BC5E3-D60D-4B6D-A7BD-CB6072DC4DA1}"/>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sues200_satellite_to_uav_200m/sues200_satellite_to_uav_200m/seed-1/visual/success-cov-0.5">
            <a:extLst xmlns:a="http://schemas.openxmlformats.org/drawingml/2006/main">
              <a:ext uri="{FF2B5EF4-FFF2-40B4-BE49-F238E27FC236}">
                <a16:creationId xmlns:a16="http://schemas.microsoft.com/office/drawing/2014/main" id="{F8D10DC1-5EE2-4699-99AA-0AD78372C083}"/>
              </a:ext>
            </a:extLst>
          </p:cNvPr>
          <p:cNvSpPr>
            <a:spLocks xmlns:a="http://schemas.openxmlformats.org/drawingml/2006/main" noGrp="1"/>
          </p:cNvSpPr>
          <p:nvPr/>
        </p:nvSpPr>
        <p:spPr>
          <a:xfrm xmlns:a="http://schemas.openxmlformats.org/drawingml/2006/main">
            <a:off x="5734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32.500</a:t>
            </a:r>
          </a:p>
        </p:txBody>
      </p:sp>
      <p:sp>
        <p:nvSpPr>
          <p:cNvPr id="65" name="sues200_satellite_to_uav_200m/sues200_satellite_to_uav_200m/seed-1/full/success-cov-0.5">
            <a:extLst xmlns:a="http://schemas.openxmlformats.org/drawingml/2006/main">
              <a:ext uri="{FF2B5EF4-FFF2-40B4-BE49-F238E27FC236}">
                <a16:creationId xmlns:a16="http://schemas.microsoft.com/office/drawing/2014/main" id="{F0C2BA8C-A757-4208-9075-D03352B41B95}"/>
              </a:ext>
            </a:extLst>
          </p:cNvPr>
          <p:cNvSpPr>
            <a:spLocks xmlns:a="http://schemas.openxmlformats.org/drawingml/2006/main" noGrp="1"/>
          </p:cNvSpPr>
          <p:nvPr/>
        </p:nvSpPr>
        <p:spPr>
          <a:xfrm xmlns:a="http://schemas.openxmlformats.org/drawingml/2006/main">
            <a:off x="5734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30.000</a:t>
            </a:r>
          </a:p>
        </p:txBody>
      </p:sp>
      <p:sp>
        <p:nvSpPr>
          <p:cNvPr id="66" name="sues200_satellite_to_uav_200m/sues200_satellite_to_uav_200m/seed-1/success/cov-0.75/heading">
            <a:extLst xmlns:a="http://schemas.openxmlformats.org/drawingml/2006/main">
              <a:ext uri="{FF2B5EF4-FFF2-40B4-BE49-F238E27FC236}">
                <a16:creationId xmlns:a16="http://schemas.microsoft.com/office/drawing/2014/main" id="{33D67ADE-4BC4-4AE1-8FDD-6AD49D14805C}"/>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sues200_satellite_to_uav_200m/sues200_satellite_to_uav_200m/seed-1/visual/success-cov-0.75">
            <a:extLst xmlns:a="http://schemas.openxmlformats.org/drawingml/2006/main">
              <a:ext uri="{FF2B5EF4-FFF2-40B4-BE49-F238E27FC236}">
                <a16:creationId xmlns:a16="http://schemas.microsoft.com/office/drawing/2014/main" id="{9ABC28DD-8A4E-4718-874D-E9296780674C}"/>
              </a:ext>
            </a:extLst>
          </p:cNvPr>
          <p:cNvSpPr>
            <a:spLocks xmlns:a="http://schemas.openxmlformats.org/drawingml/2006/main" noGrp="1"/>
          </p:cNvSpPr>
          <p:nvPr/>
        </p:nvSpPr>
        <p:spPr>
          <a:xfrm xmlns:a="http://schemas.openxmlformats.org/drawingml/2006/main">
            <a:off x="9735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45.000</a:t>
            </a:r>
          </a:p>
        </p:txBody>
      </p:sp>
      <p:sp>
        <p:nvSpPr>
          <p:cNvPr id="68" name="sues200_satellite_to_uav_200m/sues200_satellite_to_uav_200m/seed-1/full/success-cov-0.75">
            <a:extLst xmlns:a="http://schemas.openxmlformats.org/drawingml/2006/main">
              <a:ext uri="{FF2B5EF4-FFF2-40B4-BE49-F238E27FC236}">
                <a16:creationId xmlns:a16="http://schemas.microsoft.com/office/drawing/2014/main" id="{E5963C8C-7679-4721-8D41-12E556039E3C}"/>
              </a:ext>
            </a:extLst>
          </p:cNvPr>
          <p:cNvSpPr>
            <a:spLocks xmlns:a="http://schemas.openxmlformats.org/drawingml/2006/main" noGrp="1"/>
          </p:cNvSpPr>
          <p:nvPr/>
        </p:nvSpPr>
        <p:spPr>
          <a:xfrm xmlns:a="http://schemas.openxmlformats.org/drawingml/2006/main">
            <a:off x="9735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48.750</a:t>
            </a:r>
          </a:p>
        </p:txBody>
      </p:sp>
      <p:sp>
        <p:nvSpPr>
          <p:cNvPr id="69" name="sues200_satellite_to_uav_200m/sues200_satellite_to_uav_200m/seed-1/success/cov-0.9/heading">
            <a:extLst xmlns:a="http://schemas.openxmlformats.org/drawingml/2006/main">
              <a:ext uri="{FF2B5EF4-FFF2-40B4-BE49-F238E27FC236}">
                <a16:creationId xmlns:a16="http://schemas.microsoft.com/office/drawing/2014/main" id="{4C0F1152-D6C8-4594-8C56-EC59155ED5EE}"/>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sues200_satellite_to_uav_200m/sues200_satellite_to_uav_200m/seed-1/visual/success-cov-0.9">
            <a:extLst xmlns:a="http://schemas.openxmlformats.org/drawingml/2006/main">
              <a:ext uri="{FF2B5EF4-FFF2-40B4-BE49-F238E27FC236}">
                <a16:creationId xmlns:a16="http://schemas.microsoft.com/office/drawing/2014/main" id="{91B72B0C-C861-4507-A42B-3B835B45130C}"/>
              </a:ext>
            </a:extLst>
          </p:cNvPr>
          <p:cNvSpPr>
            <a:spLocks xmlns:a="http://schemas.openxmlformats.org/drawingml/2006/main" noGrp="1"/>
          </p:cNvSpPr>
          <p:nvPr/>
        </p:nvSpPr>
        <p:spPr>
          <a:xfrm xmlns:a="http://schemas.openxmlformats.org/drawingml/2006/main">
            <a:off x="13735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56.250</a:t>
            </a:r>
          </a:p>
        </p:txBody>
      </p:sp>
      <p:sp>
        <p:nvSpPr>
          <p:cNvPr id="71" name="sues200_satellite_to_uav_200m/sues200_satellite_to_uav_200m/seed-1/full/success-cov-0.9">
            <a:extLst xmlns:a="http://schemas.openxmlformats.org/drawingml/2006/main">
              <a:ext uri="{FF2B5EF4-FFF2-40B4-BE49-F238E27FC236}">
                <a16:creationId xmlns:a16="http://schemas.microsoft.com/office/drawing/2014/main" id="{6BC13B3B-104B-46A2-BD70-8D0FA9A04CD9}"/>
              </a:ext>
            </a:extLst>
          </p:cNvPr>
          <p:cNvSpPr>
            <a:spLocks xmlns:a="http://schemas.openxmlformats.org/drawingml/2006/main" noGrp="1"/>
          </p:cNvSpPr>
          <p:nvPr/>
        </p:nvSpPr>
        <p:spPr>
          <a:xfrm xmlns:a="http://schemas.openxmlformats.org/drawingml/2006/main">
            <a:off x="13735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56.250</a:t>
            </a:r>
          </a:p>
        </p:txBody>
      </p:sp>
      <p:sp>
        <p:nvSpPr>
          <p:cNvPr id="72" name="sues200_satellite_to_uav_200m/sues200_satellite_to_uav_200m/seed-1/success/cov-1/heading">
            <a:extLst xmlns:a="http://schemas.openxmlformats.org/drawingml/2006/main">
              <a:ext uri="{FF2B5EF4-FFF2-40B4-BE49-F238E27FC236}">
                <a16:creationId xmlns:a16="http://schemas.microsoft.com/office/drawing/2014/main" id="{948C06F6-15A6-44C5-ABCF-13E75E6DCA62}"/>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sues200_satellite_to_uav_200m/sues200_satellite_to_uav_200m/seed-1/visual/success-cov-1">
            <a:extLst xmlns:a="http://schemas.openxmlformats.org/drawingml/2006/main">
              <a:ext uri="{FF2B5EF4-FFF2-40B4-BE49-F238E27FC236}">
                <a16:creationId xmlns:a16="http://schemas.microsoft.com/office/drawing/2014/main" id="{773D548B-63E6-454F-84C5-9B9ECCAA3E32}"/>
              </a:ext>
            </a:extLst>
          </p:cNvPr>
          <p:cNvSpPr>
            <a:spLocks xmlns:a="http://schemas.openxmlformats.org/drawingml/2006/main" noGrp="1"/>
          </p:cNvSpPr>
          <p:nvPr/>
        </p:nvSpPr>
        <p:spPr>
          <a:xfrm xmlns:a="http://schemas.openxmlformats.org/drawingml/2006/main">
            <a:off x="17736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61.250</a:t>
            </a:r>
          </a:p>
        </p:txBody>
      </p:sp>
      <p:sp>
        <p:nvSpPr>
          <p:cNvPr id="74" name="sues200_satellite_to_uav_200m/sues200_satellite_to_uav_200m/seed-1/full/success-cov-1">
            <a:extLst xmlns:a="http://schemas.openxmlformats.org/drawingml/2006/main">
              <a:ext uri="{FF2B5EF4-FFF2-40B4-BE49-F238E27FC236}">
                <a16:creationId xmlns:a16="http://schemas.microsoft.com/office/drawing/2014/main" id="{01F1733B-430D-4194-9508-10753DB04901}"/>
              </a:ext>
            </a:extLst>
          </p:cNvPr>
          <p:cNvSpPr>
            <a:spLocks xmlns:a="http://schemas.openxmlformats.org/drawingml/2006/main" noGrp="1"/>
          </p:cNvSpPr>
          <p:nvPr/>
        </p:nvSpPr>
        <p:spPr>
          <a:xfrm xmlns:a="http://schemas.openxmlformats.org/drawingml/2006/main">
            <a:off x="17736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61.250</a:t>
            </a:r>
          </a:p>
        </p:txBody>
      </p:sp>
      <p:sp>
        <p:nvSpPr>
          <p:cNvPr id="75" name="sues200_satellite_to_uav_200m/sues200_satellite_to_uav_200m/seed-1/visual/success-prefix">
            <a:extLst xmlns:a="http://schemas.openxmlformats.org/drawingml/2006/main">
              <a:ext uri="{FF2B5EF4-FFF2-40B4-BE49-F238E27FC236}">
                <a16:creationId xmlns:a16="http://schemas.microsoft.com/office/drawing/2014/main" id="{EA24CDFB-F1AC-4006-B1E3-81DCFF5BC43C}"/>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sues200_satellite_to_uav_200m/sues200_satellite_to_uav_200m/seed-1/full/success-prefix">
            <a:extLst xmlns:a="http://schemas.openxmlformats.org/drawingml/2006/main">
              <a:ext uri="{FF2B5EF4-FFF2-40B4-BE49-F238E27FC236}">
                <a16:creationId xmlns:a16="http://schemas.microsoft.com/office/drawing/2014/main" id="{77E6089A-EADA-4430-9CA0-031FD440DCD6}"/>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sues200_satellite_to_uav_200m/sues200_satellite_to_uav_200m/seed-2/heading">
            <a:extLst xmlns:a="http://schemas.openxmlformats.org/drawingml/2006/main">
              <a:ext uri="{FF2B5EF4-FFF2-40B4-BE49-F238E27FC236}">
                <a16:creationId xmlns:a16="http://schemas.microsoft.com/office/drawing/2014/main" id="{AD58B6BB-4E33-490E-B11A-703C9809A55E}"/>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sues200_satellite_to_uav_200m/sues200_satellite_to_uav_200m/seed-2/y-grid-0">
            <a:extLst xmlns:a="http://schemas.openxmlformats.org/drawingml/2006/main">
              <a:ext uri="{FF2B5EF4-FFF2-40B4-BE49-F238E27FC236}">
                <a16:creationId xmlns:a16="http://schemas.microsoft.com/office/drawing/2014/main" id="{B4455CEA-5192-4881-BDC5-7D06B19A9258}"/>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sues200_satellite_to_uav_200m/sues200_satellite_to_uav_200m/seed-2/y-label-0">
            <a:extLst xmlns:a="http://schemas.openxmlformats.org/drawingml/2006/main">
              <a:ext uri="{FF2B5EF4-FFF2-40B4-BE49-F238E27FC236}">
                <a16:creationId xmlns:a16="http://schemas.microsoft.com/office/drawing/2014/main" id="{BDC8F71F-D4F4-4A18-9749-10484D947C66}"/>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sues200_satellite_to_uav_200m/sues200_satellite_to_uav_200m/seed-2/x-tick-0">
            <a:extLst xmlns:a="http://schemas.openxmlformats.org/drawingml/2006/main">
              <a:ext uri="{FF2B5EF4-FFF2-40B4-BE49-F238E27FC236}">
                <a16:creationId xmlns:a16="http://schemas.microsoft.com/office/drawing/2014/main" id="{A75D3F01-9DBB-4D2F-8161-F88A136D6162}"/>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sues200_satellite_to_uav_200m/sues200_satellite_to_uav_200m/seed-2/x-label-0">
            <a:extLst xmlns:a="http://schemas.openxmlformats.org/drawingml/2006/main">
              <a:ext uri="{FF2B5EF4-FFF2-40B4-BE49-F238E27FC236}">
                <a16:creationId xmlns:a16="http://schemas.microsoft.com/office/drawing/2014/main" id="{8C720495-84B5-473B-8569-5FF8AD2AE5CA}"/>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sues200_satellite_to_uav_200m/sues200_satellite_to_uav_200m/seed-2/y-grid-25">
            <a:extLst xmlns:a="http://schemas.openxmlformats.org/drawingml/2006/main">
              <a:ext uri="{FF2B5EF4-FFF2-40B4-BE49-F238E27FC236}">
                <a16:creationId xmlns:a16="http://schemas.microsoft.com/office/drawing/2014/main" id="{BEEA22FA-9735-4DC7-B32B-6428A40514C2}"/>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sues200_satellite_to_uav_200m/sues200_satellite_to_uav_200m/seed-2/y-label-25">
            <a:extLst xmlns:a="http://schemas.openxmlformats.org/drawingml/2006/main">
              <a:ext uri="{FF2B5EF4-FFF2-40B4-BE49-F238E27FC236}">
                <a16:creationId xmlns:a16="http://schemas.microsoft.com/office/drawing/2014/main" id="{7E49AD91-1525-4E58-A412-BEE150F00A87}"/>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sues200_satellite_to_uav_200m/sues200_satellite_to_uav_200m/seed-2/x-tick-25">
            <a:extLst xmlns:a="http://schemas.openxmlformats.org/drawingml/2006/main">
              <a:ext uri="{FF2B5EF4-FFF2-40B4-BE49-F238E27FC236}">
                <a16:creationId xmlns:a16="http://schemas.microsoft.com/office/drawing/2014/main" id="{A2D6AD52-4153-41CB-919C-02E7187BD958}"/>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sues200_satellite_to_uav_200m/sues200_satellite_to_uav_200m/seed-2/x-label-25">
            <a:extLst xmlns:a="http://schemas.openxmlformats.org/drawingml/2006/main">
              <a:ext uri="{FF2B5EF4-FFF2-40B4-BE49-F238E27FC236}">
                <a16:creationId xmlns:a16="http://schemas.microsoft.com/office/drawing/2014/main" id="{64B08E68-3CCE-4A24-B310-260868E29F24}"/>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sues200_satellite_to_uav_200m/sues200_satellite_to_uav_200m/seed-2/y-grid-50">
            <a:extLst xmlns:a="http://schemas.openxmlformats.org/drawingml/2006/main">
              <a:ext uri="{FF2B5EF4-FFF2-40B4-BE49-F238E27FC236}">
                <a16:creationId xmlns:a16="http://schemas.microsoft.com/office/drawing/2014/main" id="{18685220-7586-442D-B426-4A7EEC43657A}"/>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sues200_satellite_to_uav_200m/sues200_satellite_to_uav_200m/seed-2/y-label-50">
            <a:extLst xmlns:a="http://schemas.openxmlformats.org/drawingml/2006/main">
              <a:ext uri="{FF2B5EF4-FFF2-40B4-BE49-F238E27FC236}">
                <a16:creationId xmlns:a16="http://schemas.microsoft.com/office/drawing/2014/main" id="{0345A6A5-941F-4174-BDDF-E372A6D14FF0}"/>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sues200_satellite_to_uav_200m/sues200_satellite_to_uav_200m/seed-2/x-tick-50">
            <a:extLst xmlns:a="http://schemas.openxmlformats.org/drawingml/2006/main">
              <a:ext uri="{FF2B5EF4-FFF2-40B4-BE49-F238E27FC236}">
                <a16:creationId xmlns:a16="http://schemas.microsoft.com/office/drawing/2014/main" id="{E29BBA35-14F3-4456-A2A6-0E77568649AF}"/>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sues200_satellite_to_uav_200m/sues200_satellite_to_uav_200m/seed-2/x-label-50">
            <a:extLst xmlns:a="http://schemas.openxmlformats.org/drawingml/2006/main">
              <a:ext uri="{FF2B5EF4-FFF2-40B4-BE49-F238E27FC236}">
                <a16:creationId xmlns:a16="http://schemas.microsoft.com/office/drawing/2014/main" id="{B5DAF5A1-82C9-47F7-A54D-4F6B2C149712}"/>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sues200_satellite_to_uav_200m/sues200_satellite_to_uav_200m/seed-2/y-grid-75">
            <a:extLst xmlns:a="http://schemas.openxmlformats.org/drawingml/2006/main">
              <a:ext uri="{FF2B5EF4-FFF2-40B4-BE49-F238E27FC236}">
                <a16:creationId xmlns:a16="http://schemas.microsoft.com/office/drawing/2014/main" id="{2FA8650C-22E0-424F-9101-8A1F79F198B5}"/>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sues200_satellite_to_uav_200m/sues200_satellite_to_uav_200m/seed-2/y-label-75">
            <a:extLst xmlns:a="http://schemas.openxmlformats.org/drawingml/2006/main">
              <a:ext uri="{FF2B5EF4-FFF2-40B4-BE49-F238E27FC236}">
                <a16:creationId xmlns:a16="http://schemas.microsoft.com/office/drawing/2014/main" id="{65564B6E-C848-47A4-BA5B-D5D41F2E0FF8}"/>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sues200_satellite_to_uav_200m/sues200_satellite_to_uav_200m/seed-2/x-tick-75">
            <a:extLst xmlns:a="http://schemas.openxmlformats.org/drawingml/2006/main">
              <a:ext uri="{FF2B5EF4-FFF2-40B4-BE49-F238E27FC236}">
                <a16:creationId xmlns:a16="http://schemas.microsoft.com/office/drawing/2014/main" id="{5704687F-4390-44A6-8690-20D72253A23B}"/>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sues200_satellite_to_uav_200m/sues200_satellite_to_uav_200m/seed-2/x-label-75">
            <a:extLst xmlns:a="http://schemas.openxmlformats.org/drawingml/2006/main">
              <a:ext uri="{FF2B5EF4-FFF2-40B4-BE49-F238E27FC236}">
                <a16:creationId xmlns:a16="http://schemas.microsoft.com/office/drawing/2014/main" id="{E9929639-404B-4AD3-AD08-D96F67C3980E}"/>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sues200_satellite_to_uav_200m/sues200_satellite_to_uav_200m/seed-2/y-grid-100">
            <a:extLst xmlns:a="http://schemas.openxmlformats.org/drawingml/2006/main">
              <a:ext uri="{FF2B5EF4-FFF2-40B4-BE49-F238E27FC236}">
                <a16:creationId xmlns:a16="http://schemas.microsoft.com/office/drawing/2014/main" id="{0DDDEA06-D2BF-4465-A7EA-B92F23700FAB}"/>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sues200_satellite_to_uav_200m/sues200_satellite_to_uav_200m/seed-2/y-label-100">
            <a:extLst xmlns:a="http://schemas.openxmlformats.org/drawingml/2006/main">
              <a:ext uri="{FF2B5EF4-FFF2-40B4-BE49-F238E27FC236}">
                <a16:creationId xmlns:a16="http://schemas.microsoft.com/office/drawing/2014/main" id="{B99742C6-CA88-4DDC-96FA-AD3D0FB8A381}"/>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sues200_satellite_to_uav_200m/sues200_satellite_to_uav_200m/seed-2/x-tick-100">
            <a:extLst xmlns:a="http://schemas.openxmlformats.org/drawingml/2006/main">
              <a:ext uri="{FF2B5EF4-FFF2-40B4-BE49-F238E27FC236}">
                <a16:creationId xmlns:a16="http://schemas.microsoft.com/office/drawing/2014/main" id="{1AC7CD6E-85D4-424A-9914-C16775D408E1}"/>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sues200_satellite_to_uav_200m/sues200_satellite_to_uav_200m/seed-2/x-label-100">
            <a:extLst xmlns:a="http://schemas.openxmlformats.org/drawingml/2006/main">
              <a:ext uri="{FF2B5EF4-FFF2-40B4-BE49-F238E27FC236}">
                <a16:creationId xmlns:a16="http://schemas.microsoft.com/office/drawing/2014/main" id="{EC543698-4E8C-4E27-8D4A-5C4833129DDB}"/>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sues200_satellite_to_uav_200m/sues200_satellite_to_uav_200m/seed-2/y-axis">
            <a:extLst xmlns:a="http://schemas.openxmlformats.org/drawingml/2006/main">
              <a:ext uri="{FF2B5EF4-FFF2-40B4-BE49-F238E27FC236}">
                <a16:creationId xmlns:a16="http://schemas.microsoft.com/office/drawing/2014/main" id="{31B5C70D-5905-458D-AC44-76E98CF4999C}"/>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sues200_satellite_to_uav_200m/sues200_satellite_to_uav_200m/seed-2/x-axis">
            <a:extLst xmlns:a="http://schemas.openxmlformats.org/drawingml/2006/main">
              <a:ext uri="{FF2B5EF4-FFF2-40B4-BE49-F238E27FC236}">
                <a16:creationId xmlns:a16="http://schemas.microsoft.com/office/drawing/2014/main" id="{E277002E-94B4-4BE8-8EE5-896F32977E2D}"/>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satellite_to_uav_200m/sues200_satellite_to_uav_200m/seed-2/visual/guide-1-2">
            <a:extLst xmlns:a="http://schemas.openxmlformats.org/drawingml/2006/main">
              <a:ext uri="{FF2B5EF4-FFF2-40B4-BE49-F238E27FC236}">
                <a16:creationId xmlns:a16="http://schemas.microsoft.com/office/drawing/2014/main" id="{98C60D54-10DC-400E-9E7F-3B4041CBD769}"/>
              </a:ext>
            </a:extLst>
          </p:cNvPr>
          <p:cNvSpPr>
            <a:spLocks xmlns:a="http://schemas.openxmlformats.org/drawingml/2006/main" noGrp="1"/>
          </p:cNvSpPr>
          <p:nvPr/>
        </p:nvSpPr>
        <p:spPr>
          <a:xfrm xmlns:a="http://schemas.openxmlformats.org/drawingml/2006/main" flipV="1">
            <a:off x="3340100" y="2049780"/>
            <a:ext cx="400050" cy="24384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sues200_satellite_to_uav_200m/sues200_satellite_to_uav_200m/seed-2/visual/guide-2-3">
            <a:extLst xmlns:a="http://schemas.openxmlformats.org/drawingml/2006/main">
              <a:ext uri="{FF2B5EF4-FFF2-40B4-BE49-F238E27FC236}">
                <a16:creationId xmlns:a16="http://schemas.microsoft.com/office/drawing/2014/main" id="{2D84F801-BFA0-4675-9208-8098CE285823}"/>
              </a:ext>
            </a:extLst>
          </p:cNvPr>
          <p:cNvSpPr>
            <a:spLocks xmlns:a="http://schemas.openxmlformats.org/drawingml/2006/main" noGrp="1"/>
          </p:cNvSpPr>
          <p:nvPr/>
        </p:nvSpPr>
        <p:spPr>
          <a:xfrm xmlns:a="http://schemas.openxmlformats.org/drawingml/2006/main" flipV="1">
            <a:off x="3740150" y="1866900"/>
            <a:ext cx="240030" cy="1828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sues200_satellite_to_uav_200m/sues200_satellite_to_uav_200m/seed-2/visual/guide-3-4">
            <a:extLst xmlns:a="http://schemas.openxmlformats.org/drawingml/2006/main">
              <a:ext uri="{FF2B5EF4-FFF2-40B4-BE49-F238E27FC236}">
                <a16:creationId xmlns:a16="http://schemas.microsoft.com/office/drawing/2014/main" id="{C3C35782-7D80-4FDE-A290-2DACF0BADB0A}"/>
              </a:ext>
            </a:extLst>
          </p:cNvPr>
          <p:cNvSpPr>
            <a:spLocks xmlns:a="http://schemas.openxmlformats.org/drawingml/2006/main" noGrp="1"/>
          </p:cNvSpPr>
          <p:nvPr/>
        </p:nvSpPr>
        <p:spPr>
          <a:xfrm xmlns:a="http://schemas.openxmlformats.org/drawingml/2006/main" flipV="1">
            <a:off x="3980180" y="1805940"/>
            <a:ext cx="160020" cy="6096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sues200_satellite_to_uav_200m/sues200_satellite_to_uav_200m/seed-2/visual/point-cov-0.5">
            <a:extLst xmlns:a="http://schemas.openxmlformats.org/drawingml/2006/main">
              <a:ext uri="{FF2B5EF4-FFF2-40B4-BE49-F238E27FC236}">
                <a16:creationId xmlns:a16="http://schemas.microsoft.com/office/drawing/2014/main" id="{39B0B147-0265-4628-BA14-985C3F12CA9E}"/>
              </a:ext>
            </a:extLst>
          </p:cNvPr>
          <p:cNvSpPr>
            <a:spLocks xmlns:a="http://schemas.openxmlformats.org/drawingml/2006/main" noGrp="1"/>
          </p:cNvSpPr>
          <p:nvPr/>
        </p:nvSpPr>
        <p:spPr>
          <a:xfrm xmlns:a="http://schemas.openxmlformats.org/drawingml/2006/main">
            <a:off x="3310255" y="22637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sues200_satellite_to_uav_200m/sues200_satellite_to_uav_200m/seed-2/visual/point-cov-0.75">
            <a:extLst xmlns:a="http://schemas.openxmlformats.org/drawingml/2006/main">
              <a:ext uri="{FF2B5EF4-FFF2-40B4-BE49-F238E27FC236}">
                <a16:creationId xmlns:a16="http://schemas.microsoft.com/office/drawing/2014/main" id="{C8F0DF9D-1F97-47EB-A079-818381AF86F0}"/>
              </a:ext>
            </a:extLst>
          </p:cNvPr>
          <p:cNvSpPr>
            <a:spLocks xmlns:a="http://schemas.openxmlformats.org/drawingml/2006/main" noGrp="1"/>
          </p:cNvSpPr>
          <p:nvPr/>
        </p:nvSpPr>
        <p:spPr>
          <a:xfrm xmlns:a="http://schemas.openxmlformats.org/drawingml/2006/main">
            <a:off x="3710305" y="20199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sues200_satellite_to_uav_200m/sues200_satellite_to_uav_200m/seed-2/visual/point-cov-0.9">
            <a:extLst xmlns:a="http://schemas.openxmlformats.org/drawingml/2006/main">
              <a:ext uri="{FF2B5EF4-FFF2-40B4-BE49-F238E27FC236}">
                <a16:creationId xmlns:a16="http://schemas.microsoft.com/office/drawing/2014/main" id="{2C72FEC3-913A-469D-9FA3-DE5DE19628D3}"/>
              </a:ext>
            </a:extLst>
          </p:cNvPr>
          <p:cNvSpPr>
            <a:spLocks xmlns:a="http://schemas.openxmlformats.org/drawingml/2006/main" noGrp="1"/>
          </p:cNvSpPr>
          <p:nvPr/>
        </p:nvSpPr>
        <p:spPr>
          <a:xfrm xmlns:a="http://schemas.openxmlformats.org/drawingml/2006/main">
            <a:off x="3950335" y="18370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sues200_satellite_to_uav_200m/sues200_satellite_to_uav_200m/seed-2/visual/point-cov-1">
            <a:extLst xmlns:a="http://schemas.openxmlformats.org/drawingml/2006/main">
              <a:ext uri="{FF2B5EF4-FFF2-40B4-BE49-F238E27FC236}">
                <a16:creationId xmlns:a16="http://schemas.microsoft.com/office/drawing/2014/main" id="{2065C6F3-068E-4B2E-AE48-579EB457A4A0}"/>
              </a:ext>
            </a:extLst>
          </p:cNvPr>
          <p:cNvSpPr>
            <a:spLocks xmlns:a="http://schemas.openxmlformats.org/drawingml/2006/main" noGrp="1"/>
          </p:cNvSpPr>
          <p:nvPr/>
        </p:nvSpPr>
        <p:spPr>
          <a:xfrm xmlns:a="http://schemas.openxmlformats.org/drawingml/2006/main">
            <a:off x="4110355" y="177609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sues200_satellite_to_uav_200m/sues200_satellite_to_uav_200m/seed-2/full/guide-1-2">
            <a:extLst xmlns:a="http://schemas.openxmlformats.org/drawingml/2006/main">
              <a:ext uri="{FF2B5EF4-FFF2-40B4-BE49-F238E27FC236}">
                <a16:creationId xmlns:a16="http://schemas.microsoft.com/office/drawing/2014/main" id="{6F6D6F8D-9294-4919-BEB2-4965936CED26}"/>
              </a:ext>
            </a:extLst>
          </p:cNvPr>
          <p:cNvSpPr>
            <a:spLocks xmlns:a="http://schemas.openxmlformats.org/drawingml/2006/main" noGrp="1"/>
          </p:cNvSpPr>
          <p:nvPr/>
        </p:nvSpPr>
        <p:spPr>
          <a:xfrm xmlns:a="http://schemas.openxmlformats.org/drawingml/2006/main" flipV="1">
            <a:off x="3340100" y="2232660"/>
            <a:ext cx="400050" cy="28448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sues200_satellite_to_uav_200m/sues200_satellite_to_uav_200m/seed-2/full/guide-2-3">
            <a:extLst xmlns:a="http://schemas.openxmlformats.org/drawingml/2006/main">
              <a:ext uri="{FF2B5EF4-FFF2-40B4-BE49-F238E27FC236}">
                <a16:creationId xmlns:a16="http://schemas.microsoft.com/office/drawing/2014/main" id="{D1E91FFA-EDB0-4AAF-9997-20CC3A8D645A}"/>
              </a:ext>
            </a:extLst>
          </p:cNvPr>
          <p:cNvSpPr>
            <a:spLocks xmlns:a="http://schemas.openxmlformats.org/drawingml/2006/main" noGrp="1"/>
          </p:cNvSpPr>
          <p:nvPr/>
        </p:nvSpPr>
        <p:spPr>
          <a:xfrm xmlns:a="http://schemas.openxmlformats.org/drawingml/2006/main" flipV="1">
            <a:off x="3740150" y="2090420"/>
            <a:ext cx="240030" cy="14224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sues200_satellite_to_uav_200m/sues200_satellite_to_uav_200m/seed-2/full/guide-3-4">
            <a:extLst xmlns:a="http://schemas.openxmlformats.org/drawingml/2006/main">
              <a:ext uri="{FF2B5EF4-FFF2-40B4-BE49-F238E27FC236}">
                <a16:creationId xmlns:a16="http://schemas.microsoft.com/office/drawing/2014/main" id="{858F5060-C4D0-4981-90CB-16DBE26871AD}"/>
              </a:ext>
            </a:extLst>
          </p:cNvPr>
          <p:cNvSpPr>
            <a:spLocks xmlns:a="http://schemas.openxmlformats.org/drawingml/2006/main" noGrp="1"/>
          </p:cNvSpPr>
          <p:nvPr/>
        </p:nvSpPr>
        <p:spPr>
          <a:xfrm xmlns:a="http://schemas.openxmlformats.org/drawingml/2006/main" flipV="1">
            <a:off x="3980180" y="2029460"/>
            <a:ext cx="160020" cy="609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sues200_satellite_to_uav_200m/sues200_satellite_to_uav_200m/seed-2/full/point-cov-0.5">
            <a:extLst xmlns:a="http://schemas.openxmlformats.org/drawingml/2006/main">
              <a:ext uri="{FF2B5EF4-FFF2-40B4-BE49-F238E27FC236}">
                <a16:creationId xmlns:a16="http://schemas.microsoft.com/office/drawing/2014/main" id="{AB351C0C-35CC-4045-841D-2B4CDAF90D7A}"/>
              </a:ext>
            </a:extLst>
          </p:cNvPr>
          <p:cNvSpPr>
            <a:spLocks xmlns:a="http://schemas.openxmlformats.org/drawingml/2006/main" noGrp="1"/>
          </p:cNvSpPr>
          <p:nvPr/>
        </p:nvSpPr>
        <p:spPr>
          <a:xfrm xmlns:a="http://schemas.openxmlformats.org/drawingml/2006/main">
            <a:off x="3315970" y="24930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sues200_satellite_to_uav_200m/sues200_satellite_to_uav_200m/seed-2/full/point-cov-0.75">
            <a:extLst xmlns:a="http://schemas.openxmlformats.org/drawingml/2006/main">
              <a:ext uri="{FF2B5EF4-FFF2-40B4-BE49-F238E27FC236}">
                <a16:creationId xmlns:a16="http://schemas.microsoft.com/office/drawing/2014/main" id="{C93634D9-0A83-46E3-94C3-B9B2E83756B7}"/>
              </a:ext>
            </a:extLst>
          </p:cNvPr>
          <p:cNvSpPr>
            <a:spLocks xmlns:a="http://schemas.openxmlformats.org/drawingml/2006/main" noGrp="1"/>
          </p:cNvSpPr>
          <p:nvPr/>
        </p:nvSpPr>
        <p:spPr>
          <a:xfrm xmlns:a="http://schemas.openxmlformats.org/drawingml/2006/main">
            <a:off x="3716020" y="220853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sues200_satellite_to_uav_200m/sues200_satellite_to_uav_200m/seed-2/full/point-cov-0.9">
            <a:extLst xmlns:a="http://schemas.openxmlformats.org/drawingml/2006/main">
              <a:ext uri="{FF2B5EF4-FFF2-40B4-BE49-F238E27FC236}">
                <a16:creationId xmlns:a16="http://schemas.microsoft.com/office/drawing/2014/main" id="{01B3B475-39BA-4A59-B063-F770E14268B7}"/>
              </a:ext>
            </a:extLst>
          </p:cNvPr>
          <p:cNvSpPr>
            <a:spLocks xmlns:a="http://schemas.openxmlformats.org/drawingml/2006/main" noGrp="1"/>
          </p:cNvSpPr>
          <p:nvPr/>
        </p:nvSpPr>
        <p:spPr>
          <a:xfrm xmlns:a="http://schemas.openxmlformats.org/drawingml/2006/main">
            <a:off x="3956050" y="20662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sues200_satellite_to_uav_200m/sues200_satellite_to_uav_200m/seed-2/full/point-cov-1">
            <a:extLst xmlns:a="http://schemas.openxmlformats.org/drawingml/2006/main">
              <a:ext uri="{FF2B5EF4-FFF2-40B4-BE49-F238E27FC236}">
                <a16:creationId xmlns:a16="http://schemas.microsoft.com/office/drawing/2014/main" id="{A7F806DE-E96A-4631-929C-2153CD7D1447}"/>
              </a:ext>
            </a:extLst>
          </p:cNvPr>
          <p:cNvSpPr>
            <a:spLocks xmlns:a="http://schemas.openxmlformats.org/drawingml/2006/main" noGrp="1"/>
          </p:cNvSpPr>
          <p:nvPr/>
        </p:nvSpPr>
        <p:spPr>
          <a:xfrm xmlns:a="http://schemas.openxmlformats.org/drawingml/2006/main">
            <a:off x="4116070" y="200533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sues200_satellite_to_uav_200m/sues200_satellite_to_uav_200m/seed-2/count/N">
            <a:extLst xmlns:a="http://schemas.openxmlformats.org/drawingml/2006/main">
              <a:ext uri="{FF2B5EF4-FFF2-40B4-BE49-F238E27FC236}">
                <a16:creationId xmlns:a16="http://schemas.microsoft.com/office/drawing/2014/main" id="{0BD65EAE-0DDD-411A-9CC9-EFBB0F81F5EC}"/>
              </a:ext>
            </a:extLst>
          </p:cNvPr>
          <p:cNvSpPr>
            <a:spLocks xmlns:a="http://schemas.openxmlformats.org/drawingml/2006/main" noGrp="1"/>
          </p:cNvSpPr>
          <p:nvPr/>
        </p:nvSpPr>
        <p:spPr>
          <a:xfrm xmlns:a="http://schemas.openxmlformats.org/drawingml/2006/main">
            <a:off x="29278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115" name="sues200_satellite_to_uav_200m/sues200_satellite_to_uav_200m/seed-2/count/header/requested">
            <a:extLst xmlns:a="http://schemas.openxmlformats.org/drawingml/2006/main">
              <a:ext uri="{FF2B5EF4-FFF2-40B4-BE49-F238E27FC236}">
                <a16:creationId xmlns:a16="http://schemas.microsoft.com/office/drawing/2014/main" id="{E35AD088-EB1E-4241-9C1E-AAD4D7E7937D}"/>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sues200_satellite_to_uav_200m/sues200_satellite_to_uav_200m/seed-2/count/header/kN">
            <a:extLst xmlns:a="http://schemas.openxmlformats.org/drawingml/2006/main">
              <a:ext uri="{FF2B5EF4-FFF2-40B4-BE49-F238E27FC236}">
                <a16:creationId xmlns:a16="http://schemas.microsoft.com/office/drawing/2014/main" id="{743DF5FC-B0DE-4035-A654-7F796F91F599}"/>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sues200_satellite_to_uav_200m/sues200_satellite_to_uav_200m/seed-2/count/header/overlap">
            <a:extLst xmlns:a="http://schemas.openxmlformats.org/drawingml/2006/main">
              <a:ext uri="{FF2B5EF4-FFF2-40B4-BE49-F238E27FC236}">
                <a16:creationId xmlns:a16="http://schemas.microsoft.com/office/drawing/2014/main" id="{5E454D8E-9FE9-4AE3-9605-AFC5DB1C699A}"/>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sues200_satellite_to_uav_200m/sues200_satellite_to_uav_200m/seed-2/count/header/rule">
            <a:extLst xmlns:a="http://schemas.openxmlformats.org/drawingml/2006/main">
              <a:ext uri="{FF2B5EF4-FFF2-40B4-BE49-F238E27FC236}">
                <a16:creationId xmlns:a16="http://schemas.microsoft.com/office/drawing/2014/main" id="{3568ADA4-9F8B-4C71-8C82-57519D5F79C2}"/>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sues200_satellite_to_uav_200m/sues200_satellite_to_uav_200m/seed-2/count/cov-0.5/requested">
            <a:extLst xmlns:a="http://schemas.openxmlformats.org/drawingml/2006/main">
              <a:ext uri="{FF2B5EF4-FFF2-40B4-BE49-F238E27FC236}">
                <a16:creationId xmlns:a16="http://schemas.microsoft.com/office/drawing/2014/main" id="{50FEAC22-35D1-49D4-9215-801CFD5FB1D0}"/>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sues200_satellite_to_uav_200m/sues200_satellite_to_uav_200m/seed-2/count/cov-0.5/kN">
            <a:extLst xmlns:a="http://schemas.openxmlformats.org/drawingml/2006/main">
              <a:ext uri="{FF2B5EF4-FFF2-40B4-BE49-F238E27FC236}">
                <a16:creationId xmlns:a16="http://schemas.microsoft.com/office/drawing/2014/main" id="{3EAB2E95-E05B-4166-BE55-58360B1EC918}"/>
              </a:ext>
            </a:extLst>
          </p:cNvPr>
          <p:cNvSpPr>
            <a:spLocks xmlns:a="http://schemas.openxmlformats.org/drawingml/2006/main" noGrp="1"/>
          </p:cNvSpPr>
          <p:nvPr/>
        </p:nvSpPr>
        <p:spPr>
          <a:xfrm xmlns:a="http://schemas.openxmlformats.org/drawingml/2006/main">
            <a:off x="31829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121" name="sues200_satellite_to_uav_200m/sues200_satellite_to_uav_200m/seed-2/count/cov-0.5/overlap">
            <a:extLst xmlns:a="http://schemas.openxmlformats.org/drawingml/2006/main">
              <a:ext uri="{FF2B5EF4-FFF2-40B4-BE49-F238E27FC236}">
                <a16:creationId xmlns:a16="http://schemas.microsoft.com/office/drawing/2014/main" id="{D9B9DFC4-6F8A-4D1C-8471-403C08480162}"/>
              </a:ext>
            </a:extLst>
          </p:cNvPr>
          <p:cNvSpPr>
            <a:spLocks xmlns:a="http://schemas.openxmlformats.org/drawingml/2006/main" noGrp="1"/>
          </p:cNvSpPr>
          <p:nvPr/>
        </p:nvSpPr>
        <p:spPr>
          <a:xfrm xmlns:a="http://schemas.openxmlformats.org/drawingml/2006/main">
            <a:off x="38885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21</a:t>
            </a:r>
          </a:p>
        </p:txBody>
      </p:sp>
      <p:sp>
        <p:nvSpPr>
          <p:cNvPr id="122" name="sues200_satellite_to_uav_200m/sues200_satellite_to_uav_200m/seed-2/count/cov-0.75/requested">
            <a:extLst xmlns:a="http://schemas.openxmlformats.org/drawingml/2006/main">
              <a:ext uri="{FF2B5EF4-FFF2-40B4-BE49-F238E27FC236}">
                <a16:creationId xmlns:a16="http://schemas.microsoft.com/office/drawing/2014/main" id="{A4CB4DC2-8174-43A6-B15C-05014E709F66}"/>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sues200_satellite_to_uav_200m/sues200_satellite_to_uav_200m/seed-2/count/cov-0.75/kN">
            <a:extLst xmlns:a="http://schemas.openxmlformats.org/drawingml/2006/main">
              <a:ext uri="{FF2B5EF4-FFF2-40B4-BE49-F238E27FC236}">
                <a16:creationId xmlns:a16="http://schemas.microsoft.com/office/drawing/2014/main" id="{DB38410C-F96A-4239-85F8-EB963924BFD1}"/>
              </a:ext>
            </a:extLst>
          </p:cNvPr>
          <p:cNvSpPr>
            <a:spLocks xmlns:a="http://schemas.openxmlformats.org/drawingml/2006/main" noGrp="1"/>
          </p:cNvSpPr>
          <p:nvPr/>
        </p:nvSpPr>
        <p:spPr>
          <a:xfrm xmlns:a="http://schemas.openxmlformats.org/drawingml/2006/main">
            <a:off x="31829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124" name="sues200_satellite_to_uav_200m/sues200_satellite_to_uav_200m/seed-2/count/cov-0.75/overlap">
            <a:extLst xmlns:a="http://schemas.openxmlformats.org/drawingml/2006/main">
              <a:ext uri="{FF2B5EF4-FFF2-40B4-BE49-F238E27FC236}">
                <a16:creationId xmlns:a16="http://schemas.microsoft.com/office/drawing/2014/main" id="{2FCE8F25-0E4C-437D-91BC-C9CC9DC21E56}"/>
              </a:ext>
            </a:extLst>
          </p:cNvPr>
          <p:cNvSpPr>
            <a:spLocks xmlns:a="http://schemas.openxmlformats.org/drawingml/2006/main" noGrp="1"/>
          </p:cNvSpPr>
          <p:nvPr/>
        </p:nvSpPr>
        <p:spPr>
          <a:xfrm xmlns:a="http://schemas.openxmlformats.org/drawingml/2006/main">
            <a:off x="38885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47</a:t>
            </a:r>
          </a:p>
        </p:txBody>
      </p:sp>
      <p:sp>
        <p:nvSpPr>
          <p:cNvPr id="125" name="sues200_satellite_to_uav_200m/sues200_satellite_to_uav_200m/seed-2/count/cov-0.9/requested">
            <a:extLst xmlns:a="http://schemas.openxmlformats.org/drawingml/2006/main">
              <a:ext uri="{FF2B5EF4-FFF2-40B4-BE49-F238E27FC236}">
                <a16:creationId xmlns:a16="http://schemas.microsoft.com/office/drawing/2014/main" id="{23E7E1E7-3989-4A58-9579-5A7B6EC7E0F0}"/>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sues200_satellite_to_uav_200m/sues200_satellite_to_uav_200m/seed-2/count/cov-0.9/kN">
            <a:extLst xmlns:a="http://schemas.openxmlformats.org/drawingml/2006/main">
              <a:ext uri="{FF2B5EF4-FFF2-40B4-BE49-F238E27FC236}">
                <a16:creationId xmlns:a16="http://schemas.microsoft.com/office/drawing/2014/main" id="{B43AE4A7-8931-4B15-B241-2128B695DD46}"/>
              </a:ext>
            </a:extLst>
          </p:cNvPr>
          <p:cNvSpPr>
            <a:spLocks xmlns:a="http://schemas.openxmlformats.org/drawingml/2006/main" noGrp="1"/>
          </p:cNvSpPr>
          <p:nvPr/>
        </p:nvSpPr>
        <p:spPr>
          <a:xfrm xmlns:a="http://schemas.openxmlformats.org/drawingml/2006/main">
            <a:off x="31829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127" name="sues200_satellite_to_uav_200m/sues200_satellite_to_uav_200m/seed-2/count/cov-0.9/overlap">
            <a:extLst xmlns:a="http://schemas.openxmlformats.org/drawingml/2006/main">
              <a:ext uri="{FF2B5EF4-FFF2-40B4-BE49-F238E27FC236}">
                <a16:creationId xmlns:a16="http://schemas.microsoft.com/office/drawing/2014/main" id="{5EA40E94-F2B5-45AB-9AA3-8FBD6C2DD17F}"/>
              </a:ext>
            </a:extLst>
          </p:cNvPr>
          <p:cNvSpPr>
            <a:spLocks xmlns:a="http://schemas.openxmlformats.org/drawingml/2006/main" noGrp="1"/>
          </p:cNvSpPr>
          <p:nvPr/>
        </p:nvSpPr>
        <p:spPr>
          <a:xfrm xmlns:a="http://schemas.openxmlformats.org/drawingml/2006/main">
            <a:off x="38885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66</a:t>
            </a:r>
          </a:p>
        </p:txBody>
      </p:sp>
      <p:sp>
        <p:nvSpPr>
          <p:cNvPr id="128" name="sues200_satellite_to_uav_200m/sues200_satellite_to_uav_200m/seed-2/count/cov-1/requested">
            <a:extLst xmlns:a="http://schemas.openxmlformats.org/drawingml/2006/main">
              <a:ext uri="{FF2B5EF4-FFF2-40B4-BE49-F238E27FC236}">
                <a16:creationId xmlns:a16="http://schemas.microsoft.com/office/drawing/2014/main" id="{EBB4CBE7-646F-444E-999F-F5DEA5BFA30E}"/>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sues200_satellite_to_uav_200m/sues200_satellite_to_uav_200m/seed-2/count/cov-1/kN">
            <a:extLst xmlns:a="http://schemas.openxmlformats.org/drawingml/2006/main">
              <a:ext uri="{FF2B5EF4-FFF2-40B4-BE49-F238E27FC236}">
                <a16:creationId xmlns:a16="http://schemas.microsoft.com/office/drawing/2014/main" id="{117B862E-FD18-4E78-B39F-E3784991B938}"/>
              </a:ext>
            </a:extLst>
          </p:cNvPr>
          <p:cNvSpPr>
            <a:spLocks xmlns:a="http://schemas.openxmlformats.org/drawingml/2006/main" noGrp="1"/>
          </p:cNvSpPr>
          <p:nvPr/>
        </p:nvSpPr>
        <p:spPr>
          <a:xfrm xmlns:a="http://schemas.openxmlformats.org/drawingml/2006/main">
            <a:off x="31829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130" name="sues200_satellite_to_uav_200m/sues200_satellite_to_uav_200m/seed-2/count/cov-1/overlap">
            <a:extLst xmlns:a="http://schemas.openxmlformats.org/drawingml/2006/main">
              <a:ext uri="{FF2B5EF4-FFF2-40B4-BE49-F238E27FC236}">
                <a16:creationId xmlns:a16="http://schemas.microsoft.com/office/drawing/2014/main" id="{3C35E542-58B9-4C6F-8299-E0F71D70C0FF}"/>
              </a:ext>
            </a:extLst>
          </p:cNvPr>
          <p:cNvSpPr>
            <a:spLocks xmlns:a="http://schemas.openxmlformats.org/drawingml/2006/main" noGrp="1"/>
          </p:cNvSpPr>
          <p:nvPr/>
        </p:nvSpPr>
        <p:spPr>
          <a:xfrm xmlns:a="http://schemas.openxmlformats.org/drawingml/2006/main">
            <a:off x="38885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131" name="sues200_satellite_to_uav_200m/sues200_satellite_to_uav_200m/seed-2/success/heading">
            <a:extLst xmlns:a="http://schemas.openxmlformats.org/drawingml/2006/main">
              <a:ext uri="{FF2B5EF4-FFF2-40B4-BE49-F238E27FC236}">
                <a16:creationId xmlns:a16="http://schemas.microsoft.com/office/drawing/2014/main" id="{49E5C48A-35C9-4273-988B-EAE2AF2DB3DE}"/>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sues200_satellite_to_uav_200m/sues200_satellite_to_uav_200m/seed-2/success/cov-0.5/heading">
            <a:extLst xmlns:a="http://schemas.openxmlformats.org/drawingml/2006/main">
              <a:ext uri="{FF2B5EF4-FFF2-40B4-BE49-F238E27FC236}">
                <a16:creationId xmlns:a16="http://schemas.microsoft.com/office/drawing/2014/main" id="{A0424122-69B5-4241-8753-73CE38F221DA}"/>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sues200_satellite_to_uav_200m/sues200_satellite_to_uav_200m/seed-2/visual/success-cov-0.5">
            <a:extLst xmlns:a="http://schemas.openxmlformats.org/drawingml/2006/main">
              <a:ext uri="{FF2B5EF4-FFF2-40B4-BE49-F238E27FC236}">
                <a16:creationId xmlns:a16="http://schemas.microsoft.com/office/drawing/2014/main" id="{E265B2C1-0418-4D75-9DAF-2C86FC76548C}"/>
              </a:ext>
            </a:extLst>
          </p:cNvPr>
          <p:cNvSpPr>
            <a:spLocks xmlns:a="http://schemas.openxmlformats.org/drawingml/2006/main" noGrp="1"/>
          </p:cNvSpPr>
          <p:nvPr/>
        </p:nvSpPr>
        <p:spPr>
          <a:xfrm xmlns:a="http://schemas.openxmlformats.org/drawingml/2006/main">
            <a:off x="25800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36.250</a:t>
            </a:r>
          </a:p>
        </p:txBody>
      </p:sp>
      <p:sp>
        <p:nvSpPr>
          <p:cNvPr id="134" name="sues200_satellite_to_uav_200m/sues200_satellite_to_uav_200m/seed-2/full/success-cov-0.5">
            <a:extLst xmlns:a="http://schemas.openxmlformats.org/drawingml/2006/main">
              <a:ext uri="{FF2B5EF4-FFF2-40B4-BE49-F238E27FC236}">
                <a16:creationId xmlns:a16="http://schemas.microsoft.com/office/drawing/2014/main" id="{58BA1499-AB73-411A-AD4D-2D47DAE73680}"/>
              </a:ext>
            </a:extLst>
          </p:cNvPr>
          <p:cNvSpPr>
            <a:spLocks xmlns:a="http://schemas.openxmlformats.org/drawingml/2006/main" noGrp="1"/>
          </p:cNvSpPr>
          <p:nvPr/>
        </p:nvSpPr>
        <p:spPr>
          <a:xfrm xmlns:a="http://schemas.openxmlformats.org/drawingml/2006/main">
            <a:off x="25800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22.500</a:t>
            </a:r>
          </a:p>
        </p:txBody>
      </p:sp>
      <p:sp>
        <p:nvSpPr>
          <p:cNvPr id="135" name="sues200_satellite_to_uav_200m/sues200_satellite_to_uav_200m/seed-2/success/cov-0.75/heading">
            <a:extLst xmlns:a="http://schemas.openxmlformats.org/drawingml/2006/main">
              <a:ext uri="{FF2B5EF4-FFF2-40B4-BE49-F238E27FC236}">
                <a16:creationId xmlns:a16="http://schemas.microsoft.com/office/drawing/2014/main" id="{9AB91612-DE3C-4498-9F26-FEA0D2E0EB58}"/>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sues200_satellite_to_uav_200m/sues200_satellite_to_uav_200m/seed-2/visual/success-cov-0.75">
            <a:extLst xmlns:a="http://schemas.openxmlformats.org/drawingml/2006/main">
              <a:ext uri="{FF2B5EF4-FFF2-40B4-BE49-F238E27FC236}">
                <a16:creationId xmlns:a16="http://schemas.microsoft.com/office/drawing/2014/main" id="{031E4A5E-540F-465D-BE34-EC2D83AE86F8}"/>
              </a:ext>
            </a:extLst>
          </p:cNvPr>
          <p:cNvSpPr>
            <a:spLocks xmlns:a="http://schemas.openxmlformats.org/drawingml/2006/main" noGrp="1"/>
          </p:cNvSpPr>
          <p:nvPr/>
        </p:nvSpPr>
        <p:spPr>
          <a:xfrm xmlns:a="http://schemas.openxmlformats.org/drawingml/2006/main">
            <a:off x="29801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51.250</a:t>
            </a:r>
          </a:p>
        </p:txBody>
      </p:sp>
      <p:sp>
        <p:nvSpPr>
          <p:cNvPr id="137" name="sues200_satellite_to_uav_200m/sues200_satellite_to_uav_200m/seed-2/full/success-cov-0.75">
            <a:extLst xmlns:a="http://schemas.openxmlformats.org/drawingml/2006/main">
              <a:ext uri="{FF2B5EF4-FFF2-40B4-BE49-F238E27FC236}">
                <a16:creationId xmlns:a16="http://schemas.microsoft.com/office/drawing/2014/main" id="{22C2FAE7-5B51-44BB-89CB-A8056610FD40}"/>
              </a:ext>
            </a:extLst>
          </p:cNvPr>
          <p:cNvSpPr>
            <a:spLocks xmlns:a="http://schemas.openxmlformats.org/drawingml/2006/main" noGrp="1"/>
          </p:cNvSpPr>
          <p:nvPr/>
        </p:nvSpPr>
        <p:spPr>
          <a:xfrm xmlns:a="http://schemas.openxmlformats.org/drawingml/2006/main">
            <a:off x="29801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40.000</a:t>
            </a:r>
          </a:p>
        </p:txBody>
      </p:sp>
      <p:sp>
        <p:nvSpPr>
          <p:cNvPr id="138" name="sues200_satellite_to_uav_200m/sues200_satellite_to_uav_200m/seed-2/success/cov-0.9/heading">
            <a:extLst xmlns:a="http://schemas.openxmlformats.org/drawingml/2006/main">
              <a:ext uri="{FF2B5EF4-FFF2-40B4-BE49-F238E27FC236}">
                <a16:creationId xmlns:a16="http://schemas.microsoft.com/office/drawing/2014/main" id="{20ED858E-A1FA-4D07-8683-1F32FF3E97FA}"/>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sues200_satellite_to_uav_200m/sues200_satellite_to_uav_200m/seed-2/visual/success-cov-0.9">
            <a:extLst xmlns:a="http://schemas.openxmlformats.org/drawingml/2006/main">
              <a:ext uri="{FF2B5EF4-FFF2-40B4-BE49-F238E27FC236}">
                <a16:creationId xmlns:a16="http://schemas.microsoft.com/office/drawing/2014/main" id="{C529F7C5-0B11-4741-895C-DFC097CCB545}"/>
              </a:ext>
            </a:extLst>
          </p:cNvPr>
          <p:cNvSpPr>
            <a:spLocks xmlns:a="http://schemas.openxmlformats.org/drawingml/2006/main" noGrp="1"/>
          </p:cNvSpPr>
          <p:nvPr/>
        </p:nvSpPr>
        <p:spPr>
          <a:xfrm xmlns:a="http://schemas.openxmlformats.org/drawingml/2006/main">
            <a:off x="33801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62.500</a:t>
            </a:r>
          </a:p>
        </p:txBody>
      </p:sp>
      <p:sp>
        <p:nvSpPr>
          <p:cNvPr id="140" name="sues200_satellite_to_uav_200m/sues200_satellite_to_uav_200m/seed-2/full/success-cov-0.9">
            <a:extLst xmlns:a="http://schemas.openxmlformats.org/drawingml/2006/main">
              <a:ext uri="{FF2B5EF4-FFF2-40B4-BE49-F238E27FC236}">
                <a16:creationId xmlns:a16="http://schemas.microsoft.com/office/drawing/2014/main" id="{9DDA42C8-67EB-4F49-AEA8-91BE4E52166A}"/>
              </a:ext>
            </a:extLst>
          </p:cNvPr>
          <p:cNvSpPr>
            <a:spLocks xmlns:a="http://schemas.openxmlformats.org/drawingml/2006/main" noGrp="1"/>
          </p:cNvSpPr>
          <p:nvPr/>
        </p:nvSpPr>
        <p:spPr>
          <a:xfrm xmlns:a="http://schemas.openxmlformats.org/drawingml/2006/main">
            <a:off x="33801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48.750</a:t>
            </a:r>
          </a:p>
        </p:txBody>
      </p:sp>
      <p:sp>
        <p:nvSpPr>
          <p:cNvPr id="141" name="sues200_satellite_to_uav_200m/sues200_satellite_to_uav_200m/seed-2/success/cov-1/heading">
            <a:extLst xmlns:a="http://schemas.openxmlformats.org/drawingml/2006/main">
              <a:ext uri="{FF2B5EF4-FFF2-40B4-BE49-F238E27FC236}">
                <a16:creationId xmlns:a16="http://schemas.microsoft.com/office/drawing/2014/main" id="{F7A0519D-8AE4-4EF8-8E09-7B517B308C0E}"/>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sues200_satellite_to_uav_200m/sues200_satellite_to_uav_200m/seed-2/visual/success-cov-1">
            <a:extLst xmlns:a="http://schemas.openxmlformats.org/drawingml/2006/main">
              <a:ext uri="{FF2B5EF4-FFF2-40B4-BE49-F238E27FC236}">
                <a16:creationId xmlns:a16="http://schemas.microsoft.com/office/drawing/2014/main" id="{6CFD8CAA-7687-41B9-890B-1983C042024F}"/>
              </a:ext>
            </a:extLst>
          </p:cNvPr>
          <p:cNvSpPr>
            <a:spLocks xmlns:a="http://schemas.openxmlformats.org/drawingml/2006/main" noGrp="1"/>
          </p:cNvSpPr>
          <p:nvPr/>
        </p:nvSpPr>
        <p:spPr>
          <a:xfrm xmlns:a="http://schemas.openxmlformats.org/drawingml/2006/main">
            <a:off x="37802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66.250</a:t>
            </a:r>
          </a:p>
        </p:txBody>
      </p:sp>
      <p:sp>
        <p:nvSpPr>
          <p:cNvPr id="143" name="sues200_satellite_to_uav_200m/sues200_satellite_to_uav_200m/seed-2/full/success-cov-1">
            <a:extLst xmlns:a="http://schemas.openxmlformats.org/drawingml/2006/main">
              <a:ext uri="{FF2B5EF4-FFF2-40B4-BE49-F238E27FC236}">
                <a16:creationId xmlns:a16="http://schemas.microsoft.com/office/drawing/2014/main" id="{93BC18BC-B747-42E6-A5F3-3501711AE682}"/>
              </a:ext>
            </a:extLst>
          </p:cNvPr>
          <p:cNvSpPr>
            <a:spLocks xmlns:a="http://schemas.openxmlformats.org/drawingml/2006/main" noGrp="1"/>
          </p:cNvSpPr>
          <p:nvPr/>
        </p:nvSpPr>
        <p:spPr>
          <a:xfrm xmlns:a="http://schemas.openxmlformats.org/drawingml/2006/main">
            <a:off x="37802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52.500</a:t>
            </a:r>
          </a:p>
        </p:txBody>
      </p:sp>
      <p:sp>
        <p:nvSpPr>
          <p:cNvPr id="144" name="sues200_satellite_to_uav_200m/sues200_satellite_to_uav_200m/seed-2/visual/success-prefix">
            <a:extLst xmlns:a="http://schemas.openxmlformats.org/drawingml/2006/main">
              <a:ext uri="{FF2B5EF4-FFF2-40B4-BE49-F238E27FC236}">
                <a16:creationId xmlns:a16="http://schemas.microsoft.com/office/drawing/2014/main" id="{66DDFFD1-0264-4112-AD44-79700490048A}"/>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sues200_satellite_to_uav_200m/sues200_satellite_to_uav_200m/seed-2/full/success-prefix">
            <a:extLst xmlns:a="http://schemas.openxmlformats.org/drawingml/2006/main">
              <a:ext uri="{FF2B5EF4-FFF2-40B4-BE49-F238E27FC236}">
                <a16:creationId xmlns:a16="http://schemas.microsoft.com/office/drawing/2014/main" id="{4D8F8C05-555B-4209-909C-CF9C116BEAC6}"/>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sues200_satellite_to_uav_200m/sues200_satellite_to_uav_200m/seed-3/heading">
            <a:extLst xmlns:a="http://schemas.openxmlformats.org/drawingml/2006/main">
              <a:ext uri="{FF2B5EF4-FFF2-40B4-BE49-F238E27FC236}">
                <a16:creationId xmlns:a16="http://schemas.microsoft.com/office/drawing/2014/main" id="{91D2220C-8D2C-4005-A910-34C73B6BAD98}"/>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sues200_satellite_to_uav_200m/sues200_satellite_to_uav_200m/seed-3/y-grid-0">
            <a:extLst xmlns:a="http://schemas.openxmlformats.org/drawingml/2006/main">
              <a:ext uri="{FF2B5EF4-FFF2-40B4-BE49-F238E27FC236}">
                <a16:creationId xmlns:a16="http://schemas.microsoft.com/office/drawing/2014/main" id="{A0420D13-AF27-4D42-BDBD-DE294155FC53}"/>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sues200_satellite_to_uav_200m/sues200_satellite_to_uav_200m/seed-3/y-label-0">
            <a:extLst xmlns:a="http://schemas.openxmlformats.org/drawingml/2006/main">
              <a:ext uri="{FF2B5EF4-FFF2-40B4-BE49-F238E27FC236}">
                <a16:creationId xmlns:a16="http://schemas.microsoft.com/office/drawing/2014/main" id="{F355B4B7-6AF5-496B-9AC7-52F543B97351}"/>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sues200_satellite_to_uav_200m/sues200_satellite_to_uav_200m/seed-3/x-tick-0">
            <a:extLst xmlns:a="http://schemas.openxmlformats.org/drawingml/2006/main">
              <a:ext uri="{FF2B5EF4-FFF2-40B4-BE49-F238E27FC236}">
                <a16:creationId xmlns:a16="http://schemas.microsoft.com/office/drawing/2014/main" id="{78D79B55-CE1D-4BEF-836F-FE3FFCD2828B}"/>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sues200_satellite_to_uav_200m/sues200_satellite_to_uav_200m/seed-3/x-label-0">
            <a:extLst xmlns:a="http://schemas.openxmlformats.org/drawingml/2006/main">
              <a:ext uri="{FF2B5EF4-FFF2-40B4-BE49-F238E27FC236}">
                <a16:creationId xmlns:a16="http://schemas.microsoft.com/office/drawing/2014/main" id="{699CF5BF-53E8-4684-851D-A450F0732383}"/>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sues200_satellite_to_uav_200m/sues200_satellite_to_uav_200m/seed-3/y-grid-25">
            <a:extLst xmlns:a="http://schemas.openxmlformats.org/drawingml/2006/main">
              <a:ext uri="{FF2B5EF4-FFF2-40B4-BE49-F238E27FC236}">
                <a16:creationId xmlns:a16="http://schemas.microsoft.com/office/drawing/2014/main" id="{ABF38499-B723-4740-92CC-48087A6EA6D9}"/>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sues200_satellite_to_uav_200m/sues200_satellite_to_uav_200m/seed-3/y-label-25">
            <a:extLst xmlns:a="http://schemas.openxmlformats.org/drawingml/2006/main">
              <a:ext uri="{FF2B5EF4-FFF2-40B4-BE49-F238E27FC236}">
                <a16:creationId xmlns:a16="http://schemas.microsoft.com/office/drawing/2014/main" id="{E919095E-BB9A-4E74-AC0C-7AD9140BDEAE}"/>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sues200_satellite_to_uav_200m/sues200_satellite_to_uav_200m/seed-3/x-tick-25">
            <a:extLst xmlns:a="http://schemas.openxmlformats.org/drawingml/2006/main">
              <a:ext uri="{FF2B5EF4-FFF2-40B4-BE49-F238E27FC236}">
                <a16:creationId xmlns:a16="http://schemas.microsoft.com/office/drawing/2014/main" id="{E0D85B5C-E832-4548-9A56-623ED2C38DB0}"/>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sues200_satellite_to_uav_200m/sues200_satellite_to_uav_200m/seed-3/x-label-25">
            <a:extLst xmlns:a="http://schemas.openxmlformats.org/drawingml/2006/main">
              <a:ext uri="{FF2B5EF4-FFF2-40B4-BE49-F238E27FC236}">
                <a16:creationId xmlns:a16="http://schemas.microsoft.com/office/drawing/2014/main" id="{21418CE3-21BE-4FC5-9E2D-A21739161E9A}"/>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sues200_satellite_to_uav_200m/sues200_satellite_to_uav_200m/seed-3/y-grid-50">
            <a:extLst xmlns:a="http://schemas.openxmlformats.org/drawingml/2006/main">
              <a:ext uri="{FF2B5EF4-FFF2-40B4-BE49-F238E27FC236}">
                <a16:creationId xmlns:a16="http://schemas.microsoft.com/office/drawing/2014/main" id="{ADC836E2-230B-4864-8221-9E3BD85FFCAE}"/>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sues200_satellite_to_uav_200m/sues200_satellite_to_uav_200m/seed-3/y-label-50">
            <a:extLst xmlns:a="http://schemas.openxmlformats.org/drawingml/2006/main">
              <a:ext uri="{FF2B5EF4-FFF2-40B4-BE49-F238E27FC236}">
                <a16:creationId xmlns:a16="http://schemas.microsoft.com/office/drawing/2014/main" id="{EEF5FA72-04C5-4809-B8AD-986108787F7F}"/>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sues200_satellite_to_uav_200m/sues200_satellite_to_uav_200m/seed-3/x-tick-50">
            <a:extLst xmlns:a="http://schemas.openxmlformats.org/drawingml/2006/main">
              <a:ext uri="{FF2B5EF4-FFF2-40B4-BE49-F238E27FC236}">
                <a16:creationId xmlns:a16="http://schemas.microsoft.com/office/drawing/2014/main" id="{94C7A304-0123-45E0-931D-52931F9D9406}"/>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satellite_to_uav_200m/sues200_satellite_to_uav_200m/seed-3/x-label-50">
            <a:extLst xmlns:a="http://schemas.openxmlformats.org/drawingml/2006/main">
              <a:ext uri="{FF2B5EF4-FFF2-40B4-BE49-F238E27FC236}">
                <a16:creationId xmlns:a16="http://schemas.microsoft.com/office/drawing/2014/main" id="{FC986D48-796A-40D5-96C4-69A9947658CA}"/>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sues200_satellite_to_uav_200m/sues200_satellite_to_uav_200m/seed-3/y-grid-75">
            <a:extLst xmlns:a="http://schemas.openxmlformats.org/drawingml/2006/main">
              <a:ext uri="{FF2B5EF4-FFF2-40B4-BE49-F238E27FC236}">
                <a16:creationId xmlns:a16="http://schemas.microsoft.com/office/drawing/2014/main" id="{78C569BC-0B97-4AEF-AE4C-6F323FBC0213}"/>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sues200_satellite_to_uav_200m/sues200_satellite_to_uav_200m/seed-3/y-label-75">
            <a:extLst xmlns:a="http://schemas.openxmlformats.org/drawingml/2006/main">
              <a:ext uri="{FF2B5EF4-FFF2-40B4-BE49-F238E27FC236}">
                <a16:creationId xmlns:a16="http://schemas.microsoft.com/office/drawing/2014/main" id="{5DD133B3-240E-4DC2-A0D7-9DE96CA958E4}"/>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sues200_satellite_to_uav_200m/sues200_satellite_to_uav_200m/seed-3/x-tick-75">
            <a:extLst xmlns:a="http://schemas.openxmlformats.org/drawingml/2006/main">
              <a:ext uri="{FF2B5EF4-FFF2-40B4-BE49-F238E27FC236}">
                <a16:creationId xmlns:a16="http://schemas.microsoft.com/office/drawing/2014/main" id="{3E93D248-7B5C-4C01-9FC0-5A1F73D48462}"/>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sues200_satellite_to_uav_200m/sues200_satellite_to_uav_200m/seed-3/x-label-75">
            <a:extLst xmlns:a="http://schemas.openxmlformats.org/drawingml/2006/main">
              <a:ext uri="{FF2B5EF4-FFF2-40B4-BE49-F238E27FC236}">
                <a16:creationId xmlns:a16="http://schemas.microsoft.com/office/drawing/2014/main" id="{2CBAF236-5631-4326-84A0-C149CE00EF84}"/>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sues200_satellite_to_uav_200m/sues200_satellite_to_uav_200m/seed-3/y-grid-100">
            <a:extLst xmlns:a="http://schemas.openxmlformats.org/drawingml/2006/main">
              <a:ext uri="{FF2B5EF4-FFF2-40B4-BE49-F238E27FC236}">
                <a16:creationId xmlns:a16="http://schemas.microsoft.com/office/drawing/2014/main" id="{D2F9FDB9-AA79-4753-8A12-807C0B9DFA91}"/>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sues200_satellite_to_uav_200m/sues200_satellite_to_uav_200m/seed-3/y-label-100">
            <a:extLst xmlns:a="http://schemas.openxmlformats.org/drawingml/2006/main">
              <a:ext uri="{FF2B5EF4-FFF2-40B4-BE49-F238E27FC236}">
                <a16:creationId xmlns:a16="http://schemas.microsoft.com/office/drawing/2014/main" id="{478E0B7B-975B-4F41-9E47-52470BF2E396}"/>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sues200_satellite_to_uav_200m/sues200_satellite_to_uav_200m/seed-3/x-tick-100">
            <a:extLst xmlns:a="http://schemas.openxmlformats.org/drawingml/2006/main">
              <a:ext uri="{FF2B5EF4-FFF2-40B4-BE49-F238E27FC236}">
                <a16:creationId xmlns:a16="http://schemas.microsoft.com/office/drawing/2014/main" id="{6549A057-33D6-41A3-B1F0-6EA2B7764527}"/>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sues200_satellite_to_uav_200m/sues200_satellite_to_uav_200m/seed-3/x-label-100">
            <a:extLst xmlns:a="http://schemas.openxmlformats.org/drawingml/2006/main">
              <a:ext uri="{FF2B5EF4-FFF2-40B4-BE49-F238E27FC236}">
                <a16:creationId xmlns:a16="http://schemas.microsoft.com/office/drawing/2014/main" id="{AADBB98E-58B8-4124-A346-DAE2DD2AC4F2}"/>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sues200_satellite_to_uav_200m/sues200_satellite_to_uav_200m/seed-3/y-axis">
            <a:extLst xmlns:a="http://schemas.openxmlformats.org/drawingml/2006/main">
              <a:ext uri="{FF2B5EF4-FFF2-40B4-BE49-F238E27FC236}">
                <a16:creationId xmlns:a16="http://schemas.microsoft.com/office/drawing/2014/main" id="{DE6F7B10-AECA-41D8-89E8-454840E31656}"/>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sues200_satellite_to_uav_200m/sues200_satellite_to_uav_200m/seed-3/x-axis">
            <a:extLst xmlns:a="http://schemas.openxmlformats.org/drawingml/2006/main">
              <a:ext uri="{FF2B5EF4-FFF2-40B4-BE49-F238E27FC236}">
                <a16:creationId xmlns:a16="http://schemas.microsoft.com/office/drawing/2014/main" id="{606163A5-D5F0-4DAA-87A1-8C20D0084BA5}"/>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sues200_satellite_to_uav_200m/sues200_satellite_to_uav_200m/seed-3/visual/guide-1-2">
            <a:extLst xmlns:a="http://schemas.openxmlformats.org/drawingml/2006/main">
              <a:ext uri="{FF2B5EF4-FFF2-40B4-BE49-F238E27FC236}">
                <a16:creationId xmlns:a16="http://schemas.microsoft.com/office/drawing/2014/main" id="{D6CDA46E-3EF3-4175-9F38-EDA09B44A767}"/>
              </a:ext>
            </a:extLst>
          </p:cNvPr>
          <p:cNvSpPr>
            <a:spLocks xmlns:a="http://schemas.openxmlformats.org/drawingml/2006/main" noGrp="1"/>
          </p:cNvSpPr>
          <p:nvPr/>
        </p:nvSpPr>
        <p:spPr>
          <a:xfrm xmlns:a="http://schemas.openxmlformats.org/drawingml/2006/main" flipV="1">
            <a:off x="5346700" y="2151380"/>
            <a:ext cx="400050" cy="20320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sues200_satellite_to_uav_200m/sues200_satellite_to_uav_200m/seed-3/visual/guide-2-3">
            <a:extLst xmlns:a="http://schemas.openxmlformats.org/drawingml/2006/main">
              <a:ext uri="{FF2B5EF4-FFF2-40B4-BE49-F238E27FC236}">
                <a16:creationId xmlns:a16="http://schemas.microsoft.com/office/drawing/2014/main" id="{C68023BE-10F6-45A0-AB59-6793ADA1F710}"/>
              </a:ext>
            </a:extLst>
          </p:cNvPr>
          <p:cNvSpPr>
            <a:spLocks xmlns:a="http://schemas.openxmlformats.org/drawingml/2006/main" noGrp="1"/>
          </p:cNvSpPr>
          <p:nvPr/>
        </p:nvSpPr>
        <p:spPr>
          <a:xfrm xmlns:a="http://schemas.openxmlformats.org/drawingml/2006/main" flipV="1">
            <a:off x="5746750" y="2009140"/>
            <a:ext cx="240030" cy="14224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sues200_satellite_to_uav_200m/sues200_satellite_to_uav_200m/seed-3/visual/guide-3-4">
            <a:extLst xmlns:a="http://schemas.openxmlformats.org/drawingml/2006/main">
              <a:ext uri="{FF2B5EF4-FFF2-40B4-BE49-F238E27FC236}">
                <a16:creationId xmlns:a16="http://schemas.microsoft.com/office/drawing/2014/main" id="{99253DD5-77A7-4B6C-96CF-7FE825631396}"/>
              </a:ext>
            </a:extLst>
          </p:cNvPr>
          <p:cNvSpPr>
            <a:spLocks xmlns:a="http://schemas.openxmlformats.org/drawingml/2006/main" noGrp="1"/>
          </p:cNvSpPr>
          <p:nvPr/>
        </p:nvSpPr>
        <p:spPr>
          <a:xfrm xmlns:a="http://schemas.openxmlformats.org/drawingml/2006/main" flipV="1">
            <a:off x="5986780" y="1866900"/>
            <a:ext cx="160020" cy="14224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sues200_satellite_to_uav_200m/sues200_satellite_to_uav_200m/seed-3/visual/point-cov-0.5">
            <a:extLst xmlns:a="http://schemas.openxmlformats.org/drawingml/2006/main">
              <a:ext uri="{FF2B5EF4-FFF2-40B4-BE49-F238E27FC236}">
                <a16:creationId xmlns:a16="http://schemas.microsoft.com/office/drawing/2014/main" id="{5333220E-E62F-4BE9-B62B-238AEB24C200}"/>
              </a:ext>
            </a:extLst>
          </p:cNvPr>
          <p:cNvSpPr>
            <a:spLocks xmlns:a="http://schemas.openxmlformats.org/drawingml/2006/main" noGrp="1"/>
          </p:cNvSpPr>
          <p:nvPr/>
        </p:nvSpPr>
        <p:spPr>
          <a:xfrm xmlns:a="http://schemas.openxmlformats.org/drawingml/2006/main">
            <a:off x="5316855" y="23247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sues200_satellite_to_uav_200m/sues200_satellite_to_uav_200m/seed-3/visual/point-cov-0.75">
            <a:extLst xmlns:a="http://schemas.openxmlformats.org/drawingml/2006/main">
              <a:ext uri="{FF2B5EF4-FFF2-40B4-BE49-F238E27FC236}">
                <a16:creationId xmlns:a16="http://schemas.microsoft.com/office/drawing/2014/main" id="{49C50653-8310-4784-AD02-3EC7CF5F8E50}"/>
              </a:ext>
            </a:extLst>
          </p:cNvPr>
          <p:cNvSpPr>
            <a:spLocks xmlns:a="http://schemas.openxmlformats.org/drawingml/2006/main" noGrp="1"/>
          </p:cNvSpPr>
          <p:nvPr/>
        </p:nvSpPr>
        <p:spPr>
          <a:xfrm xmlns:a="http://schemas.openxmlformats.org/drawingml/2006/main">
            <a:off x="5716905" y="21215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sues200_satellite_to_uav_200m/sues200_satellite_to_uav_200m/seed-3/visual/point-cov-0.9">
            <a:extLst xmlns:a="http://schemas.openxmlformats.org/drawingml/2006/main">
              <a:ext uri="{FF2B5EF4-FFF2-40B4-BE49-F238E27FC236}">
                <a16:creationId xmlns:a16="http://schemas.microsoft.com/office/drawing/2014/main" id="{BD53F5D5-8438-4082-9801-05BA7D6D72FF}"/>
              </a:ext>
            </a:extLst>
          </p:cNvPr>
          <p:cNvSpPr>
            <a:spLocks xmlns:a="http://schemas.openxmlformats.org/drawingml/2006/main" noGrp="1"/>
          </p:cNvSpPr>
          <p:nvPr/>
        </p:nvSpPr>
        <p:spPr>
          <a:xfrm xmlns:a="http://schemas.openxmlformats.org/drawingml/2006/main">
            <a:off x="5956935" y="197929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sues200_satellite_to_uav_200m/sues200_satellite_to_uav_200m/seed-3/visual/point-cov-1">
            <a:extLst xmlns:a="http://schemas.openxmlformats.org/drawingml/2006/main">
              <a:ext uri="{FF2B5EF4-FFF2-40B4-BE49-F238E27FC236}">
                <a16:creationId xmlns:a16="http://schemas.microsoft.com/office/drawing/2014/main" id="{FCCD12CF-032B-4FBB-8D35-12A73561CE2B}"/>
              </a:ext>
            </a:extLst>
          </p:cNvPr>
          <p:cNvSpPr>
            <a:spLocks xmlns:a="http://schemas.openxmlformats.org/drawingml/2006/main" noGrp="1"/>
          </p:cNvSpPr>
          <p:nvPr/>
        </p:nvSpPr>
        <p:spPr>
          <a:xfrm xmlns:a="http://schemas.openxmlformats.org/drawingml/2006/main">
            <a:off x="6116955" y="18370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sues200_satellite_to_uav_200m/sues200_satellite_to_uav_200m/seed-3/full/guide-1-2">
            <a:extLst xmlns:a="http://schemas.openxmlformats.org/drawingml/2006/main">
              <a:ext uri="{FF2B5EF4-FFF2-40B4-BE49-F238E27FC236}">
                <a16:creationId xmlns:a16="http://schemas.microsoft.com/office/drawing/2014/main" id="{6357F865-A456-4CC3-AA40-E3272FCF668F}"/>
              </a:ext>
            </a:extLst>
          </p:cNvPr>
          <p:cNvSpPr>
            <a:spLocks xmlns:a="http://schemas.openxmlformats.org/drawingml/2006/main" noGrp="1"/>
          </p:cNvSpPr>
          <p:nvPr/>
        </p:nvSpPr>
        <p:spPr>
          <a:xfrm xmlns:a="http://schemas.openxmlformats.org/drawingml/2006/main" flipV="1">
            <a:off x="5346700" y="2252980"/>
            <a:ext cx="400050" cy="24384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sues200_satellite_to_uav_200m/sues200_satellite_to_uav_200m/seed-3/full/guide-2-3">
            <a:extLst xmlns:a="http://schemas.openxmlformats.org/drawingml/2006/main">
              <a:ext uri="{FF2B5EF4-FFF2-40B4-BE49-F238E27FC236}">
                <a16:creationId xmlns:a16="http://schemas.microsoft.com/office/drawing/2014/main" id="{FE18E16E-7AD2-42F6-80B1-7606BBF22BBB}"/>
              </a:ext>
            </a:extLst>
          </p:cNvPr>
          <p:cNvSpPr>
            <a:spLocks xmlns:a="http://schemas.openxmlformats.org/drawingml/2006/main" noGrp="1"/>
          </p:cNvSpPr>
          <p:nvPr/>
        </p:nvSpPr>
        <p:spPr>
          <a:xfrm xmlns:a="http://schemas.openxmlformats.org/drawingml/2006/main" flipV="1">
            <a:off x="5746750" y="2110740"/>
            <a:ext cx="240030" cy="14224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sues200_satellite_to_uav_200m/sues200_satellite_to_uav_200m/seed-3/full/guide-3-4">
            <a:extLst xmlns:a="http://schemas.openxmlformats.org/drawingml/2006/main">
              <a:ext uri="{FF2B5EF4-FFF2-40B4-BE49-F238E27FC236}">
                <a16:creationId xmlns:a16="http://schemas.microsoft.com/office/drawing/2014/main" id="{45698F89-91A0-41A9-B050-DA23AFB6B7DE}"/>
              </a:ext>
            </a:extLst>
          </p:cNvPr>
          <p:cNvSpPr>
            <a:spLocks xmlns:a="http://schemas.openxmlformats.org/drawingml/2006/main" noGrp="1"/>
          </p:cNvSpPr>
          <p:nvPr/>
        </p:nvSpPr>
        <p:spPr>
          <a:xfrm xmlns:a="http://schemas.openxmlformats.org/drawingml/2006/main" flipV="1">
            <a:off x="5986780" y="2049780"/>
            <a:ext cx="160020" cy="609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sues200_satellite_to_uav_200m/sues200_satellite_to_uav_200m/seed-3/full/point-cov-0.5">
            <a:extLst xmlns:a="http://schemas.openxmlformats.org/drawingml/2006/main">
              <a:ext uri="{FF2B5EF4-FFF2-40B4-BE49-F238E27FC236}">
                <a16:creationId xmlns:a16="http://schemas.microsoft.com/office/drawing/2014/main" id="{83796C37-906F-48DC-8DBE-F85159B782AD}"/>
              </a:ext>
            </a:extLst>
          </p:cNvPr>
          <p:cNvSpPr>
            <a:spLocks xmlns:a="http://schemas.openxmlformats.org/drawingml/2006/main" noGrp="1"/>
          </p:cNvSpPr>
          <p:nvPr/>
        </p:nvSpPr>
        <p:spPr>
          <a:xfrm xmlns:a="http://schemas.openxmlformats.org/drawingml/2006/main">
            <a:off x="5322570" y="24726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sues200_satellite_to_uav_200m/sues200_satellite_to_uav_200m/seed-3/full/point-cov-0.75">
            <a:extLst xmlns:a="http://schemas.openxmlformats.org/drawingml/2006/main">
              <a:ext uri="{FF2B5EF4-FFF2-40B4-BE49-F238E27FC236}">
                <a16:creationId xmlns:a16="http://schemas.microsoft.com/office/drawing/2014/main" id="{29B8BB53-BB9D-46A7-9068-771657D156D1}"/>
              </a:ext>
            </a:extLst>
          </p:cNvPr>
          <p:cNvSpPr>
            <a:spLocks xmlns:a="http://schemas.openxmlformats.org/drawingml/2006/main" noGrp="1"/>
          </p:cNvSpPr>
          <p:nvPr/>
        </p:nvSpPr>
        <p:spPr>
          <a:xfrm xmlns:a="http://schemas.openxmlformats.org/drawingml/2006/main">
            <a:off x="5722620" y="22288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sues200_satellite_to_uav_200m/sues200_satellite_to_uav_200m/seed-3/full/point-cov-0.9">
            <a:extLst xmlns:a="http://schemas.openxmlformats.org/drawingml/2006/main">
              <a:ext uri="{FF2B5EF4-FFF2-40B4-BE49-F238E27FC236}">
                <a16:creationId xmlns:a16="http://schemas.microsoft.com/office/drawing/2014/main" id="{A7BC3FC9-5E7F-415F-87BB-9F564C1BD00F}"/>
              </a:ext>
            </a:extLst>
          </p:cNvPr>
          <p:cNvSpPr>
            <a:spLocks xmlns:a="http://schemas.openxmlformats.org/drawingml/2006/main" noGrp="1"/>
          </p:cNvSpPr>
          <p:nvPr/>
        </p:nvSpPr>
        <p:spPr>
          <a:xfrm xmlns:a="http://schemas.openxmlformats.org/drawingml/2006/main">
            <a:off x="5962650" y="20866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sues200_satellite_to_uav_200m/sues200_satellite_to_uav_200m/seed-3/full/point-cov-1">
            <a:extLst xmlns:a="http://schemas.openxmlformats.org/drawingml/2006/main">
              <a:ext uri="{FF2B5EF4-FFF2-40B4-BE49-F238E27FC236}">
                <a16:creationId xmlns:a16="http://schemas.microsoft.com/office/drawing/2014/main" id="{D5800027-F89C-4B33-B7A0-160290D5CF9B}"/>
              </a:ext>
            </a:extLst>
          </p:cNvPr>
          <p:cNvSpPr>
            <a:spLocks xmlns:a="http://schemas.openxmlformats.org/drawingml/2006/main" noGrp="1"/>
          </p:cNvSpPr>
          <p:nvPr/>
        </p:nvSpPr>
        <p:spPr>
          <a:xfrm xmlns:a="http://schemas.openxmlformats.org/drawingml/2006/main">
            <a:off x="6122670" y="20256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sues200_satellite_to_uav_200m/sues200_satellite_to_uav_200m/seed-3/count/N">
            <a:extLst xmlns:a="http://schemas.openxmlformats.org/drawingml/2006/main">
              <a:ext uri="{FF2B5EF4-FFF2-40B4-BE49-F238E27FC236}">
                <a16:creationId xmlns:a16="http://schemas.microsoft.com/office/drawing/2014/main" id="{7039A8AB-A10A-4DA1-B26C-3B26F87B2A30}"/>
              </a:ext>
            </a:extLst>
          </p:cNvPr>
          <p:cNvSpPr>
            <a:spLocks xmlns:a="http://schemas.openxmlformats.org/drawingml/2006/main" noGrp="1"/>
          </p:cNvSpPr>
          <p:nvPr/>
        </p:nvSpPr>
        <p:spPr>
          <a:xfrm xmlns:a="http://schemas.openxmlformats.org/drawingml/2006/main">
            <a:off x="49344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184" name="sues200_satellite_to_uav_200m/sues200_satellite_to_uav_200m/seed-3/count/header/requested">
            <a:extLst xmlns:a="http://schemas.openxmlformats.org/drawingml/2006/main">
              <a:ext uri="{FF2B5EF4-FFF2-40B4-BE49-F238E27FC236}">
                <a16:creationId xmlns:a16="http://schemas.microsoft.com/office/drawing/2014/main" id="{79B117BC-FEE3-4757-AF58-6FB01E843AE4}"/>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sues200_satellite_to_uav_200m/sues200_satellite_to_uav_200m/seed-3/count/header/kN">
            <a:extLst xmlns:a="http://schemas.openxmlformats.org/drawingml/2006/main">
              <a:ext uri="{FF2B5EF4-FFF2-40B4-BE49-F238E27FC236}">
                <a16:creationId xmlns:a16="http://schemas.microsoft.com/office/drawing/2014/main" id="{70E6D722-CC4D-434D-A87B-8A933B5F94D2}"/>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sues200_satellite_to_uav_200m/sues200_satellite_to_uav_200m/seed-3/count/header/overlap">
            <a:extLst xmlns:a="http://schemas.openxmlformats.org/drawingml/2006/main">
              <a:ext uri="{FF2B5EF4-FFF2-40B4-BE49-F238E27FC236}">
                <a16:creationId xmlns:a16="http://schemas.microsoft.com/office/drawing/2014/main" id="{4D0EED26-166F-4714-A63E-443DF2744EC8}"/>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sues200_satellite_to_uav_200m/sues200_satellite_to_uav_200m/seed-3/count/header/rule">
            <a:extLst xmlns:a="http://schemas.openxmlformats.org/drawingml/2006/main">
              <a:ext uri="{FF2B5EF4-FFF2-40B4-BE49-F238E27FC236}">
                <a16:creationId xmlns:a16="http://schemas.microsoft.com/office/drawing/2014/main" id="{DD6CE02A-3D83-4333-B7D5-63892BCE3FA9}"/>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sues200_satellite_to_uav_200m/sues200_satellite_to_uav_200m/seed-3/count/cov-0.5/requested">
            <a:extLst xmlns:a="http://schemas.openxmlformats.org/drawingml/2006/main">
              <a:ext uri="{FF2B5EF4-FFF2-40B4-BE49-F238E27FC236}">
                <a16:creationId xmlns:a16="http://schemas.microsoft.com/office/drawing/2014/main" id="{9F81BF29-A990-4C8F-8AFA-9A332EA09281}"/>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sues200_satellite_to_uav_200m/sues200_satellite_to_uav_200m/seed-3/count/cov-0.5/kN">
            <a:extLst xmlns:a="http://schemas.openxmlformats.org/drawingml/2006/main">
              <a:ext uri="{FF2B5EF4-FFF2-40B4-BE49-F238E27FC236}">
                <a16:creationId xmlns:a16="http://schemas.microsoft.com/office/drawing/2014/main" id="{1FB561B3-D47C-40AD-B9E2-59F726CD8B8A}"/>
              </a:ext>
            </a:extLst>
          </p:cNvPr>
          <p:cNvSpPr>
            <a:spLocks xmlns:a="http://schemas.openxmlformats.org/drawingml/2006/main" noGrp="1"/>
          </p:cNvSpPr>
          <p:nvPr/>
        </p:nvSpPr>
        <p:spPr>
          <a:xfrm xmlns:a="http://schemas.openxmlformats.org/drawingml/2006/main">
            <a:off x="51895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190" name="sues200_satellite_to_uav_200m/sues200_satellite_to_uav_200m/seed-3/count/cov-0.5/overlap">
            <a:extLst xmlns:a="http://schemas.openxmlformats.org/drawingml/2006/main">
              <a:ext uri="{FF2B5EF4-FFF2-40B4-BE49-F238E27FC236}">
                <a16:creationId xmlns:a16="http://schemas.microsoft.com/office/drawing/2014/main" id="{861C0C91-F58C-420D-BBDE-64356BDD7CBF}"/>
              </a:ext>
            </a:extLst>
          </p:cNvPr>
          <p:cNvSpPr>
            <a:spLocks xmlns:a="http://schemas.openxmlformats.org/drawingml/2006/main" noGrp="1"/>
          </p:cNvSpPr>
          <p:nvPr/>
        </p:nvSpPr>
        <p:spPr>
          <a:xfrm xmlns:a="http://schemas.openxmlformats.org/drawingml/2006/main">
            <a:off x="5895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26</a:t>
            </a:r>
          </a:p>
        </p:txBody>
      </p:sp>
      <p:sp>
        <p:nvSpPr>
          <p:cNvPr id="191" name="sues200_satellite_to_uav_200m/sues200_satellite_to_uav_200m/seed-3/count/cov-0.75/requested">
            <a:extLst xmlns:a="http://schemas.openxmlformats.org/drawingml/2006/main">
              <a:ext uri="{FF2B5EF4-FFF2-40B4-BE49-F238E27FC236}">
                <a16:creationId xmlns:a16="http://schemas.microsoft.com/office/drawing/2014/main" id="{030BB46E-B2FF-4C75-9422-B504A67D7BC0}"/>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sues200_satellite_to_uav_200m/sues200_satellite_to_uav_200m/seed-3/count/cov-0.75/kN">
            <a:extLst xmlns:a="http://schemas.openxmlformats.org/drawingml/2006/main">
              <a:ext uri="{FF2B5EF4-FFF2-40B4-BE49-F238E27FC236}">
                <a16:creationId xmlns:a16="http://schemas.microsoft.com/office/drawing/2014/main" id="{98712B76-82F9-4622-87C6-A6523842C4F3}"/>
              </a:ext>
            </a:extLst>
          </p:cNvPr>
          <p:cNvSpPr>
            <a:spLocks xmlns:a="http://schemas.openxmlformats.org/drawingml/2006/main" noGrp="1"/>
          </p:cNvSpPr>
          <p:nvPr/>
        </p:nvSpPr>
        <p:spPr>
          <a:xfrm xmlns:a="http://schemas.openxmlformats.org/drawingml/2006/main">
            <a:off x="51895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193" name="sues200_satellite_to_uav_200m/sues200_satellite_to_uav_200m/seed-3/count/cov-0.75/overlap">
            <a:extLst xmlns:a="http://schemas.openxmlformats.org/drawingml/2006/main">
              <a:ext uri="{FF2B5EF4-FFF2-40B4-BE49-F238E27FC236}">
                <a16:creationId xmlns:a16="http://schemas.microsoft.com/office/drawing/2014/main" id="{95068022-FA10-4C00-9404-E6E4BC686E43}"/>
              </a:ext>
            </a:extLst>
          </p:cNvPr>
          <p:cNvSpPr>
            <a:spLocks xmlns:a="http://schemas.openxmlformats.org/drawingml/2006/main" noGrp="1"/>
          </p:cNvSpPr>
          <p:nvPr/>
        </p:nvSpPr>
        <p:spPr>
          <a:xfrm xmlns:a="http://schemas.openxmlformats.org/drawingml/2006/main">
            <a:off x="5895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46</a:t>
            </a:r>
          </a:p>
        </p:txBody>
      </p:sp>
      <p:sp>
        <p:nvSpPr>
          <p:cNvPr id="194" name="sues200_satellite_to_uav_200m/sues200_satellite_to_uav_200m/seed-3/count/cov-0.9/requested">
            <a:extLst xmlns:a="http://schemas.openxmlformats.org/drawingml/2006/main">
              <a:ext uri="{FF2B5EF4-FFF2-40B4-BE49-F238E27FC236}">
                <a16:creationId xmlns:a16="http://schemas.microsoft.com/office/drawing/2014/main" id="{D4FFA8CB-E63F-492F-B39E-1ACCC743073C}"/>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sues200_satellite_to_uav_200m/sues200_satellite_to_uav_200m/seed-3/count/cov-0.9/kN">
            <a:extLst xmlns:a="http://schemas.openxmlformats.org/drawingml/2006/main">
              <a:ext uri="{FF2B5EF4-FFF2-40B4-BE49-F238E27FC236}">
                <a16:creationId xmlns:a16="http://schemas.microsoft.com/office/drawing/2014/main" id="{335962B2-7D82-4283-8F8B-040D0B06BD23}"/>
              </a:ext>
            </a:extLst>
          </p:cNvPr>
          <p:cNvSpPr>
            <a:spLocks xmlns:a="http://schemas.openxmlformats.org/drawingml/2006/main" noGrp="1"/>
          </p:cNvSpPr>
          <p:nvPr/>
        </p:nvSpPr>
        <p:spPr>
          <a:xfrm xmlns:a="http://schemas.openxmlformats.org/drawingml/2006/main">
            <a:off x="51895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196" name="sues200_satellite_to_uav_200m/sues200_satellite_to_uav_200m/seed-3/count/cov-0.9/overlap">
            <a:extLst xmlns:a="http://schemas.openxmlformats.org/drawingml/2006/main">
              <a:ext uri="{FF2B5EF4-FFF2-40B4-BE49-F238E27FC236}">
                <a16:creationId xmlns:a16="http://schemas.microsoft.com/office/drawing/2014/main" id="{95E94F1A-B254-4C11-81FE-88482188317B}"/>
              </a:ext>
            </a:extLst>
          </p:cNvPr>
          <p:cNvSpPr>
            <a:spLocks xmlns:a="http://schemas.openxmlformats.org/drawingml/2006/main" noGrp="1"/>
          </p:cNvSpPr>
          <p:nvPr/>
        </p:nvSpPr>
        <p:spPr>
          <a:xfrm xmlns:a="http://schemas.openxmlformats.org/drawingml/2006/main">
            <a:off x="5895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66</a:t>
            </a:r>
          </a:p>
        </p:txBody>
      </p:sp>
      <p:sp>
        <p:nvSpPr>
          <p:cNvPr id="197" name="sues200_satellite_to_uav_200m/sues200_satellite_to_uav_200m/seed-3/count/cov-1/requested">
            <a:extLst xmlns:a="http://schemas.openxmlformats.org/drawingml/2006/main">
              <a:ext uri="{FF2B5EF4-FFF2-40B4-BE49-F238E27FC236}">
                <a16:creationId xmlns:a16="http://schemas.microsoft.com/office/drawing/2014/main" id="{E5D884F7-6291-4C5D-8F63-43D52D81CD31}"/>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sues200_satellite_to_uav_200m/sues200_satellite_to_uav_200m/seed-3/count/cov-1/kN">
            <a:extLst xmlns:a="http://schemas.openxmlformats.org/drawingml/2006/main">
              <a:ext uri="{FF2B5EF4-FFF2-40B4-BE49-F238E27FC236}">
                <a16:creationId xmlns:a16="http://schemas.microsoft.com/office/drawing/2014/main" id="{57578E90-1EA6-454A-9764-08FC98CDC9E4}"/>
              </a:ext>
            </a:extLst>
          </p:cNvPr>
          <p:cNvSpPr>
            <a:spLocks xmlns:a="http://schemas.openxmlformats.org/drawingml/2006/main" noGrp="1"/>
          </p:cNvSpPr>
          <p:nvPr/>
        </p:nvSpPr>
        <p:spPr>
          <a:xfrm xmlns:a="http://schemas.openxmlformats.org/drawingml/2006/main">
            <a:off x="51895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199" name="sues200_satellite_to_uav_200m/sues200_satellite_to_uav_200m/seed-3/count/cov-1/overlap">
            <a:extLst xmlns:a="http://schemas.openxmlformats.org/drawingml/2006/main">
              <a:ext uri="{FF2B5EF4-FFF2-40B4-BE49-F238E27FC236}">
                <a16:creationId xmlns:a16="http://schemas.microsoft.com/office/drawing/2014/main" id="{B0FAFA0C-22F3-4D77-B2C4-6CA322914CEB}"/>
              </a:ext>
            </a:extLst>
          </p:cNvPr>
          <p:cNvSpPr>
            <a:spLocks xmlns:a="http://schemas.openxmlformats.org/drawingml/2006/main" noGrp="1"/>
          </p:cNvSpPr>
          <p:nvPr/>
        </p:nvSpPr>
        <p:spPr>
          <a:xfrm xmlns:a="http://schemas.openxmlformats.org/drawingml/2006/main">
            <a:off x="58951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200" name="sues200_satellite_to_uav_200m/sues200_satellite_to_uav_200m/seed-3/success/heading">
            <a:extLst xmlns:a="http://schemas.openxmlformats.org/drawingml/2006/main">
              <a:ext uri="{FF2B5EF4-FFF2-40B4-BE49-F238E27FC236}">
                <a16:creationId xmlns:a16="http://schemas.microsoft.com/office/drawing/2014/main" id="{9D8C9D56-9434-4ACE-BAC8-BD131EB811D3}"/>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sues200_satellite_to_uav_200m/sues200_satellite_to_uav_200m/seed-3/success/cov-0.5/heading">
            <a:extLst xmlns:a="http://schemas.openxmlformats.org/drawingml/2006/main">
              <a:ext uri="{FF2B5EF4-FFF2-40B4-BE49-F238E27FC236}">
                <a16:creationId xmlns:a16="http://schemas.microsoft.com/office/drawing/2014/main" id="{3A5FD733-07F7-4CE1-B2AF-5883975B3ED7}"/>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sues200_satellite_to_uav_200m/sues200_satellite_to_uav_200m/seed-3/visual/success-cov-0.5">
            <a:extLst xmlns:a="http://schemas.openxmlformats.org/drawingml/2006/main">
              <a:ext uri="{FF2B5EF4-FFF2-40B4-BE49-F238E27FC236}">
                <a16:creationId xmlns:a16="http://schemas.microsoft.com/office/drawing/2014/main" id="{18656867-5609-4A24-B02D-7B47625694E5}"/>
              </a:ext>
            </a:extLst>
          </p:cNvPr>
          <p:cNvSpPr>
            <a:spLocks xmlns:a="http://schemas.openxmlformats.org/drawingml/2006/main" noGrp="1"/>
          </p:cNvSpPr>
          <p:nvPr/>
        </p:nvSpPr>
        <p:spPr>
          <a:xfrm xmlns:a="http://schemas.openxmlformats.org/drawingml/2006/main">
            <a:off x="45866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32.500</a:t>
            </a:r>
          </a:p>
        </p:txBody>
      </p:sp>
      <p:sp>
        <p:nvSpPr>
          <p:cNvPr id="203" name="sues200_satellite_to_uav_200m/sues200_satellite_to_uav_200m/seed-3/full/success-cov-0.5">
            <a:extLst xmlns:a="http://schemas.openxmlformats.org/drawingml/2006/main">
              <a:ext uri="{FF2B5EF4-FFF2-40B4-BE49-F238E27FC236}">
                <a16:creationId xmlns:a16="http://schemas.microsoft.com/office/drawing/2014/main" id="{BBA1928C-2C66-4EF3-85CA-E98A06DAC9D2}"/>
              </a:ext>
            </a:extLst>
          </p:cNvPr>
          <p:cNvSpPr>
            <a:spLocks xmlns:a="http://schemas.openxmlformats.org/drawingml/2006/main" noGrp="1"/>
          </p:cNvSpPr>
          <p:nvPr/>
        </p:nvSpPr>
        <p:spPr>
          <a:xfrm xmlns:a="http://schemas.openxmlformats.org/drawingml/2006/main">
            <a:off x="45866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23.750</a:t>
            </a:r>
          </a:p>
        </p:txBody>
      </p:sp>
      <p:sp>
        <p:nvSpPr>
          <p:cNvPr id="204" name="sues200_satellite_to_uav_200m/sues200_satellite_to_uav_200m/seed-3/success/cov-0.75/heading">
            <a:extLst xmlns:a="http://schemas.openxmlformats.org/drawingml/2006/main">
              <a:ext uri="{FF2B5EF4-FFF2-40B4-BE49-F238E27FC236}">
                <a16:creationId xmlns:a16="http://schemas.microsoft.com/office/drawing/2014/main" id="{836F23C9-D79A-438C-819B-783A9625D5B7}"/>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sues200_satellite_to_uav_200m/sues200_satellite_to_uav_200m/seed-3/visual/success-cov-0.75">
            <a:extLst xmlns:a="http://schemas.openxmlformats.org/drawingml/2006/main">
              <a:ext uri="{FF2B5EF4-FFF2-40B4-BE49-F238E27FC236}">
                <a16:creationId xmlns:a16="http://schemas.microsoft.com/office/drawing/2014/main" id="{E7F9F9A7-4031-4C82-8333-6A3880AB8781}"/>
              </a:ext>
            </a:extLst>
          </p:cNvPr>
          <p:cNvSpPr>
            <a:spLocks xmlns:a="http://schemas.openxmlformats.org/drawingml/2006/main" noGrp="1"/>
          </p:cNvSpPr>
          <p:nvPr/>
        </p:nvSpPr>
        <p:spPr>
          <a:xfrm xmlns:a="http://schemas.openxmlformats.org/drawingml/2006/main">
            <a:off x="49867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45.000</a:t>
            </a:r>
          </a:p>
        </p:txBody>
      </p:sp>
      <p:sp>
        <p:nvSpPr>
          <p:cNvPr id="206" name="sues200_satellite_to_uav_200m/sues200_satellite_to_uav_200m/seed-3/full/success-cov-0.75">
            <a:extLst xmlns:a="http://schemas.openxmlformats.org/drawingml/2006/main">
              <a:ext uri="{FF2B5EF4-FFF2-40B4-BE49-F238E27FC236}">
                <a16:creationId xmlns:a16="http://schemas.microsoft.com/office/drawing/2014/main" id="{2711B375-FAC2-471A-BBE3-85E57D7C852C}"/>
              </a:ext>
            </a:extLst>
          </p:cNvPr>
          <p:cNvSpPr>
            <a:spLocks xmlns:a="http://schemas.openxmlformats.org/drawingml/2006/main" noGrp="1"/>
          </p:cNvSpPr>
          <p:nvPr/>
        </p:nvSpPr>
        <p:spPr>
          <a:xfrm xmlns:a="http://schemas.openxmlformats.org/drawingml/2006/main">
            <a:off x="49867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38.750</a:t>
            </a:r>
          </a:p>
        </p:txBody>
      </p:sp>
      <p:sp>
        <p:nvSpPr>
          <p:cNvPr id="207" name="sues200_satellite_to_uav_200m/sues200_satellite_to_uav_200m/seed-3/success/cov-0.9/heading">
            <a:extLst xmlns:a="http://schemas.openxmlformats.org/drawingml/2006/main">
              <a:ext uri="{FF2B5EF4-FFF2-40B4-BE49-F238E27FC236}">
                <a16:creationId xmlns:a16="http://schemas.microsoft.com/office/drawing/2014/main" id="{3E1E0051-282F-4E55-8856-218FD7599E27}"/>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sues200_satellite_to_uav_200m/sues200_satellite_to_uav_200m/seed-3/visual/success-cov-0.9">
            <a:extLst xmlns:a="http://schemas.openxmlformats.org/drawingml/2006/main">
              <a:ext uri="{FF2B5EF4-FFF2-40B4-BE49-F238E27FC236}">
                <a16:creationId xmlns:a16="http://schemas.microsoft.com/office/drawing/2014/main" id="{448F8223-48F6-421E-A3E6-AC272062B696}"/>
              </a:ext>
            </a:extLst>
          </p:cNvPr>
          <p:cNvSpPr>
            <a:spLocks xmlns:a="http://schemas.openxmlformats.org/drawingml/2006/main" noGrp="1"/>
          </p:cNvSpPr>
          <p:nvPr/>
        </p:nvSpPr>
        <p:spPr>
          <a:xfrm xmlns:a="http://schemas.openxmlformats.org/drawingml/2006/main">
            <a:off x="53867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53.750</a:t>
            </a:r>
          </a:p>
        </p:txBody>
      </p:sp>
      <p:sp>
        <p:nvSpPr>
          <p:cNvPr id="209" name="sues200_satellite_to_uav_200m/sues200_satellite_to_uav_200m/seed-3/full/success-cov-0.9">
            <a:extLst xmlns:a="http://schemas.openxmlformats.org/drawingml/2006/main">
              <a:ext uri="{FF2B5EF4-FFF2-40B4-BE49-F238E27FC236}">
                <a16:creationId xmlns:a16="http://schemas.microsoft.com/office/drawing/2014/main" id="{714EF2D9-546C-4A58-956E-E3C1FBFC1C5A}"/>
              </a:ext>
            </a:extLst>
          </p:cNvPr>
          <p:cNvSpPr>
            <a:spLocks xmlns:a="http://schemas.openxmlformats.org/drawingml/2006/main" noGrp="1"/>
          </p:cNvSpPr>
          <p:nvPr/>
        </p:nvSpPr>
        <p:spPr>
          <a:xfrm xmlns:a="http://schemas.openxmlformats.org/drawingml/2006/main">
            <a:off x="53867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47.500</a:t>
            </a:r>
          </a:p>
        </p:txBody>
      </p:sp>
      <p:sp>
        <p:nvSpPr>
          <p:cNvPr id="210" name="sues200_satellite_to_uav_200m/sues200_satellite_to_uav_200m/seed-3/success/cov-1/heading">
            <a:extLst xmlns:a="http://schemas.openxmlformats.org/drawingml/2006/main">
              <a:ext uri="{FF2B5EF4-FFF2-40B4-BE49-F238E27FC236}">
                <a16:creationId xmlns:a16="http://schemas.microsoft.com/office/drawing/2014/main" id="{7C16365E-788A-4D15-9C41-FB33EFF5CE2E}"/>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sues200_satellite_to_uav_200m/sues200_satellite_to_uav_200m/seed-3/visual/success-cov-1">
            <a:extLst xmlns:a="http://schemas.openxmlformats.org/drawingml/2006/main">
              <a:ext uri="{FF2B5EF4-FFF2-40B4-BE49-F238E27FC236}">
                <a16:creationId xmlns:a16="http://schemas.microsoft.com/office/drawing/2014/main" id="{31BEFD33-4F69-4F0D-A14E-DA4703E376AE}"/>
              </a:ext>
            </a:extLst>
          </p:cNvPr>
          <p:cNvSpPr>
            <a:spLocks xmlns:a="http://schemas.openxmlformats.org/drawingml/2006/main" noGrp="1"/>
          </p:cNvSpPr>
          <p:nvPr/>
        </p:nvSpPr>
        <p:spPr>
          <a:xfrm xmlns:a="http://schemas.openxmlformats.org/drawingml/2006/main">
            <a:off x="57868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62.500</a:t>
            </a:r>
          </a:p>
        </p:txBody>
      </p:sp>
      <p:sp>
        <p:nvSpPr>
          <p:cNvPr id="212" name="sues200_satellite_to_uav_200m/sues200_satellite_to_uav_200m/seed-3/full/success-cov-1">
            <a:extLst xmlns:a="http://schemas.openxmlformats.org/drawingml/2006/main">
              <a:ext uri="{FF2B5EF4-FFF2-40B4-BE49-F238E27FC236}">
                <a16:creationId xmlns:a16="http://schemas.microsoft.com/office/drawing/2014/main" id="{D0026E5C-5F64-4802-B840-51ADC53A16A3}"/>
              </a:ext>
            </a:extLst>
          </p:cNvPr>
          <p:cNvSpPr>
            <a:spLocks xmlns:a="http://schemas.openxmlformats.org/drawingml/2006/main" noGrp="1"/>
          </p:cNvSpPr>
          <p:nvPr/>
        </p:nvSpPr>
        <p:spPr>
          <a:xfrm xmlns:a="http://schemas.openxmlformats.org/drawingml/2006/main">
            <a:off x="57868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51.250</a:t>
            </a:r>
          </a:p>
        </p:txBody>
      </p:sp>
      <p:sp>
        <p:nvSpPr>
          <p:cNvPr id="213" name="sues200_satellite_to_uav_200m/sues200_satellite_to_uav_200m/seed-3/visual/success-prefix">
            <a:extLst xmlns:a="http://schemas.openxmlformats.org/drawingml/2006/main">
              <a:ext uri="{FF2B5EF4-FFF2-40B4-BE49-F238E27FC236}">
                <a16:creationId xmlns:a16="http://schemas.microsoft.com/office/drawing/2014/main" id="{C60F04E1-DCFC-4C55-B470-23F93076F663}"/>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sues200_satellite_to_uav_200m/sues200_satellite_to_uav_200m/seed-3/full/success-prefix">
            <a:extLst xmlns:a="http://schemas.openxmlformats.org/drawingml/2006/main">
              <a:ext uri="{FF2B5EF4-FFF2-40B4-BE49-F238E27FC236}">
                <a16:creationId xmlns:a16="http://schemas.microsoft.com/office/drawing/2014/main" id="{BD58171D-8947-4717-8875-1E2BEBE92F86}"/>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sues200_satellite_to_uav_200m/x-axis-label">
            <a:extLst xmlns:a="http://schemas.openxmlformats.org/drawingml/2006/main">
              <a:ext uri="{FF2B5EF4-FFF2-40B4-BE49-F238E27FC236}">
                <a16:creationId xmlns:a16="http://schemas.microsoft.com/office/drawing/2014/main" id="{3D9F88F8-892C-421C-9830-4EFA5B926856}"/>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sues200_satellite_to_uav_200m/footnote-1">
            <a:extLst xmlns:a="http://schemas.openxmlformats.org/drawingml/2006/main">
              <a:ext uri="{FF2B5EF4-FFF2-40B4-BE49-F238E27FC236}">
                <a16:creationId xmlns:a16="http://schemas.microsoft.com/office/drawing/2014/main" id="{E084B6D3-2FA0-4E31-ABA9-2819C819ACDD}"/>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sues200_satellite_to_uav_200m/footnote-2">
            <a:extLst xmlns:a="http://schemas.openxmlformats.org/drawingml/2006/main">
              <a:ext uri="{FF2B5EF4-FFF2-40B4-BE49-F238E27FC236}">
                <a16:creationId xmlns:a16="http://schemas.microsoft.com/office/drawing/2014/main" id="{388800F1-2261-4769-ACC5-F5A12FCD30BA}"/>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sues200_satellite_to_uav_200m/footnote-3">
            <a:extLst xmlns:a="http://schemas.openxmlformats.org/drawingml/2006/main">
              <a:ext uri="{FF2B5EF4-FFF2-40B4-BE49-F238E27FC236}">
                <a16:creationId xmlns:a16="http://schemas.microsoft.com/office/drawing/2014/main" id="{55592153-7798-4B81-ACB7-0445617692CF}"/>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sues200_satellite_to_uav_200m/footnote-4">
            <a:extLst xmlns:a="http://schemas.openxmlformats.org/drawingml/2006/main">
              <a:ext uri="{FF2B5EF4-FFF2-40B4-BE49-F238E27FC236}">
                <a16:creationId xmlns:a16="http://schemas.microsoft.com/office/drawing/2014/main" id="{4CFC9CFF-34CC-4586-BD0B-1B2C30B72A0C}"/>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sues200_satellite_to_uav_200m/footnote-5">
            <a:extLst xmlns:a="http://schemas.openxmlformats.org/drawingml/2006/main">
              <a:ext uri="{FF2B5EF4-FFF2-40B4-BE49-F238E27FC236}">
                <a16:creationId xmlns:a16="http://schemas.microsoft.com/office/drawing/2014/main" id="{CB2B79B8-A31F-4B28-AF3E-D71470016CBA}"/>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sues200_satellite_to_uav_200m/footnote-6">
            <a:extLst xmlns:a="http://schemas.openxmlformats.org/drawingml/2006/main">
              <a:ext uri="{FF2B5EF4-FFF2-40B4-BE49-F238E27FC236}">
                <a16:creationId xmlns:a16="http://schemas.microsoft.com/office/drawing/2014/main" id="{CE038DDC-F7B0-49F7-B4BD-D247E1567EC3}"/>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10299174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sues200_uav_250m_to_satellite/title">
            <a:extLst xmlns:a="http://schemas.openxmlformats.org/drawingml/2006/main">
              <a:ext uri="{FF2B5EF4-FFF2-40B4-BE49-F238E27FC236}">
                <a16:creationId xmlns:a16="http://schemas.microsoft.com/office/drawing/2014/main" id="{71F622BE-8973-46BE-8619-C2D5163D929E}"/>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250 m → satellite</a:t>
            </a:r>
          </a:p>
        </p:txBody>
      </p:sp>
      <p:sp>
        <p:nvSpPr>
          <p:cNvPr id="2" name="sues200_uav_250m_to_satellite/subtitle">
            <a:extLst xmlns:a="http://schemas.openxmlformats.org/drawingml/2006/main">
              <a:ext uri="{FF2B5EF4-FFF2-40B4-BE49-F238E27FC236}">
                <a16:creationId xmlns:a16="http://schemas.microsoft.com/office/drawing/2014/main" id="{8945DBD1-9D90-4A2F-8C33-6879ABDA726E}"/>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sues200_uav_250m_to_satellite/legend/visual/marker">
            <a:extLst xmlns:a="http://schemas.openxmlformats.org/drawingml/2006/main">
              <a:ext uri="{FF2B5EF4-FFF2-40B4-BE49-F238E27FC236}">
                <a16:creationId xmlns:a16="http://schemas.microsoft.com/office/drawing/2014/main" id="{FAC85A13-F34C-41E2-BEE0-C993E8380DE7}"/>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uav_250m_to_satellite/legend/visual/text">
            <a:extLst xmlns:a="http://schemas.openxmlformats.org/drawingml/2006/main">
              <a:ext uri="{FF2B5EF4-FFF2-40B4-BE49-F238E27FC236}">
                <a16:creationId xmlns:a16="http://schemas.microsoft.com/office/drawing/2014/main" id="{C395C7F3-4D38-49E2-891D-BDFF5E8D67DA}"/>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uav_250m_to_satellite/legend/full/marker">
            <a:extLst xmlns:a="http://schemas.openxmlformats.org/drawingml/2006/main">
              <a:ext uri="{FF2B5EF4-FFF2-40B4-BE49-F238E27FC236}">
                <a16:creationId xmlns:a16="http://schemas.microsoft.com/office/drawing/2014/main" id="{9D4EABEC-15F6-4E3C-B955-6265BA4108D0}"/>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uav_250m_to_satellite/legend/full/text">
            <a:extLst xmlns:a="http://schemas.openxmlformats.org/drawingml/2006/main">
              <a:ext uri="{FF2B5EF4-FFF2-40B4-BE49-F238E27FC236}">
                <a16:creationId xmlns:a16="http://schemas.microsoft.com/office/drawing/2014/main" id="{D54C5DD8-E94E-4764-A9AA-13BF6BE206E2}"/>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uav_250m_to_satellite/y-axis-label">
            <a:extLst xmlns:a="http://schemas.openxmlformats.org/drawingml/2006/main">
              <a:ext uri="{FF2B5EF4-FFF2-40B4-BE49-F238E27FC236}">
                <a16:creationId xmlns:a16="http://schemas.microsoft.com/office/drawing/2014/main" id="{8AF39505-4301-4508-9316-F13DAB6F951A}"/>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sues200_uav_250m_to_satellite/sues200_uav_250m_to_satellite/seed-1/heading">
            <a:extLst xmlns:a="http://schemas.openxmlformats.org/drawingml/2006/main">
              <a:ext uri="{FF2B5EF4-FFF2-40B4-BE49-F238E27FC236}">
                <a16:creationId xmlns:a16="http://schemas.microsoft.com/office/drawing/2014/main" id="{8A6D8394-D07E-4D64-A5E0-F106B7601039}"/>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uav_250m_to_satellite/sues200_uav_250m_to_satellite/seed-1/y-grid-0">
            <a:extLst xmlns:a="http://schemas.openxmlformats.org/drawingml/2006/main">
              <a:ext uri="{FF2B5EF4-FFF2-40B4-BE49-F238E27FC236}">
                <a16:creationId xmlns:a16="http://schemas.microsoft.com/office/drawing/2014/main" id="{7CE13BA6-A07E-4553-92F3-2BDFFBE01F60}"/>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uav_250m_to_satellite/sues200_uav_250m_to_satellite/seed-1/y-label-0">
            <a:extLst xmlns:a="http://schemas.openxmlformats.org/drawingml/2006/main">
              <a:ext uri="{FF2B5EF4-FFF2-40B4-BE49-F238E27FC236}">
                <a16:creationId xmlns:a16="http://schemas.microsoft.com/office/drawing/2014/main" id="{0C9742D6-2BA3-4622-9339-F7632768B7F9}"/>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uav_250m_to_satellite/sues200_uav_250m_to_satellite/seed-1/x-tick-0">
            <a:extLst xmlns:a="http://schemas.openxmlformats.org/drawingml/2006/main">
              <a:ext uri="{FF2B5EF4-FFF2-40B4-BE49-F238E27FC236}">
                <a16:creationId xmlns:a16="http://schemas.microsoft.com/office/drawing/2014/main" id="{5C8FB64F-92CD-47F8-8564-3F677CB421AC}"/>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uav_250m_to_satellite/sues200_uav_250m_to_satellite/seed-1/x-label-0">
            <a:extLst xmlns:a="http://schemas.openxmlformats.org/drawingml/2006/main">
              <a:ext uri="{FF2B5EF4-FFF2-40B4-BE49-F238E27FC236}">
                <a16:creationId xmlns:a16="http://schemas.microsoft.com/office/drawing/2014/main" id="{E0745F63-935E-4EE0-A9C6-7969F999173A}"/>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250m_to_satellite/sues200_uav_250m_to_satellite/seed-1/y-grid-25">
            <a:extLst xmlns:a="http://schemas.openxmlformats.org/drawingml/2006/main">
              <a:ext uri="{FF2B5EF4-FFF2-40B4-BE49-F238E27FC236}">
                <a16:creationId xmlns:a16="http://schemas.microsoft.com/office/drawing/2014/main" id="{29464341-6824-4CC1-8157-24AAFD8E0A2B}"/>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uav_250m_to_satellite/sues200_uav_250m_to_satellite/seed-1/y-label-25">
            <a:extLst xmlns:a="http://schemas.openxmlformats.org/drawingml/2006/main">
              <a:ext uri="{FF2B5EF4-FFF2-40B4-BE49-F238E27FC236}">
                <a16:creationId xmlns:a16="http://schemas.microsoft.com/office/drawing/2014/main" id="{457466C1-C04D-4C8D-8393-9FAB90706C31}"/>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uav_250m_to_satellite/sues200_uav_250m_to_satellite/seed-1/x-tick-25">
            <a:extLst xmlns:a="http://schemas.openxmlformats.org/drawingml/2006/main">
              <a:ext uri="{FF2B5EF4-FFF2-40B4-BE49-F238E27FC236}">
                <a16:creationId xmlns:a16="http://schemas.microsoft.com/office/drawing/2014/main" id="{AD938EB5-30AD-400F-8FFC-A6F0A97260DC}"/>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uav_250m_to_satellite/sues200_uav_250m_to_satellite/seed-1/x-label-25">
            <a:extLst xmlns:a="http://schemas.openxmlformats.org/drawingml/2006/main">
              <a:ext uri="{FF2B5EF4-FFF2-40B4-BE49-F238E27FC236}">
                <a16:creationId xmlns:a16="http://schemas.microsoft.com/office/drawing/2014/main" id="{5C16AC48-77CB-48CA-8F18-3E3E52B2CC91}"/>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uav_250m_to_satellite/sues200_uav_250m_to_satellite/seed-1/y-grid-50">
            <a:extLst xmlns:a="http://schemas.openxmlformats.org/drawingml/2006/main">
              <a:ext uri="{FF2B5EF4-FFF2-40B4-BE49-F238E27FC236}">
                <a16:creationId xmlns:a16="http://schemas.microsoft.com/office/drawing/2014/main" id="{B76FCB36-033E-4E57-A4DE-CBC318EFC282}"/>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uav_250m_to_satellite/sues200_uav_250m_to_satellite/seed-1/y-label-50">
            <a:extLst xmlns:a="http://schemas.openxmlformats.org/drawingml/2006/main">
              <a:ext uri="{FF2B5EF4-FFF2-40B4-BE49-F238E27FC236}">
                <a16:creationId xmlns:a16="http://schemas.microsoft.com/office/drawing/2014/main" id="{C0DAF1E9-49AC-4070-B853-5210AEEA2F4E}"/>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uav_250m_to_satellite/sues200_uav_250m_to_satellite/seed-1/x-tick-50">
            <a:extLst xmlns:a="http://schemas.openxmlformats.org/drawingml/2006/main">
              <a:ext uri="{FF2B5EF4-FFF2-40B4-BE49-F238E27FC236}">
                <a16:creationId xmlns:a16="http://schemas.microsoft.com/office/drawing/2014/main" id="{0A5EA032-7EB0-4248-8010-6FA7BFEE6C17}"/>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uav_250m_to_satellite/sues200_uav_250m_to_satellite/seed-1/x-label-50">
            <a:extLst xmlns:a="http://schemas.openxmlformats.org/drawingml/2006/main">
              <a:ext uri="{FF2B5EF4-FFF2-40B4-BE49-F238E27FC236}">
                <a16:creationId xmlns:a16="http://schemas.microsoft.com/office/drawing/2014/main" id="{EFDDB0BD-33F6-4C64-8A43-884A8F2DA9D0}"/>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uav_250m_to_satellite/sues200_uav_250m_to_satellite/seed-1/y-grid-75">
            <a:extLst xmlns:a="http://schemas.openxmlformats.org/drawingml/2006/main">
              <a:ext uri="{FF2B5EF4-FFF2-40B4-BE49-F238E27FC236}">
                <a16:creationId xmlns:a16="http://schemas.microsoft.com/office/drawing/2014/main" id="{93C248BB-741D-4782-92EE-74431A087C73}"/>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uav_250m_to_satellite/sues200_uav_250m_to_satellite/seed-1/y-label-75">
            <a:extLst xmlns:a="http://schemas.openxmlformats.org/drawingml/2006/main">
              <a:ext uri="{FF2B5EF4-FFF2-40B4-BE49-F238E27FC236}">
                <a16:creationId xmlns:a16="http://schemas.microsoft.com/office/drawing/2014/main" id="{3D1E6314-1C4F-4713-B4BB-C130C5B71D46}"/>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uav_250m_to_satellite/sues200_uav_250m_to_satellite/seed-1/x-tick-75">
            <a:extLst xmlns:a="http://schemas.openxmlformats.org/drawingml/2006/main">
              <a:ext uri="{FF2B5EF4-FFF2-40B4-BE49-F238E27FC236}">
                <a16:creationId xmlns:a16="http://schemas.microsoft.com/office/drawing/2014/main" id="{24D0FDDC-5633-4108-801A-1A886BC04F8C}"/>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uav_250m_to_satellite/sues200_uav_250m_to_satellite/seed-1/x-label-75">
            <a:extLst xmlns:a="http://schemas.openxmlformats.org/drawingml/2006/main">
              <a:ext uri="{FF2B5EF4-FFF2-40B4-BE49-F238E27FC236}">
                <a16:creationId xmlns:a16="http://schemas.microsoft.com/office/drawing/2014/main" id="{65218860-85F2-4E86-A584-49F9AB451F9B}"/>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uav_250m_to_satellite/sues200_uav_250m_to_satellite/seed-1/y-grid-100">
            <a:extLst xmlns:a="http://schemas.openxmlformats.org/drawingml/2006/main">
              <a:ext uri="{FF2B5EF4-FFF2-40B4-BE49-F238E27FC236}">
                <a16:creationId xmlns:a16="http://schemas.microsoft.com/office/drawing/2014/main" id="{FAE978B2-D7D5-4950-A68B-04D0E2E1A43F}"/>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uav_250m_to_satellite/sues200_uav_250m_to_satellite/seed-1/y-label-100">
            <a:extLst xmlns:a="http://schemas.openxmlformats.org/drawingml/2006/main">
              <a:ext uri="{FF2B5EF4-FFF2-40B4-BE49-F238E27FC236}">
                <a16:creationId xmlns:a16="http://schemas.microsoft.com/office/drawing/2014/main" id="{496715F0-8BF1-4F7B-B03B-E70FB040BE27}"/>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uav_250m_to_satellite/sues200_uav_250m_to_satellite/seed-1/x-tick-100">
            <a:extLst xmlns:a="http://schemas.openxmlformats.org/drawingml/2006/main">
              <a:ext uri="{FF2B5EF4-FFF2-40B4-BE49-F238E27FC236}">
                <a16:creationId xmlns:a16="http://schemas.microsoft.com/office/drawing/2014/main" id="{F2F29648-6EC7-42CF-9245-5E13E99CF96C}"/>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uav_250m_to_satellite/sues200_uav_250m_to_satellite/seed-1/x-label-100">
            <a:extLst xmlns:a="http://schemas.openxmlformats.org/drawingml/2006/main">
              <a:ext uri="{FF2B5EF4-FFF2-40B4-BE49-F238E27FC236}">
                <a16:creationId xmlns:a16="http://schemas.microsoft.com/office/drawing/2014/main" id="{941E1894-6790-4F12-8615-16D1872DD390}"/>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uav_250m_to_satellite/sues200_uav_250m_to_satellite/seed-1/y-axis">
            <a:extLst xmlns:a="http://schemas.openxmlformats.org/drawingml/2006/main">
              <a:ext uri="{FF2B5EF4-FFF2-40B4-BE49-F238E27FC236}">
                <a16:creationId xmlns:a16="http://schemas.microsoft.com/office/drawing/2014/main" id="{D1D2B659-32D4-4461-B55D-DE50B07C4F16}"/>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250m_to_satellite/sues200_uav_250m_to_satellite/seed-1/x-axis">
            <a:extLst xmlns:a="http://schemas.openxmlformats.org/drawingml/2006/main">
              <a:ext uri="{FF2B5EF4-FFF2-40B4-BE49-F238E27FC236}">
                <a16:creationId xmlns:a16="http://schemas.microsoft.com/office/drawing/2014/main" id="{2990859A-BC3B-40AA-B8F1-6CA608C4921B}"/>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uav_250m_to_satellite/sues200_uav_250m_to_satellite/seed-1/visual/guide-1-2">
            <a:extLst xmlns:a="http://schemas.openxmlformats.org/drawingml/2006/main">
              <a:ext uri="{FF2B5EF4-FFF2-40B4-BE49-F238E27FC236}">
                <a16:creationId xmlns:a16="http://schemas.microsoft.com/office/drawing/2014/main" id="{F7867BA9-BBDF-4DFD-AD0F-EED564340B1C}"/>
              </a:ext>
            </a:extLst>
          </p:cNvPr>
          <p:cNvSpPr>
            <a:spLocks xmlns:a="http://schemas.openxmlformats.org/drawingml/2006/main" noGrp="1"/>
          </p:cNvSpPr>
          <p:nvPr/>
        </p:nvSpPr>
        <p:spPr>
          <a:xfrm xmlns:a="http://schemas.openxmlformats.org/drawingml/2006/main" flipV="1">
            <a:off x="1333500" y="2217623"/>
            <a:ext cx="400050" cy="166624"/>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sues200_uav_250m_to_satellite/sues200_uav_250m_to_satellite/seed-1/visual/guide-2-3">
            <a:extLst xmlns:a="http://schemas.openxmlformats.org/drawingml/2006/main">
              <a:ext uri="{FF2B5EF4-FFF2-40B4-BE49-F238E27FC236}">
                <a16:creationId xmlns:a16="http://schemas.microsoft.com/office/drawing/2014/main" id="{00C314C5-C25A-40A1-8FB0-583032EA3CCF}"/>
              </a:ext>
            </a:extLst>
          </p:cNvPr>
          <p:cNvSpPr>
            <a:spLocks xmlns:a="http://schemas.openxmlformats.org/drawingml/2006/main" noGrp="1"/>
          </p:cNvSpPr>
          <p:nvPr/>
        </p:nvSpPr>
        <p:spPr>
          <a:xfrm xmlns:a="http://schemas.openxmlformats.org/drawingml/2006/main" flipV="1">
            <a:off x="1733550" y="2139188"/>
            <a:ext cx="240030" cy="78435"/>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sues200_uav_250m_to_satellite/sues200_uav_250m_to_satellite/seed-1/visual/guide-3-4">
            <a:extLst xmlns:a="http://schemas.openxmlformats.org/drawingml/2006/main">
              <a:ext uri="{FF2B5EF4-FFF2-40B4-BE49-F238E27FC236}">
                <a16:creationId xmlns:a16="http://schemas.microsoft.com/office/drawing/2014/main" id="{B8F421B0-4D12-4190-B12D-6BF207A26C75}"/>
              </a:ext>
            </a:extLst>
          </p:cNvPr>
          <p:cNvSpPr>
            <a:spLocks xmlns:a="http://schemas.openxmlformats.org/drawingml/2006/main" noGrp="1"/>
          </p:cNvSpPr>
          <p:nvPr/>
        </p:nvSpPr>
        <p:spPr>
          <a:xfrm xmlns:a="http://schemas.openxmlformats.org/drawingml/2006/main" flipV="1">
            <a:off x="1973580" y="2100986"/>
            <a:ext cx="160020" cy="38202"/>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sues200_uav_250m_to_satellite/sues200_uav_250m_to_satellite/seed-1/visual/point-cov-0.5">
            <a:extLst xmlns:a="http://schemas.openxmlformats.org/drawingml/2006/main">
              <a:ext uri="{FF2B5EF4-FFF2-40B4-BE49-F238E27FC236}">
                <a16:creationId xmlns:a16="http://schemas.microsoft.com/office/drawing/2014/main" id="{7DECC9F6-A8EC-42F4-B2F2-FB8638850AAF}"/>
              </a:ext>
            </a:extLst>
          </p:cNvPr>
          <p:cNvSpPr>
            <a:spLocks xmlns:a="http://schemas.openxmlformats.org/drawingml/2006/main" noGrp="1"/>
          </p:cNvSpPr>
          <p:nvPr/>
        </p:nvSpPr>
        <p:spPr>
          <a:xfrm xmlns:a="http://schemas.openxmlformats.org/drawingml/2006/main">
            <a:off x="1303655" y="235440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uav_250m_to_satellite/sues200_uav_250m_to_satellite/seed-1/visual/point-cov-0.75">
            <a:extLst xmlns:a="http://schemas.openxmlformats.org/drawingml/2006/main">
              <a:ext uri="{FF2B5EF4-FFF2-40B4-BE49-F238E27FC236}">
                <a16:creationId xmlns:a16="http://schemas.microsoft.com/office/drawing/2014/main" id="{39F71E47-C956-479E-9C1C-4E0CC37AF87E}"/>
              </a:ext>
            </a:extLst>
          </p:cNvPr>
          <p:cNvSpPr>
            <a:spLocks xmlns:a="http://schemas.openxmlformats.org/drawingml/2006/main" noGrp="1"/>
          </p:cNvSpPr>
          <p:nvPr/>
        </p:nvSpPr>
        <p:spPr>
          <a:xfrm xmlns:a="http://schemas.openxmlformats.org/drawingml/2006/main">
            <a:off x="1703705" y="218777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uav_250m_to_satellite/sues200_uav_250m_to_satellite/seed-1/visual/point-cov-0.9">
            <a:extLst xmlns:a="http://schemas.openxmlformats.org/drawingml/2006/main">
              <a:ext uri="{FF2B5EF4-FFF2-40B4-BE49-F238E27FC236}">
                <a16:creationId xmlns:a16="http://schemas.microsoft.com/office/drawing/2014/main" id="{78A8759B-4412-42DC-BE2A-033673B9D4C0}"/>
              </a:ext>
            </a:extLst>
          </p:cNvPr>
          <p:cNvSpPr>
            <a:spLocks xmlns:a="http://schemas.openxmlformats.org/drawingml/2006/main" noGrp="1"/>
          </p:cNvSpPr>
          <p:nvPr/>
        </p:nvSpPr>
        <p:spPr>
          <a:xfrm xmlns:a="http://schemas.openxmlformats.org/drawingml/2006/main">
            <a:off x="1943735" y="2109343"/>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uav_250m_to_satellite/sues200_uav_250m_to_satellite/seed-1/visual/point-cov-1">
            <a:extLst xmlns:a="http://schemas.openxmlformats.org/drawingml/2006/main">
              <a:ext uri="{FF2B5EF4-FFF2-40B4-BE49-F238E27FC236}">
                <a16:creationId xmlns:a16="http://schemas.microsoft.com/office/drawing/2014/main" id="{E4BF37C7-7EAA-4257-B58E-78D04DE9CE44}"/>
              </a:ext>
            </a:extLst>
          </p:cNvPr>
          <p:cNvSpPr>
            <a:spLocks xmlns:a="http://schemas.openxmlformats.org/drawingml/2006/main" noGrp="1"/>
          </p:cNvSpPr>
          <p:nvPr/>
        </p:nvSpPr>
        <p:spPr>
          <a:xfrm xmlns:a="http://schemas.openxmlformats.org/drawingml/2006/main">
            <a:off x="2103755" y="207114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sues200_uav_250m_to_satellite/sues200_uav_250m_to_satellite/seed-1/full/guide-1-2">
            <a:extLst xmlns:a="http://schemas.openxmlformats.org/drawingml/2006/main">
              <a:ext uri="{FF2B5EF4-FFF2-40B4-BE49-F238E27FC236}">
                <a16:creationId xmlns:a16="http://schemas.microsoft.com/office/drawing/2014/main" id="{0CC021E1-2DEF-43F3-B92A-7B1DA449D8E8}"/>
              </a:ext>
            </a:extLst>
          </p:cNvPr>
          <p:cNvSpPr>
            <a:spLocks xmlns:a="http://schemas.openxmlformats.org/drawingml/2006/main" noGrp="1"/>
          </p:cNvSpPr>
          <p:nvPr/>
        </p:nvSpPr>
        <p:spPr>
          <a:xfrm xmlns:a="http://schemas.openxmlformats.org/drawingml/2006/main" flipV="1">
            <a:off x="1333500" y="2385873"/>
            <a:ext cx="400050" cy="13858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sues200_uav_250m_to_satellite/sues200_uav_250m_to_satellite/seed-1/full/guide-2-3">
            <a:extLst xmlns:a="http://schemas.openxmlformats.org/drawingml/2006/main">
              <a:ext uri="{FF2B5EF4-FFF2-40B4-BE49-F238E27FC236}">
                <a16:creationId xmlns:a16="http://schemas.microsoft.com/office/drawing/2014/main" id="{CC17EE08-296F-4AE9-B4B0-5D0E9AB81BCA}"/>
              </a:ext>
            </a:extLst>
          </p:cNvPr>
          <p:cNvSpPr>
            <a:spLocks xmlns:a="http://schemas.openxmlformats.org/drawingml/2006/main" noGrp="1"/>
          </p:cNvSpPr>
          <p:nvPr/>
        </p:nvSpPr>
        <p:spPr>
          <a:xfrm xmlns:a="http://schemas.openxmlformats.org/drawingml/2006/main" flipV="1">
            <a:off x="1733550" y="2333447"/>
            <a:ext cx="240030" cy="52426"/>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sues200_uav_250m_to_satellite/sues200_uav_250m_to_satellite/seed-1/full/guide-3-4">
            <a:extLst xmlns:a="http://schemas.openxmlformats.org/drawingml/2006/main">
              <a:ext uri="{FF2B5EF4-FFF2-40B4-BE49-F238E27FC236}">
                <a16:creationId xmlns:a16="http://schemas.microsoft.com/office/drawing/2014/main" id="{92D40F0B-798F-4010-A527-0D9F60790542}"/>
              </a:ext>
            </a:extLst>
          </p:cNvPr>
          <p:cNvSpPr>
            <a:spLocks xmlns:a="http://schemas.openxmlformats.org/drawingml/2006/main" noGrp="1"/>
          </p:cNvSpPr>
          <p:nvPr/>
        </p:nvSpPr>
        <p:spPr>
          <a:xfrm xmlns:a="http://schemas.openxmlformats.org/drawingml/2006/main" flipV="1">
            <a:off x="1973580" y="2298090"/>
            <a:ext cx="160020" cy="35357"/>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sues200_uav_250m_to_satellite/sues200_uav_250m_to_satellite/seed-1/full/point-cov-0.5">
            <a:extLst xmlns:a="http://schemas.openxmlformats.org/drawingml/2006/main">
              <a:ext uri="{FF2B5EF4-FFF2-40B4-BE49-F238E27FC236}">
                <a16:creationId xmlns:a16="http://schemas.microsoft.com/office/drawing/2014/main" id="{CEC28531-7664-448C-B34B-63B99EA2CE5D}"/>
              </a:ext>
            </a:extLst>
          </p:cNvPr>
          <p:cNvSpPr>
            <a:spLocks xmlns:a="http://schemas.openxmlformats.org/drawingml/2006/main" noGrp="1"/>
          </p:cNvSpPr>
          <p:nvPr/>
        </p:nvSpPr>
        <p:spPr>
          <a:xfrm xmlns:a="http://schemas.openxmlformats.org/drawingml/2006/main">
            <a:off x="1309370" y="250032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sues200_uav_250m_to_satellite/sues200_uav_250m_to_satellite/seed-1/full/point-cov-0.75">
            <a:extLst xmlns:a="http://schemas.openxmlformats.org/drawingml/2006/main">
              <a:ext uri="{FF2B5EF4-FFF2-40B4-BE49-F238E27FC236}">
                <a16:creationId xmlns:a16="http://schemas.microsoft.com/office/drawing/2014/main" id="{D14FFA65-B106-48BC-8E9F-D4E972529088}"/>
              </a:ext>
            </a:extLst>
          </p:cNvPr>
          <p:cNvSpPr>
            <a:spLocks xmlns:a="http://schemas.openxmlformats.org/drawingml/2006/main" noGrp="1"/>
          </p:cNvSpPr>
          <p:nvPr/>
        </p:nvSpPr>
        <p:spPr>
          <a:xfrm xmlns:a="http://schemas.openxmlformats.org/drawingml/2006/main">
            <a:off x="1709420" y="2361743"/>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sues200_uav_250m_to_satellite/sues200_uav_250m_to_satellite/seed-1/full/point-cov-0.9">
            <a:extLst xmlns:a="http://schemas.openxmlformats.org/drawingml/2006/main">
              <a:ext uri="{FF2B5EF4-FFF2-40B4-BE49-F238E27FC236}">
                <a16:creationId xmlns:a16="http://schemas.microsoft.com/office/drawing/2014/main" id="{F739041C-96E0-4EB8-B5FC-557C9094D4CF}"/>
              </a:ext>
            </a:extLst>
          </p:cNvPr>
          <p:cNvSpPr>
            <a:spLocks xmlns:a="http://schemas.openxmlformats.org/drawingml/2006/main" noGrp="1"/>
          </p:cNvSpPr>
          <p:nvPr/>
        </p:nvSpPr>
        <p:spPr>
          <a:xfrm xmlns:a="http://schemas.openxmlformats.org/drawingml/2006/main">
            <a:off x="1949450" y="230931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sues200_uav_250m_to_satellite/sues200_uav_250m_to_satellite/seed-1/full/point-cov-1">
            <a:extLst xmlns:a="http://schemas.openxmlformats.org/drawingml/2006/main">
              <a:ext uri="{FF2B5EF4-FFF2-40B4-BE49-F238E27FC236}">
                <a16:creationId xmlns:a16="http://schemas.microsoft.com/office/drawing/2014/main" id="{864C1025-0D93-4620-A7BD-97C912D34956}"/>
              </a:ext>
            </a:extLst>
          </p:cNvPr>
          <p:cNvSpPr>
            <a:spLocks xmlns:a="http://schemas.openxmlformats.org/drawingml/2006/main" noGrp="1"/>
          </p:cNvSpPr>
          <p:nvPr/>
        </p:nvSpPr>
        <p:spPr>
          <a:xfrm xmlns:a="http://schemas.openxmlformats.org/drawingml/2006/main">
            <a:off x="2109470" y="227396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sues200_uav_250m_to_satellite/sues200_uav_250m_to_satellite/seed-1/count/N">
            <a:extLst xmlns:a="http://schemas.openxmlformats.org/drawingml/2006/main">
              <a:ext uri="{FF2B5EF4-FFF2-40B4-BE49-F238E27FC236}">
                <a16:creationId xmlns:a16="http://schemas.microsoft.com/office/drawing/2014/main" id="{D8DBF02C-FF17-497F-AFDD-5EF62941C414}"/>
              </a:ext>
            </a:extLst>
          </p:cNvPr>
          <p:cNvSpPr>
            <a:spLocks xmlns:a="http://schemas.openxmlformats.org/drawingml/2006/main" noGrp="1"/>
          </p:cNvSpPr>
          <p:nvPr/>
        </p:nvSpPr>
        <p:spPr>
          <a:xfrm xmlns:a="http://schemas.openxmlformats.org/drawingml/2006/main">
            <a:off x="8506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46" name="sues200_uav_250m_to_satellite/sues200_uav_250m_to_satellite/seed-1/count/header/requested">
            <a:extLst xmlns:a="http://schemas.openxmlformats.org/drawingml/2006/main">
              <a:ext uri="{FF2B5EF4-FFF2-40B4-BE49-F238E27FC236}">
                <a16:creationId xmlns:a16="http://schemas.microsoft.com/office/drawing/2014/main" id="{3FF33FB9-12F3-417D-86A0-47C4112BF1A6}"/>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sues200_uav_250m_to_satellite/sues200_uav_250m_to_satellite/seed-1/count/header/kN">
            <a:extLst xmlns:a="http://schemas.openxmlformats.org/drawingml/2006/main">
              <a:ext uri="{FF2B5EF4-FFF2-40B4-BE49-F238E27FC236}">
                <a16:creationId xmlns:a16="http://schemas.microsoft.com/office/drawing/2014/main" id="{530F55C2-D01D-45DA-91E1-D5E002CC54AE}"/>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sues200_uav_250m_to_satellite/sues200_uav_250m_to_satellite/seed-1/count/header/overlap">
            <a:extLst xmlns:a="http://schemas.openxmlformats.org/drawingml/2006/main">
              <a:ext uri="{FF2B5EF4-FFF2-40B4-BE49-F238E27FC236}">
                <a16:creationId xmlns:a16="http://schemas.microsoft.com/office/drawing/2014/main" id="{911F3AE3-4E39-4736-8868-BFE7C128FD6A}"/>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sues200_uav_250m_to_satellite/sues200_uav_250m_to_satellite/seed-1/count/header/rule">
            <a:extLst xmlns:a="http://schemas.openxmlformats.org/drawingml/2006/main">
              <a:ext uri="{FF2B5EF4-FFF2-40B4-BE49-F238E27FC236}">
                <a16:creationId xmlns:a16="http://schemas.microsoft.com/office/drawing/2014/main" id="{4BF060B0-56DA-48CA-A7D6-25FA0578BDE5}"/>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sues200_uav_250m_to_satellite/sues200_uav_250m_to_satellite/seed-1/count/cov-0.5/requested">
            <a:extLst xmlns:a="http://schemas.openxmlformats.org/drawingml/2006/main">
              <a:ext uri="{FF2B5EF4-FFF2-40B4-BE49-F238E27FC236}">
                <a16:creationId xmlns:a16="http://schemas.microsoft.com/office/drawing/2014/main" id="{73843779-75C0-4AD3-94CF-0142202A5B1D}"/>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sues200_uav_250m_to_satellite/sues200_uav_250m_to_satellite/seed-1/count/cov-0.5/kN">
            <a:extLst xmlns:a="http://schemas.openxmlformats.org/drawingml/2006/main">
              <a:ext uri="{FF2B5EF4-FFF2-40B4-BE49-F238E27FC236}">
                <a16:creationId xmlns:a16="http://schemas.microsoft.com/office/drawing/2014/main" id="{582E59DD-A6A6-4688-8DBA-4686D091E251}"/>
              </a:ext>
            </a:extLst>
          </p:cNvPr>
          <p:cNvSpPr>
            <a:spLocks xmlns:a="http://schemas.openxmlformats.org/drawingml/2006/main" noGrp="1"/>
          </p:cNvSpPr>
          <p:nvPr/>
        </p:nvSpPr>
        <p:spPr>
          <a:xfrm xmlns:a="http://schemas.openxmlformats.org/drawingml/2006/main">
            <a:off x="10634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52" name="sues200_uav_250m_to_satellite/sues200_uav_250m_to_satellite/seed-1/count/cov-0.5/overlap">
            <a:extLst xmlns:a="http://schemas.openxmlformats.org/drawingml/2006/main">
              <a:ext uri="{FF2B5EF4-FFF2-40B4-BE49-F238E27FC236}">
                <a16:creationId xmlns:a16="http://schemas.microsoft.com/office/drawing/2014/main" id="{BF76DC22-C484-4148-B7AB-79835914BEA5}"/>
              </a:ext>
            </a:extLst>
          </p:cNvPr>
          <p:cNvSpPr>
            <a:spLocks xmlns:a="http://schemas.openxmlformats.org/drawingml/2006/main" noGrp="1"/>
          </p:cNvSpPr>
          <p:nvPr/>
        </p:nvSpPr>
        <p:spPr>
          <a:xfrm xmlns:a="http://schemas.openxmlformats.org/drawingml/2006/main">
            <a:off x="1825419" y="39197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1098</a:t>
            </a:r>
          </a:p>
        </p:txBody>
      </p:sp>
      <p:sp>
        <p:nvSpPr>
          <p:cNvPr id="53" name="sues200_uav_250m_to_satellite/sues200_uav_250m_to_satellite/seed-1/count/cov-0.75/requested">
            <a:extLst xmlns:a="http://schemas.openxmlformats.org/drawingml/2006/main">
              <a:ext uri="{FF2B5EF4-FFF2-40B4-BE49-F238E27FC236}">
                <a16:creationId xmlns:a16="http://schemas.microsoft.com/office/drawing/2014/main" id="{026FB7C1-726D-4BEF-AA57-C4F09DB2E38F}"/>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sues200_uav_250m_to_satellite/sues200_uav_250m_to_satellite/seed-1/count/cov-0.75/kN">
            <a:extLst xmlns:a="http://schemas.openxmlformats.org/drawingml/2006/main">
              <a:ext uri="{FF2B5EF4-FFF2-40B4-BE49-F238E27FC236}">
                <a16:creationId xmlns:a16="http://schemas.microsoft.com/office/drawing/2014/main" id="{EDB03AEF-24BD-4B8F-B037-09DD2B482B2B}"/>
              </a:ext>
            </a:extLst>
          </p:cNvPr>
          <p:cNvSpPr>
            <a:spLocks xmlns:a="http://schemas.openxmlformats.org/drawingml/2006/main" noGrp="1"/>
          </p:cNvSpPr>
          <p:nvPr/>
        </p:nvSpPr>
        <p:spPr>
          <a:xfrm xmlns:a="http://schemas.openxmlformats.org/drawingml/2006/main">
            <a:off x="10634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55" name="sues200_uav_250m_to_satellite/sues200_uav_250m_to_satellite/seed-1/count/cov-0.75/overlap">
            <a:extLst xmlns:a="http://schemas.openxmlformats.org/drawingml/2006/main">
              <a:ext uri="{FF2B5EF4-FFF2-40B4-BE49-F238E27FC236}">
                <a16:creationId xmlns:a16="http://schemas.microsoft.com/office/drawing/2014/main" id="{17FC91A4-9CF6-4197-826D-23B4E3D168A8}"/>
              </a:ext>
            </a:extLst>
          </p:cNvPr>
          <p:cNvSpPr>
            <a:spLocks xmlns:a="http://schemas.openxmlformats.org/drawingml/2006/main" noGrp="1"/>
          </p:cNvSpPr>
          <p:nvPr/>
        </p:nvSpPr>
        <p:spPr>
          <a:xfrm xmlns:a="http://schemas.openxmlformats.org/drawingml/2006/main">
            <a:off x="18254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2292</a:t>
            </a:r>
          </a:p>
        </p:txBody>
      </p:sp>
      <p:sp>
        <p:nvSpPr>
          <p:cNvPr id="56" name="sues200_uav_250m_to_satellite/sues200_uav_250m_to_satellite/seed-1/count/cov-0.9/requested">
            <a:extLst xmlns:a="http://schemas.openxmlformats.org/drawingml/2006/main">
              <a:ext uri="{FF2B5EF4-FFF2-40B4-BE49-F238E27FC236}">
                <a16:creationId xmlns:a16="http://schemas.microsoft.com/office/drawing/2014/main" id="{BA7E1EA6-0447-42B4-9A39-1B76E350F3A2}"/>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sues200_uav_250m_to_satellite/sues200_uav_250m_to_satellite/seed-1/count/cov-0.9/kN">
            <a:extLst xmlns:a="http://schemas.openxmlformats.org/drawingml/2006/main">
              <a:ext uri="{FF2B5EF4-FFF2-40B4-BE49-F238E27FC236}">
                <a16:creationId xmlns:a16="http://schemas.microsoft.com/office/drawing/2014/main" id="{53E7F065-532A-44DB-98E5-618DC80F2C6F}"/>
              </a:ext>
            </a:extLst>
          </p:cNvPr>
          <p:cNvSpPr>
            <a:spLocks xmlns:a="http://schemas.openxmlformats.org/drawingml/2006/main" noGrp="1"/>
          </p:cNvSpPr>
          <p:nvPr/>
        </p:nvSpPr>
        <p:spPr>
          <a:xfrm xmlns:a="http://schemas.openxmlformats.org/drawingml/2006/main">
            <a:off x="10634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58" name="sues200_uav_250m_to_satellite/sues200_uav_250m_to_satellite/seed-1/count/cov-0.9/overlap">
            <a:extLst xmlns:a="http://schemas.openxmlformats.org/drawingml/2006/main">
              <a:ext uri="{FF2B5EF4-FFF2-40B4-BE49-F238E27FC236}">
                <a16:creationId xmlns:a16="http://schemas.microsoft.com/office/drawing/2014/main" id="{EB7814EB-5141-4C3D-ACAD-184D33C57984}"/>
              </a:ext>
            </a:extLst>
          </p:cNvPr>
          <p:cNvSpPr>
            <a:spLocks xmlns:a="http://schemas.openxmlformats.org/drawingml/2006/main" noGrp="1"/>
          </p:cNvSpPr>
          <p:nvPr/>
        </p:nvSpPr>
        <p:spPr>
          <a:xfrm xmlns:a="http://schemas.openxmlformats.org/drawingml/2006/main">
            <a:off x="18254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3282</a:t>
            </a:r>
          </a:p>
        </p:txBody>
      </p:sp>
      <p:sp>
        <p:nvSpPr>
          <p:cNvPr id="59" name="sues200_uav_250m_to_satellite/sues200_uav_250m_to_satellite/seed-1/count/cov-1/requested">
            <a:extLst xmlns:a="http://schemas.openxmlformats.org/drawingml/2006/main">
              <a:ext uri="{FF2B5EF4-FFF2-40B4-BE49-F238E27FC236}">
                <a16:creationId xmlns:a16="http://schemas.microsoft.com/office/drawing/2014/main" id="{9584BF89-52DF-4049-9E49-D8BA6D358141}"/>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sues200_uav_250m_to_satellite/sues200_uav_250m_to_satellite/seed-1/count/cov-1/kN">
            <a:extLst xmlns:a="http://schemas.openxmlformats.org/drawingml/2006/main">
              <a:ext uri="{FF2B5EF4-FFF2-40B4-BE49-F238E27FC236}">
                <a16:creationId xmlns:a16="http://schemas.microsoft.com/office/drawing/2014/main" id="{E4E784BB-CC3D-4F8E-8955-F1DD87980D5A}"/>
              </a:ext>
            </a:extLst>
          </p:cNvPr>
          <p:cNvSpPr>
            <a:spLocks xmlns:a="http://schemas.openxmlformats.org/drawingml/2006/main" noGrp="1"/>
          </p:cNvSpPr>
          <p:nvPr/>
        </p:nvSpPr>
        <p:spPr>
          <a:xfrm xmlns:a="http://schemas.openxmlformats.org/drawingml/2006/main">
            <a:off x="10634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61" name="sues200_uav_250m_to_satellite/sues200_uav_250m_to_satellite/seed-1/count/cov-1/overlap">
            <a:extLst xmlns:a="http://schemas.openxmlformats.org/drawingml/2006/main">
              <a:ext uri="{FF2B5EF4-FFF2-40B4-BE49-F238E27FC236}">
                <a16:creationId xmlns:a16="http://schemas.microsoft.com/office/drawing/2014/main" id="{D14514F0-3324-40DB-846F-7B675E59995A}"/>
              </a:ext>
            </a:extLst>
          </p:cNvPr>
          <p:cNvSpPr>
            <a:spLocks xmlns:a="http://schemas.openxmlformats.org/drawingml/2006/main" noGrp="1"/>
          </p:cNvSpPr>
          <p:nvPr/>
        </p:nvSpPr>
        <p:spPr>
          <a:xfrm xmlns:a="http://schemas.openxmlformats.org/drawingml/2006/main">
            <a:off x="18254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62" name="sues200_uav_250m_to_satellite/sues200_uav_250m_to_satellite/seed-1/success/heading">
            <a:extLst xmlns:a="http://schemas.openxmlformats.org/drawingml/2006/main">
              <a:ext uri="{FF2B5EF4-FFF2-40B4-BE49-F238E27FC236}">
                <a16:creationId xmlns:a16="http://schemas.microsoft.com/office/drawing/2014/main" id="{F2BACB6B-FF63-41B9-9AC4-1B3F8A9E7F8D}"/>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sues200_uav_250m_to_satellite/sues200_uav_250m_to_satellite/seed-1/success/cov-0.5/heading">
            <a:extLst xmlns:a="http://schemas.openxmlformats.org/drawingml/2006/main">
              <a:ext uri="{FF2B5EF4-FFF2-40B4-BE49-F238E27FC236}">
                <a16:creationId xmlns:a16="http://schemas.microsoft.com/office/drawing/2014/main" id="{66FFE325-7998-4D4C-9DA3-C3C272206EBE}"/>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sues200_uav_250m_to_satellite/sues200_uav_250m_to_satellite/seed-1/visual/success-cov-0.5">
            <a:extLst xmlns:a="http://schemas.openxmlformats.org/drawingml/2006/main">
              <a:ext uri="{FF2B5EF4-FFF2-40B4-BE49-F238E27FC236}">
                <a16:creationId xmlns:a16="http://schemas.microsoft.com/office/drawing/2014/main" id="{C5E3FD1B-97D5-4AC4-8A71-CFAC43BFC858}"/>
              </a:ext>
            </a:extLst>
          </p:cNvPr>
          <p:cNvSpPr>
            <a:spLocks xmlns:a="http://schemas.openxmlformats.org/drawingml/2006/main" noGrp="1"/>
          </p:cNvSpPr>
          <p:nvPr/>
        </p:nvSpPr>
        <p:spPr>
          <a:xfrm xmlns:a="http://schemas.openxmlformats.org/drawingml/2006/main">
            <a:off x="5734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30.675</a:t>
            </a:r>
          </a:p>
        </p:txBody>
      </p:sp>
      <p:sp>
        <p:nvSpPr>
          <p:cNvPr id="65" name="sues200_uav_250m_to_satellite/sues200_uav_250m_to_satellite/seed-1/full/success-cov-0.5">
            <a:extLst xmlns:a="http://schemas.openxmlformats.org/drawingml/2006/main">
              <a:ext uri="{FF2B5EF4-FFF2-40B4-BE49-F238E27FC236}">
                <a16:creationId xmlns:a16="http://schemas.microsoft.com/office/drawing/2014/main" id="{CD4683AB-CA75-4947-A93A-15BFF145FD9C}"/>
              </a:ext>
            </a:extLst>
          </p:cNvPr>
          <p:cNvSpPr>
            <a:spLocks xmlns:a="http://schemas.openxmlformats.org/drawingml/2006/main" noGrp="1"/>
          </p:cNvSpPr>
          <p:nvPr/>
        </p:nvSpPr>
        <p:spPr>
          <a:xfrm xmlns:a="http://schemas.openxmlformats.org/drawingml/2006/main">
            <a:off x="5734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22.050</a:t>
            </a:r>
          </a:p>
        </p:txBody>
      </p:sp>
      <p:sp>
        <p:nvSpPr>
          <p:cNvPr id="66" name="sues200_uav_250m_to_satellite/sues200_uav_250m_to_satellite/seed-1/success/cov-0.75/heading">
            <a:extLst xmlns:a="http://schemas.openxmlformats.org/drawingml/2006/main">
              <a:ext uri="{FF2B5EF4-FFF2-40B4-BE49-F238E27FC236}">
                <a16:creationId xmlns:a16="http://schemas.microsoft.com/office/drawing/2014/main" id="{82F41AEA-7E3A-4B7D-9C94-5A8F3FDAFE18}"/>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sues200_uav_250m_to_satellite/sues200_uav_250m_to_satellite/seed-1/visual/success-cov-0.75">
            <a:extLst xmlns:a="http://schemas.openxmlformats.org/drawingml/2006/main">
              <a:ext uri="{FF2B5EF4-FFF2-40B4-BE49-F238E27FC236}">
                <a16:creationId xmlns:a16="http://schemas.microsoft.com/office/drawing/2014/main" id="{D737E658-0440-4F10-9BEC-E754F6DAA66F}"/>
              </a:ext>
            </a:extLst>
          </p:cNvPr>
          <p:cNvSpPr>
            <a:spLocks xmlns:a="http://schemas.openxmlformats.org/drawingml/2006/main" noGrp="1"/>
          </p:cNvSpPr>
          <p:nvPr/>
        </p:nvSpPr>
        <p:spPr>
          <a:xfrm xmlns:a="http://schemas.openxmlformats.org/drawingml/2006/main">
            <a:off x="9735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40.925</a:t>
            </a:r>
          </a:p>
        </p:txBody>
      </p:sp>
      <p:sp>
        <p:nvSpPr>
          <p:cNvPr id="68" name="sues200_uav_250m_to_satellite/sues200_uav_250m_to_satellite/seed-1/full/success-cov-0.75">
            <a:extLst xmlns:a="http://schemas.openxmlformats.org/drawingml/2006/main">
              <a:ext uri="{FF2B5EF4-FFF2-40B4-BE49-F238E27FC236}">
                <a16:creationId xmlns:a16="http://schemas.microsoft.com/office/drawing/2014/main" id="{D56A55B9-8A8F-4632-B53C-E0E54E487296}"/>
              </a:ext>
            </a:extLst>
          </p:cNvPr>
          <p:cNvSpPr>
            <a:spLocks xmlns:a="http://schemas.openxmlformats.org/drawingml/2006/main" noGrp="1"/>
          </p:cNvSpPr>
          <p:nvPr/>
        </p:nvSpPr>
        <p:spPr>
          <a:xfrm xmlns:a="http://schemas.openxmlformats.org/drawingml/2006/main">
            <a:off x="9735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30.575</a:t>
            </a:r>
          </a:p>
        </p:txBody>
      </p:sp>
      <p:sp>
        <p:nvSpPr>
          <p:cNvPr id="69" name="sues200_uav_250m_to_satellite/sues200_uav_250m_to_satellite/seed-1/success/cov-0.9/heading">
            <a:extLst xmlns:a="http://schemas.openxmlformats.org/drawingml/2006/main">
              <a:ext uri="{FF2B5EF4-FFF2-40B4-BE49-F238E27FC236}">
                <a16:creationId xmlns:a16="http://schemas.microsoft.com/office/drawing/2014/main" id="{78BDFB9F-242D-4584-A843-3F9C75C3663D}"/>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sues200_uav_250m_to_satellite/sues200_uav_250m_to_satellite/seed-1/visual/success-cov-0.9">
            <a:extLst xmlns:a="http://schemas.openxmlformats.org/drawingml/2006/main">
              <a:ext uri="{FF2B5EF4-FFF2-40B4-BE49-F238E27FC236}">
                <a16:creationId xmlns:a16="http://schemas.microsoft.com/office/drawing/2014/main" id="{DEF12213-9BDB-4700-8282-5B098714191C}"/>
              </a:ext>
            </a:extLst>
          </p:cNvPr>
          <p:cNvSpPr>
            <a:spLocks xmlns:a="http://schemas.openxmlformats.org/drawingml/2006/main" noGrp="1"/>
          </p:cNvSpPr>
          <p:nvPr/>
        </p:nvSpPr>
        <p:spPr>
          <a:xfrm xmlns:a="http://schemas.openxmlformats.org/drawingml/2006/main">
            <a:off x="13735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45.750</a:t>
            </a:r>
          </a:p>
        </p:txBody>
      </p:sp>
      <p:sp>
        <p:nvSpPr>
          <p:cNvPr id="71" name="sues200_uav_250m_to_satellite/sues200_uav_250m_to_satellite/seed-1/full/success-cov-0.9">
            <a:extLst xmlns:a="http://schemas.openxmlformats.org/drawingml/2006/main">
              <a:ext uri="{FF2B5EF4-FFF2-40B4-BE49-F238E27FC236}">
                <a16:creationId xmlns:a16="http://schemas.microsoft.com/office/drawing/2014/main" id="{57D5C744-1AC2-4956-8588-39622F27AEE7}"/>
              </a:ext>
            </a:extLst>
          </p:cNvPr>
          <p:cNvSpPr>
            <a:spLocks xmlns:a="http://schemas.openxmlformats.org/drawingml/2006/main" noGrp="1"/>
          </p:cNvSpPr>
          <p:nvPr/>
        </p:nvSpPr>
        <p:spPr>
          <a:xfrm xmlns:a="http://schemas.openxmlformats.org/drawingml/2006/main">
            <a:off x="13735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33.800</a:t>
            </a:r>
          </a:p>
        </p:txBody>
      </p:sp>
      <p:sp>
        <p:nvSpPr>
          <p:cNvPr id="72" name="sues200_uav_250m_to_satellite/sues200_uav_250m_to_satellite/seed-1/success/cov-1/heading">
            <a:extLst xmlns:a="http://schemas.openxmlformats.org/drawingml/2006/main">
              <a:ext uri="{FF2B5EF4-FFF2-40B4-BE49-F238E27FC236}">
                <a16:creationId xmlns:a16="http://schemas.microsoft.com/office/drawing/2014/main" id="{1C9FC526-2D48-40C4-B60A-4118209633D5}"/>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sues200_uav_250m_to_satellite/sues200_uav_250m_to_satellite/seed-1/visual/success-cov-1">
            <a:extLst xmlns:a="http://schemas.openxmlformats.org/drawingml/2006/main">
              <a:ext uri="{FF2B5EF4-FFF2-40B4-BE49-F238E27FC236}">
                <a16:creationId xmlns:a16="http://schemas.microsoft.com/office/drawing/2014/main" id="{4A58258C-7871-40A1-BC27-EC3D712A64A5}"/>
              </a:ext>
            </a:extLst>
          </p:cNvPr>
          <p:cNvSpPr>
            <a:spLocks xmlns:a="http://schemas.openxmlformats.org/drawingml/2006/main" noGrp="1"/>
          </p:cNvSpPr>
          <p:nvPr/>
        </p:nvSpPr>
        <p:spPr>
          <a:xfrm xmlns:a="http://schemas.openxmlformats.org/drawingml/2006/main">
            <a:off x="17736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48.100</a:t>
            </a:r>
          </a:p>
        </p:txBody>
      </p:sp>
      <p:sp>
        <p:nvSpPr>
          <p:cNvPr id="74" name="sues200_uav_250m_to_satellite/sues200_uav_250m_to_satellite/seed-1/full/success-cov-1">
            <a:extLst xmlns:a="http://schemas.openxmlformats.org/drawingml/2006/main">
              <a:ext uri="{FF2B5EF4-FFF2-40B4-BE49-F238E27FC236}">
                <a16:creationId xmlns:a16="http://schemas.microsoft.com/office/drawing/2014/main" id="{DD00BA3F-2AB1-4371-B85B-2271087B5FAB}"/>
              </a:ext>
            </a:extLst>
          </p:cNvPr>
          <p:cNvSpPr>
            <a:spLocks xmlns:a="http://schemas.openxmlformats.org/drawingml/2006/main" noGrp="1"/>
          </p:cNvSpPr>
          <p:nvPr/>
        </p:nvSpPr>
        <p:spPr>
          <a:xfrm xmlns:a="http://schemas.openxmlformats.org/drawingml/2006/main">
            <a:off x="17736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35.975</a:t>
            </a:r>
          </a:p>
        </p:txBody>
      </p:sp>
      <p:sp>
        <p:nvSpPr>
          <p:cNvPr id="75" name="sues200_uav_250m_to_satellite/sues200_uav_250m_to_satellite/seed-1/visual/success-prefix">
            <a:extLst xmlns:a="http://schemas.openxmlformats.org/drawingml/2006/main">
              <a:ext uri="{FF2B5EF4-FFF2-40B4-BE49-F238E27FC236}">
                <a16:creationId xmlns:a16="http://schemas.microsoft.com/office/drawing/2014/main" id="{B9C2383C-02C9-4C9D-B1B3-063BF2B0BE1B}"/>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sues200_uav_250m_to_satellite/sues200_uav_250m_to_satellite/seed-1/full/success-prefix">
            <a:extLst xmlns:a="http://schemas.openxmlformats.org/drawingml/2006/main">
              <a:ext uri="{FF2B5EF4-FFF2-40B4-BE49-F238E27FC236}">
                <a16:creationId xmlns:a16="http://schemas.microsoft.com/office/drawing/2014/main" id="{E63B9F25-D695-4202-AC36-D7FEA182EEE7}"/>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sues200_uav_250m_to_satellite/sues200_uav_250m_to_satellite/seed-2/heading">
            <a:extLst xmlns:a="http://schemas.openxmlformats.org/drawingml/2006/main">
              <a:ext uri="{FF2B5EF4-FFF2-40B4-BE49-F238E27FC236}">
                <a16:creationId xmlns:a16="http://schemas.microsoft.com/office/drawing/2014/main" id="{E979CE2A-1779-4303-8427-37F0DDC45556}"/>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sues200_uav_250m_to_satellite/sues200_uav_250m_to_satellite/seed-2/y-grid-0">
            <a:extLst xmlns:a="http://schemas.openxmlformats.org/drawingml/2006/main">
              <a:ext uri="{FF2B5EF4-FFF2-40B4-BE49-F238E27FC236}">
                <a16:creationId xmlns:a16="http://schemas.microsoft.com/office/drawing/2014/main" id="{92D80BD9-5578-48D3-B2BA-370A26CB35C1}"/>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sues200_uav_250m_to_satellite/sues200_uav_250m_to_satellite/seed-2/y-label-0">
            <a:extLst xmlns:a="http://schemas.openxmlformats.org/drawingml/2006/main">
              <a:ext uri="{FF2B5EF4-FFF2-40B4-BE49-F238E27FC236}">
                <a16:creationId xmlns:a16="http://schemas.microsoft.com/office/drawing/2014/main" id="{F1D961B6-894C-480F-8EAB-AD6E0F0FBCBC}"/>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sues200_uav_250m_to_satellite/sues200_uav_250m_to_satellite/seed-2/x-tick-0">
            <a:extLst xmlns:a="http://schemas.openxmlformats.org/drawingml/2006/main">
              <a:ext uri="{FF2B5EF4-FFF2-40B4-BE49-F238E27FC236}">
                <a16:creationId xmlns:a16="http://schemas.microsoft.com/office/drawing/2014/main" id="{9201A7B6-EDD1-4E0B-9C76-CEE66B701982}"/>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sues200_uav_250m_to_satellite/sues200_uav_250m_to_satellite/seed-2/x-label-0">
            <a:extLst xmlns:a="http://schemas.openxmlformats.org/drawingml/2006/main">
              <a:ext uri="{FF2B5EF4-FFF2-40B4-BE49-F238E27FC236}">
                <a16:creationId xmlns:a16="http://schemas.microsoft.com/office/drawing/2014/main" id="{388DB63F-9D9B-4AAC-885F-60682FC5783B}"/>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sues200_uav_250m_to_satellite/sues200_uav_250m_to_satellite/seed-2/y-grid-25">
            <a:extLst xmlns:a="http://schemas.openxmlformats.org/drawingml/2006/main">
              <a:ext uri="{FF2B5EF4-FFF2-40B4-BE49-F238E27FC236}">
                <a16:creationId xmlns:a16="http://schemas.microsoft.com/office/drawing/2014/main" id="{26A344E7-93F6-4BAA-9EE1-F785A24A079D}"/>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sues200_uav_250m_to_satellite/sues200_uav_250m_to_satellite/seed-2/y-label-25">
            <a:extLst xmlns:a="http://schemas.openxmlformats.org/drawingml/2006/main">
              <a:ext uri="{FF2B5EF4-FFF2-40B4-BE49-F238E27FC236}">
                <a16:creationId xmlns:a16="http://schemas.microsoft.com/office/drawing/2014/main" id="{136FBC19-6A70-4A17-8B53-425B6D8F2D33}"/>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sues200_uav_250m_to_satellite/sues200_uav_250m_to_satellite/seed-2/x-tick-25">
            <a:extLst xmlns:a="http://schemas.openxmlformats.org/drawingml/2006/main">
              <a:ext uri="{FF2B5EF4-FFF2-40B4-BE49-F238E27FC236}">
                <a16:creationId xmlns:a16="http://schemas.microsoft.com/office/drawing/2014/main" id="{B70FB08A-7E11-41D7-8F32-803284E6B773}"/>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sues200_uav_250m_to_satellite/sues200_uav_250m_to_satellite/seed-2/x-label-25">
            <a:extLst xmlns:a="http://schemas.openxmlformats.org/drawingml/2006/main">
              <a:ext uri="{FF2B5EF4-FFF2-40B4-BE49-F238E27FC236}">
                <a16:creationId xmlns:a16="http://schemas.microsoft.com/office/drawing/2014/main" id="{69E0D581-565C-4022-98D1-B249ABF358C1}"/>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sues200_uav_250m_to_satellite/sues200_uav_250m_to_satellite/seed-2/y-grid-50">
            <a:extLst xmlns:a="http://schemas.openxmlformats.org/drawingml/2006/main">
              <a:ext uri="{FF2B5EF4-FFF2-40B4-BE49-F238E27FC236}">
                <a16:creationId xmlns:a16="http://schemas.microsoft.com/office/drawing/2014/main" id="{0A48EEA4-B05A-4255-BF2E-943E0A2EC165}"/>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sues200_uav_250m_to_satellite/sues200_uav_250m_to_satellite/seed-2/y-label-50">
            <a:extLst xmlns:a="http://schemas.openxmlformats.org/drawingml/2006/main">
              <a:ext uri="{FF2B5EF4-FFF2-40B4-BE49-F238E27FC236}">
                <a16:creationId xmlns:a16="http://schemas.microsoft.com/office/drawing/2014/main" id="{99648FCD-4E1F-4BB0-BA64-D6A5106D94A7}"/>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sues200_uav_250m_to_satellite/sues200_uav_250m_to_satellite/seed-2/x-tick-50">
            <a:extLst xmlns:a="http://schemas.openxmlformats.org/drawingml/2006/main">
              <a:ext uri="{FF2B5EF4-FFF2-40B4-BE49-F238E27FC236}">
                <a16:creationId xmlns:a16="http://schemas.microsoft.com/office/drawing/2014/main" id="{E545780F-3250-4E8B-8777-EC1EDF4B9A69}"/>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sues200_uav_250m_to_satellite/sues200_uav_250m_to_satellite/seed-2/x-label-50">
            <a:extLst xmlns:a="http://schemas.openxmlformats.org/drawingml/2006/main">
              <a:ext uri="{FF2B5EF4-FFF2-40B4-BE49-F238E27FC236}">
                <a16:creationId xmlns:a16="http://schemas.microsoft.com/office/drawing/2014/main" id="{086A9717-F1F1-43E9-8D9C-D2A6C9AD8FB4}"/>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sues200_uav_250m_to_satellite/sues200_uav_250m_to_satellite/seed-2/y-grid-75">
            <a:extLst xmlns:a="http://schemas.openxmlformats.org/drawingml/2006/main">
              <a:ext uri="{FF2B5EF4-FFF2-40B4-BE49-F238E27FC236}">
                <a16:creationId xmlns:a16="http://schemas.microsoft.com/office/drawing/2014/main" id="{205EBED9-7662-4CD0-A71F-048B2789D8A2}"/>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sues200_uav_250m_to_satellite/sues200_uav_250m_to_satellite/seed-2/y-label-75">
            <a:extLst xmlns:a="http://schemas.openxmlformats.org/drawingml/2006/main">
              <a:ext uri="{FF2B5EF4-FFF2-40B4-BE49-F238E27FC236}">
                <a16:creationId xmlns:a16="http://schemas.microsoft.com/office/drawing/2014/main" id="{7B2FC5E8-9B9C-4ED2-B041-52493EA412C1}"/>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sues200_uav_250m_to_satellite/sues200_uav_250m_to_satellite/seed-2/x-tick-75">
            <a:extLst xmlns:a="http://schemas.openxmlformats.org/drawingml/2006/main">
              <a:ext uri="{FF2B5EF4-FFF2-40B4-BE49-F238E27FC236}">
                <a16:creationId xmlns:a16="http://schemas.microsoft.com/office/drawing/2014/main" id="{1FF5777A-9AF7-481B-BD3C-BC5455324BC4}"/>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sues200_uav_250m_to_satellite/sues200_uav_250m_to_satellite/seed-2/x-label-75">
            <a:extLst xmlns:a="http://schemas.openxmlformats.org/drawingml/2006/main">
              <a:ext uri="{FF2B5EF4-FFF2-40B4-BE49-F238E27FC236}">
                <a16:creationId xmlns:a16="http://schemas.microsoft.com/office/drawing/2014/main" id="{8B21C795-6BAF-4F28-91A7-91AF9700EFE7}"/>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sues200_uav_250m_to_satellite/sues200_uav_250m_to_satellite/seed-2/y-grid-100">
            <a:extLst xmlns:a="http://schemas.openxmlformats.org/drawingml/2006/main">
              <a:ext uri="{FF2B5EF4-FFF2-40B4-BE49-F238E27FC236}">
                <a16:creationId xmlns:a16="http://schemas.microsoft.com/office/drawing/2014/main" id="{2FAB65CF-015E-4D7F-B9CC-E79199038AC8}"/>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sues200_uav_250m_to_satellite/sues200_uav_250m_to_satellite/seed-2/y-label-100">
            <a:extLst xmlns:a="http://schemas.openxmlformats.org/drawingml/2006/main">
              <a:ext uri="{FF2B5EF4-FFF2-40B4-BE49-F238E27FC236}">
                <a16:creationId xmlns:a16="http://schemas.microsoft.com/office/drawing/2014/main" id="{E0D9143E-A9EE-4B2F-BB7D-5E177B353010}"/>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sues200_uav_250m_to_satellite/sues200_uav_250m_to_satellite/seed-2/x-tick-100">
            <a:extLst xmlns:a="http://schemas.openxmlformats.org/drawingml/2006/main">
              <a:ext uri="{FF2B5EF4-FFF2-40B4-BE49-F238E27FC236}">
                <a16:creationId xmlns:a16="http://schemas.microsoft.com/office/drawing/2014/main" id="{29597472-85A2-40E5-B772-A62F7D172E42}"/>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sues200_uav_250m_to_satellite/sues200_uav_250m_to_satellite/seed-2/x-label-100">
            <a:extLst xmlns:a="http://schemas.openxmlformats.org/drawingml/2006/main">
              <a:ext uri="{FF2B5EF4-FFF2-40B4-BE49-F238E27FC236}">
                <a16:creationId xmlns:a16="http://schemas.microsoft.com/office/drawing/2014/main" id="{CD3653AC-EA18-4EFC-8B01-57A6D535D613}"/>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sues200_uav_250m_to_satellite/sues200_uav_250m_to_satellite/seed-2/y-axis">
            <a:extLst xmlns:a="http://schemas.openxmlformats.org/drawingml/2006/main">
              <a:ext uri="{FF2B5EF4-FFF2-40B4-BE49-F238E27FC236}">
                <a16:creationId xmlns:a16="http://schemas.microsoft.com/office/drawing/2014/main" id="{3ADC52C2-91C0-448B-B18A-A903797D9570}"/>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sues200_uav_250m_to_satellite/sues200_uav_250m_to_satellite/seed-2/x-axis">
            <a:extLst xmlns:a="http://schemas.openxmlformats.org/drawingml/2006/main">
              <a:ext uri="{FF2B5EF4-FFF2-40B4-BE49-F238E27FC236}">
                <a16:creationId xmlns:a16="http://schemas.microsoft.com/office/drawing/2014/main" id="{971684D6-B4DC-4F82-B688-82EE3F827FA1}"/>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uav_250m_to_satellite/sues200_uav_250m_to_satellite/seed-2/visual/guide-1-2">
            <a:extLst xmlns:a="http://schemas.openxmlformats.org/drawingml/2006/main">
              <a:ext uri="{FF2B5EF4-FFF2-40B4-BE49-F238E27FC236}">
                <a16:creationId xmlns:a16="http://schemas.microsoft.com/office/drawing/2014/main" id="{60BDBD5E-6F48-48CE-A408-D34F2FD14DBB}"/>
              </a:ext>
            </a:extLst>
          </p:cNvPr>
          <p:cNvSpPr>
            <a:spLocks xmlns:a="http://schemas.openxmlformats.org/drawingml/2006/main" noGrp="1"/>
          </p:cNvSpPr>
          <p:nvPr/>
        </p:nvSpPr>
        <p:spPr>
          <a:xfrm xmlns:a="http://schemas.openxmlformats.org/drawingml/2006/main" flipV="1">
            <a:off x="3340100" y="2247697"/>
            <a:ext cx="400050" cy="143053"/>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sues200_uav_250m_to_satellite/sues200_uav_250m_to_satellite/seed-2/visual/guide-2-3">
            <a:extLst xmlns:a="http://schemas.openxmlformats.org/drawingml/2006/main">
              <a:ext uri="{FF2B5EF4-FFF2-40B4-BE49-F238E27FC236}">
                <a16:creationId xmlns:a16="http://schemas.microsoft.com/office/drawing/2014/main" id="{8EED53F8-AA26-4936-8AB3-F4D2616D12C6}"/>
              </a:ext>
            </a:extLst>
          </p:cNvPr>
          <p:cNvSpPr>
            <a:spLocks xmlns:a="http://schemas.openxmlformats.org/drawingml/2006/main" noGrp="1"/>
          </p:cNvSpPr>
          <p:nvPr/>
        </p:nvSpPr>
        <p:spPr>
          <a:xfrm xmlns:a="http://schemas.openxmlformats.org/drawingml/2006/main" flipV="1">
            <a:off x="3740150" y="2179015"/>
            <a:ext cx="240030" cy="68682"/>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sues200_uav_250m_to_satellite/sues200_uav_250m_to_satellite/seed-2/visual/guide-3-4">
            <a:extLst xmlns:a="http://schemas.openxmlformats.org/drawingml/2006/main">
              <a:ext uri="{FF2B5EF4-FFF2-40B4-BE49-F238E27FC236}">
                <a16:creationId xmlns:a16="http://schemas.microsoft.com/office/drawing/2014/main" id="{9239527A-C774-4CD9-8317-6FF7E9304EE9}"/>
              </a:ext>
            </a:extLst>
          </p:cNvPr>
          <p:cNvSpPr>
            <a:spLocks xmlns:a="http://schemas.openxmlformats.org/drawingml/2006/main" noGrp="1"/>
          </p:cNvSpPr>
          <p:nvPr/>
        </p:nvSpPr>
        <p:spPr>
          <a:xfrm xmlns:a="http://schemas.openxmlformats.org/drawingml/2006/main" flipV="1">
            <a:off x="3980180" y="2144065"/>
            <a:ext cx="160020" cy="3495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sues200_uav_250m_to_satellite/sues200_uav_250m_to_satellite/seed-2/visual/point-cov-0.5">
            <a:extLst xmlns:a="http://schemas.openxmlformats.org/drawingml/2006/main">
              <a:ext uri="{FF2B5EF4-FFF2-40B4-BE49-F238E27FC236}">
                <a16:creationId xmlns:a16="http://schemas.microsoft.com/office/drawing/2014/main" id="{FD4A697E-B3BF-4457-94DA-E083A1C0A580}"/>
              </a:ext>
            </a:extLst>
          </p:cNvPr>
          <p:cNvSpPr>
            <a:spLocks xmlns:a="http://schemas.openxmlformats.org/drawingml/2006/main" noGrp="1"/>
          </p:cNvSpPr>
          <p:nvPr/>
        </p:nvSpPr>
        <p:spPr>
          <a:xfrm xmlns:a="http://schemas.openxmlformats.org/drawingml/2006/main">
            <a:off x="3310255" y="236090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sues200_uav_250m_to_satellite/sues200_uav_250m_to_satellite/seed-2/visual/point-cov-0.75">
            <a:extLst xmlns:a="http://schemas.openxmlformats.org/drawingml/2006/main">
              <a:ext uri="{FF2B5EF4-FFF2-40B4-BE49-F238E27FC236}">
                <a16:creationId xmlns:a16="http://schemas.microsoft.com/office/drawing/2014/main" id="{9D033228-899F-4A61-B577-86A6644F183E}"/>
              </a:ext>
            </a:extLst>
          </p:cNvPr>
          <p:cNvSpPr>
            <a:spLocks xmlns:a="http://schemas.openxmlformats.org/drawingml/2006/main" noGrp="1"/>
          </p:cNvSpPr>
          <p:nvPr/>
        </p:nvSpPr>
        <p:spPr>
          <a:xfrm xmlns:a="http://schemas.openxmlformats.org/drawingml/2006/main">
            <a:off x="3710305" y="221785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sues200_uav_250m_to_satellite/sues200_uav_250m_to_satellite/seed-2/visual/point-cov-0.9">
            <a:extLst xmlns:a="http://schemas.openxmlformats.org/drawingml/2006/main">
              <a:ext uri="{FF2B5EF4-FFF2-40B4-BE49-F238E27FC236}">
                <a16:creationId xmlns:a16="http://schemas.microsoft.com/office/drawing/2014/main" id="{79C5BB7B-D54E-4063-AF9F-D031D6991F4A}"/>
              </a:ext>
            </a:extLst>
          </p:cNvPr>
          <p:cNvSpPr>
            <a:spLocks xmlns:a="http://schemas.openxmlformats.org/drawingml/2006/main" noGrp="1"/>
          </p:cNvSpPr>
          <p:nvPr/>
        </p:nvSpPr>
        <p:spPr>
          <a:xfrm xmlns:a="http://schemas.openxmlformats.org/drawingml/2006/main">
            <a:off x="3950335" y="214917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sues200_uav_250m_to_satellite/sues200_uav_250m_to_satellite/seed-2/visual/point-cov-1">
            <a:extLst xmlns:a="http://schemas.openxmlformats.org/drawingml/2006/main">
              <a:ext uri="{FF2B5EF4-FFF2-40B4-BE49-F238E27FC236}">
                <a16:creationId xmlns:a16="http://schemas.microsoft.com/office/drawing/2014/main" id="{8658EA8F-340C-453E-AE77-DC7FFEB0DC22}"/>
              </a:ext>
            </a:extLst>
          </p:cNvPr>
          <p:cNvSpPr>
            <a:spLocks xmlns:a="http://schemas.openxmlformats.org/drawingml/2006/main" noGrp="1"/>
          </p:cNvSpPr>
          <p:nvPr/>
        </p:nvSpPr>
        <p:spPr>
          <a:xfrm xmlns:a="http://schemas.openxmlformats.org/drawingml/2006/main">
            <a:off x="4110355" y="211422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sues200_uav_250m_to_satellite/sues200_uav_250m_to_satellite/seed-2/full/guide-1-2">
            <a:extLst xmlns:a="http://schemas.openxmlformats.org/drawingml/2006/main">
              <a:ext uri="{FF2B5EF4-FFF2-40B4-BE49-F238E27FC236}">
                <a16:creationId xmlns:a16="http://schemas.microsoft.com/office/drawing/2014/main" id="{413810F8-9A1B-4BD1-AB9D-B61CD0654893}"/>
              </a:ext>
            </a:extLst>
          </p:cNvPr>
          <p:cNvSpPr>
            <a:spLocks xmlns:a="http://schemas.openxmlformats.org/drawingml/2006/main" noGrp="1"/>
          </p:cNvSpPr>
          <p:nvPr/>
        </p:nvSpPr>
        <p:spPr>
          <a:xfrm xmlns:a="http://schemas.openxmlformats.org/drawingml/2006/main" flipV="1">
            <a:off x="3340100" y="2361082"/>
            <a:ext cx="400050" cy="128016"/>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sues200_uav_250m_to_satellite/sues200_uav_250m_to_satellite/seed-2/full/guide-2-3">
            <a:extLst xmlns:a="http://schemas.openxmlformats.org/drawingml/2006/main">
              <a:ext uri="{FF2B5EF4-FFF2-40B4-BE49-F238E27FC236}">
                <a16:creationId xmlns:a16="http://schemas.microsoft.com/office/drawing/2014/main" id="{D3485B91-0909-4847-9084-B91D1225769E}"/>
              </a:ext>
            </a:extLst>
          </p:cNvPr>
          <p:cNvSpPr>
            <a:spLocks xmlns:a="http://schemas.openxmlformats.org/drawingml/2006/main" noGrp="1"/>
          </p:cNvSpPr>
          <p:nvPr/>
        </p:nvSpPr>
        <p:spPr>
          <a:xfrm xmlns:a="http://schemas.openxmlformats.org/drawingml/2006/main" flipV="1">
            <a:off x="3740150" y="2294839"/>
            <a:ext cx="240030" cy="66243"/>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sues200_uav_250m_to_satellite/sues200_uav_250m_to_satellite/seed-2/full/guide-3-4">
            <a:extLst xmlns:a="http://schemas.openxmlformats.org/drawingml/2006/main">
              <a:ext uri="{FF2B5EF4-FFF2-40B4-BE49-F238E27FC236}">
                <a16:creationId xmlns:a16="http://schemas.microsoft.com/office/drawing/2014/main" id="{7FC94C4D-AACB-4284-86B7-8EFAD716BE54}"/>
              </a:ext>
            </a:extLst>
          </p:cNvPr>
          <p:cNvSpPr>
            <a:spLocks xmlns:a="http://schemas.openxmlformats.org/drawingml/2006/main" noGrp="1"/>
          </p:cNvSpPr>
          <p:nvPr/>
        </p:nvSpPr>
        <p:spPr>
          <a:xfrm xmlns:a="http://schemas.openxmlformats.org/drawingml/2006/main" flipV="1">
            <a:off x="3980180" y="2255825"/>
            <a:ext cx="160020" cy="39014"/>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sues200_uav_250m_to_satellite/sues200_uav_250m_to_satellite/seed-2/full/point-cov-0.5">
            <a:extLst xmlns:a="http://schemas.openxmlformats.org/drawingml/2006/main">
              <a:ext uri="{FF2B5EF4-FFF2-40B4-BE49-F238E27FC236}">
                <a16:creationId xmlns:a16="http://schemas.microsoft.com/office/drawing/2014/main" id="{AD8705E3-6471-4148-BA9D-187042C2C979}"/>
              </a:ext>
            </a:extLst>
          </p:cNvPr>
          <p:cNvSpPr>
            <a:spLocks xmlns:a="http://schemas.openxmlformats.org/drawingml/2006/main" noGrp="1"/>
          </p:cNvSpPr>
          <p:nvPr/>
        </p:nvSpPr>
        <p:spPr>
          <a:xfrm xmlns:a="http://schemas.openxmlformats.org/drawingml/2006/main">
            <a:off x="3315970" y="246496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sues200_uav_250m_to_satellite/sues200_uav_250m_to_satellite/seed-2/full/point-cov-0.75">
            <a:extLst xmlns:a="http://schemas.openxmlformats.org/drawingml/2006/main">
              <a:ext uri="{FF2B5EF4-FFF2-40B4-BE49-F238E27FC236}">
                <a16:creationId xmlns:a16="http://schemas.microsoft.com/office/drawing/2014/main" id="{78C701AE-1BA6-4DAF-9ABA-B48090105F99}"/>
              </a:ext>
            </a:extLst>
          </p:cNvPr>
          <p:cNvSpPr>
            <a:spLocks xmlns:a="http://schemas.openxmlformats.org/drawingml/2006/main" noGrp="1"/>
          </p:cNvSpPr>
          <p:nvPr/>
        </p:nvSpPr>
        <p:spPr>
          <a:xfrm xmlns:a="http://schemas.openxmlformats.org/drawingml/2006/main">
            <a:off x="3716020" y="233695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sues200_uav_250m_to_satellite/sues200_uav_250m_to_satellite/seed-2/full/point-cov-0.9">
            <a:extLst xmlns:a="http://schemas.openxmlformats.org/drawingml/2006/main">
              <a:ext uri="{FF2B5EF4-FFF2-40B4-BE49-F238E27FC236}">
                <a16:creationId xmlns:a16="http://schemas.microsoft.com/office/drawing/2014/main" id="{E5B44492-E50C-4510-AB3B-BF0D8F0BF2D4}"/>
              </a:ext>
            </a:extLst>
          </p:cNvPr>
          <p:cNvSpPr>
            <a:spLocks xmlns:a="http://schemas.openxmlformats.org/drawingml/2006/main" noGrp="1"/>
          </p:cNvSpPr>
          <p:nvPr/>
        </p:nvSpPr>
        <p:spPr>
          <a:xfrm xmlns:a="http://schemas.openxmlformats.org/drawingml/2006/main">
            <a:off x="3956050" y="227070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sues200_uav_250m_to_satellite/sues200_uav_250m_to_satellite/seed-2/full/point-cov-1">
            <a:extLst xmlns:a="http://schemas.openxmlformats.org/drawingml/2006/main">
              <a:ext uri="{FF2B5EF4-FFF2-40B4-BE49-F238E27FC236}">
                <a16:creationId xmlns:a16="http://schemas.microsoft.com/office/drawing/2014/main" id="{151452E7-D824-42AA-B735-8010732495E0}"/>
              </a:ext>
            </a:extLst>
          </p:cNvPr>
          <p:cNvSpPr>
            <a:spLocks xmlns:a="http://schemas.openxmlformats.org/drawingml/2006/main" noGrp="1"/>
          </p:cNvSpPr>
          <p:nvPr/>
        </p:nvSpPr>
        <p:spPr>
          <a:xfrm xmlns:a="http://schemas.openxmlformats.org/drawingml/2006/main">
            <a:off x="4116070" y="223169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sues200_uav_250m_to_satellite/sues200_uav_250m_to_satellite/seed-2/count/N">
            <a:extLst xmlns:a="http://schemas.openxmlformats.org/drawingml/2006/main">
              <a:ext uri="{FF2B5EF4-FFF2-40B4-BE49-F238E27FC236}">
                <a16:creationId xmlns:a16="http://schemas.microsoft.com/office/drawing/2014/main" id="{6C548C8D-823F-4829-B041-6F3E489D4648}"/>
              </a:ext>
            </a:extLst>
          </p:cNvPr>
          <p:cNvSpPr>
            <a:spLocks xmlns:a="http://schemas.openxmlformats.org/drawingml/2006/main" noGrp="1"/>
          </p:cNvSpPr>
          <p:nvPr/>
        </p:nvSpPr>
        <p:spPr>
          <a:xfrm xmlns:a="http://schemas.openxmlformats.org/drawingml/2006/main">
            <a:off x="28572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115" name="sues200_uav_250m_to_satellite/sues200_uav_250m_to_satellite/seed-2/count/header/requested">
            <a:extLst xmlns:a="http://schemas.openxmlformats.org/drawingml/2006/main">
              <a:ext uri="{FF2B5EF4-FFF2-40B4-BE49-F238E27FC236}">
                <a16:creationId xmlns:a16="http://schemas.microsoft.com/office/drawing/2014/main" id="{AE91E38A-DE9C-48C5-9058-1CF6395549F0}"/>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sues200_uav_250m_to_satellite/sues200_uav_250m_to_satellite/seed-2/count/header/kN">
            <a:extLst xmlns:a="http://schemas.openxmlformats.org/drawingml/2006/main">
              <a:ext uri="{FF2B5EF4-FFF2-40B4-BE49-F238E27FC236}">
                <a16:creationId xmlns:a16="http://schemas.microsoft.com/office/drawing/2014/main" id="{4E43F643-58D8-44B6-88A3-954D220654EE}"/>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sues200_uav_250m_to_satellite/sues200_uav_250m_to_satellite/seed-2/count/header/overlap">
            <a:extLst xmlns:a="http://schemas.openxmlformats.org/drawingml/2006/main">
              <a:ext uri="{FF2B5EF4-FFF2-40B4-BE49-F238E27FC236}">
                <a16:creationId xmlns:a16="http://schemas.microsoft.com/office/drawing/2014/main" id="{573B1530-9806-428D-A7EC-6CB18ACC26BA}"/>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sues200_uav_250m_to_satellite/sues200_uav_250m_to_satellite/seed-2/count/header/rule">
            <a:extLst xmlns:a="http://schemas.openxmlformats.org/drawingml/2006/main">
              <a:ext uri="{FF2B5EF4-FFF2-40B4-BE49-F238E27FC236}">
                <a16:creationId xmlns:a16="http://schemas.microsoft.com/office/drawing/2014/main" id="{7F315837-816C-414C-8ECB-654943B47691}"/>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sues200_uav_250m_to_satellite/sues200_uav_250m_to_satellite/seed-2/count/cov-0.5/requested">
            <a:extLst xmlns:a="http://schemas.openxmlformats.org/drawingml/2006/main">
              <a:ext uri="{FF2B5EF4-FFF2-40B4-BE49-F238E27FC236}">
                <a16:creationId xmlns:a16="http://schemas.microsoft.com/office/drawing/2014/main" id="{C2120B8C-BD98-447E-AD15-9E403E3434A9}"/>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sues200_uav_250m_to_satellite/sues200_uav_250m_to_satellite/seed-2/count/cov-0.5/kN">
            <a:extLst xmlns:a="http://schemas.openxmlformats.org/drawingml/2006/main">
              <a:ext uri="{FF2B5EF4-FFF2-40B4-BE49-F238E27FC236}">
                <a16:creationId xmlns:a16="http://schemas.microsoft.com/office/drawing/2014/main" id="{DB633428-D066-4BFB-B0EE-3D79EC1BD78D}"/>
              </a:ext>
            </a:extLst>
          </p:cNvPr>
          <p:cNvSpPr>
            <a:spLocks xmlns:a="http://schemas.openxmlformats.org/drawingml/2006/main" noGrp="1"/>
          </p:cNvSpPr>
          <p:nvPr/>
        </p:nvSpPr>
        <p:spPr>
          <a:xfrm xmlns:a="http://schemas.openxmlformats.org/drawingml/2006/main">
            <a:off x="30700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121" name="sues200_uav_250m_to_satellite/sues200_uav_250m_to_satellite/seed-2/count/cov-0.5/overlap">
            <a:extLst xmlns:a="http://schemas.openxmlformats.org/drawingml/2006/main">
              <a:ext uri="{FF2B5EF4-FFF2-40B4-BE49-F238E27FC236}">
                <a16:creationId xmlns:a16="http://schemas.microsoft.com/office/drawing/2014/main" id="{7CC2A195-A923-4CF8-8FC8-2AF60D767392}"/>
              </a:ext>
            </a:extLst>
          </p:cNvPr>
          <p:cNvSpPr>
            <a:spLocks xmlns:a="http://schemas.openxmlformats.org/drawingml/2006/main" noGrp="1"/>
          </p:cNvSpPr>
          <p:nvPr/>
        </p:nvSpPr>
        <p:spPr>
          <a:xfrm xmlns:a="http://schemas.openxmlformats.org/drawingml/2006/main">
            <a:off x="3832019" y="39197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1054</a:t>
            </a:r>
          </a:p>
        </p:txBody>
      </p:sp>
      <p:sp>
        <p:nvSpPr>
          <p:cNvPr id="122" name="sues200_uav_250m_to_satellite/sues200_uav_250m_to_satellite/seed-2/count/cov-0.75/requested">
            <a:extLst xmlns:a="http://schemas.openxmlformats.org/drawingml/2006/main">
              <a:ext uri="{FF2B5EF4-FFF2-40B4-BE49-F238E27FC236}">
                <a16:creationId xmlns:a16="http://schemas.microsoft.com/office/drawing/2014/main" id="{57550E28-F831-4576-9293-DF8BB0CDEC1B}"/>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sues200_uav_250m_to_satellite/sues200_uav_250m_to_satellite/seed-2/count/cov-0.75/kN">
            <a:extLst xmlns:a="http://schemas.openxmlformats.org/drawingml/2006/main">
              <a:ext uri="{FF2B5EF4-FFF2-40B4-BE49-F238E27FC236}">
                <a16:creationId xmlns:a16="http://schemas.microsoft.com/office/drawing/2014/main" id="{0E10AB5D-E28E-4594-9BBB-3F0267629B89}"/>
              </a:ext>
            </a:extLst>
          </p:cNvPr>
          <p:cNvSpPr>
            <a:spLocks xmlns:a="http://schemas.openxmlformats.org/drawingml/2006/main" noGrp="1"/>
          </p:cNvSpPr>
          <p:nvPr/>
        </p:nvSpPr>
        <p:spPr>
          <a:xfrm xmlns:a="http://schemas.openxmlformats.org/drawingml/2006/main">
            <a:off x="30700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124" name="sues200_uav_250m_to_satellite/sues200_uav_250m_to_satellite/seed-2/count/cov-0.75/overlap">
            <a:extLst xmlns:a="http://schemas.openxmlformats.org/drawingml/2006/main">
              <a:ext uri="{FF2B5EF4-FFF2-40B4-BE49-F238E27FC236}">
                <a16:creationId xmlns:a16="http://schemas.microsoft.com/office/drawing/2014/main" id="{21B85B69-0F33-4849-A14E-AE025A64ACB2}"/>
              </a:ext>
            </a:extLst>
          </p:cNvPr>
          <p:cNvSpPr>
            <a:spLocks xmlns:a="http://schemas.openxmlformats.org/drawingml/2006/main" noGrp="1"/>
          </p:cNvSpPr>
          <p:nvPr/>
        </p:nvSpPr>
        <p:spPr>
          <a:xfrm xmlns:a="http://schemas.openxmlformats.org/drawingml/2006/main">
            <a:off x="38320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2300</a:t>
            </a:r>
          </a:p>
        </p:txBody>
      </p:sp>
      <p:sp>
        <p:nvSpPr>
          <p:cNvPr id="125" name="sues200_uav_250m_to_satellite/sues200_uav_250m_to_satellite/seed-2/count/cov-0.9/requested">
            <a:extLst xmlns:a="http://schemas.openxmlformats.org/drawingml/2006/main">
              <a:ext uri="{FF2B5EF4-FFF2-40B4-BE49-F238E27FC236}">
                <a16:creationId xmlns:a16="http://schemas.microsoft.com/office/drawing/2014/main" id="{825C172F-1180-44DA-ACFC-81B48087FE67}"/>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sues200_uav_250m_to_satellite/sues200_uav_250m_to_satellite/seed-2/count/cov-0.9/kN">
            <a:extLst xmlns:a="http://schemas.openxmlformats.org/drawingml/2006/main">
              <a:ext uri="{FF2B5EF4-FFF2-40B4-BE49-F238E27FC236}">
                <a16:creationId xmlns:a16="http://schemas.microsoft.com/office/drawing/2014/main" id="{9D6F99FA-61D0-4DDF-8487-C5F33F1B2571}"/>
              </a:ext>
            </a:extLst>
          </p:cNvPr>
          <p:cNvSpPr>
            <a:spLocks xmlns:a="http://schemas.openxmlformats.org/drawingml/2006/main" noGrp="1"/>
          </p:cNvSpPr>
          <p:nvPr/>
        </p:nvSpPr>
        <p:spPr>
          <a:xfrm xmlns:a="http://schemas.openxmlformats.org/drawingml/2006/main">
            <a:off x="30700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127" name="sues200_uav_250m_to_satellite/sues200_uav_250m_to_satellite/seed-2/count/cov-0.9/overlap">
            <a:extLst xmlns:a="http://schemas.openxmlformats.org/drawingml/2006/main">
              <a:ext uri="{FF2B5EF4-FFF2-40B4-BE49-F238E27FC236}">
                <a16:creationId xmlns:a16="http://schemas.microsoft.com/office/drawing/2014/main" id="{B3F72731-FFC6-4B1B-BF04-BD9902D9593D}"/>
              </a:ext>
            </a:extLst>
          </p:cNvPr>
          <p:cNvSpPr>
            <a:spLocks xmlns:a="http://schemas.openxmlformats.org/drawingml/2006/main" noGrp="1"/>
          </p:cNvSpPr>
          <p:nvPr/>
        </p:nvSpPr>
        <p:spPr>
          <a:xfrm xmlns:a="http://schemas.openxmlformats.org/drawingml/2006/main">
            <a:off x="38320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3283</a:t>
            </a:r>
          </a:p>
        </p:txBody>
      </p:sp>
      <p:sp>
        <p:nvSpPr>
          <p:cNvPr id="128" name="sues200_uav_250m_to_satellite/sues200_uav_250m_to_satellite/seed-2/count/cov-1/requested">
            <a:extLst xmlns:a="http://schemas.openxmlformats.org/drawingml/2006/main">
              <a:ext uri="{FF2B5EF4-FFF2-40B4-BE49-F238E27FC236}">
                <a16:creationId xmlns:a16="http://schemas.microsoft.com/office/drawing/2014/main" id="{58C05D71-AB68-48D6-BA1C-D8BC8F90063F}"/>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sues200_uav_250m_to_satellite/sues200_uav_250m_to_satellite/seed-2/count/cov-1/kN">
            <a:extLst xmlns:a="http://schemas.openxmlformats.org/drawingml/2006/main">
              <a:ext uri="{FF2B5EF4-FFF2-40B4-BE49-F238E27FC236}">
                <a16:creationId xmlns:a16="http://schemas.microsoft.com/office/drawing/2014/main" id="{F0993BDF-B27E-4732-82BE-3AFB722F7FDF}"/>
              </a:ext>
            </a:extLst>
          </p:cNvPr>
          <p:cNvSpPr>
            <a:spLocks xmlns:a="http://schemas.openxmlformats.org/drawingml/2006/main" noGrp="1"/>
          </p:cNvSpPr>
          <p:nvPr/>
        </p:nvSpPr>
        <p:spPr>
          <a:xfrm xmlns:a="http://schemas.openxmlformats.org/drawingml/2006/main">
            <a:off x="30700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130" name="sues200_uav_250m_to_satellite/sues200_uav_250m_to_satellite/seed-2/count/cov-1/overlap">
            <a:extLst xmlns:a="http://schemas.openxmlformats.org/drawingml/2006/main">
              <a:ext uri="{FF2B5EF4-FFF2-40B4-BE49-F238E27FC236}">
                <a16:creationId xmlns:a16="http://schemas.microsoft.com/office/drawing/2014/main" id="{C0A8D199-FB85-4B54-A85A-017E7EFDAC79}"/>
              </a:ext>
            </a:extLst>
          </p:cNvPr>
          <p:cNvSpPr>
            <a:spLocks xmlns:a="http://schemas.openxmlformats.org/drawingml/2006/main" noGrp="1"/>
          </p:cNvSpPr>
          <p:nvPr/>
        </p:nvSpPr>
        <p:spPr>
          <a:xfrm xmlns:a="http://schemas.openxmlformats.org/drawingml/2006/main">
            <a:off x="38320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131" name="sues200_uav_250m_to_satellite/sues200_uav_250m_to_satellite/seed-2/success/heading">
            <a:extLst xmlns:a="http://schemas.openxmlformats.org/drawingml/2006/main">
              <a:ext uri="{FF2B5EF4-FFF2-40B4-BE49-F238E27FC236}">
                <a16:creationId xmlns:a16="http://schemas.microsoft.com/office/drawing/2014/main" id="{3E72EE23-0268-4A48-8900-B1631066B83A}"/>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sues200_uav_250m_to_satellite/sues200_uav_250m_to_satellite/seed-2/success/cov-0.5/heading">
            <a:extLst xmlns:a="http://schemas.openxmlformats.org/drawingml/2006/main">
              <a:ext uri="{FF2B5EF4-FFF2-40B4-BE49-F238E27FC236}">
                <a16:creationId xmlns:a16="http://schemas.microsoft.com/office/drawing/2014/main" id="{4FA0B24D-EECF-4B8A-8762-489558578003}"/>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sues200_uav_250m_to_satellite/sues200_uav_250m_to_satellite/seed-2/visual/success-cov-0.5">
            <a:extLst xmlns:a="http://schemas.openxmlformats.org/drawingml/2006/main">
              <a:ext uri="{FF2B5EF4-FFF2-40B4-BE49-F238E27FC236}">
                <a16:creationId xmlns:a16="http://schemas.microsoft.com/office/drawing/2014/main" id="{84CDAD23-9E60-4E0B-8EA7-369441135AC8}"/>
              </a:ext>
            </a:extLst>
          </p:cNvPr>
          <p:cNvSpPr>
            <a:spLocks xmlns:a="http://schemas.openxmlformats.org/drawingml/2006/main" noGrp="1"/>
          </p:cNvSpPr>
          <p:nvPr/>
        </p:nvSpPr>
        <p:spPr>
          <a:xfrm xmlns:a="http://schemas.openxmlformats.org/drawingml/2006/main">
            <a:off x="25800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30.275</a:t>
            </a:r>
          </a:p>
        </p:txBody>
      </p:sp>
      <p:sp>
        <p:nvSpPr>
          <p:cNvPr id="134" name="sues200_uav_250m_to_satellite/sues200_uav_250m_to_satellite/seed-2/full/success-cov-0.5">
            <a:extLst xmlns:a="http://schemas.openxmlformats.org/drawingml/2006/main">
              <a:ext uri="{FF2B5EF4-FFF2-40B4-BE49-F238E27FC236}">
                <a16:creationId xmlns:a16="http://schemas.microsoft.com/office/drawing/2014/main" id="{ADE3A2C6-33A4-4954-AE62-AFCED8A2EF78}"/>
              </a:ext>
            </a:extLst>
          </p:cNvPr>
          <p:cNvSpPr>
            <a:spLocks xmlns:a="http://schemas.openxmlformats.org/drawingml/2006/main" noGrp="1"/>
          </p:cNvSpPr>
          <p:nvPr/>
        </p:nvSpPr>
        <p:spPr>
          <a:xfrm xmlns:a="http://schemas.openxmlformats.org/drawingml/2006/main">
            <a:off x="25800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24.225</a:t>
            </a:r>
          </a:p>
        </p:txBody>
      </p:sp>
      <p:sp>
        <p:nvSpPr>
          <p:cNvPr id="135" name="sues200_uav_250m_to_satellite/sues200_uav_250m_to_satellite/seed-2/success/cov-0.75/heading">
            <a:extLst xmlns:a="http://schemas.openxmlformats.org/drawingml/2006/main">
              <a:ext uri="{FF2B5EF4-FFF2-40B4-BE49-F238E27FC236}">
                <a16:creationId xmlns:a16="http://schemas.microsoft.com/office/drawing/2014/main" id="{6BB404DF-35D1-4637-9AB1-26F03A5B1FD0}"/>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sues200_uav_250m_to_satellite/sues200_uav_250m_to_satellite/seed-2/visual/success-cov-0.75">
            <a:extLst xmlns:a="http://schemas.openxmlformats.org/drawingml/2006/main">
              <a:ext uri="{FF2B5EF4-FFF2-40B4-BE49-F238E27FC236}">
                <a16:creationId xmlns:a16="http://schemas.microsoft.com/office/drawing/2014/main" id="{E2DBD597-2D64-47CA-8CC0-3CF2B00F6572}"/>
              </a:ext>
            </a:extLst>
          </p:cNvPr>
          <p:cNvSpPr>
            <a:spLocks xmlns:a="http://schemas.openxmlformats.org/drawingml/2006/main" noGrp="1"/>
          </p:cNvSpPr>
          <p:nvPr/>
        </p:nvSpPr>
        <p:spPr>
          <a:xfrm xmlns:a="http://schemas.openxmlformats.org/drawingml/2006/main">
            <a:off x="29801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39.075</a:t>
            </a:r>
          </a:p>
        </p:txBody>
      </p:sp>
      <p:sp>
        <p:nvSpPr>
          <p:cNvPr id="137" name="sues200_uav_250m_to_satellite/sues200_uav_250m_to_satellite/seed-2/full/success-cov-0.75">
            <a:extLst xmlns:a="http://schemas.openxmlformats.org/drawingml/2006/main">
              <a:ext uri="{FF2B5EF4-FFF2-40B4-BE49-F238E27FC236}">
                <a16:creationId xmlns:a16="http://schemas.microsoft.com/office/drawing/2014/main" id="{ACF89061-ED13-4DB8-A25F-48A32517BBA6}"/>
              </a:ext>
            </a:extLst>
          </p:cNvPr>
          <p:cNvSpPr>
            <a:spLocks xmlns:a="http://schemas.openxmlformats.org/drawingml/2006/main" noGrp="1"/>
          </p:cNvSpPr>
          <p:nvPr/>
        </p:nvSpPr>
        <p:spPr>
          <a:xfrm xmlns:a="http://schemas.openxmlformats.org/drawingml/2006/main">
            <a:off x="29801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32.100</a:t>
            </a:r>
          </a:p>
        </p:txBody>
      </p:sp>
      <p:sp>
        <p:nvSpPr>
          <p:cNvPr id="138" name="sues200_uav_250m_to_satellite/sues200_uav_250m_to_satellite/seed-2/success/cov-0.9/heading">
            <a:extLst xmlns:a="http://schemas.openxmlformats.org/drawingml/2006/main">
              <a:ext uri="{FF2B5EF4-FFF2-40B4-BE49-F238E27FC236}">
                <a16:creationId xmlns:a16="http://schemas.microsoft.com/office/drawing/2014/main" id="{0641C295-205F-4A27-AF8E-C21598712E1C}"/>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sues200_uav_250m_to_satellite/sues200_uav_250m_to_satellite/seed-2/visual/success-cov-0.9">
            <a:extLst xmlns:a="http://schemas.openxmlformats.org/drawingml/2006/main">
              <a:ext uri="{FF2B5EF4-FFF2-40B4-BE49-F238E27FC236}">
                <a16:creationId xmlns:a16="http://schemas.microsoft.com/office/drawing/2014/main" id="{DF00D92C-6E8B-45EE-A9C6-B48462E18C6E}"/>
              </a:ext>
            </a:extLst>
          </p:cNvPr>
          <p:cNvSpPr>
            <a:spLocks xmlns:a="http://schemas.openxmlformats.org/drawingml/2006/main" noGrp="1"/>
          </p:cNvSpPr>
          <p:nvPr/>
        </p:nvSpPr>
        <p:spPr>
          <a:xfrm xmlns:a="http://schemas.openxmlformats.org/drawingml/2006/main">
            <a:off x="33801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43.300</a:t>
            </a:r>
          </a:p>
        </p:txBody>
      </p:sp>
      <p:sp>
        <p:nvSpPr>
          <p:cNvPr id="140" name="sues200_uav_250m_to_satellite/sues200_uav_250m_to_satellite/seed-2/full/success-cov-0.9">
            <a:extLst xmlns:a="http://schemas.openxmlformats.org/drawingml/2006/main">
              <a:ext uri="{FF2B5EF4-FFF2-40B4-BE49-F238E27FC236}">
                <a16:creationId xmlns:a16="http://schemas.microsoft.com/office/drawing/2014/main" id="{4F1641A8-9FD8-4F96-8A6A-29BCEF87D926}"/>
              </a:ext>
            </a:extLst>
          </p:cNvPr>
          <p:cNvSpPr>
            <a:spLocks xmlns:a="http://schemas.openxmlformats.org/drawingml/2006/main" noGrp="1"/>
          </p:cNvSpPr>
          <p:nvPr/>
        </p:nvSpPr>
        <p:spPr>
          <a:xfrm xmlns:a="http://schemas.openxmlformats.org/drawingml/2006/main">
            <a:off x="33801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36.175</a:t>
            </a:r>
          </a:p>
        </p:txBody>
      </p:sp>
      <p:sp>
        <p:nvSpPr>
          <p:cNvPr id="141" name="sues200_uav_250m_to_satellite/sues200_uav_250m_to_satellite/seed-2/success/cov-1/heading">
            <a:extLst xmlns:a="http://schemas.openxmlformats.org/drawingml/2006/main">
              <a:ext uri="{FF2B5EF4-FFF2-40B4-BE49-F238E27FC236}">
                <a16:creationId xmlns:a16="http://schemas.microsoft.com/office/drawing/2014/main" id="{055C95A9-AB57-482D-A445-3ECAE43E94B3}"/>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sues200_uav_250m_to_satellite/sues200_uav_250m_to_satellite/seed-2/visual/success-cov-1">
            <a:extLst xmlns:a="http://schemas.openxmlformats.org/drawingml/2006/main">
              <a:ext uri="{FF2B5EF4-FFF2-40B4-BE49-F238E27FC236}">
                <a16:creationId xmlns:a16="http://schemas.microsoft.com/office/drawing/2014/main" id="{81251792-745A-48F2-8DCE-7134C2A9D45E}"/>
              </a:ext>
            </a:extLst>
          </p:cNvPr>
          <p:cNvSpPr>
            <a:spLocks xmlns:a="http://schemas.openxmlformats.org/drawingml/2006/main" noGrp="1"/>
          </p:cNvSpPr>
          <p:nvPr/>
        </p:nvSpPr>
        <p:spPr>
          <a:xfrm xmlns:a="http://schemas.openxmlformats.org/drawingml/2006/main">
            <a:off x="37802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45.450</a:t>
            </a:r>
          </a:p>
        </p:txBody>
      </p:sp>
      <p:sp>
        <p:nvSpPr>
          <p:cNvPr id="143" name="sues200_uav_250m_to_satellite/sues200_uav_250m_to_satellite/seed-2/full/success-cov-1">
            <a:extLst xmlns:a="http://schemas.openxmlformats.org/drawingml/2006/main">
              <a:ext uri="{FF2B5EF4-FFF2-40B4-BE49-F238E27FC236}">
                <a16:creationId xmlns:a16="http://schemas.microsoft.com/office/drawing/2014/main" id="{257DD6C0-ABDB-4AFC-B0FF-698F2A1D98BD}"/>
              </a:ext>
            </a:extLst>
          </p:cNvPr>
          <p:cNvSpPr>
            <a:spLocks xmlns:a="http://schemas.openxmlformats.org/drawingml/2006/main" noGrp="1"/>
          </p:cNvSpPr>
          <p:nvPr/>
        </p:nvSpPr>
        <p:spPr>
          <a:xfrm xmlns:a="http://schemas.openxmlformats.org/drawingml/2006/main">
            <a:off x="37802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38.575</a:t>
            </a:r>
          </a:p>
        </p:txBody>
      </p:sp>
      <p:sp>
        <p:nvSpPr>
          <p:cNvPr id="144" name="sues200_uav_250m_to_satellite/sues200_uav_250m_to_satellite/seed-2/visual/success-prefix">
            <a:extLst xmlns:a="http://schemas.openxmlformats.org/drawingml/2006/main">
              <a:ext uri="{FF2B5EF4-FFF2-40B4-BE49-F238E27FC236}">
                <a16:creationId xmlns:a16="http://schemas.microsoft.com/office/drawing/2014/main" id="{147AC633-BD8C-4471-A599-67E0216A4EDF}"/>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sues200_uav_250m_to_satellite/sues200_uav_250m_to_satellite/seed-2/full/success-prefix">
            <a:extLst xmlns:a="http://schemas.openxmlformats.org/drawingml/2006/main">
              <a:ext uri="{FF2B5EF4-FFF2-40B4-BE49-F238E27FC236}">
                <a16:creationId xmlns:a16="http://schemas.microsoft.com/office/drawing/2014/main" id="{B7FEECAD-F4AF-4ECB-9219-A749BE60A3BB}"/>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sues200_uav_250m_to_satellite/sues200_uav_250m_to_satellite/seed-3/heading">
            <a:extLst xmlns:a="http://schemas.openxmlformats.org/drawingml/2006/main">
              <a:ext uri="{FF2B5EF4-FFF2-40B4-BE49-F238E27FC236}">
                <a16:creationId xmlns:a16="http://schemas.microsoft.com/office/drawing/2014/main" id="{374FE373-437A-4821-97E4-835683BD9457}"/>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sues200_uav_250m_to_satellite/sues200_uav_250m_to_satellite/seed-3/y-grid-0">
            <a:extLst xmlns:a="http://schemas.openxmlformats.org/drawingml/2006/main">
              <a:ext uri="{FF2B5EF4-FFF2-40B4-BE49-F238E27FC236}">
                <a16:creationId xmlns:a16="http://schemas.microsoft.com/office/drawing/2014/main" id="{C39A3039-68DA-4477-A24B-9DBC43E15831}"/>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sues200_uav_250m_to_satellite/sues200_uav_250m_to_satellite/seed-3/y-label-0">
            <a:extLst xmlns:a="http://schemas.openxmlformats.org/drawingml/2006/main">
              <a:ext uri="{FF2B5EF4-FFF2-40B4-BE49-F238E27FC236}">
                <a16:creationId xmlns:a16="http://schemas.microsoft.com/office/drawing/2014/main" id="{549EBA86-F8A8-4231-A02D-9235A33C1FFB}"/>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sues200_uav_250m_to_satellite/sues200_uav_250m_to_satellite/seed-3/x-tick-0">
            <a:extLst xmlns:a="http://schemas.openxmlformats.org/drawingml/2006/main">
              <a:ext uri="{FF2B5EF4-FFF2-40B4-BE49-F238E27FC236}">
                <a16:creationId xmlns:a16="http://schemas.microsoft.com/office/drawing/2014/main" id="{F6155EE9-050F-4B1C-99A2-CF93BDFA7088}"/>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sues200_uav_250m_to_satellite/sues200_uav_250m_to_satellite/seed-3/x-label-0">
            <a:extLst xmlns:a="http://schemas.openxmlformats.org/drawingml/2006/main">
              <a:ext uri="{FF2B5EF4-FFF2-40B4-BE49-F238E27FC236}">
                <a16:creationId xmlns:a16="http://schemas.microsoft.com/office/drawing/2014/main" id="{0B63B2F5-A400-48B6-9594-F496A621C974}"/>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sues200_uav_250m_to_satellite/sues200_uav_250m_to_satellite/seed-3/y-grid-25">
            <a:extLst xmlns:a="http://schemas.openxmlformats.org/drawingml/2006/main">
              <a:ext uri="{FF2B5EF4-FFF2-40B4-BE49-F238E27FC236}">
                <a16:creationId xmlns:a16="http://schemas.microsoft.com/office/drawing/2014/main" id="{1C5D910C-E52F-4AEF-813E-35036EF48B40}"/>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sues200_uav_250m_to_satellite/sues200_uav_250m_to_satellite/seed-3/y-label-25">
            <a:extLst xmlns:a="http://schemas.openxmlformats.org/drawingml/2006/main">
              <a:ext uri="{FF2B5EF4-FFF2-40B4-BE49-F238E27FC236}">
                <a16:creationId xmlns:a16="http://schemas.microsoft.com/office/drawing/2014/main" id="{39229E5C-2240-4752-A69D-45E93629897C}"/>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sues200_uav_250m_to_satellite/sues200_uav_250m_to_satellite/seed-3/x-tick-25">
            <a:extLst xmlns:a="http://schemas.openxmlformats.org/drawingml/2006/main">
              <a:ext uri="{FF2B5EF4-FFF2-40B4-BE49-F238E27FC236}">
                <a16:creationId xmlns:a16="http://schemas.microsoft.com/office/drawing/2014/main" id="{FEA90E98-248B-416E-9250-E2294313D103}"/>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sues200_uav_250m_to_satellite/sues200_uav_250m_to_satellite/seed-3/x-label-25">
            <a:extLst xmlns:a="http://schemas.openxmlformats.org/drawingml/2006/main">
              <a:ext uri="{FF2B5EF4-FFF2-40B4-BE49-F238E27FC236}">
                <a16:creationId xmlns:a16="http://schemas.microsoft.com/office/drawing/2014/main" id="{FC71AD2E-BCD7-47FD-A2D5-DAAD06EA83A4}"/>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sues200_uav_250m_to_satellite/sues200_uav_250m_to_satellite/seed-3/y-grid-50">
            <a:extLst xmlns:a="http://schemas.openxmlformats.org/drawingml/2006/main">
              <a:ext uri="{FF2B5EF4-FFF2-40B4-BE49-F238E27FC236}">
                <a16:creationId xmlns:a16="http://schemas.microsoft.com/office/drawing/2014/main" id="{2C05EE8C-4FAE-4195-AD13-55A8E65B535C}"/>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sues200_uav_250m_to_satellite/sues200_uav_250m_to_satellite/seed-3/y-label-50">
            <a:extLst xmlns:a="http://schemas.openxmlformats.org/drawingml/2006/main">
              <a:ext uri="{FF2B5EF4-FFF2-40B4-BE49-F238E27FC236}">
                <a16:creationId xmlns:a16="http://schemas.microsoft.com/office/drawing/2014/main" id="{40F66484-9D61-4132-9691-BB534079DEE9}"/>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sues200_uav_250m_to_satellite/sues200_uav_250m_to_satellite/seed-3/x-tick-50">
            <a:extLst xmlns:a="http://schemas.openxmlformats.org/drawingml/2006/main">
              <a:ext uri="{FF2B5EF4-FFF2-40B4-BE49-F238E27FC236}">
                <a16:creationId xmlns:a16="http://schemas.microsoft.com/office/drawing/2014/main" id="{2A57FDB2-E291-41DE-A734-3AC8B4784CFA}"/>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uav_250m_to_satellite/sues200_uav_250m_to_satellite/seed-3/x-label-50">
            <a:extLst xmlns:a="http://schemas.openxmlformats.org/drawingml/2006/main">
              <a:ext uri="{FF2B5EF4-FFF2-40B4-BE49-F238E27FC236}">
                <a16:creationId xmlns:a16="http://schemas.microsoft.com/office/drawing/2014/main" id="{658F640E-24E8-4954-9E16-7E3E672DC157}"/>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sues200_uav_250m_to_satellite/sues200_uav_250m_to_satellite/seed-3/y-grid-75">
            <a:extLst xmlns:a="http://schemas.openxmlformats.org/drawingml/2006/main">
              <a:ext uri="{FF2B5EF4-FFF2-40B4-BE49-F238E27FC236}">
                <a16:creationId xmlns:a16="http://schemas.microsoft.com/office/drawing/2014/main" id="{2D48D709-3291-4C9F-AA8A-F859E8DBBB7E}"/>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sues200_uav_250m_to_satellite/sues200_uav_250m_to_satellite/seed-3/y-label-75">
            <a:extLst xmlns:a="http://schemas.openxmlformats.org/drawingml/2006/main">
              <a:ext uri="{FF2B5EF4-FFF2-40B4-BE49-F238E27FC236}">
                <a16:creationId xmlns:a16="http://schemas.microsoft.com/office/drawing/2014/main" id="{8090AA15-F6C1-47C4-9F58-57A8349491CD}"/>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sues200_uav_250m_to_satellite/sues200_uav_250m_to_satellite/seed-3/x-tick-75">
            <a:extLst xmlns:a="http://schemas.openxmlformats.org/drawingml/2006/main">
              <a:ext uri="{FF2B5EF4-FFF2-40B4-BE49-F238E27FC236}">
                <a16:creationId xmlns:a16="http://schemas.microsoft.com/office/drawing/2014/main" id="{C87A42B8-0FEA-4615-8F68-EB156921AFD7}"/>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sues200_uav_250m_to_satellite/sues200_uav_250m_to_satellite/seed-3/x-label-75">
            <a:extLst xmlns:a="http://schemas.openxmlformats.org/drawingml/2006/main">
              <a:ext uri="{FF2B5EF4-FFF2-40B4-BE49-F238E27FC236}">
                <a16:creationId xmlns:a16="http://schemas.microsoft.com/office/drawing/2014/main" id="{3CEA3576-6769-4FFC-9E39-9FAA668E6E98}"/>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sues200_uav_250m_to_satellite/sues200_uav_250m_to_satellite/seed-3/y-grid-100">
            <a:extLst xmlns:a="http://schemas.openxmlformats.org/drawingml/2006/main">
              <a:ext uri="{FF2B5EF4-FFF2-40B4-BE49-F238E27FC236}">
                <a16:creationId xmlns:a16="http://schemas.microsoft.com/office/drawing/2014/main" id="{50BEEC2E-A605-428E-8CB6-8C3D4C6BFD92}"/>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sues200_uav_250m_to_satellite/sues200_uav_250m_to_satellite/seed-3/y-label-100">
            <a:extLst xmlns:a="http://schemas.openxmlformats.org/drawingml/2006/main">
              <a:ext uri="{FF2B5EF4-FFF2-40B4-BE49-F238E27FC236}">
                <a16:creationId xmlns:a16="http://schemas.microsoft.com/office/drawing/2014/main" id="{75B158B9-3DF3-4E7A-ACD9-DDF5219E3534}"/>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sues200_uav_250m_to_satellite/sues200_uav_250m_to_satellite/seed-3/x-tick-100">
            <a:extLst xmlns:a="http://schemas.openxmlformats.org/drawingml/2006/main">
              <a:ext uri="{FF2B5EF4-FFF2-40B4-BE49-F238E27FC236}">
                <a16:creationId xmlns:a16="http://schemas.microsoft.com/office/drawing/2014/main" id="{C2E91FC7-9939-4133-A9CB-D597A76B130D}"/>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sues200_uav_250m_to_satellite/sues200_uav_250m_to_satellite/seed-3/x-label-100">
            <a:extLst xmlns:a="http://schemas.openxmlformats.org/drawingml/2006/main">
              <a:ext uri="{FF2B5EF4-FFF2-40B4-BE49-F238E27FC236}">
                <a16:creationId xmlns:a16="http://schemas.microsoft.com/office/drawing/2014/main" id="{96A97C92-F073-4DFB-A44A-81AF719A92DF}"/>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sues200_uav_250m_to_satellite/sues200_uav_250m_to_satellite/seed-3/y-axis">
            <a:extLst xmlns:a="http://schemas.openxmlformats.org/drawingml/2006/main">
              <a:ext uri="{FF2B5EF4-FFF2-40B4-BE49-F238E27FC236}">
                <a16:creationId xmlns:a16="http://schemas.microsoft.com/office/drawing/2014/main" id="{256A31EF-3733-4CF1-9F83-02DF6EADAA05}"/>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sues200_uav_250m_to_satellite/sues200_uav_250m_to_satellite/seed-3/x-axis">
            <a:extLst xmlns:a="http://schemas.openxmlformats.org/drawingml/2006/main">
              <a:ext uri="{FF2B5EF4-FFF2-40B4-BE49-F238E27FC236}">
                <a16:creationId xmlns:a16="http://schemas.microsoft.com/office/drawing/2014/main" id="{170B3003-63C9-4C90-9853-CD1872E535E2}"/>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sues200_uav_250m_to_satellite/sues200_uav_250m_to_satellite/seed-3/visual/guide-1-2">
            <a:extLst xmlns:a="http://schemas.openxmlformats.org/drawingml/2006/main">
              <a:ext uri="{FF2B5EF4-FFF2-40B4-BE49-F238E27FC236}">
                <a16:creationId xmlns:a16="http://schemas.microsoft.com/office/drawing/2014/main" id="{04C1AFCC-EB67-4365-AEC1-05C1D833D236}"/>
              </a:ext>
            </a:extLst>
          </p:cNvPr>
          <p:cNvSpPr>
            <a:spLocks xmlns:a="http://schemas.openxmlformats.org/drawingml/2006/main" noGrp="1"/>
          </p:cNvSpPr>
          <p:nvPr/>
        </p:nvSpPr>
        <p:spPr>
          <a:xfrm xmlns:a="http://schemas.openxmlformats.org/drawingml/2006/main" flipV="1">
            <a:off x="5346700" y="2219655"/>
            <a:ext cx="400050" cy="155245"/>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sues200_uav_250m_to_satellite/sues200_uav_250m_to_satellite/seed-3/visual/guide-2-3">
            <a:extLst xmlns:a="http://schemas.openxmlformats.org/drawingml/2006/main">
              <a:ext uri="{FF2B5EF4-FFF2-40B4-BE49-F238E27FC236}">
                <a16:creationId xmlns:a16="http://schemas.microsoft.com/office/drawing/2014/main" id="{A04E6605-C77E-4E9C-B4EF-3118107F0008}"/>
              </a:ext>
            </a:extLst>
          </p:cNvPr>
          <p:cNvSpPr>
            <a:spLocks xmlns:a="http://schemas.openxmlformats.org/drawingml/2006/main" noGrp="1"/>
          </p:cNvSpPr>
          <p:nvPr/>
        </p:nvSpPr>
        <p:spPr>
          <a:xfrm xmlns:a="http://schemas.openxmlformats.org/drawingml/2006/main" flipV="1">
            <a:off x="5746750" y="2153412"/>
            <a:ext cx="240030" cy="66243"/>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sues200_uav_250m_to_satellite/sues200_uav_250m_to_satellite/seed-3/visual/guide-3-4">
            <a:extLst xmlns:a="http://schemas.openxmlformats.org/drawingml/2006/main">
              <a:ext uri="{FF2B5EF4-FFF2-40B4-BE49-F238E27FC236}">
                <a16:creationId xmlns:a16="http://schemas.microsoft.com/office/drawing/2014/main" id="{E1415970-C002-4CFB-BE4C-41B555A15262}"/>
              </a:ext>
            </a:extLst>
          </p:cNvPr>
          <p:cNvSpPr>
            <a:spLocks xmlns:a="http://schemas.openxmlformats.org/drawingml/2006/main" noGrp="1"/>
          </p:cNvSpPr>
          <p:nvPr/>
        </p:nvSpPr>
        <p:spPr>
          <a:xfrm xmlns:a="http://schemas.openxmlformats.org/drawingml/2006/main" flipV="1">
            <a:off x="5986780" y="2113585"/>
            <a:ext cx="160020" cy="39827"/>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sues200_uav_250m_to_satellite/sues200_uav_250m_to_satellite/seed-3/visual/point-cov-0.5">
            <a:extLst xmlns:a="http://schemas.openxmlformats.org/drawingml/2006/main">
              <a:ext uri="{FF2B5EF4-FFF2-40B4-BE49-F238E27FC236}">
                <a16:creationId xmlns:a16="http://schemas.microsoft.com/office/drawing/2014/main" id="{256BD53F-AFA4-4292-9AFE-1F3FBFDF7018}"/>
              </a:ext>
            </a:extLst>
          </p:cNvPr>
          <p:cNvSpPr>
            <a:spLocks xmlns:a="http://schemas.openxmlformats.org/drawingml/2006/main" noGrp="1"/>
          </p:cNvSpPr>
          <p:nvPr/>
        </p:nvSpPr>
        <p:spPr>
          <a:xfrm xmlns:a="http://schemas.openxmlformats.org/drawingml/2006/main">
            <a:off x="5316855" y="23450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sues200_uav_250m_to_satellite/sues200_uav_250m_to_satellite/seed-3/visual/point-cov-0.75">
            <a:extLst xmlns:a="http://schemas.openxmlformats.org/drawingml/2006/main">
              <a:ext uri="{FF2B5EF4-FFF2-40B4-BE49-F238E27FC236}">
                <a16:creationId xmlns:a16="http://schemas.microsoft.com/office/drawing/2014/main" id="{77985050-C7C2-49FC-91CD-9D1A372E9B61}"/>
              </a:ext>
            </a:extLst>
          </p:cNvPr>
          <p:cNvSpPr>
            <a:spLocks xmlns:a="http://schemas.openxmlformats.org/drawingml/2006/main" noGrp="1"/>
          </p:cNvSpPr>
          <p:nvPr/>
        </p:nvSpPr>
        <p:spPr>
          <a:xfrm xmlns:a="http://schemas.openxmlformats.org/drawingml/2006/main">
            <a:off x="5716905" y="218981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sues200_uav_250m_to_satellite/sues200_uav_250m_to_satellite/seed-3/visual/point-cov-0.9">
            <a:extLst xmlns:a="http://schemas.openxmlformats.org/drawingml/2006/main">
              <a:ext uri="{FF2B5EF4-FFF2-40B4-BE49-F238E27FC236}">
                <a16:creationId xmlns:a16="http://schemas.microsoft.com/office/drawing/2014/main" id="{449533F2-7CC0-428E-B022-E1BB17139D44}"/>
              </a:ext>
            </a:extLst>
          </p:cNvPr>
          <p:cNvSpPr>
            <a:spLocks xmlns:a="http://schemas.openxmlformats.org/drawingml/2006/main" noGrp="1"/>
          </p:cNvSpPr>
          <p:nvPr/>
        </p:nvSpPr>
        <p:spPr>
          <a:xfrm xmlns:a="http://schemas.openxmlformats.org/drawingml/2006/main">
            <a:off x="5956935" y="212356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sues200_uav_250m_to_satellite/sues200_uav_250m_to_satellite/seed-3/visual/point-cov-1">
            <a:extLst xmlns:a="http://schemas.openxmlformats.org/drawingml/2006/main">
              <a:ext uri="{FF2B5EF4-FFF2-40B4-BE49-F238E27FC236}">
                <a16:creationId xmlns:a16="http://schemas.microsoft.com/office/drawing/2014/main" id="{4643E22D-3565-470B-A986-9F929AEB6A7A}"/>
              </a:ext>
            </a:extLst>
          </p:cNvPr>
          <p:cNvSpPr>
            <a:spLocks xmlns:a="http://schemas.openxmlformats.org/drawingml/2006/main" noGrp="1"/>
          </p:cNvSpPr>
          <p:nvPr/>
        </p:nvSpPr>
        <p:spPr>
          <a:xfrm xmlns:a="http://schemas.openxmlformats.org/drawingml/2006/main">
            <a:off x="6116955" y="208374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sues200_uav_250m_to_satellite/sues200_uav_250m_to_satellite/seed-3/full/guide-1-2">
            <a:extLst xmlns:a="http://schemas.openxmlformats.org/drawingml/2006/main">
              <a:ext uri="{FF2B5EF4-FFF2-40B4-BE49-F238E27FC236}">
                <a16:creationId xmlns:a16="http://schemas.microsoft.com/office/drawing/2014/main" id="{C0C117F8-5CCC-48B1-838B-689AD32D8F9E}"/>
              </a:ext>
            </a:extLst>
          </p:cNvPr>
          <p:cNvSpPr>
            <a:spLocks xmlns:a="http://schemas.openxmlformats.org/drawingml/2006/main" noGrp="1"/>
          </p:cNvSpPr>
          <p:nvPr/>
        </p:nvSpPr>
        <p:spPr>
          <a:xfrm xmlns:a="http://schemas.openxmlformats.org/drawingml/2006/main" flipV="1">
            <a:off x="5346700" y="2372462"/>
            <a:ext cx="400050" cy="111354"/>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sues200_uav_250m_to_satellite/sues200_uav_250m_to_satellite/seed-3/full/guide-2-3">
            <a:extLst xmlns:a="http://schemas.openxmlformats.org/drawingml/2006/main">
              <a:ext uri="{FF2B5EF4-FFF2-40B4-BE49-F238E27FC236}">
                <a16:creationId xmlns:a16="http://schemas.microsoft.com/office/drawing/2014/main" id="{CDC7CD48-7C24-4CEF-92EA-DC801630266D}"/>
              </a:ext>
            </a:extLst>
          </p:cNvPr>
          <p:cNvSpPr>
            <a:spLocks xmlns:a="http://schemas.openxmlformats.org/drawingml/2006/main" noGrp="1"/>
          </p:cNvSpPr>
          <p:nvPr/>
        </p:nvSpPr>
        <p:spPr>
          <a:xfrm xmlns:a="http://schemas.openxmlformats.org/drawingml/2006/main" flipV="1">
            <a:off x="5746750" y="2326538"/>
            <a:ext cx="240030" cy="45923"/>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sues200_uav_250m_to_satellite/sues200_uav_250m_to_satellite/seed-3/full/guide-3-4">
            <a:extLst xmlns:a="http://schemas.openxmlformats.org/drawingml/2006/main">
              <a:ext uri="{FF2B5EF4-FFF2-40B4-BE49-F238E27FC236}">
                <a16:creationId xmlns:a16="http://schemas.microsoft.com/office/drawing/2014/main" id="{D8FEBAAC-3DA1-4811-8EEC-97DDE806CE54}"/>
              </a:ext>
            </a:extLst>
          </p:cNvPr>
          <p:cNvSpPr>
            <a:spLocks xmlns:a="http://schemas.openxmlformats.org/drawingml/2006/main" noGrp="1"/>
          </p:cNvSpPr>
          <p:nvPr/>
        </p:nvSpPr>
        <p:spPr>
          <a:xfrm xmlns:a="http://schemas.openxmlformats.org/drawingml/2006/main" flipV="1">
            <a:off x="5986780" y="2305406"/>
            <a:ext cx="160020" cy="21133"/>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sues200_uav_250m_to_satellite/sues200_uav_250m_to_satellite/seed-3/full/point-cov-0.5">
            <a:extLst xmlns:a="http://schemas.openxmlformats.org/drawingml/2006/main">
              <a:ext uri="{FF2B5EF4-FFF2-40B4-BE49-F238E27FC236}">
                <a16:creationId xmlns:a16="http://schemas.microsoft.com/office/drawing/2014/main" id="{4732D67B-5DF2-4EFD-B9C1-AC1FD57F5FF6}"/>
              </a:ext>
            </a:extLst>
          </p:cNvPr>
          <p:cNvSpPr>
            <a:spLocks xmlns:a="http://schemas.openxmlformats.org/drawingml/2006/main" noGrp="1"/>
          </p:cNvSpPr>
          <p:nvPr/>
        </p:nvSpPr>
        <p:spPr>
          <a:xfrm xmlns:a="http://schemas.openxmlformats.org/drawingml/2006/main">
            <a:off x="5322570" y="245968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sues200_uav_250m_to_satellite/sues200_uav_250m_to_satellite/seed-3/full/point-cov-0.75">
            <a:extLst xmlns:a="http://schemas.openxmlformats.org/drawingml/2006/main">
              <a:ext uri="{FF2B5EF4-FFF2-40B4-BE49-F238E27FC236}">
                <a16:creationId xmlns:a16="http://schemas.microsoft.com/office/drawing/2014/main" id="{10149F24-0D93-42A7-9B28-4BC1E0EC15C2}"/>
              </a:ext>
            </a:extLst>
          </p:cNvPr>
          <p:cNvSpPr>
            <a:spLocks xmlns:a="http://schemas.openxmlformats.org/drawingml/2006/main" noGrp="1"/>
          </p:cNvSpPr>
          <p:nvPr/>
        </p:nvSpPr>
        <p:spPr>
          <a:xfrm xmlns:a="http://schemas.openxmlformats.org/drawingml/2006/main">
            <a:off x="5722620" y="234833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sues200_uav_250m_to_satellite/sues200_uav_250m_to_satellite/seed-3/full/point-cov-0.9">
            <a:extLst xmlns:a="http://schemas.openxmlformats.org/drawingml/2006/main">
              <a:ext uri="{FF2B5EF4-FFF2-40B4-BE49-F238E27FC236}">
                <a16:creationId xmlns:a16="http://schemas.microsoft.com/office/drawing/2014/main" id="{DE0F8D3D-7691-4C94-994F-EABBA64724DD}"/>
              </a:ext>
            </a:extLst>
          </p:cNvPr>
          <p:cNvSpPr>
            <a:spLocks xmlns:a="http://schemas.openxmlformats.org/drawingml/2006/main" noGrp="1"/>
          </p:cNvSpPr>
          <p:nvPr/>
        </p:nvSpPr>
        <p:spPr>
          <a:xfrm xmlns:a="http://schemas.openxmlformats.org/drawingml/2006/main">
            <a:off x="5962650" y="2302408"/>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sues200_uav_250m_to_satellite/sues200_uav_250m_to_satellite/seed-3/full/point-cov-1">
            <a:extLst xmlns:a="http://schemas.openxmlformats.org/drawingml/2006/main">
              <a:ext uri="{FF2B5EF4-FFF2-40B4-BE49-F238E27FC236}">
                <a16:creationId xmlns:a16="http://schemas.microsoft.com/office/drawing/2014/main" id="{4E6AB74D-212F-4611-9F3A-20255998E8C2}"/>
              </a:ext>
            </a:extLst>
          </p:cNvPr>
          <p:cNvSpPr>
            <a:spLocks xmlns:a="http://schemas.openxmlformats.org/drawingml/2006/main" noGrp="1"/>
          </p:cNvSpPr>
          <p:nvPr/>
        </p:nvSpPr>
        <p:spPr>
          <a:xfrm xmlns:a="http://schemas.openxmlformats.org/drawingml/2006/main">
            <a:off x="6122670" y="228127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sues200_uav_250m_to_satellite/sues200_uav_250m_to_satellite/seed-3/count/N">
            <a:extLst xmlns:a="http://schemas.openxmlformats.org/drawingml/2006/main">
              <a:ext uri="{FF2B5EF4-FFF2-40B4-BE49-F238E27FC236}">
                <a16:creationId xmlns:a16="http://schemas.microsoft.com/office/drawing/2014/main" id="{8CA1EF19-061A-40E4-B92B-D71E608F17C2}"/>
              </a:ext>
            </a:extLst>
          </p:cNvPr>
          <p:cNvSpPr>
            <a:spLocks xmlns:a="http://schemas.openxmlformats.org/drawingml/2006/main" noGrp="1"/>
          </p:cNvSpPr>
          <p:nvPr/>
        </p:nvSpPr>
        <p:spPr>
          <a:xfrm xmlns:a="http://schemas.openxmlformats.org/drawingml/2006/main">
            <a:off x="48638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184" name="sues200_uav_250m_to_satellite/sues200_uav_250m_to_satellite/seed-3/count/header/requested">
            <a:extLst xmlns:a="http://schemas.openxmlformats.org/drawingml/2006/main">
              <a:ext uri="{FF2B5EF4-FFF2-40B4-BE49-F238E27FC236}">
                <a16:creationId xmlns:a16="http://schemas.microsoft.com/office/drawing/2014/main" id="{8F37DF10-49A7-419D-810F-B9D8B8F1DA33}"/>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sues200_uav_250m_to_satellite/sues200_uav_250m_to_satellite/seed-3/count/header/kN">
            <a:extLst xmlns:a="http://schemas.openxmlformats.org/drawingml/2006/main">
              <a:ext uri="{FF2B5EF4-FFF2-40B4-BE49-F238E27FC236}">
                <a16:creationId xmlns:a16="http://schemas.microsoft.com/office/drawing/2014/main" id="{AC782F68-27E7-4DC1-A329-6167E8A3D296}"/>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sues200_uav_250m_to_satellite/sues200_uav_250m_to_satellite/seed-3/count/header/overlap">
            <a:extLst xmlns:a="http://schemas.openxmlformats.org/drawingml/2006/main">
              <a:ext uri="{FF2B5EF4-FFF2-40B4-BE49-F238E27FC236}">
                <a16:creationId xmlns:a16="http://schemas.microsoft.com/office/drawing/2014/main" id="{3AFC5417-DBA1-4780-996C-BFC3CE46D142}"/>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sues200_uav_250m_to_satellite/sues200_uav_250m_to_satellite/seed-3/count/header/rule">
            <a:extLst xmlns:a="http://schemas.openxmlformats.org/drawingml/2006/main">
              <a:ext uri="{FF2B5EF4-FFF2-40B4-BE49-F238E27FC236}">
                <a16:creationId xmlns:a16="http://schemas.microsoft.com/office/drawing/2014/main" id="{B43BDB69-8532-485D-979D-3539B41880E4}"/>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sues200_uav_250m_to_satellite/sues200_uav_250m_to_satellite/seed-3/count/cov-0.5/requested">
            <a:extLst xmlns:a="http://schemas.openxmlformats.org/drawingml/2006/main">
              <a:ext uri="{FF2B5EF4-FFF2-40B4-BE49-F238E27FC236}">
                <a16:creationId xmlns:a16="http://schemas.microsoft.com/office/drawing/2014/main" id="{80815F7E-D2D2-4ACC-AA77-91F9A6E388EF}"/>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sues200_uav_250m_to_satellite/sues200_uav_250m_to_satellite/seed-3/count/cov-0.5/kN">
            <a:extLst xmlns:a="http://schemas.openxmlformats.org/drawingml/2006/main">
              <a:ext uri="{FF2B5EF4-FFF2-40B4-BE49-F238E27FC236}">
                <a16:creationId xmlns:a16="http://schemas.microsoft.com/office/drawing/2014/main" id="{AE8ACCFE-B1C7-4DF4-846D-EFF8FF06EEF7}"/>
              </a:ext>
            </a:extLst>
          </p:cNvPr>
          <p:cNvSpPr>
            <a:spLocks xmlns:a="http://schemas.openxmlformats.org/drawingml/2006/main" noGrp="1"/>
          </p:cNvSpPr>
          <p:nvPr/>
        </p:nvSpPr>
        <p:spPr>
          <a:xfrm xmlns:a="http://schemas.openxmlformats.org/drawingml/2006/main">
            <a:off x="50766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190" name="sues200_uav_250m_to_satellite/sues200_uav_250m_to_satellite/seed-3/count/cov-0.5/overlap">
            <a:extLst xmlns:a="http://schemas.openxmlformats.org/drawingml/2006/main">
              <a:ext uri="{FF2B5EF4-FFF2-40B4-BE49-F238E27FC236}">
                <a16:creationId xmlns:a16="http://schemas.microsoft.com/office/drawing/2014/main" id="{BC1C35BB-7DFC-4315-98E1-81D9D3C8C948}"/>
              </a:ext>
            </a:extLst>
          </p:cNvPr>
          <p:cNvSpPr>
            <a:spLocks xmlns:a="http://schemas.openxmlformats.org/drawingml/2006/main" noGrp="1"/>
          </p:cNvSpPr>
          <p:nvPr/>
        </p:nvSpPr>
        <p:spPr>
          <a:xfrm xmlns:a="http://schemas.openxmlformats.org/drawingml/2006/main">
            <a:off x="5842429" y="3919728"/>
            <a:ext cx="22774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1137</a:t>
            </a:r>
          </a:p>
        </p:txBody>
      </p:sp>
      <p:sp>
        <p:nvSpPr>
          <p:cNvPr id="191" name="sues200_uav_250m_to_satellite/sues200_uav_250m_to_satellite/seed-3/count/cov-0.75/requested">
            <a:extLst xmlns:a="http://schemas.openxmlformats.org/drawingml/2006/main">
              <a:ext uri="{FF2B5EF4-FFF2-40B4-BE49-F238E27FC236}">
                <a16:creationId xmlns:a16="http://schemas.microsoft.com/office/drawing/2014/main" id="{258A6368-2531-4995-B6E3-A706505DEA0B}"/>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sues200_uav_250m_to_satellite/sues200_uav_250m_to_satellite/seed-3/count/cov-0.75/kN">
            <a:extLst xmlns:a="http://schemas.openxmlformats.org/drawingml/2006/main">
              <a:ext uri="{FF2B5EF4-FFF2-40B4-BE49-F238E27FC236}">
                <a16:creationId xmlns:a16="http://schemas.microsoft.com/office/drawing/2014/main" id="{80304B45-AF1D-4C8F-B376-A4C53AF47AEC}"/>
              </a:ext>
            </a:extLst>
          </p:cNvPr>
          <p:cNvSpPr>
            <a:spLocks xmlns:a="http://schemas.openxmlformats.org/drawingml/2006/main" noGrp="1"/>
          </p:cNvSpPr>
          <p:nvPr/>
        </p:nvSpPr>
        <p:spPr>
          <a:xfrm xmlns:a="http://schemas.openxmlformats.org/drawingml/2006/main">
            <a:off x="50766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193" name="sues200_uav_250m_to_satellite/sues200_uav_250m_to_satellite/seed-3/count/cov-0.75/overlap">
            <a:extLst xmlns:a="http://schemas.openxmlformats.org/drawingml/2006/main">
              <a:ext uri="{FF2B5EF4-FFF2-40B4-BE49-F238E27FC236}">
                <a16:creationId xmlns:a16="http://schemas.microsoft.com/office/drawing/2014/main" id="{2F95509F-9AC5-4D83-A835-EACC1FE60CD2}"/>
              </a:ext>
            </a:extLst>
          </p:cNvPr>
          <p:cNvSpPr>
            <a:spLocks xmlns:a="http://schemas.openxmlformats.org/drawingml/2006/main" noGrp="1"/>
          </p:cNvSpPr>
          <p:nvPr/>
        </p:nvSpPr>
        <p:spPr>
          <a:xfrm xmlns:a="http://schemas.openxmlformats.org/drawingml/2006/main">
            <a:off x="58386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2308</a:t>
            </a:r>
          </a:p>
        </p:txBody>
      </p:sp>
      <p:sp>
        <p:nvSpPr>
          <p:cNvPr id="194" name="sues200_uav_250m_to_satellite/sues200_uav_250m_to_satellite/seed-3/count/cov-0.9/requested">
            <a:extLst xmlns:a="http://schemas.openxmlformats.org/drawingml/2006/main">
              <a:ext uri="{FF2B5EF4-FFF2-40B4-BE49-F238E27FC236}">
                <a16:creationId xmlns:a16="http://schemas.microsoft.com/office/drawing/2014/main" id="{73ECBD9B-3746-4B37-AC3D-36DF16E42CDB}"/>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sues200_uav_250m_to_satellite/sues200_uav_250m_to_satellite/seed-3/count/cov-0.9/kN">
            <a:extLst xmlns:a="http://schemas.openxmlformats.org/drawingml/2006/main">
              <a:ext uri="{FF2B5EF4-FFF2-40B4-BE49-F238E27FC236}">
                <a16:creationId xmlns:a16="http://schemas.microsoft.com/office/drawing/2014/main" id="{0C749E24-C9B0-4E0B-8419-417C0BC60C8D}"/>
              </a:ext>
            </a:extLst>
          </p:cNvPr>
          <p:cNvSpPr>
            <a:spLocks xmlns:a="http://schemas.openxmlformats.org/drawingml/2006/main" noGrp="1"/>
          </p:cNvSpPr>
          <p:nvPr/>
        </p:nvSpPr>
        <p:spPr>
          <a:xfrm xmlns:a="http://schemas.openxmlformats.org/drawingml/2006/main">
            <a:off x="50766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196" name="sues200_uav_250m_to_satellite/sues200_uav_250m_to_satellite/seed-3/count/cov-0.9/overlap">
            <a:extLst xmlns:a="http://schemas.openxmlformats.org/drawingml/2006/main">
              <a:ext uri="{FF2B5EF4-FFF2-40B4-BE49-F238E27FC236}">
                <a16:creationId xmlns:a16="http://schemas.microsoft.com/office/drawing/2014/main" id="{16F4552E-47CF-49D1-B1ED-0B59BC2E02A2}"/>
              </a:ext>
            </a:extLst>
          </p:cNvPr>
          <p:cNvSpPr>
            <a:spLocks xmlns:a="http://schemas.openxmlformats.org/drawingml/2006/main" noGrp="1"/>
          </p:cNvSpPr>
          <p:nvPr/>
        </p:nvSpPr>
        <p:spPr>
          <a:xfrm xmlns:a="http://schemas.openxmlformats.org/drawingml/2006/main">
            <a:off x="58386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3291</a:t>
            </a:r>
          </a:p>
        </p:txBody>
      </p:sp>
      <p:sp>
        <p:nvSpPr>
          <p:cNvPr id="197" name="sues200_uav_250m_to_satellite/sues200_uav_250m_to_satellite/seed-3/count/cov-1/requested">
            <a:extLst xmlns:a="http://schemas.openxmlformats.org/drawingml/2006/main">
              <a:ext uri="{FF2B5EF4-FFF2-40B4-BE49-F238E27FC236}">
                <a16:creationId xmlns:a16="http://schemas.microsoft.com/office/drawing/2014/main" id="{67E79901-E391-4FC0-ACE5-96F3A7CDDC1C}"/>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sues200_uav_250m_to_satellite/sues200_uav_250m_to_satellite/seed-3/count/cov-1/kN">
            <a:extLst xmlns:a="http://schemas.openxmlformats.org/drawingml/2006/main">
              <a:ext uri="{FF2B5EF4-FFF2-40B4-BE49-F238E27FC236}">
                <a16:creationId xmlns:a16="http://schemas.microsoft.com/office/drawing/2014/main" id="{16327710-F826-4791-93C7-3E2583E2EFB1}"/>
              </a:ext>
            </a:extLst>
          </p:cNvPr>
          <p:cNvSpPr>
            <a:spLocks xmlns:a="http://schemas.openxmlformats.org/drawingml/2006/main" noGrp="1"/>
          </p:cNvSpPr>
          <p:nvPr/>
        </p:nvSpPr>
        <p:spPr>
          <a:xfrm xmlns:a="http://schemas.openxmlformats.org/drawingml/2006/main">
            <a:off x="50766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199" name="sues200_uav_250m_to_satellite/sues200_uav_250m_to_satellite/seed-3/count/cov-1/overlap">
            <a:extLst xmlns:a="http://schemas.openxmlformats.org/drawingml/2006/main">
              <a:ext uri="{FF2B5EF4-FFF2-40B4-BE49-F238E27FC236}">
                <a16:creationId xmlns:a16="http://schemas.microsoft.com/office/drawing/2014/main" id="{47B641B3-A6EA-4E02-8119-69D70FC17A28}"/>
              </a:ext>
            </a:extLst>
          </p:cNvPr>
          <p:cNvSpPr>
            <a:spLocks xmlns:a="http://schemas.openxmlformats.org/drawingml/2006/main" noGrp="1"/>
          </p:cNvSpPr>
          <p:nvPr/>
        </p:nvSpPr>
        <p:spPr>
          <a:xfrm xmlns:a="http://schemas.openxmlformats.org/drawingml/2006/main">
            <a:off x="58386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200" name="sues200_uav_250m_to_satellite/sues200_uav_250m_to_satellite/seed-3/success/heading">
            <a:extLst xmlns:a="http://schemas.openxmlformats.org/drawingml/2006/main">
              <a:ext uri="{FF2B5EF4-FFF2-40B4-BE49-F238E27FC236}">
                <a16:creationId xmlns:a16="http://schemas.microsoft.com/office/drawing/2014/main" id="{79F48082-31C9-4298-A874-7A0B1549C26F}"/>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sues200_uav_250m_to_satellite/sues200_uav_250m_to_satellite/seed-3/success/cov-0.5/heading">
            <a:extLst xmlns:a="http://schemas.openxmlformats.org/drawingml/2006/main">
              <a:ext uri="{FF2B5EF4-FFF2-40B4-BE49-F238E27FC236}">
                <a16:creationId xmlns:a16="http://schemas.microsoft.com/office/drawing/2014/main" id="{D60CED80-1FEA-4962-BD5C-2569102ABF0B}"/>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sues200_uav_250m_to_satellite/sues200_uav_250m_to_satellite/seed-3/visual/success-cov-0.5">
            <a:extLst xmlns:a="http://schemas.openxmlformats.org/drawingml/2006/main">
              <a:ext uri="{FF2B5EF4-FFF2-40B4-BE49-F238E27FC236}">
                <a16:creationId xmlns:a16="http://schemas.microsoft.com/office/drawing/2014/main" id="{AD417AD3-E593-4DAF-B4C9-599C785BC0F5}"/>
              </a:ext>
            </a:extLst>
          </p:cNvPr>
          <p:cNvSpPr>
            <a:spLocks xmlns:a="http://schemas.openxmlformats.org/drawingml/2006/main" noGrp="1"/>
          </p:cNvSpPr>
          <p:nvPr/>
        </p:nvSpPr>
        <p:spPr>
          <a:xfrm xmlns:a="http://schemas.openxmlformats.org/drawingml/2006/main">
            <a:off x="45866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31.250</a:t>
            </a:r>
          </a:p>
        </p:txBody>
      </p:sp>
      <p:sp>
        <p:nvSpPr>
          <p:cNvPr id="203" name="sues200_uav_250m_to_satellite/sues200_uav_250m_to_satellite/seed-3/full/success-cov-0.5">
            <a:extLst xmlns:a="http://schemas.openxmlformats.org/drawingml/2006/main">
              <a:ext uri="{FF2B5EF4-FFF2-40B4-BE49-F238E27FC236}">
                <a16:creationId xmlns:a16="http://schemas.microsoft.com/office/drawing/2014/main" id="{2338014E-4786-4C26-918D-0594FEB041ED}"/>
              </a:ext>
            </a:extLst>
          </p:cNvPr>
          <p:cNvSpPr>
            <a:spLocks xmlns:a="http://schemas.openxmlformats.org/drawingml/2006/main" noGrp="1"/>
          </p:cNvSpPr>
          <p:nvPr/>
        </p:nvSpPr>
        <p:spPr>
          <a:xfrm xmlns:a="http://schemas.openxmlformats.org/drawingml/2006/main">
            <a:off x="45866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24.550</a:t>
            </a:r>
          </a:p>
        </p:txBody>
      </p:sp>
      <p:sp>
        <p:nvSpPr>
          <p:cNvPr id="204" name="sues200_uav_250m_to_satellite/sues200_uav_250m_to_satellite/seed-3/success/cov-0.75/heading">
            <a:extLst xmlns:a="http://schemas.openxmlformats.org/drawingml/2006/main">
              <a:ext uri="{FF2B5EF4-FFF2-40B4-BE49-F238E27FC236}">
                <a16:creationId xmlns:a16="http://schemas.microsoft.com/office/drawing/2014/main" id="{789F71AF-5D97-4D4E-81C4-91F1B0E41D5D}"/>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sues200_uav_250m_to_satellite/sues200_uav_250m_to_satellite/seed-3/visual/success-cov-0.75">
            <a:extLst xmlns:a="http://schemas.openxmlformats.org/drawingml/2006/main">
              <a:ext uri="{FF2B5EF4-FFF2-40B4-BE49-F238E27FC236}">
                <a16:creationId xmlns:a16="http://schemas.microsoft.com/office/drawing/2014/main" id="{5912EE01-7EFC-4D14-9D99-3C9FE90D5D54}"/>
              </a:ext>
            </a:extLst>
          </p:cNvPr>
          <p:cNvSpPr>
            <a:spLocks xmlns:a="http://schemas.openxmlformats.org/drawingml/2006/main" noGrp="1"/>
          </p:cNvSpPr>
          <p:nvPr/>
        </p:nvSpPr>
        <p:spPr>
          <a:xfrm xmlns:a="http://schemas.openxmlformats.org/drawingml/2006/main">
            <a:off x="49867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40.800</a:t>
            </a:r>
          </a:p>
        </p:txBody>
      </p:sp>
      <p:sp>
        <p:nvSpPr>
          <p:cNvPr id="206" name="sues200_uav_250m_to_satellite/sues200_uav_250m_to_satellite/seed-3/full/success-cov-0.75">
            <a:extLst xmlns:a="http://schemas.openxmlformats.org/drawingml/2006/main">
              <a:ext uri="{FF2B5EF4-FFF2-40B4-BE49-F238E27FC236}">
                <a16:creationId xmlns:a16="http://schemas.microsoft.com/office/drawing/2014/main" id="{EC1C9F29-C5DC-45F3-8AC8-551D9BB5EB21}"/>
              </a:ext>
            </a:extLst>
          </p:cNvPr>
          <p:cNvSpPr>
            <a:spLocks xmlns:a="http://schemas.openxmlformats.org/drawingml/2006/main" noGrp="1"/>
          </p:cNvSpPr>
          <p:nvPr/>
        </p:nvSpPr>
        <p:spPr>
          <a:xfrm xmlns:a="http://schemas.openxmlformats.org/drawingml/2006/main">
            <a:off x="49867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31.400</a:t>
            </a:r>
          </a:p>
        </p:txBody>
      </p:sp>
      <p:sp>
        <p:nvSpPr>
          <p:cNvPr id="207" name="sues200_uav_250m_to_satellite/sues200_uav_250m_to_satellite/seed-3/success/cov-0.9/heading">
            <a:extLst xmlns:a="http://schemas.openxmlformats.org/drawingml/2006/main">
              <a:ext uri="{FF2B5EF4-FFF2-40B4-BE49-F238E27FC236}">
                <a16:creationId xmlns:a16="http://schemas.microsoft.com/office/drawing/2014/main" id="{348246FA-1379-4FFF-AD5F-9212834AA8D4}"/>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sues200_uav_250m_to_satellite/sues200_uav_250m_to_satellite/seed-3/visual/success-cov-0.9">
            <a:extLst xmlns:a="http://schemas.openxmlformats.org/drawingml/2006/main">
              <a:ext uri="{FF2B5EF4-FFF2-40B4-BE49-F238E27FC236}">
                <a16:creationId xmlns:a16="http://schemas.microsoft.com/office/drawing/2014/main" id="{5774B784-C773-449E-9712-951F017D2EB0}"/>
              </a:ext>
            </a:extLst>
          </p:cNvPr>
          <p:cNvSpPr>
            <a:spLocks xmlns:a="http://schemas.openxmlformats.org/drawingml/2006/main" noGrp="1"/>
          </p:cNvSpPr>
          <p:nvPr/>
        </p:nvSpPr>
        <p:spPr>
          <a:xfrm xmlns:a="http://schemas.openxmlformats.org/drawingml/2006/main">
            <a:off x="53867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44.875</a:t>
            </a:r>
          </a:p>
        </p:txBody>
      </p:sp>
      <p:sp>
        <p:nvSpPr>
          <p:cNvPr id="209" name="sues200_uav_250m_to_satellite/sues200_uav_250m_to_satellite/seed-3/full/success-cov-0.9">
            <a:extLst xmlns:a="http://schemas.openxmlformats.org/drawingml/2006/main">
              <a:ext uri="{FF2B5EF4-FFF2-40B4-BE49-F238E27FC236}">
                <a16:creationId xmlns:a16="http://schemas.microsoft.com/office/drawing/2014/main" id="{3257F20C-DF79-46EF-A627-4CBAF6D35425}"/>
              </a:ext>
            </a:extLst>
          </p:cNvPr>
          <p:cNvSpPr>
            <a:spLocks xmlns:a="http://schemas.openxmlformats.org/drawingml/2006/main" noGrp="1"/>
          </p:cNvSpPr>
          <p:nvPr/>
        </p:nvSpPr>
        <p:spPr>
          <a:xfrm xmlns:a="http://schemas.openxmlformats.org/drawingml/2006/main">
            <a:off x="53867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34.225</a:t>
            </a:r>
          </a:p>
        </p:txBody>
      </p:sp>
      <p:sp>
        <p:nvSpPr>
          <p:cNvPr id="210" name="sues200_uav_250m_to_satellite/sues200_uav_250m_to_satellite/seed-3/success/cov-1/heading">
            <a:extLst xmlns:a="http://schemas.openxmlformats.org/drawingml/2006/main">
              <a:ext uri="{FF2B5EF4-FFF2-40B4-BE49-F238E27FC236}">
                <a16:creationId xmlns:a16="http://schemas.microsoft.com/office/drawing/2014/main" id="{45F0082A-E43C-4189-BD65-09EC40B2C1B0}"/>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sues200_uav_250m_to_satellite/sues200_uav_250m_to_satellite/seed-3/visual/success-cov-1">
            <a:extLst xmlns:a="http://schemas.openxmlformats.org/drawingml/2006/main">
              <a:ext uri="{FF2B5EF4-FFF2-40B4-BE49-F238E27FC236}">
                <a16:creationId xmlns:a16="http://schemas.microsoft.com/office/drawing/2014/main" id="{23A7788C-6DCE-42D5-8A9D-FE48EA800EA7}"/>
              </a:ext>
            </a:extLst>
          </p:cNvPr>
          <p:cNvSpPr>
            <a:spLocks xmlns:a="http://schemas.openxmlformats.org/drawingml/2006/main" noGrp="1"/>
          </p:cNvSpPr>
          <p:nvPr/>
        </p:nvSpPr>
        <p:spPr>
          <a:xfrm xmlns:a="http://schemas.openxmlformats.org/drawingml/2006/main">
            <a:off x="57868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47.325</a:t>
            </a:r>
          </a:p>
        </p:txBody>
      </p:sp>
      <p:sp>
        <p:nvSpPr>
          <p:cNvPr id="212" name="sues200_uav_250m_to_satellite/sues200_uav_250m_to_satellite/seed-3/full/success-cov-1">
            <a:extLst xmlns:a="http://schemas.openxmlformats.org/drawingml/2006/main">
              <a:ext uri="{FF2B5EF4-FFF2-40B4-BE49-F238E27FC236}">
                <a16:creationId xmlns:a16="http://schemas.microsoft.com/office/drawing/2014/main" id="{6583F12F-3430-492E-BA81-7635C1DC7164}"/>
              </a:ext>
            </a:extLst>
          </p:cNvPr>
          <p:cNvSpPr>
            <a:spLocks xmlns:a="http://schemas.openxmlformats.org/drawingml/2006/main" noGrp="1"/>
          </p:cNvSpPr>
          <p:nvPr/>
        </p:nvSpPr>
        <p:spPr>
          <a:xfrm xmlns:a="http://schemas.openxmlformats.org/drawingml/2006/main">
            <a:off x="57868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35.525</a:t>
            </a:r>
          </a:p>
        </p:txBody>
      </p:sp>
      <p:sp>
        <p:nvSpPr>
          <p:cNvPr id="213" name="sues200_uav_250m_to_satellite/sues200_uav_250m_to_satellite/seed-3/visual/success-prefix">
            <a:extLst xmlns:a="http://schemas.openxmlformats.org/drawingml/2006/main">
              <a:ext uri="{FF2B5EF4-FFF2-40B4-BE49-F238E27FC236}">
                <a16:creationId xmlns:a16="http://schemas.microsoft.com/office/drawing/2014/main" id="{DB5F5D1D-D718-4DA5-BAE4-A95A15E9F7EE}"/>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sues200_uav_250m_to_satellite/sues200_uav_250m_to_satellite/seed-3/full/success-prefix">
            <a:extLst xmlns:a="http://schemas.openxmlformats.org/drawingml/2006/main">
              <a:ext uri="{FF2B5EF4-FFF2-40B4-BE49-F238E27FC236}">
                <a16:creationId xmlns:a16="http://schemas.microsoft.com/office/drawing/2014/main" id="{21802F9D-0D79-40D6-9F1C-3CB5AC446539}"/>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sues200_uav_250m_to_satellite/x-axis-label">
            <a:extLst xmlns:a="http://schemas.openxmlformats.org/drawingml/2006/main">
              <a:ext uri="{FF2B5EF4-FFF2-40B4-BE49-F238E27FC236}">
                <a16:creationId xmlns:a16="http://schemas.microsoft.com/office/drawing/2014/main" id="{E6F97B74-70F5-454E-AA4D-84DE5F7E0980}"/>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sues200_uav_250m_to_satellite/footnote-1">
            <a:extLst xmlns:a="http://schemas.openxmlformats.org/drawingml/2006/main">
              <a:ext uri="{FF2B5EF4-FFF2-40B4-BE49-F238E27FC236}">
                <a16:creationId xmlns:a16="http://schemas.microsoft.com/office/drawing/2014/main" id="{9AE8F6E4-9B4C-42BF-B544-E61D865D86FC}"/>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sues200_uav_250m_to_satellite/footnote-2">
            <a:extLst xmlns:a="http://schemas.openxmlformats.org/drawingml/2006/main">
              <a:ext uri="{FF2B5EF4-FFF2-40B4-BE49-F238E27FC236}">
                <a16:creationId xmlns:a16="http://schemas.microsoft.com/office/drawing/2014/main" id="{7AD56C72-8396-448B-9EFE-15396182B74D}"/>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sues200_uav_250m_to_satellite/footnote-3">
            <a:extLst xmlns:a="http://schemas.openxmlformats.org/drawingml/2006/main">
              <a:ext uri="{FF2B5EF4-FFF2-40B4-BE49-F238E27FC236}">
                <a16:creationId xmlns:a16="http://schemas.microsoft.com/office/drawing/2014/main" id="{971C10ED-DA71-438D-8585-7D0218F0E08A}"/>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sues200_uav_250m_to_satellite/footnote-4">
            <a:extLst xmlns:a="http://schemas.openxmlformats.org/drawingml/2006/main">
              <a:ext uri="{FF2B5EF4-FFF2-40B4-BE49-F238E27FC236}">
                <a16:creationId xmlns:a16="http://schemas.microsoft.com/office/drawing/2014/main" id="{EA597DB2-8FCD-4F15-B117-55EB38ED3731}"/>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sues200_uav_250m_to_satellite/footnote-5">
            <a:extLst xmlns:a="http://schemas.openxmlformats.org/drawingml/2006/main">
              <a:ext uri="{FF2B5EF4-FFF2-40B4-BE49-F238E27FC236}">
                <a16:creationId xmlns:a16="http://schemas.microsoft.com/office/drawing/2014/main" id="{CB94B8E8-35E0-41BD-AA10-7569CFA56782}"/>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sues200_uav_250m_to_satellite/footnote-6">
            <a:extLst xmlns:a="http://schemas.openxmlformats.org/drawingml/2006/main">
              <a:ext uri="{FF2B5EF4-FFF2-40B4-BE49-F238E27FC236}">
                <a16:creationId xmlns:a16="http://schemas.microsoft.com/office/drawing/2014/main" id="{86628921-B917-48C5-AFE8-33F7241B2E47}"/>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10587869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sues200_satellite_to_uav_250m/title">
            <a:extLst xmlns:a="http://schemas.openxmlformats.org/drawingml/2006/main">
              <a:ext uri="{FF2B5EF4-FFF2-40B4-BE49-F238E27FC236}">
                <a16:creationId xmlns:a16="http://schemas.microsoft.com/office/drawing/2014/main" id="{BE239CE8-47DC-44D4-9814-B66192104FAF}"/>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250 m</a:t>
            </a:r>
          </a:p>
        </p:txBody>
      </p:sp>
      <p:sp>
        <p:nvSpPr>
          <p:cNvPr id="2" name="sues200_satellite_to_uav_250m/subtitle">
            <a:extLst xmlns:a="http://schemas.openxmlformats.org/drawingml/2006/main">
              <a:ext uri="{FF2B5EF4-FFF2-40B4-BE49-F238E27FC236}">
                <a16:creationId xmlns:a16="http://schemas.microsoft.com/office/drawing/2014/main" id="{365B6420-F8D4-4A3B-8EEA-586F24ACEB1C}"/>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sues200_satellite_to_uav_250m/legend/visual/marker">
            <a:extLst xmlns:a="http://schemas.openxmlformats.org/drawingml/2006/main">
              <a:ext uri="{FF2B5EF4-FFF2-40B4-BE49-F238E27FC236}">
                <a16:creationId xmlns:a16="http://schemas.microsoft.com/office/drawing/2014/main" id="{E4E0579E-E67B-4B0A-84EA-32290D28E088}"/>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satellite_to_uav_250m/legend/visual/text">
            <a:extLst xmlns:a="http://schemas.openxmlformats.org/drawingml/2006/main">
              <a:ext uri="{FF2B5EF4-FFF2-40B4-BE49-F238E27FC236}">
                <a16:creationId xmlns:a16="http://schemas.microsoft.com/office/drawing/2014/main" id="{A648B579-9E1D-4E57-A060-A6768DFE92CE}"/>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satellite_to_uav_250m/legend/full/marker">
            <a:extLst xmlns:a="http://schemas.openxmlformats.org/drawingml/2006/main">
              <a:ext uri="{FF2B5EF4-FFF2-40B4-BE49-F238E27FC236}">
                <a16:creationId xmlns:a16="http://schemas.microsoft.com/office/drawing/2014/main" id="{58E61F21-4539-44FC-A4FE-970696F36933}"/>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satellite_to_uav_250m/legend/full/text">
            <a:extLst xmlns:a="http://schemas.openxmlformats.org/drawingml/2006/main">
              <a:ext uri="{FF2B5EF4-FFF2-40B4-BE49-F238E27FC236}">
                <a16:creationId xmlns:a16="http://schemas.microsoft.com/office/drawing/2014/main" id="{54DF4937-FBDB-46A6-9D78-5885E61F6D6B}"/>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satellite_to_uav_250m/y-axis-label">
            <a:extLst xmlns:a="http://schemas.openxmlformats.org/drawingml/2006/main">
              <a:ext uri="{FF2B5EF4-FFF2-40B4-BE49-F238E27FC236}">
                <a16:creationId xmlns:a16="http://schemas.microsoft.com/office/drawing/2014/main" id="{CC35E03E-B1EC-44B7-A80C-1A5DE6500DD9}"/>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sues200_satellite_to_uav_250m/sues200_satellite_to_uav_250m/seed-1/heading">
            <a:extLst xmlns:a="http://schemas.openxmlformats.org/drawingml/2006/main">
              <a:ext uri="{FF2B5EF4-FFF2-40B4-BE49-F238E27FC236}">
                <a16:creationId xmlns:a16="http://schemas.microsoft.com/office/drawing/2014/main" id="{EFCD89E3-1615-4C83-B2F4-C27070964F71}"/>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satellite_to_uav_250m/sues200_satellite_to_uav_250m/seed-1/y-grid-0">
            <a:extLst xmlns:a="http://schemas.openxmlformats.org/drawingml/2006/main">
              <a:ext uri="{FF2B5EF4-FFF2-40B4-BE49-F238E27FC236}">
                <a16:creationId xmlns:a16="http://schemas.microsoft.com/office/drawing/2014/main" id="{1E77CAFA-6D46-4E1A-B0E5-57F01B883D1A}"/>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satellite_to_uav_250m/sues200_satellite_to_uav_250m/seed-1/y-label-0">
            <a:extLst xmlns:a="http://schemas.openxmlformats.org/drawingml/2006/main">
              <a:ext uri="{FF2B5EF4-FFF2-40B4-BE49-F238E27FC236}">
                <a16:creationId xmlns:a16="http://schemas.microsoft.com/office/drawing/2014/main" id="{1AA36F87-7698-4174-95FA-B8DFE2EE5052}"/>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satellite_to_uav_250m/sues200_satellite_to_uav_250m/seed-1/x-tick-0">
            <a:extLst xmlns:a="http://schemas.openxmlformats.org/drawingml/2006/main">
              <a:ext uri="{FF2B5EF4-FFF2-40B4-BE49-F238E27FC236}">
                <a16:creationId xmlns:a16="http://schemas.microsoft.com/office/drawing/2014/main" id="{5CD47EFD-FEAC-47AC-B7A4-F68490D821FE}"/>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satellite_to_uav_250m/sues200_satellite_to_uav_250m/seed-1/x-label-0">
            <a:extLst xmlns:a="http://schemas.openxmlformats.org/drawingml/2006/main">
              <a:ext uri="{FF2B5EF4-FFF2-40B4-BE49-F238E27FC236}">
                <a16:creationId xmlns:a16="http://schemas.microsoft.com/office/drawing/2014/main" id="{D8108812-E353-40D0-9E4F-6C955919880D}"/>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250m/sues200_satellite_to_uav_250m/seed-1/y-grid-25">
            <a:extLst xmlns:a="http://schemas.openxmlformats.org/drawingml/2006/main">
              <a:ext uri="{FF2B5EF4-FFF2-40B4-BE49-F238E27FC236}">
                <a16:creationId xmlns:a16="http://schemas.microsoft.com/office/drawing/2014/main" id="{207CF382-EF36-4374-B006-58608A4DDCFB}"/>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satellite_to_uav_250m/sues200_satellite_to_uav_250m/seed-1/y-label-25">
            <a:extLst xmlns:a="http://schemas.openxmlformats.org/drawingml/2006/main">
              <a:ext uri="{FF2B5EF4-FFF2-40B4-BE49-F238E27FC236}">
                <a16:creationId xmlns:a16="http://schemas.microsoft.com/office/drawing/2014/main" id="{CE6D1D66-6A70-4727-952A-AAE8B04AF677}"/>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satellite_to_uav_250m/sues200_satellite_to_uav_250m/seed-1/x-tick-25">
            <a:extLst xmlns:a="http://schemas.openxmlformats.org/drawingml/2006/main">
              <a:ext uri="{FF2B5EF4-FFF2-40B4-BE49-F238E27FC236}">
                <a16:creationId xmlns:a16="http://schemas.microsoft.com/office/drawing/2014/main" id="{F9BF2CE1-468A-469A-BA52-984B2510AE55}"/>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satellite_to_uav_250m/sues200_satellite_to_uav_250m/seed-1/x-label-25">
            <a:extLst xmlns:a="http://schemas.openxmlformats.org/drawingml/2006/main">
              <a:ext uri="{FF2B5EF4-FFF2-40B4-BE49-F238E27FC236}">
                <a16:creationId xmlns:a16="http://schemas.microsoft.com/office/drawing/2014/main" id="{113CABF5-5861-4B66-9451-BF0014864186}"/>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satellite_to_uav_250m/sues200_satellite_to_uav_250m/seed-1/y-grid-50">
            <a:extLst xmlns:a="http://schemas.openxmlformats.org/drawingml/2006/main">
              <a:ext uri="{FF2B5EF4-FFF2-40B4-BE49-F238E27FC236}">
                <a16:creationId xmlns:a16="http://schemas.microsoft.com/office/drawing/2014/main" id="{1CCB061C-64C5-439D-A135-BA49EE962D50}"/>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satellite_to_uav_250m/sues200_satellite_to_uav_250m/seed-1/y-label-50">
            <a:extLst xmlns:a="http://schemas.openxmlformats.org/drawingml/2006/main">
              <a:ext uri="{FF2B5EF4-FFF2-40B4-BE49-F238E27FC236}">
                <a16:creationId xmlns:a16="http://schemas.microsoft.com/office/drawing/2014/main" id="{E52383F6-6E62-4B9B-9352-F4975A929618}"/>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satellite_to_uav_250m/sues200_satellite_to_uav_250m/seed-1/x-tick-50">
            <a:extLst xmlns:a="http://schemas.openxmlformats.org/drawingml/2006/main">
              <a:ext uri="{FF2B5EF4-FFF2-40B4-BE49-F238E27FC236}">
                <a16:creationId xmlns:a16="http://schemas.microsoft.com/office/drawing/2014/main" id="{321557B3-BACA-42E4-B8EF-567CD1A6BE80}"/>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satellite_to_uav_250m/sues200_satellite_to_uav_250m/seed-1/x-label-50">
            <a:extLst xmlns:a="http://schemas.openxmlformats.org/drawingml/2006/main">
              <a:ext uri="{FF2B5EF4-FFF2-40B4-BE49-F238E27FC236}">
                <a16:creationId xmlns:a16="http://schemas.microsoft.com/office/drawing/2014/main" id="{AF6ABA3C-7BE7-43FD-BD5D-8F005D3AFB7A}"/>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satellite_to_uav_250m/sues200_satellite_to_uav_250m/seed-1/y-grid-75">
            <a:extLst xmlns:a="http://schemas.openxmlformats.org/drawingml/2006/main">
              <a:ext uri="{FF2B5EF4-FFF2-40B4-BE49-F238E27FC236}">
                <a16:creationId xmlns:a16="http://schemas.microsoft.com/office/drawing/2014/main" id="{03BFCF49-5762-41D7-B412-E2DDEC2635D5}"/>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satellite_to_uav_250m/sues200_satellite_to_uav_250m/seed-1/y-label-75">
            <a:extLst xmlns:a="http://schemas.openxmlformats.org/drawingml/2006/main">
              <a:ext uri="{FF2B5EF4-FFF2-40B4-BE49-F238E27FC236}">
                <a16:creationId xmlns:a16="http://schemas.microsoft.com/office/drawing/2014/main" id="{56A36ADA-C9AE-49F4-99AB-F5C89EDDA10A}"/>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satellite_to_uav_250m/sues200_satellite_to_uav_250m/seed-1/x-tick-75">
            <a:extLst xmlns:a="http://schemas.openxmlformats.org/drawingml/2006/main">
              <a:ext uri="{FF2B5EF4-FFF2-40B4-BE49-F238E27FC236}">
                <a16:creationId xmlns:a16="http://schemas.microsoft.com/office/drawing/2014/main" id="{79D82AE8-F989-411A-867D-D72357FA4CC3}"/>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satellite_to_uav_250m/sues200_satellite_to_uav_250m/seed-1/x-label-75">
            <a:extLst xmlns:a="http://schemas.openxmlformats.org/drawingml/2006/main">
              <a:ext uri="{FF2B5EF4-FFF2-40B4-BE49-F238E27FC236}">
                <a16:creationId xmlns:a16="http://schemas.microsoft.com/office/drawing/2014/main" id="{D0D9A5CC-FBF1-4B4B-A2A7-D83DED58688C}"/>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satellite_to_uav_250m/sues200_satellite_to_uav_250m/seed-1/y-grid-100">
            <a:extLst xmlns:a="http://schemas.openxmlformats.org/drawingml/2006/main">
              <a:ext uri="{FF2B5EF4-FFF2-40B4-BE49-F238E27FC236}">
                <a16:creationId xmlns:a16="http://schemas.microsoft.com/office/drawing/2014/main" id="{3B1F22F2-C9D9-4207-B46A-A29B74EDB5FF}"/>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satellite_to_uav_250m/sues200_satellite_to_uav_250m/seed-1/y-label-100">
            <a:extLst xmlns:a="http://schemas.openxmlformats.org/drawingml/2006/main">
              <a:ext uri="{FF2B5EF4-FFF2-40B4-BE49-F238E27FC236}">
                <a16:creationId xmlns:a16="http://schemas.microsoft.com/office/drawing/2014/main" id="{8B6463E0-D88A-4FBB-9E10-7AB145B23718}"/>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satellite_to_uav_250m/sues200_satellite_to_uav_250m/seed-1/x-tick-100">
            <a:extLst xmlns:a="http://schemas.openxmlformats.org/drawingml/2006/main">
              <a:ext uri="{FF2B5EF4-FFF2-40B4-BE49-F238E27FC236}">
                <a16:creationId xmlns:a16="http://schemas.microsoft.com/office/drawing/2014/main" id="{2DB4EE21-AE56-4E90-AB7D-3FCB58827E5E}"/>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satellite_to_uav_250m/sues200_satellite_to_uav_250m/seed-1/x-label-100">
            <a:extLst xmlns:a="http://schemas.openxmlformats.org/drawingml/2006/main">
              <a:ext uri="{FF2B5EF4-FFF2-40B4-BE49-F238E27FC236}">
                <a16:creationId xmlns:a16="http://schemas.microsoft.com/office/drawing/2014/main" id="{A6D8E3D2-72FD-4EF3-BDA8-84313628894B}"/>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satellite_to_uav_250m/sues200_satellite_to_uav_250m/seed-1/y-axis">
            <a:extLst xmlns:a="http://schemas.openxmlformats.org/drawingml/2006/main">
              <a:ext uri="{FF2B5EF4-FFF2-40B4-BE49-F238E27FC236}">
                <a16:creationId xmlns:a16="http://schemas.microsoft.com/office/drawing/2014/main" id="{35445630-D01F-4948-9ED6-DEE75C384B84}"/>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250m/sues200_satellite_to_uav_250m/seed-1/x-axis">
            <a:extLst xmlns:a="http://schemas.openxmlformats.org/drawingml/2006/main">
              <a:ext uri="{FF2B5EF4-FFF2-40B4-BE49-F238E27FC236}">
                <a16:creationId xmlns:a16="http://schemas.microsoft.com/office/drawing/2014/main" id="{F9DF0517-095B-4A6E-B53A-D0C60033A5D9}"/>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satellite_to_uav_250m/sues200_satellite_to_uav_250m/seed-1/visual/guide-1-2">
            <a:extLst xmlns:a="http://schemas.openxmlformats.org/drawingml/2006/main">
              <a:ext uri="{FF2B5EF4-FFF2-40B4-BE49-F238E27FC236}">
                <a16:creationId xmlns:a16="http://schemas.microsoft.com/office/drawing/2014/main" id="{E930AD3F-429C-43EC-9597-AB1D31477A19}"/>
              </a:ext>
            </a:extLst>
          </p:cNvPr>
          <p:cNvSpPr>
            <a:spLocks xmlns:a="http://schemas.openxmlformats.org/drawingml/2006/main" noGrp="1"/>
          </p:cNvSpPr>
          <p:nvPr/>
        </p:nvSpPr>
        <p:spPr>
          <a:xfrm xmlns:a="http://schemas.openxmlformats.org/drawingml/2006/main" flipV="1">
            <a:off x="1333500" y="1968500"/>
            <a:ext cx="400050" cy="2844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sues200_satellite_to_uav_250m/sues200_satellite_to_uav_250m/seed-1/visual/guide-2-3">
            <a:extLst xmlns:a="http://schemas.openxmlformats.org/drawingml/2006/main">
              <a:ext uri="{FF2B5EF4-FFF2-40B4-BE49-F238E27FC236}">
                <a16:creationId xmlns:a16="http://schemas.microsoft.com/office/drawing/2014/main" id="{9E21520E-834A-441B-8295-BF58CBFDD1B3}"/>
              </a:ext>
            </a:extLst>
          </p:cNvPr>
          <p:cNvSpPr>
            <a:spLocks xmlns:a="http://schemas.openxmlformats.org/drawingml/2006/main" noGrp="1"/>
          </p:cNvSpPr>
          <p:nvPr/>
        </p:nvSpPr>
        <p:spPr>
          <a:xfrm xmlns:a="http://schemas.openxmlformats.org/drawingml/2006/main" flipV="1">
            <a:off x="1733550" y="1826260"/>
            <a:ext cx="240030" cy="14224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sues200_satellite_to_uav_250m/sues200_satellite_to_uav_250m/seed-1/visual/guide-3-4">
            <a:extLst xmlns:a="http://schemas.openxmlformats.org/drawingml/2006/main">
              <a:ext uri="{FF2B5EF4-FFF2-40B4-BE49-F238E27FC236}">
                <a16:creationId xmlns:a16="http://schemas.microsoft.com/office/drawing/2014/main" id="{83801E28-7B9C-4106-B166-A6F40C34EFA8}"/>
              </a:ext>
            </a:extLst>
          </p:cNvPr>
          <p:cNvSpPr>
            <a:spLocks xmlns:a="http://schemas.openxmlformats.org/drawingml/2006/main" noGrp="1"/>
          </p:cNvSpPr>
          <p:nvPr/>
        </p:nvSpPr>
        <p:spPr>
          <a:xfrm xmlns:a="http://schemas.openxmlformats.org/drawingml/2006/main" flipV="1">
            <a:off x="1973580" y="1765300"/>
            <a:ext cx="160020" cy="6096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sues200_satellite_to_uav_250m/sues200_satellite_to_uav_250m/seed-1/visual/point-cov-0.5">
            <a:extLst xmlns:a="http://schemas.openxmlformats.org/drawingml/2006/main">
              <a:ext uri="{FF2B5EF4-FFF2-40B4-BE49-F238E27FC236}">
                <a16:creationId xmlns:a16="http://schemas.microsoft.com/office/drawing/2014/main" id="{19FD5F09-10AD-4BA5-9DC3-BFC9F20F3A37}"/>
              </a:ext>
            </a:extLst>
          </p:cNvPr>
          <p:cNvSpPr>
            <a:spLocks xmlns:a="http://schemas.openxmlformats.org/drawingml/2006/main" noGrp="1"/>
          </p:cNvSpPr>
          <p:nvPr/>
        </p:nvSpPr>
        <p:spPr>
          <a:xfrm xmlns:a="http://schemas.openxmlformats.org/drawingml/2006/main">
            <a:off x="1303655" y="22231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satellite_to_uav_250m/sues200_satellite_to_uav_250m/seed-1/visual/point-cov-0.75">
            <a:extLst xmlns:a="http://schemas.openxmlformats.org/drawingml/2006/main">
              <a:ext uri="{FF2B5EF4-FFF2-40B4-BE49-F238E27FC236}">
                <a16:creationId xmlns:a16="http://schemas.microsoft.com/office/drawing/2014/main" id="{9BD36CD2-381A-496A-A059-8080E018BC57}"/>
              </a:ext>
            </a:extLst>
          </p:cNvPr>
          <p:cNvSpPr>
            <a:spLocks xmlns:a="http://schemas.openxmlformats.org/drawingml/2006/main" noGrp="1"/>
          </p:cNvSpPr>
          <p:nvPr/>
        </p:nvSpPr>
        <p:spPr>
          <a:xfrm xmlns:a="http://schemas.openxmlformats.org/drawingml/2006/main">
            <a:off x="1703705" y="19386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satellite_to_uav_250m/sues200_satellite_to_uav_250m/seed-1/visual/point-cov-0.9">
            <a:extLst xmlns:a="http://schemas.openxmlformats.org/drawingml/2006/main">
              <a:ext uri="{FF2B5EF4-FFF2-40B4-BE49-F238E27FC236}">
                <a16:creationId xmlns:a16="http://schemas.microsoft.com/office/drawing/2014/main" id="{E71EDFE5-64D7-48A6-AF9A-09105FC556B4}"/>
              </a:ext>
            </a:extLst>
          </p:cNvPr>
          <p:cNvSpPr>
            <a:spLocks xmlns:a="http://schemas.openxmlformats.org/drawingml/2006/main" noGrp="1"/>
          </p:cNvSpPr>
          <p:nvPr/>
        </p:nvSpPr>
        <p:spPr>
          <a:xfrm xmlns:a="http://schemas.openxmlformats.org/drawingml/2006/main">
            <a:off x="1943735" y="17964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satellite_to_uav_250m/sues200_satellite_to_uav_250m/seed-1/visual/point-cov-1">
            <a:extLst xmlns:a="http://schemas.openxmlformats.org/drawingml/2006/main">
              <a:ext uri="{FF2B5EF4-FFF2-40B4-BE49-F238E27FC236}">
                <a16:creationId xmlns:a16="http://schemas.microsoft.com/office/drawing/2014/main" id="{CD2C9073-66ED-4BE2-BF23-8E068C303F93}"/>
              </a:ext>
            </a:extLst>
          </p:cNvPr>
          <p:cNvSpPr>
            <a:spLocks xmlns:a="http://schemas.openxmlformats.org/drawingml/2006/main" noGrp="1"/>
          </p:cNvSpPr>
          <p:nvPr/>
        </p:nvSpPr>
        <p:spPr>
          <a:xfrm xmlns:a="http://schemas.openxmlformats.org/drawingml/2006/main">
            <a:off x="2103755" y="17354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sues200_satellite_to_uav_250m/sues200_satellite_to_uav_250m/seed-1/full/guide-1-2">
            <a:extLst xmlns:a="http://schemas.openxmlformats.org/drawingml/2006/main">
              <a:ext uri="{FF2B5EF4-FFF2-40B4-BE49-F238E27FC236}">
                <a16:creationId xmlns:a16="http://schemas.microsoft.com/office/drawing/2014/main" id="{FE1336C0-FE1A-49A0-99C2-A87DA9CA4FDB}"/>
              </a:ext>
            </a:extLst>
          </p:cNvPr>
          <p:cNvSpPr>
            <a:spLocks xmlns:a="http://schemas.openxmlformats.org/drawingml/2006/main" noGrp="1"/>
          </p:cNvSpPr>
          <p:nvPr/>
        </p:nvSpPr>
        <p:spPr>
          <a:xfrm xmlns:a="http://schemas.openxmlformats.org/drawingml/2006/main" flipV="1">
            <a:off x="1333500" y="2131060"/>
            <a:ext cx="400050" cy="2641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sues200_satellite_to_uav_250m/sues200_satellite_to_uav_250m/seed-1/full/guide-2-3">
            <a:extLst xmlns:a="http://schemas.openxmlformats.org/drawingml/2006/main">
              <a:ext uri="{FF2B5EF4-FFF2-40B4-BE49-F238E27FC236}">
                <a16:creationId xmlns:a16="http://schemas.microsoft.com/office/drawing/2014/main" id="{FD851F17-7B9F-4779-B546-F9FFFBF20BA7}"/>
              </a:ext>
            </a:extLst>
          </p:cNvPr>
          <p:cNvSpPr>
            <a:spLocks xmlns:a="http://schemas.openxmlformats.org/drawingml/2006/main" noGrp="1"/>
          </p:cNvSpPr>
          <p:nvPr/>
        </p:nvSpPr>
        <p:spPr>
          <a:xfrm xmlns:a="http://schemas.openxmlformats.org/drawingml/2006/main" flipV="1">
            <a:off x="1733550" y="1968500"/>
            <a:ext cx="240030" cy="1625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sues200_satellite_to_uav_250m/sues200_satellite_to_uav_250m/seed-1/full/guide-3-4">
            <a:extLst xmlns:a="http://schemas.openxmlformats.org/drawingml/2006/main">
              <a:ext uri="{FF2B5EF4-FFF2-40B4-BE49-F238E27FC236}">
                <a16:creationId xmlns:a16="http://schemas.microsoft.com/office/drawing/2014/main" id="{F6FD1565-2D71-46DB-8ABB-3D1FC846BEB3}"/>
              </a:ext>
            </a:extLst>
          </p:cNvPr>
          <p:cNvSpPr>
            <a:spLocks xmlns:a="http://schemas.openxmlformats.org/drawingml/2006/main" noGrp="1"/>
          </p:cNvSpPr>
          <p:nvPr/>
        </p:nvSpPr>
        <p:spPr>
          <a:xfrm xmlns:a="http://schemas.openxmlformats.org/drawingml/2006/main" flipV="1">
            <a:off x="1973580" y="1907540"/>
            <a:ext cx="160020" cy="609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sues200_satellite_to_uav_250m/sues200_satellite_to_uav_250m/seed-1/full/point-cov-0.5">
            <a:extLst xmlns:a="http://schemas.openxmlformats.org/drawingml/2006/main">
              <a:ext uri="{FF2B5EF4-FFF2-40B4-BE49-F238E27FC236}">
                <a16:creationId xmlns:a16="http://schemas.microsoft.com/office/drawing/2014/main" id="{AB660B1B-5595-4DBC-B49E-7856B232BA4C}"/>
              </a:ext>
            </a:extLst>
          </p:cNvPr>
          <p:cNvSpPr>
            <a:spLocks xmlns:a="http://schemas.openxmlformats.org/drawingml/2006/main" noGrp="1"/>
          </p:cNvSpPr>
          <p:nvPr/>
        </p:nvSpPr>
        <p:spPr>
          <a:xfrm xmlns:a="http://schemas.openxmlformats.org/drawingml/2006/main">
            <a:off x="1309370" y="23710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sues200_satellite_to_uav_250m/sues200_satellite_to_uav_250m/seed-1/full/point-cov-0.75">
            <a:extLst xmlns:a="http://schemas.openxmlformats.org/drawingml/2006/main">
              <a:ext uri="{FF2B5EF4-FFF2-40B4-BE49-F238E27FC236}">
                <a16:creationId xmlns:a16="http://schemas.microsoft.com/office/drawing/2014/main" id="{E88325BE-BA3B-4E36-AAB7-28CB4D00B90C}"/>
              </a:ext>
            </a:extLst>
          </p:cNvPr>
          <p:cNvSpPr>
            <a:spLocks xmlns:a="http://schemas.openxmlformats.org/drawingml/2006/main" noGrp="1"/>
          </p:cNvSpPr>
          <p:nvPr/>
        </p:nvSpPr>
        <p:spPr>
          <a:xfrm xmlns:a="http://schemas.openxmlformats.org/drawingml/2006/main">
            <a:off x="1709420" y="210693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sues200_satellite_to_uav_250m/sues200_satellite_to_uav_250m/seed-1/full/point-cov-0.9">
            <a:extLst xmlns:a="http://schemas.openxmlformats.org/drawingml/2006/main">
              <a:ext uri="{FF2B5EF4-FFF2-40B4-BE49-F238E27FC236}">
                <a16:creationId xmlns:a16="http://schemas.microsoft.com/office/drawing/2014/main" id="{383ED60C-0DC8-4264-87CB-DD7F606CB380}"/>
              </a:ext>
            </a:extLst>
          </p:cNvPr>
          <p:cNvSpPr>
            <a:spLocks xmlns:a="http://schemas.openxmlformats.org/drawingml/2006/main" noGrp="1"/>
          </p:cNvSpPr>
          <p:nvPr/>
        </p:nvSpPr>
        <p:spPr>
          <a:xfrm xmlns:a="http://schemas.openxmlformats.org/drawingml/2006/main">
            <a:off x="1949450" y="19443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sues200_satellite_to_uav_250m/sues200_satellite_to_uav_250m/seed-1/full/point-cov-1">
            <a:extLst xmlns:a="http://schemas.openxmlformats.org/drawingml/2006/main">
              <a:ext uri="{FF2B5EF4-FFF2-40B4-BE49-F238E27FC236}">
                <a16:creationId xmlns:a16="http://schemas.microsoft.com/office/drawing/2014/main" id="{171EFECF-142C-48AB-9C27-24FB7F2B36B6}"/>
              </a:ext>
            </a:extLst>
          </p:cNvPr>
          <p:cNvSpPr>
            <a:spLocks xmlns:a="http://schemas.openxmlformats.org/drawingml/2006/main" noGrp="1"/>
          </p:cNvSpPr>
          <p:nvPr/>
        </p:nvSpPr>
        <p:spPr>
          <a:xfrm xmlns:a="http://schemas.openxmlformats.org/drawingml/2006/main">
            <a:off x="2109470" y="18834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sues200_satellite_to_uav_250m/sues200_satellite_to_uav_250m/seed-1/count/N">
            <a:extLst xmlns:a="http://schemas.openxmlformats.org/drawingml/2006/main">
              <a:ext uri="{FF2B5EF4-FFF2-40B4-BE49-F238E27FC236}">
                <a16:creationId xmlns:a16="http://schemas.microsoft.com/office/drawing/2014/main" id="{552AC0AF-4BD3-4C00-BBB7-A0093FE09598}"/>
              </a:ext>
            </a:extLst>
          </p:cNvPr>
          <p:cNvSpPr>
            <a:spLocks xmlns:a="http://schemas.openxmlformats.org/drawingml/2006/main" noGrp="1"/>
          </p:cNvSpPr>
          <p:nvPr/>
        </p:nvSpPr>
        <p:spPr>
          <a:xfrm xmlns:a="http://schemas.openxmlformats.org/drawingml/2006/main">
            <a:off x="9212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46" name="sues200_satellite_to_uav_250m/sues200_satellite_to_uav_250m/seed-1/count/header/requested">
            <a:extLst xmlns:a="http://schemas.openxmlformats.org/drawingml/2006/main">
              <a:ext uri="{FF2B5EF4-FFF2-40B4-BE49-F238E27FC236}">
                <a16:creationId xmlns:a16="http://schemas.microsoft.com/office/drawing/2014/main" id="{C6AF7421-718A-49D0-89C0-0BB5806272F9}"/>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sues200_satellite_to_uav_250m/sues200_satellite_to_uav_250m/seed-1/count/header/kN">
            <a:extLst xmlns:a="http://schemas.openxmlformats.org/drawingml/2006/main">
              <a:ext uri="{FF2B5EF4-FFF2-40B4-BE49-F238E27FC236}">
                <a16:creationId xmlns:a16="http://schemas.microsoft.com/office/drawing/2014/main" id="{05B4AF23-F62E-4FB6-8BCB-D7A42BB8600B}"/>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sues200_satellite_to_uav_250m/sues200_satellite_to_uav_250m/seed-1/count/header/overlap">
            <a:extLst xmlns:a="http://schemas.openxmlformats.org/drawingml/2006/main">
              <a:ext uri="{FF2B5EF4-FFF2-40B4-BE49-F238E27FC236}">
                <a16:creationId xmlns:a16="http://schemas.microsoft.com/office/drawing/2014/main" id="{4CB0070D-866C-499E-AE79-A9E14E09A4A2}"/>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sues200_satellite_to_uav_250m/sues200_satellite_to_uav_250m/seed-1/count/header/rule">
            <a:extLst xmlns:a="http://schemas.openxmlformats.org/drawingml/2006/main">
              <a:ext uri="{FF2B5EF4-FFF2-40B4-BE49-F238E27FC236}">
                <a16:creationId xmlns:a16="http://schemas.microsoft.com/office/drawing/2014/main" id="{05000390-EB44-4A31-A726-75EC8B54B46F}"/>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sues200_satellite_to_uav_250m/sues200_satellite_to_uav_250m/seed-1/count/cov-0.5/requested">
            <a:extLst xmlns:a="http://schemas.openxmlformats.org/drawingml/2006/main">
              <a:ext uri="{FF2B5EF4-FFF2-40B4-BE49-F238E27FC236}">
                <a16:creationId xmlns:a16="http://schemas.microsoft.com/office/drawing/2014/main" id="{16796498-3AF1-4791-B768-785609679486}"/>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sues200_satellite_to_uav_250m/sues200_satellite_to_uav_250m/seed-1/count/cov-0.5/kN">
            <a:extLst xmlns:a="http://schemas.openxmlformats.org/drawingml/2006/main">
              <a:ext uri="{FF2B5EF4-FFF2-40B4-BE49-F238E27FC236}">
                <a16:creationId xmlns:a16="http://schemas.microsoft.com/office/drawing/2014/main" id="{342F9D5A-3E76-478A-BB8D-AC77008431E5}"/>
              </a:ext>
            </a:extLst>
          </p:cNvPr>
          <p:cNvSpPr>
            <a:spLocks xmlns:a="http://schemas.openxmlformats.org/drawingml/2006/main" noGrp="1"/>
          </p:cNvSpPr>
          <p:nvPr/>
        </p:nvSpPr>
        <p:spPr>
          <a:xfrm xmlns:a="http://schemas.openxmlformats.org/drawingml/2006/main">
            <a:off x="11763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52" name="sues200_satellite_to_uav_250m/sues200_satellite_to_uav_250m/seed-1/count/cov-0.5/overlap">
            <a:extLst xmlns:a="http://schemas.openxmlformats.org/drawingml/2006/main">
              <a:ext uri="{FF2B5EF4-FFF2-40B4-BE49-F238E27FC236}">
                <a16:creationId xmlns:a16="http://schemas.microsoft.com/office/drawing/2014/main" id="{E5330CA3-C9A6-4D4D-9273-41AC378B529B}"/>
              </a:ext>
            </a:extLst>
          </p:cNvPr>
          <p:cNvSpPr>
            <a:spLocks xmlns:a="http://schemas.openxmlformats.org/drawingml/2006/main" noGrp="1"/>
          </p:cNvSpPr>
          <p:nvPr/>
        </p:nvSpPr>
        <p:spPr>
          <a:xfrm xmlns:a="http://schemas.openxmlformats.org/drawingml/2006/main">
            <a:off x="18819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21</a:t>
            </a:r>
          </a:p>
        </p:txBody>
      </p:sp>
      <p:sp>
        <p:nvSpPr>
          <p:cNvPr id="53" name="sues200_satellite_to_uav_250m/sues200_satellite_to_uav_250m/seed-1/count/cov-0.75/requested">
            <a:extLst xmlns:a="http://schemas.openxmlformats.org/drawingml/2006/main">
              <a:ext uri="{FF2B5EF4-FFF2-40B4-BE49-F238E27FC236}">
                <a16:creationId xmlns:a16="http://schemas.microsoft.com/office/drawing/2014/main" id="{D3E69419-AF70-4C11-AE01-5C282E3311E2}"/>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sues200_satellite_to_uav_250m/sues200_satellite_to_uav_250m/seed-1/count/cov-0.75/kN">
            <a:extLst xmlns:a="http://schemas.openxmlformats.org/drawingml/2006/main">
              <a:ext uri="{FF2B5EF4-FFF2-40B4-BE49-F238E27FC236}">
                <a16:creationId xmlns:a16="http://schemas.microsoft.com/office/drawing/2014/main" id="{9BD3C96A-B4F5-4548-A2B1-519438E9A7D6}"/>
              </a:ext>
            </a:extLst>
          </p:cNvPr>
          <p:cNvSpPr>
            <a:spLocks xmlns:a="http://schemas.openxmlformats.org/drawingml/2006/main" noGrp="1"/>
          </p:cNvSpPr>
          <p:nvPr/>
        </p:nvSpPr>
        <p:spPr>
          <a:xfrm xmlns:a="http://schemas.openxmlformats.org/drawingml/2006/main">
            <a:off x="11763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55" name="sues200_satellite_to_uav_250m/sues200_satellite_to_uav_250m/seed-1/count/cov-0.75/overlap">
            <a:extLst xmlns:a="http://schemas.openxmlformats.org/drawingml/2006/main">
              <a:ext uri="{FF2B5EF4-FFF2-40B4-BE49-F238E27FC236}">
                <a16:creationId xmlns:a16="http://schemas.microsoft.com/office/drawing/2014/main" id="{CE144502-7BC0-4005-B2AB-4CAAE1A59BDD}"/>
              </a:ext>
            </a:extLst>
          </p:cNvPr>
          <p:cNvSpPr>
            <a:spLocks xmlns:a="http://schemas.openxmlformats.org/drawingml/2006/main" noGrp="1"/>
          </p:cNvSpPr>
          <p:nvPr/>
        </p:nvSpPr>
        <p:spPr>
          <a:xfrm xmlns:a="http://schemas.openxmlformats.org/drawingml/2006/main">
            <a:off x="18819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45</a:t>
            </a:r>
          </a:p>
        </p:txBody>
      </p:sp>
      <p:sp>
        <p:nvSpPr>
          <p:cNvPr id="56" name="sues200_satellite_to_uav_250m/sues200_satellite_to_uav_250m/seed-1/count/cov-0.9/requested">
            <a:extLst xmlns:a="http://schemas.openxmlformats.org/drawingml/2006/main">
              <a:ext uri="{FF2B5EF4-FFF2-40B4-BE49-F238E27FC236}">
                <a16:creationId xmlns:a16="http://schemas.microsoft.com/office/drawing/2014/main" id="{DFC7A643-9295-46E1-B113-096CE5E5A9F8}"/>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sues200_satellite_to_uav_250m/sues200_satellite_to_uav_250m/seed-1/count/cov-0.9/kN">
            <a:extLst xmlns:a="http://schemas.openxmlformats.org/drawingml/2006/main">
              <a:ext uri="{FF2B5EF4-FFF2-40B4-BE49-F238E27FC236}">
                <a16:creationId xmlns:a16="http://schemas.microsoft.com/office/drawing/2014/main" id="{F0FB95E4-7D3A-4852-A2C4-0B8095E5DEA7}"/>
              </a:ext>
            </a:extLst>
          </p:cNvPr>
          <p:cNvSpPr>
            <a:spLocks xmlns:a="http://schemas.openxmlformats.org/drawingml/2006/main" noGrp="1"/>
          </p:cNvSpPr>
          <p:nvPr/>
        </p:nvSpPr>
        <p:spPr>
          <a:xfrm xmlns:a="http://schemas.openxmlformats.org/drawingml/2006/main">
            <a:off x="11763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58" name="sues200_satellite_to_uav_250m/sues200_satellite_to_uav_250m/seed-1/count/cov-0.9/overlap">
            <a:extLst xmlns:a="http://schemas.openxmlformats.org/drawingml/2006/main">
              <a:ext uri="{FF2B5EF4-FFF2-40B4-BE49-F238E27FC236}">
                <a16:creationId xmlns:a16="http://schemas.microsoft.com/office/drawing/2014/main" id="{FDD3EEFB-AE11-4100-888E-8867DF93BD28}"/>
              </a:ext>
            </a:extLst>
          </p:cNvPr>
          <p:cNvSpPr>
            <a:spLocks xmlns:a="http://schemas.openxmlformats.org/drawingml/2006/main" noGrp="1"/>
          </p:cNvSpPr>
          <p:nvPr/>
        </p:nvSpPr>
        <p:spPr>
          <a:xfrm xmlns:a="http://schemas.openxmlformats.org/drawingml/2006/main">
            <a:off x="18819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66</a:t>
            </a:r>
          </a:p>
        </p:txBody>
      </p:sp>
      <p:sp>
        <p:nvSpPr>
          <p:cNvPr id="59" name="sues200_satellite_to_uav_250m/sues200_satellite_to_uav_250m/seed-1/count/cov-1/requested">
            <a:extLst xmlns:a="http://schemas.openxmlformats.org/drawingml/2006/main">
              <a:ext uri="{FF2B5EF4-FFF2-40B4-BE49-F238E27FC236}">
                <a16:creationId xmlns:a16="http://schemas.microsoft.com/office/drawing/2014/main" id="{9E3F1060-37CD-42E4-BFCB-B3B5FDD3E68C}"/>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sues200_satellite_to_uav_250m/sues200_satellite_to_uav_250m/seed-1/count/cov-1/kN">
            <a:extLst xmlns:a="http://schemas.openxmlformats.org/drawingml/2006/main">
              <a:ext uri="{FF2B5EF4-FFF2-40B4-BE49-F238E27FC236}">
                <a16:creationId xmlns:a16="http://schemas.microsoft.com/office/drawing/2014/main" id="{765F4834-3D72-4034-BDA0-DA2ECD78B8FA}"/>
              </a:ext>
            </a:extLst>
          </p:cNvPr>
          <p:cNvSpPr>
            <a:spLocks xmlns:a="http://schemas.openxmlformats.org/drawingml/2006/main" noGrp="1"/>
          </p:cNvSpPr>
          <p:nvPr/>
        </p:nvSpPr>
        <p:spPr>
          <a:xfrm xmlns:a="http://schemas.openxmlformats.org/drawingml/2006/main">
            <a:off x="11763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61" name="sues200_satellite_to_uav_250m/sues200_satellite_to_uav_250m/seed-1/count/cov-1/overlap">
            <a:extLst xmlns:a="http://schemas.openxmlformats.org/drawingml/2006/main">
              <a:ext uri="{FF2B5EF4-FFF2-40B4-BE49-F238E27FC236}">
                <a16:creationId xmlns:a16="http://schemas.microsoft.com/office/drawing/2014/main" id="{B063E995-2E61-4C0F-9664-2A8DB03835F3}"/>
              </a:ext>
            </a:extLst>
          </p:cNvPr>
          <p:cNvSpPr>
            <a:spLocks xmlns:a="http://schemas.openxmlformats.org/drawingml/2006/main" noGrp="1"/>
          </p:cNvSpPr>
          <p:nvPr/>
        </p:nvSpPr>
        <p:spPr>
          <a:xfrm xmlns:a="http://schemas.openxmlformats.org/drawingml/2006/main">
            <a:off x="18819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62" name="sues200_satellite_to_uav_250m/sues200_satellite_to_uav_250m/seed-1/success/heading">
            <a:extLst xmlns:a="http://schemas.openxmlformats.org/drawingml/2006/main">
              <a:ext uri="{FF2B5EF4-FFF2-40B4-BE49-F238E27FC236}">
                <a16:creationId xmlns:a16="http://schemas.microsoft.com/office/drawing/2014/main" id="{B466AFD9-3809-4089-B5A4-CECB4A192F71}"/>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sues200_satellite_to_uav_250m/sues200_satellite_to_uav_250m/seed-1/success/cov-0.5/heading">
            <a:extLst xmlns:a="http://schemas.openxmlformats.org/drawingml/2006/main">
              <a:ext uri="{FF2B5EF4-FFF2-40B4-BE49-F238E27FC236}">
                <a16:creationId xmlns:a16="http://schemas.microsoft.com/office/drawing/2014/main" id="{CB9064F6-9704-4E48-BE00-170FDC9B10F6}"/>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sues200_satellite_to_uav_250m/sues200_satellite_to_uav_250m/seed-1/visual/success-cov-0.5">
            <a:extLst xmlns:a="http://schemas.openxmlformats.org/drawingml/2006/main">
              <a:ext uri="{FF2B5EF4-FFF2-40B4-BE49-F238E27FC236}">
                <a16:creationId xmlns:a16="http://schemas.microsoft.com/office/drawing/2014/main" id="{D6BE72F5-B5D5-4E7C-A988-E729C29E6FAB}"/>
              </a:ext>
            </a:extLst>
          </p:cNvPr>
          <p:cNvSpPr>
            <a:spLocks xmlns:a="http://schemas.openxmlformats.org/drawingml/2006/main" noGrp="1"/>
          </p:cNvSpPr>
          <p:nvPr/>
        </p:nvSpPr>
        <p:spPr>
          <a:xfrm xmlns:a="http://schemas.openxmlformats.org/drawingml/2006/main">
            <a:off x="5734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38.750</a:t>
            </a:r>
          </a:p>
        </p:txBody>
      </p:sp>
      <p:sp>
        <p:nvSpPr>
          <p:cNvPr id="65" name="sues200_satellite_to_uav_250m/sues200_satellite_to_uav_250m/seed-1/full/success-cov-0.5">
            <a:extLst xmlns:a="http://schemas.openxmlformats.org/drawingml/2006/main">
              <a:ext uri="{FF2B5EF4-FFF2-40B4-BE49-F238E27FC236}">
                <a16:creationId xmlns:a16="http://schemas.microsoft.com/office/drawing/2014/main" id="{ECEE3964-D138-404D-BB60-A5A62852C562}"/>
              </a:ext>
            </a:extLst>
          </p:cNvPr>
          <p:cNvSpPr>
            <a:spLocks xmlns:a="http://schemas.openxmlformats.org/drawingml/2006/main" noGrp="1"/>
          </p:cNvSpPr>
          <p:nvPr/>
        </p:nvSpPr>
        <p:spPr>
          <a:xfrm xmlns:a="http://schemas.openxmlformats.org/drawingml/2006/main">
            <a:off x="5734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30.000</a:t>
            </a:r>
          </a:p>
        </p:txBody>
      </p:sp>
      <p:sp>
        <p:nvSpPr>
          <p:cNvPr id="66" name="sues200_satellite_to_uav_250m/sues200_satellite_to_uav_250m/seed-1/success/cov-0.75/heading">
            <a:extLst xmlns:a="http://schemas.openxmlformats.org/drawingml/2006/main">
              <a:ext uri="{FF2B5EF4-FFF2-40B4-BE49-F238E27FC236}">
                <a16:creationId xmlns:a16="http://schemas.microsoft.com/office/drawing/2014/main" id="{777D5707-15AC-46DD-976D-5337EFFEB453}"/>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sues200_satellite_to_uav_250m/sues200_satellite_to_uav_250m/seed-1/visual/success-cov-0.75">
            <a:extLst xmlns:a="http://schemas.openxmlformats.org/drawingml/2006/main">
              <a:ext uri="{FF2B5EF4-FFF2-40B4-BE49-F238E27FC236}">
                <a16:creationId xmlns:a16="http://schemas.microsoft.com/office/drawing/2014/main" id="{A207D05E-AF4C-4F31-8BFC-76595574DD87}"/>
              </a:ext>
            </a:extLst>
          </p:cNvPr>
          <p:cNvSpPr>
            <a:spLocks xmlns:a="http://schemas.openxmlformats.org/drawingml/2006/main" noGrp="1"/>
          </p:cNvSpPr>
          <p:nvPr/>
        </p:nvSpPr>
        <p:spPr>
          <a:xfrm xmlns:a="http://schemas.openxmlformats.org/drawingml/2006/main">
            <a:off x="9735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56.250</a:t>
            </a:r>
          </a:p>
        </p:txBody>
      </p:sp>
      <p:sp>
        <p:nvSpPr>
          <p:cNvPr id="68" name="sues200_satellite_to_uav_250m/sues200_satellite_to_uav_250m/seed-1/full/success-cov-0.75">
            <a:extLst xmlns:a="http://schemas.openxmlformats.org/drawingml/2006/main">
              <a:ext uri="{FF2B5EF4-FFF2-40B4-BE49-F238E27FC236}">
                <a16:creationId xmlns:a16="http://schemas.microsoft.com/office/drawing/2014/main" id="{F0EE26D4-A7CC-432A-810F-AC4C58017A9B}"/>
              </a:ext>
            </a:extLst>
          </p:cNvPr>
          <p:cNvSpPr>
            <a:spLocks xmlns:a="http://schemas.openxmlformats.org/drawingml/2006/main" noGrp="1"/>
          </p:cNvSpPr>
          <p:nvPr/>
        </p:nvSpPr>
        <p:spPr>
          <a:xfrm xmlns:a="http://schemas.openxmlformats.org/drawingml/2006/main">
            <a:off x="9735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46.250</a:t>
            </a:r>
          </a:p>
        </p:txBody>
      </p:sp>
      <p:sp>
        <p:nvSpPr>
          <p:cNvPr id="69" name="sues200_satellite_to_uav_250m/sues200_satellite_to_uav_250m/seed-1/success/cov-0.9/heading">
            <a:extLst xmlns:a="http://schemas.openxmlformats.org/drawingml/2006/main">
              <a:ext uri="{FF2B5EF4-FFF2-40B4-BE49-F238E27FC236}">
                <a16:creationId xmlns:a16="http://schemas.microsoft.com/office/drawing/2014/main" id="{16D801A2-3F34-4D4F-A600-0A328EE686C2}"/>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sues200_satellite_to_uav_250m/sues200_satellite_to_uav_250m/seed-1/visual/success-cov-0.9">
            <a:extLst xmlns:a="http://schemas.openxmlformats.org/drawingml/2006/main">
              <a:ext uri="{FF2B5EF4-FFF2-40B4-BE49-F238E27FC236}">
                <a16:creationId xmlns:a16="http://schemas.microsoft.com/office/drawing/2014/main" id="{7FED22A6-9EEA-4F5E-B2F6-2F3E98337062}"/>
              </a:ext>
            </a:extLst>
          </p:cNvPr>
          <p:cNvSpPr>
            <a:spLocks xmlns:a="http://schemas.openxmlformats.org/drawingml/2006/main" noGrp="1"/>
          </p:cNvSpPr>
          <p:nvPr/>
        </p:nvSpPr>
        <p:spPr>
          <a:xfrm xmlns:a="http://schemas.openxmlformats.org/drawingml/2006/main">
            <a:off x="13735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65.000</a:t>
            </a:r>
          </a:p>
        </p:txBody>
      </p:sp>
      <p:sp>
        <p:nvSpPr>
          <p:cNvPr id="71" name="sues200_satellite_to_uav_250m/sues200_satellite_to_uav_250m/seed-1/full/success-cov-0.9">
            <a:extLst xmlns:a="http://schemas.openxmlformats.org/drawingml/2006/main">
              <a:ext uri="{FF2B5EF4-FFF2-40B4-BE49-F238E27FC236}">
                <a16:creationId xmlns:a16="http://schemas.microsoft.com/office/drawing/2014/main" id="{991FE218-585F-4C43-A3A2-C9FD505FD08D}"/>
              </a:ext>
            </a:extLst>
          </p:cNvPr>
          <p:cNvSpPr>
            <a:spLocks xmlns:a="http://schemas.openxmlformats.org/drawingml/2006/main" noGrp="1"/>
          </p:cNvSpPr>
          <p:nvPr/>
        </p:nvSpPr>
        <p:spPr>
          <a:xfrm xmlns:a="http://schemas.openxmlformats.org/drawingml/2006/main">
            <a:off x="13735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56.250</a:t>
            </a:r>
          </a:p>
        </p:txBody>
      </p:sp>
      <p:sp>
        <p:nvSpPr>
          <p:cNvPr id="72" name="sues200_satellite_to_uav_250m/sues200_satellite_to_uav_250m/seed-1/success/cov-1/heading">
            <a:extLst xmlns:a="http://schemas.openxmlformats.org/drawingml/2006/main">
              <a:ext uri="{FF2B5EF4-FFF2-40B4-BE49-F238E27FC236}">
                <a16:creationId xmlns:a16="http://schemas.microsoft.com/office/drawing/2014/main" id="{C63AE660-954B-4489-AA10-92B05F74A40D}"/>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sues200_satellite_to_uav_250m/sues200_satellite_to_uav_250m/seed-1/visual/success-cov-1">
            <a:extLst xmlns:a="http://schemas.openxmlformats.org/drawingml/2006/main">
              <a:ext uri="{FF2B5EF4-FFF2-40B4-BE49-F238E27FC236}">
                <a16:creationId xmlns:a16="http://schemas.microsoft.com/office/drawing/2014/main" id="{39EE86D7-679E-468E-858A-E4D7241FB4C1}"/>
              </a:ext>
            </a:extLst>
          </p:cNvPr>
          <p:cNvSpPr>
            <a:spLocks xmlns:a="http://schemas.openxmlformats.org/drawingml/2006/main" noGrp="1"/>
          </p:cNvSpPr>
          <p:nvPr/>
        </p:nvSpPr>
        <p:spPr>
          <a:xfrm xmlns:a="http://schemas.openxmlformats.org/drawingml/2006/main">
            <a:off x="17736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68.750</a:t>
            </a:r>
          </a:p>
        </p:txBody>
      </p:sp>
      <p:sp>
        <p:nvSpPr>
          <p:cNvPr id="74" name="sues200_satellite_to_uav_250m/sues200_satellite_to_uav_250m/seed-1/full/success-cov-1">
            <a:extLst xmlns:a="http://schemas.openxmlformats.org/drawingml/2006/main">
              <a:ext uri="{FF2B5EF4-FFF2-40B4-BE49-F238E27FC236}">
                <a16:creationId xmlns:a16="http://schemas.microsoft.com/office/drawing/2014/main" id="{A1482A36-41A2-4E85-9A77-7666979CC279}"/>
              </a:ext>
            </a:extLst>
          </p:cNvPr>
          <p:cNvSpPr>
            <a:spLocks xmlns:a="http://schemas.openxmlformats.org/drawingml/2006/main" noGrp="1"/>
          </p:cNvSpPr>
          <p:nvPr/>
        </p:nvSpPr>
        <p:spPr>
          <a:xfrm xmlns:a="http://schemas.openxmlformats.org/drawingml/2006/main">
            <a:off x="17736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60.000</a:t>
            </a:r>
          </a:p>
        </p:txBody>
      </p:sp>
      <p:sp>
        <p:nvSpPr>
          <p:cNvPr id="75" name="sues200_satellite_to_uav_250m/sues200_satellite_to_uav_250m/seed-1/visual/success-prefix">
            <a:extLst xmlns:a="http://schemas.openxmlformats.org/drawingml/2006/main">
              <a:ext uri="{FF2B5EF4-FFF2-40B4-BE49-F238E27FC236}">
                <a16:creationId xmlns:a16="http://schemas.microsoft.com/office/drawing/2014/main" id="{78F65A8C-2002-4197-BF74-01C5E5613A43}"/>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sues200_satellite_to_uav_250m/sues200_satellite_to_uav_250m/seed-1/full/success-prefix">
            <a:extLst xmlns:a="http://schemas.openxmlformats.org/drawingml/2006/main">
              <a:ext uri="{FF2B5EF4-FFF2-40B4-BE49-F238E27FC236}">
                <a16:creationId xmlns:a16="http://schemas.microsoft.com/office/drawing/2014/main" id="{6E4D9BF0-5F6E-439F-AFBD-400B8DAFD3FE}"/>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sues200_satellite_to_uav_250m/sues200_satellite_to_uav_250m/seed-2/heading">
            <a:extLst xmlns:a="http://schemas.openxmlformats.org/drawingml/2006/main">
              <a:ext uri="{FF2B5EF4-FFF2-40B4-BE49-F238E27FC236}">
                <a16:creationId xmlns:a16="http://schemas.microsoft.com/office/drawing/2014/main" id="{8AAF0364-BBBE-450E-8E42-24F947C70EFB}"/>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sues200_satellite_to_uav_250m/sues200_satellite_to_uav_250m/seed-2/y-grid-0">
            <a:extLst xmlns:a="http://schemas.openxmlformats.org/drawingml/2006/main">
              <a:ext uri="{FF2B5EF4-FFF2-40B4-BE49-F238E27FC236}">
                <a16:creationId xmlns:a16="http://schemas.microsoft.com/office/drawing/2014/main" id="{79040B93-0B83-45D3-BCFA-CFB65EA6B363}"/>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sues200_satellite_to_uav_250m/sues200_satellite_to_uav_250m/seed-2/y-label-0">
            <a:extLst xmlns:a="http://schemas.openxmlformats.org/drawingml/2006/main">
              <a:ext uri="{FF2B5EF4-FFF2-40B4-BE49-F238E27FC236}">
                <a16:creationId xmlns:a16="http://schemas.microsoft.com/office/drawing/2014/main" id="{90A44122-A71A-4E05-B190-AB3574CD3F8C}"/>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sues200_satellite_to_uav_250m/sues200_satellite_to_uav_250m/seed-2/x-tick-0">
            <a:extLst xmlns:a="http://schemas.openxmlformats.org/drawingml/2006/main">
              <a:ext uri="{FF2B5EF4-FFF2-40B4-BE49-F238E27FC236}">
                <a16:creationId xmlns:a16="http://schemas.microsoft.com/office/drawing/2014/main" id="{3CFA3C98-C3DA-4586-8697-DCB6898C44FA}"/>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sues200_satellite_to_uav_250m/sues200_satellite_to_uav_250m/seed-2/x-label-0">
            <a:extLst xmlns:a="http://schemas.openxmlformats.org/drawingml/2006/main">
              <a:ext uri="{FF2B5EF4-FFF2-40B4-BE49-F238E27FC236}">
                <a16:creationId xmlns:a16="http://schemas.microsoft.com/office/drawing/2014/main" id="{3BC30A73-0BF4-4440-A98A-3CC64578129F}"/>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sues200_satellite_to_uav_250m/sues200_satellite_to_uav_250m/seed-2/y-grid-25">
            <a:extLst xmlns:a="http://schemas.openxmlformats.org/drawingml/2006/main">
              <a:ext uri="{FF2B5EF4-FFF2-40B4-BE49-F238E27FC236}">
                <a16:creationId xmlns:a16="http://schemas.microsoft.com/office/drawing/2014/main" id="{89EEB4CB-FE46-4948-AF66-C390ADB74390}"/>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sues200_satellite_to_uav_250m/sues200_satellite_to_uav_250m/seed-2/y-label-25">
            <a:extLst xmlns:a="http://schemas.openxmlformats.org/drawingml/2006/main">
              <a:ext uri="{FF2B5EF4-FFF2-40B4-BE49-F238E27FC236}">
                <a16:creationId xmlns:a16="http://schemas.microsoft.com/office/drawing/2014/main" id="{687548D0-B59E-436C-9F75-E21A0C47E192}"/>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sues200_satellite_to_uav_250m/sues200_satellite_to_uav_250m/seed-2/x-tick-25">
            <a:extLst xmlns:a="http://schemas.openxmlformats.org/drawingml/2006/main">
              <a:ext uri="{FF2B5EF4-FFF2-40B4-BE49-F238E27FC236}">
                <a16:creationId xmlns:a16="http://schemas.microsoft.com/office/drawing/2014/main" id="{C850FF5A-7F3C-442C-BC30-9DBCAE4EC77E}"/>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sues200_satellite_to_uav_250m/sues200_satellite_to_uav_250m/seed-2/x-label-25">
            <a:extLst xmlns:a="http://schemas.openxmlformats.org/drawingml/2006/main">
              <a:ext uri="{FF2B5EF4-FFF2-40B4-BE49-F238E27FC236}">
                <a16:creationId xmlns:a16="http://schemas.microsoft.com/office/drawing/2014/main" id="{FC55D8DF-6AA9-4D0E-A767-59FADC79F097}"/>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sues200_satellite_to_uav_250m/sues200_satellite_to_uav_250m/seed-2/y-grid-50">
            <a:extLst xmlns:a="http://schemas.openxmlformats.org/drawingml/2006/main">
              <a:ext uri="{FF2B5EF4-FFF2-40B4-BE49-F238E27FC236}">
                <a16:creationId xmlns:a16="http://schemas.microsoft.com/office/drawing/2014/main" id="{4C97DC6B-24F9-45E7-9529-E6B999DADE06}"/>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sues200_satellite_to_uav_250m/sues200_satellite_to_uav_250m/seed-2/y-label-50">
            <a:extLst xmlns:a="http://schemas.openxmlformats.org/drawingml/2006/main">
              <a:ext uri="{FF2B5EF4-FFF2-40B4-BE49-F238E27FC236}">
                <a16:creationId xmlns:a16="http://schemas.microsoft.com/office/drawing/2014/main" id="{86728945-D38C-4C3C-982C-9A5DAA1F5807}"/>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sues200_satellite_to_uav_250m/sues200_satellite_to_uav_250m/seed-2/x-tick-50">
            <a:extLst xmlns:a="http://schemas.openxmlformats.org/drawingml/2006/main">
              <a:ext uri="{FF2B5EF4-FFF2-40B4-BE49-F238E27FC236}">
                <a16:creationId xmlns:a16="http://schemas.microsoft.com/office/drawing/2014/main" id="{05160792-1A48-48A0-AF73-4F06C1327879}"/>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sues200_satellite_to_uav_250m/sues200_satellite_to_uav_250m/seed-2/x-label-50">
            <a:extLst xmlns:a="http://schemas.openxmlformats.org/drawingml/2006/main">
              <a:ext uri="{FF2B5EF4-FFF2-40B4-BE49-F238E27FC236}">
                <a16:creationId xmlns:a16="http://schemas.microsoft.com/office/drawing/2014/main" id="{0977827C-3DE4-43FC-B46F-BAA6C1C7E4D3}"/>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sues200_satellite_to_uav_250m/sues200_satellite_to_uav_250m/seed-2/y-grid-75">
            <a:extLst xmlns:a="http://schemas.openxmlformats.org/drawingml/2006/main">
              <a:ext uri="{FF2B5EF4-FFF2-40B4-BE49-F238E27FC236}">
                <a16:creationId xmlns:a16="http://schemas.microsoft.com/office/drawing/2014/main" id="{0F0A8FAF-7771-4AB7-9326-B1E9FD72BF07}"/>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sues200_satellite_to_uav_250m/sues200_satellite_to_uav_250m/seed-2/y-label-75">
            <a:extLst xmlns:a="http://schemas.openxmlformats.org/drawingml/2006/main">
              <a:ext uri="{FF2B5EF4-FFF2-40B4-BE49-F238E27FC236}">
                <a16:creationId xmlns:a16="http://schemas.microsoft.com/office/drawing/2014/main" id="{5C978A9E-5158-4829-AAE8-65706BAC3579}"/>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sues200_satellite_to_uav_250m/sues200_satellite_to_uav_250m/seed-2/x-tick-75">
            <a:extLst xmlns:a="http://schemas.openxmlformats.org/drawingml/2006/main">
              <a:ext uri="{FF2B5EF4-FFF2-40B4-BE49-F238E27FC236}">
                <a16:creationId xmlns:a16="http://schemas.microsoft.com/office/drawing/2014/main" id="{4F386BA1-1C2E-4BEE-9B7C-E5CF3AADB28D}"/>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sues200_satellite_to_uav_250m/sues200_satellite_to_uav_250m/seed-2/x-label-75">
            <a:extLst xmlns:a="http://schemas.openxmlformats.org/drawingml/2006/main">
              <a:ext uri="{FF2B5EF4-FFF2-40B4-BE49-F238E27FC236}">
                <a16:creationId xmlns:a16="http://schemas.microsoft.com/office/drawing/2014/main" id="{C82B883A-705F-4739-B811-7794C7058EB5}"/>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sues200_satellite_to_uav_250m/sues200_satellite_to_uav_250m/seed-2/y-grid-100">
            <a:extLst xmlns:a="http://schemas.openxmlformats.org/drawingml/2006/main">
              <a:ext uri="{FF2B5EF4-FFF2-40B4-BE49-F238E27FC236}">
                <a16:creationId xmlns:a16="http://schemas.microsoft.com/office/drawing/2014/main" id="{1B5DAB70-DCD3-4BFC-A8C8-54466A651C02}"/>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sues200_satellite_to_uav_250m/sues200_satellite_to_uav_250m/seed-2/y-label-100">
            <a:extLst xmlns:a="http://schemas.openxmlformats.org/drawingml/2006/main">
              <a:ext uri="{FF2B5EF4-FFF2-40B4-BE49-F238E27FC236}">
                <a16:creationId xmlns:a16="http://schemas.microsoft.com/office/drawing/2014/main" id="{D6D03D53-8C84-4ED7-B138-6EBD6B2AC552}"/>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sues200_satellite_to_uav_250m/sues200_satellite_to_uav_250m/seed-2/x-tick-100">
            <a:extLst xmlns:a="http://schemas.openxmlformats.org/drawingml/2006/main">
              <a:ext uri="{FF2B5EF4-FFF2-40B4-BE49-F238E27FC236}">
                <a16:creationId xmlns:a16="http://schemas.microsoft.com/office/drawing/2014/main" id="{B1D3892D-A0CE-47F6-BF8C-038AB1BDC2AC}"/>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sues200_satellite_to_uav_250m/sues200_satellite_to_uav_250m/seed-2/x-label-100">
            <a:extLst xmlns:a="http://schemas.openxmlformats.org/drawingml/2006/main">
              <a:ext uri="{FF2B5EF4-FFF2-40B4-BE49-F238E27FC236}">
                <a16:creationId xmlns:a16="http://schemas.microsoft.com/office/drawing/2014/main" id="{E373FC5E-6C1B-4B4B-81E4-CF2EB7DAC608}"/>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sues200_satellite_to_uav_250m/sues200_satellite_to_uav_250m/seed-2/y-axis">
            <a:extLst xmlns:a="http://schemas.openxmlformats.org/drawingml/2006/main">
              <a:ext uri="{FF2B5EF4-FFF2-40B4-BE49-F238E27FC236}">
                <a16:creationId xmlns:a16="http://schemas.microsoft.com/office/drawing/2014/main" id="{BFC632E1-2E16-444C-8989-C3F42B00D1B6}"/>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sues200_satellite_to_uav_250m/sues200_satellite_to_uav_250m/seed-2/x-axis">
            <a:extLst xmlns:a="http://schemas.openxmlformats.org/drawingml/2006/main">
              <a:ext uri="{FF2B5EF4-FFF2-40B4-BE49-F238E27FC236}">
                <a16:creationId xmlns:a16="http://schemas.microsoft.com/office/drawing/2014/main" id="{FE101D6A-65A8-4E3E-AC80-592DADEED8E4}"/>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satellite_to_uav_250m/sues200_satellite_to_uav_250m/seed-2/visual/guide-1-2">
            <a:extLst xmlns:a="http://schemas.openxmlformats.org/drawingml/2006/main">
              <a:ext uri="{FF2B5EF4-FFF2-40B4-BE49-F238E27FC236}">
                <a16:creationId xmlns:a16="http://schemas.microsoft.com/office/drawing/2014/main" id="{AAF239B8-A043-4C96-9D4E-6A3FFD467BFB}"/>
              </a:ext>
            </a:extLst>
          </p:cNvPr>
          <p:cNvSpPr>
            <a:spLocks xmlns:a="http://schemas.openxmlformats.org/drawingml/2006/main" noGrp="1"/>
          </p:cNvSpPr>
          <p:nvPr/>
        </p:nvSpPr>
        <p:spPr>
          <a:xfrm xmlns:a="http://schemas.openxmlformats.org/drawingml/2006/main" flipV="1">
            <a:off x="3340100" y="2029460"/>
            <a:ext cx="400050" cy="34544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sues200_satellite_to_uav_250m/sues200_satellite_to_uav_250m/seed-2/visual/guide-2-3">
            <a:extLst xmlns:a="http://schemas.openxmlformats.org/drawingml/2006/main">
              <a:ext uri="{FF2B5EF4-FFF2-40B4-BE49-F238E27FC236}">
                <a16:creationId xmlns:a16="http://schemas.microsoft.com/office/drawing/2014/main" id="{C2EE21CB-306E-4F44-90D7-652008C40A53}"/>
              </a:ext>
            </a:extLst>
          </p:cNvPr>
          <p:cNvSpPr>
            <a:spLocks xmlns:a="http://schemas.openxmlformats.org/drawingml/2006/main" noGrp="1"/>
          </p:cNvSpPr>
          <p:nvPr/>
        </p:nvSpPr>
        <p:spPr>
          <a:xfrm xmlns:a="http://schemas.openxmlformats.org/drawingml/2006/main" flipV="1">
            <a:off x="3740150" y="1887220"/>
            <a:ext cx="240030" cy="14224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sues200_satellite_to_uav_250m/sues200_satellite_to_uav_250m/seed-2/visual/guide-3-4">
            <a:extLst xmlns:a="http://schemas.openxmlformats.org/drawingml/2006/main">
              <a:ext uri="{FF2B5EF4-FFF2-40B4-BE49-F238E27FC236}">
                <a16:creationId xmlns:a16="http://schemas.microsoft.com/office/drawing/2014/main" id="{0746A3AD-2A0E-4F56-B49E-3B87D308F293}"/>
              </a:ext>
            </a:extLst>
          </p:cNvPr>
          <p:cNvSpPr>
            <a:spLocks xmlns:a="http://schemas.openxmlformats.org/drawingml/2006/main" noGrp="1"/>
          </p:cNvSpPr>
          <p:nvPr/>
        </p:nvSpPr>
        <p:spPr>
          <a:xfrm xmlns:a="http://schemas.openxmlformats.org/drawingml/2006/main" flipV="1">
            <a:off x="3980180" y="1805940"/>
            <a:ext cx="160020" cy="8128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sues200_satellite_to_uav_250m/sues200_satellite_to_uav_250m/seed-2/visual/point-cov-0.5">
            <a:extLst xmlns:a="http://schemas.openxmlformats.org/drawingml/2006/main">
              <a:ext uri="{FF2B5EF4-FFF2-40B4-BE49-F238E27FC236}">
                <a16:creationId xmlns:a16="http://schemas.microsoft.com/office/drawing/2014/main" id="{88D80FF9-2FF8-4919-BF7F-E4EB4FFCEFBD}"/>
              </a:ext>
            </a:extLst>
          </p:cNvPr>
          <p:cNvSpPr>
            <a:spLocks xmlns:a="http://schemas.openxmlformats.org/drawingml/2006/main" noGrp="1"/>
          </p:cNvSpPr>
          <p:nvPr/>
        </p:nvSpPr>
        <p:spPr>
          <a:xfrm xmlns:a="http://schemas.openxmlformats.org/drawingml/2006/main">
            <a:off x="3310255" y="23450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sues200_satellite_to_uav_250m/sues200_satellite_to_uav_250m/seed-2/visual/point-cov-0.75">
            <a:extLst xmlns:a="http://schemas.openxmlformats.org/drawingml/2006/main">
              <a:ext uri="{FF2B5EF4-FFF2-40B4-BE49-F238E27FC236}">
                <a16:creationId xmlns:a16="http://schemas.microsoft.com/office/drawing/2014/main" id="{3A19F86E-4DE1-4CA6-9945-08DA304C48CA}"/>
              </a:ext>
            </a:extLst>
          </p:cNvPr>
          <p:cNvSpPr>
            <a:spLocks xmlns:a="http://schemas.openxmlformats.org/drawingml/2006/main" noGrp="1"/>
          </p:cNvSpPr>
          <p:nvPr/>
        </p:nvSpPr>
        <p:spPr>
          <a:xfrm xmlns:a="http://schemas.openxmlformats.org/drawingml/2006/main">
            <a:off x="3710305" y="19996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sues200_satellite_to_uav_250m/sues200_satellite_to_uav_250m/seed-2/visual/point-cov-0.9">
            <a:extLst xmlns:a="http://schemas.openxmlformats.org/drawingml/2006/main">
              <a:ext uri="{FF2B5EF4-FFF2-40B4-BE49-F238E27FC236}">
                <a16:creationId xmlns:a16="http://schemas.microsoft.com/office/drawing/2014/main" id="{BF58D06D-637D-45FF-9213-5A560832051B}"/>
              </a:ext>
            </a:extLst>
          </p:cNvPr>
          <p:cNvSpPr>
            <a:spLocks xmlns:a="http://schemas.openxmlformats.org/drawingml/2006/main" noGrp="1"/>
          </p:cNvSpPr>
          <p:nvPr/>
        </p:nvSpPr>
        <p:spPr>
          <a:xfrm xmlns:a="http://schemas.openxmlformats.org/drawingml/2006/main">
            <a:off x="3950335" y="18573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sues200_satellite_to_uav_250m/sues200_satellite_to_uav_250m/seed-2/visual/point-cov-1">
            <a:extLst xmlns:a="http://schemas.openxmlformats.org/drawingml/2006/main">
              <a:ext uri="{FF2B5EF4-FFF2-40B4-BE49-F238E27FC236}">
                <a16:creationId xmlns:a16="http://schemas.microsoft.com/office/drawing/2014/main" id="{417F379C-AA98-49E9-9159-BBDCA5C6C2F3}"/>
              </a:ext>
            </a:extLst>
          </p:cNvPr>
          <p:cNvSpPr>
            <a:spLocks xmlns:a="http://schemas.openxmlformats.org/drawingml/2006/main" noGrp="1"/>
          </p:cNvSpPr>
          <p:nvPr/>
        </p:nvSpPr>
        <p:spPr>
          <a:xfrm xmlns:a="http://schemas.openxmlformats.org/drawingml/2006/main">
            <a:off x="4110355" y="177609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sues200_satellite_to_uav_250m/sues200_satellite_to_uav_250m/seed-2/full/guide-1-2">
            <a:extLst xmlns:a="http://schemas.openxmlformats.org/drawingml/2006/main">
              <a:ext uri="{FF2B5EF4-FFF2-40B4-BE49-F238E27FC236}">
                <a16:creationId xmlns:a16="http://schemas.microsoft.com/office/drawing/2014/main" id="{458E3923-8D6D-45B8-990C-D7013B2E0FF0}"/>
              </a:ext>
            </a:extLst>
          </p:cNvPr>
          <p:cNvSpPr>
            <a:spLocks xmlns:a="http://schemas.openxmlformats.org/drawingml/2006/main" noGrp="1"/>
          </p:cNvSpPr>
          <p:nvPr/>
        </p:nvSpPr>
        <p:spPr>
          <a:xfrm xmlns:a="http://schemas.openxmlformats.org/drawingml/2006/main" flipV="1">
            <a:off x="3340100" y="2110740"/>
            <a:ext cx="400050" cy="2641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sues200_satellite_to_uav_250m/sues200_satellite_to_uav_250m/seed-2/full/guide-2-3">
            <a:extLst xmlns:a="http://schemas.openxmlformats.org/drawingml/2006/main">
              <a:ext uri="{FF2B5EF4-FFF2-40B4-BE49-F238E27FC236}">
                <a16:creationId xmlns:a16="http://schemas.microsoft.com/office/drawing/2014/main" id="{FDC5C4C1-6B54-4FDF-9E28-57F3287ECF18}"/>
              </a:ext>
            </a:extLst>
          </p:cNvPr>
          <p:cNvSpPr>
            <a:spLocks xmlns:a="http://schemas.openxmlformats.org/drawingml/2006/main" noGrp="1"/>
          </p:cNvSpPr>
          <p:nvPr/>
        </p:nvSpPr>
        <p:spPr>
          <a:xfrm xmlns:a="http://schemas.openxmlformats.org/drawingml/2006/main" flipV="1">
            <a:off x="3740150" y="1988820"/>
            <a:ext cx="240030" cy="12192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sues200_satellite_to_uav_250m/sues200_satellite_to_uav_250m/seed-2/full/guide-3-4">
            <a:extLst xmlns:a="http://schemas.openxmlformats.org/drawingml/2006/main">
              <a:ext uri="{FF2B5EF4-FFF2-40B4-BE49-F238E27FC236}">
                <a16:creationId xmlns:a16="http://schemas.microsoft.com/office/drawing/2014/main" id="{F54357E5-2189-4634-8D7E-8483FCFCDFC2}"/>
              </a:ext>
            </a:extLst>
          </p:cNvPr>
          <p:cNvSpPr>
            <a:spLocks xmlns:a="http://schemas.openxmlformats.org/drawingml/2006/main" noGrp="1"/>
          </p:cNvSpPr>
          <p:nvPr/>
        </p:nvSpPr>
        <p:spPr>
          <a:xfrm xmlns:a="http://schemas.openxmlformats.org/drawingml/2006/main" flipV="1">
            <a:off x="3980180" y="1927860"/>
            <a:ext cx="160020" cy="609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sues200_satellite_to_uav_250m/sues200_satellite_to_uav_250m/seed-2/full/point-cov-0.5">
            <a:extLst xmlns:a="http://schemas.openxmlformats.org/drawingml/2006/main">
              <a:ext uri="{FF2B5EF4-FFF2-40B4-BE49-F238E27FC236}">
                <a16:creationId xmlns:a16="http://schemas.microsoft.com/office/drawing/2014/main" id="{45D55F6D-F1E6-45EF-B436-7671A4F81FF6}"/>
              </a:ext>
            </a:extLst>
          </p:cNvPr>
          <p:cNvSpPr>
            <a:spLocks xmlns:a="http://schemas.openxmlformats.org/drawingml/2006/main" noGrp="1"/>
          </p:cNvSpPr>
          <p:nvPr/>
        </p:nvSpPr>
        <p:spPr>
          <a:xfrm xmlns:a="http://schemas.openxmlformats.org/drawingml/2006/main">
            <a:off x="3315970" y="23507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sues200_satellite_to_uav_250m/sues200_satellite_to_uav_250m/seed-2/full/point-cov-0.75">
            <a:extLst xmlns:a="http://schemas.openxmlformats.org/drawingml/2006/main">
              <a:ext uri="{FF2B5EF4-FFF2-40B4-BE49-F238E27FC236}">
                <a16:creationId xmlns:a16="http://schemas.microsoft.com/office/drawing/2014/main" id="{55992917-1641-445B-8354-F898C128D13C}"/>
              </a:ext>
            </a:extLst>
          </p:cNvPr>
          <p:cNvSpPr>
            <a:spLocks xmlns:a="http://schemas.openxmlformats.org/drawingml/2006/main" noGrp="1"/>
          </p:cNvSpPr>
          <p:nvPr/>
        </p:nvSpPr>
        <p:spPr>
          <a:xfrm xmlns:a="http://schemas.openxmlformats.org/drawingml/2006/main">
            <a:off x="3716020" y="20866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sues200_satellite_to_uav_250m/sues200_satellite_to_uav_250m/seed-2/full/point-cov-0.9">
            <a:extLst xmlns:a="http://schemas.openxmlformats.org/drawingml/2006/main">
              <a:ext uri="{FF2B5EF4-FFF2-40B4-BE49-F238E27FC236}">
                <a16:creationId xmlns:a16="http://schemas.microsoft.com/office/drawing/2014/main" id="{24B2506B-9A2D-4B44-B9A1-0A5F3FB8D8C3}"/>
              </a:ext>
            </a:extLst>
          </p:cNvPr>
          <p:cNvSpPr>
            <a:spLocks xmlns:a="http://schemas.openxmlformats.org/drawingml/2006/main" noGrp="1"/>
          </p:cNvSpPr>
          <p:nvPr/>
        </p:nvSpPr>
        <p:spPr>
          <a:xfrm xmlns:a="http://schemas.openxmlformats.org/drawingml/2006/main">
            <a:off x="3956050" y="19646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sues200_satellite_to_uav_250m/sues200_satellite_to_uav_250m/seed-2/full/point-cov-1">
            <a:extLst xmlns:a="http://schemas.openxmlformats.org/drawingml/2006/main">
              <a:ext uri="{FF2B5EF4-FFF2-40B4-BE49-F238E27FC236}">
                <a16:creationId xmlns:a16="http://schemas.microsoft.com/office/drawing/2014/main" id="{59A02D72-278E-4AA1-A224-63131BD0BB54}"/>
              </a:ext>
            </a:extLst>
          </p:cNvPr>
          <p:cNvSpPr>
            <a:spLocks xmlns:a="http://schemas.openxmlformats.org/drawingml/2006/main" noGrp="1"/>
          </p:cNvSpPr>
          <p:nvPr/>
        </p:nvSpPr>
        <p:spPr>
          <a:xfrm xmlns:a="http://schemas.openxmlformats.org/drawingml/2006/main">
            <a:off x="4116070" y="190373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sues200_satellite_to_uav_250m/sues200_satellite_to_uav_250m/seed-2/count/N">
            <a:extLst xmlns:a="http://schemas.openxmlformats.org/drawingml/2006/main">
              <a:ext uri="{FF2B5EF4-FFF2-40B4-BE49-F238E27FC236}">
                <a16:creationId xmlns:a16="http://schemas.microsoft.com/office/drawing/2014/main" id="{BB6B5C5A-DE60-4C64-BC70-3BA466FC5F49}"/>
              </a:ext>
            </a:extLst>
          </p:cNvPr>
          <p:cNvSpPr>
            <a:spLocks xmlns:a="http://schemas.openxmlformats.org/drawingml/2006/main" noGrp="1"/>
          </p:cNvSpPr>
          <p:nvPr/>
        </p:nvSpPr>
        <p:spPr>
          <a:xfrm xmlns:a="http://schemas.openxmlformats.org/drawingml/2006/main">
            <a:off x="29278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115" name="sues200_satellite_to_uav_250m/sues200_satellite_to_uav_250m/seed-2/count/header/requested">
            <a:extLst xmlns:a="http://schemas.openxmlformats.org/drawingml/2006/main">
              <a:ext uri="{FF2B5EF4-FFF2-40B4-BE49-F238E27FC236}">
                <a16:creationId xmlns:a16="http://schemas.microsoft.com/office/drawing/2014/main" id="{DAA58982-C75C-47BD-BD76-84DA9DC09B32}"/>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sues200_satellite_to_uav_250m/sues200_satellite_to_uav_250m/seed-2/count/header/kN">
            <a:extLst xmlns:a="http://schemas.openxmlformats.org/drawingml/2006/main">
              <a:ext uri="{FF2B5EF4-FFF2-40B4-BE49-F238E27FC236}">
                <a16:creationId xmlns:a16="http://schemas.microsoft.com/office/drawing/2014/main" id="{0A6B139F-E665-4635-BF5B-0A9DAB84011D}"/>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sues200_satellite_to_uav_250m/sues200_satellite_to_uav_250m/seed-2/count/header/overlap">
            <a:extLst xmlns:a="http://schemas.openxmlformats.org/drawingml/2006/main">
              <a:ext uri="{FF2B5EF4-FFF2-40B4-BE49-F238E27FC236}">
                <a16:creationId xmlns:a16="http://schemas.microsoft.com/office/drawing/2014/main" id="{8A67EB72-CB02-46C4-A2BD-C622A17D3716}"/>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sues200_satellite_to_uav_250m/sues200_satellite_to_uav_250m/seed-2/count/header/rule">
            <a:extLst xmlns:a="http://schemas.openxmlformats.org/drawingml/2006/main">
              <a:ext uri="{FF2B5EF4-FFF2-40B4-BE49-F238E27FC236}">
                <a16:creationId xmlns:a16="http://schemas.microsoft.com/office/drawing/2014/main" id="{D6805808-A755-4DAA-9ACC-D2229630E673}"/>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sues200_satellite_to_uav_250m/sues200_satellite_to_uav_250m/seed-2/count/cov-0.5/requested">
            <a:extLst xmlns:a="http://schemas.openxmlformats.org/drawingml/2006/main">
              <a:ext uri="{FF2B5EF4-FFF2-40B4-BE49-F238E27FC236}">
                <a16:creationId xmlns:a16="http://schemas.microsoft.com/office/drawing/2014/main" id="{5BE63F59-F626-4A0F-81FB-F1EAA0F28ECB}"/>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sues200_satellite_to_uav_250m/sues200_satellite_to_uav_250m/seed-2/count/cov-0.5/kN">
            <a:extLst xmlns:a="http://schemas.openxmlformats.org/drawingml/2006/main">
              <a:ext uri="{FF2B5EF4-FFF2-40B4-BE49-F238E27FC236}">
                <a16:creationId xmlns:a16="http://schemas.microsoft.com/office/drawing/2014/main" id="{893E14C4-9CA4-4E08-9EB9-0444A7747C30}"/>
              </a:ext>
            </a:extLst>
          </p:cNvPr>
          <p:cNvSpPr>
            <a:spLocks xmlns:a="http://schemas.openxmlformats.org/drawingml/2006/main" noGrp="1"/>
          </p:cNvSpPr>
          <p:nvPr/>
        </p:nvSpPr>
        <p:spPr>
          <a:xfrm xmlns:a="http://schemas.openxmlformats.org/drawingml/2006/main">
            <a:off x="31829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121" name="sues200_satellite_to_uav_250m/sues200_satellite_to_uav_250m/seed-2/count/cov-0.5/overlap">
            <a:extLst xmlns:a="http://schemas.openxmlformats.org/drawingml/2006/main">
              <a:ext uri="{FF2B5EF4-FFF2-40B4-BE49-F238E27FC236}">
                <a16:creationId xmlns:a16="http://schemas.microsoft.com/office/drawing/2014/main" id="{A5D0EA56-3DD8-46F4-A38B-D7C0B33468F6}"/>
              </a:ext>
            </a:extLst>
          </p:cNvPr>
          <p:cNvSpPr>
            <a:spLocks xmlns:a="http://schemas.openxmlformats.org/drawingml/2006/main" noGrp="1"/>
          </p:cNvSpPr>
          <p:nvPr/>
        </p:nvSpPr>
        <p:spPr>
          <a:xfrm xmlns:a="http://schemas.openxmlformats.org/drawingml/2006/main">
            <a:off x="38885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22</a:t>
            </a:r>
          </a:p>
        </p:txBody>
      </p:sp>
      <p:sp>
        <p:nvSpPr>
          <p:cNvPr id="122" name="sues200_satellite_to_uav_250m/sues200_satellite_to_uav_250m/seed-2/count/cov-0.75/requested">
            <a:extLst xmlns:a="http://schemas.openxmlformats.org/drawingml/2006/main">
              <a:ext uri="{FF2B5EF4-FFF2-40B4-BE49-F238E27FC236}">
                <a16:creationId xmlns:a16="http://schemas.microsoft.com/office/drawing/2014/main" id="{3A056B01-3F28-4185-A349-328D9A5CA488}"/>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sues200_satellite_to_uav_250m/sues200_satellite_to_uav_250m/seed-2/count/cov-0.75/kN">
            <a:extLst xmlns:a="http://schemas.openxmlformats.org/drawingml/2006/main">
              <a:ext uri="{FF2B5EF4-FFF2-40B4-BE49-F238E27FC236}">
                <a16:creationId xmlns:a16="http://schemas.microsoft.com/office/drawing/2014/main" id="{B8264C9C-F584-46EC-82DF-A60CCFA143BF}"/>
              </a:ext>
            </a:extLst>
          </p:cNvPr>
          <p:cNvSpPr>
            <a:spLocks xmlns:a="http://schemas.openxmlformats.org/drawingml/2006/main" noGrp="1"/>
          </p:cNvSpPr>
          <p:nvPr/>
        </p:nvSpPr>
        <p:spPr>
          <a:xfrm xmlns:a="http://schemas.openxmlformats.org/drawingml/2006/main">
            <a:off x="31829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124" name="sues200_satellite_to_uav_250m/sues200_satellite_to_uav_250m/seed-2/count/cov-0.75/overlap">
            <a:extLst xmlns:a="http://schemas.openxmlformats.org/drawingml/2006/main">
              <a:ext uri="{FF2B5EF4-FFF2-40B4-BE49-F238E27FC236}">
                <a16:creationId xmlns:a16="http://schemas.microsoft.com/office/drawing/2014/main" id="{510512CA-6028-4C1A-8528-0F6C6EA75A2C}"/>
              </a:ext>
            </a:extLst>
          </p:cNvPr>
          <p:cNvSpPr>
            <a:spLocks xmlns:a="http://schemas.openxmlformats.org/drawingml/2006/main" noGrp="1"/>
          </p:cNvSpPr>
          <p:nvPr/>
        </p:nvSpPr>
        <p:spPr>
          <a:xfrm xmlns:a="http://schemas.openxmlformats.org/drawingml/2006/main">
            <a:off x="38885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43</a:t>
            </a:r>
          </a:p>
        </p:txBody>
      </p:sp>
      <p:sp>
        <p:nvSpPr>
          <p:cNvPr id="125" name="sues200_satellite_to_uav_250m/sues200_satellite_to_uav_250m/seed-2/count/cov-0.9/requested">
            <a:extLst xmlns:a="http://schemas.openxmlformats.org/drawingml/2006/main">
              <a:ext uri="{FF2B5EF4-FFF2-40B4-BE49-F238E27FC236}">
                <a16:creationId xmlns:a16="http://schemas.microsoft.com/office/drawing/2014/main" id="{6DF2350E-2416-4277-BFFC-7BCA1AE41A14}"/>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sues200_satellite_to_uav_250m/sues200_satellite_to_uav_250m/seed-2/count/cov-0.9/kN">
            <a:extLst xmlns:a="http://schemas.openxmlformats.org/drawingml/2006/main">
              <a:ext uri="{FF2B5EF4-FFF2-40B4-BE49-F238E27FC236}">
                <a16:creationId xmlns:a16="http://schemas.microsoft.com/office/drawing/2014/main" id="{9A4EB961-A7E3-4767-925C-A50C258FC47E}"/>
              </a:ext>
            </a:extLst>
          </p:cNvPr>
          <p:cNvSpPr>
            <a:spLocks xmlns:a="http://schemas.openxmlformats.org/drawingml/2006/main" noGrp="1"/>
          </p:cNvSpPr>
          <p:nvPr/>
        </p:nvSpPr>
        <p:spPr>
          <a:xfrm xmlns:a="http://schemas.openxmlformats.org/drawingml/2006/main">
            <a:off x="31829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127" name="sues200_satellite_to_uav_250m/sues200_satellite_to_uav_250m/seed-2/count/cov-0.9/overlap">
            <a:extLst xmlns:a="http://schemas.openxmlformats.org/drawingml/2006/main">
              <a:ext uri="{FF2B5EF4-FFF2-40B4-BE49-F238E27FC236}">
                <a16:creationId xmlns:a16="http://schemas.microsoft.com/office/drawing/2014/main" id="{F006EF44-D957-456A-AD31-80065803809D}"/>
              </a:ext>
            </a:extLst>
          </p:cNvPr>
          <p:cNvSpPr>
            <a:spLocks xmlns:a="http://schemas.openxmlformats.org/drawingml/2006/main" noGrp="1"/>
          </p:cNvSpPr>
          <p:nvPr/>
        </p:nvSpPr>
        <p:spPr>
          <a:xfrm xmlns:a="http://schemas.openxmlformats.org/drawingml/2006/main">
            <a:off x="38885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65</a:t>
            </a:r>
          </a:p>
        </p:txBody>
      </p:sp>
      <p:sp>
        <p:nvSpPr>
          <p:cNvPr id="128" name="sues200_satellite_to_uav_250m/sues200_satellite_to_uav_250m/seed-2/count/cov-1/requested">
            <a:extLst xmlns:a="http://schemas.openxmlformats.org/drawingml/2006/main">
              <a:ext uri="{FF2B5EF4-FFF2-40B4-BE49-F238E27FC236}">
                <a16:creationId xmlns:a16="http://schemas.microsoft.com/office/drawing/2014/main" id="{B0294E2A-915A-49DD-921D-64789DE242FE}"/>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sues200_satellite_to_uav_250m/sues200_satellite_to_uav_250m/seed-2/count/cov-1/kN">
            <a:extLst xmlns:a="http://schemas.openxmlformats.org/drawingml/2006/main">
              <a:ext uri="{FF2B5EF4-FFF2-40B4-BE49-F238E27FC236}">
                <a16:creationId xmlns:a16="http://schemas.microsoft.com/office/drawing/2014/main" id="{8BB8082B-978C-476A-B2D3-4A7105A338F1}"/>
              </a:ext>
            </a:extLst>
          </p:cNvPr>
          <p:cNvSpPr>
            <a:spLocks xmlns:a="http://schemas.openxmlformats.org/drawingml/2006/main" noGrp="1"/>
          </p:cNvSpPr>
          <p:nvPr/>
        </p:nvSpPr>
        <p:spPr>
          <a:xfrm xmlns:a="http://schemas.openxmlformats.org/drawingml/2006/main">
            <a:off x="31829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130" name="sues200_satellite_to_uav_250m/sues200_satellite_to_uav_250m/seed-2/count/cov-1/overlap">
            <a:extLst xmlns:a="http://schemas.openxmlformats.org/drawingml/2006/main">
              <a:ext uri="{FF2B5EF4-FFF2-40B4-BE49-F238E27FC236}">
                <a16:creationId xmlns:a16="http://schemas.microsoft.com/office/drawing/2014/main" id="{A0CBFC22-B082-4694-9D22-2573A723D9A0}"/>
              </a:ext>
            </a:extLst>
          </p:cNvPr>
          <p:cNvSpPr>
            <a:spLocks xmlns:a="http://schemas.openxmlformats.org/drawingml/2006/main" noGrp="1"/>
          </p:cNvSpPr>
          <p:nvPr/>
        </p:nvSpPr>
        <p:spPr>
          <a:xfrm xmlns:a="http://schemas.openxmlformats.org/drawingml/2006/main">
            <a:off x="38885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131" name="sues200_satellite_to_uav_250m/sues200_satellite_to_uav_250m/seed-2/success/heading">
            <a:extLst xmlns:a="http://schemas.openxmlformats.org/drawingml/2006/main">
              <a:ext uri="{FF2B5EF4-FFF2-40B4-BE49-F238E27FC236}">
                <a16:creationId xmlns:a16="http://schemas.microsoft.com/office/drawing/2014/main" id="{ECF468C4-32A6-4823-B234-6AD5504053F3}"/>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sues200_satellite_to_uav_250m/sues200_satellite_to_uav_250m/seed-2/success/cov-0.5/heading">
            <a:extLst xmlns:a="http://schemas.openxmlformats.org/drawingml/2006/main">
              <a:ext uri="{FF2B5EF4-FFF2-40B4-BE49-F238E27FC236}">
                <a16:creationId xmlns:a16="http://schemas.microsoft.com/office/drawing/2014/main" id="{C73DDC1A-C304-4D7F-B4BD-DB559516CEFD}"/>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sues200_satellite_to_uav_250m/sues200_satellite_to_uav_250m/seed-2/visual/success-cov-0.5">
            <a:extLst xmlns:a="http://schemas.openxmlformats.org/drawingml/2006/main">
              <a:ext uri="{FF2B5EF4-FFF2-40B4-BE49-F238E27FC236}">
                <a16:creationId xmlns:a16="http://schemas.microsoft.com/office/drawing/2014/main" id="{8CC87A69-E2EA-494F-A55D-754A9CAB86F5}"/>
              </a:ext>
            </a:extLst>
          </p:cNvPr>
          <p:cNvSpPr>
            <a:spLocks xmlns:a="http://schemas.openxmlformats.org/drawingml/2006/main" noGrp="1"/>
          </p:cNvSpPr>
          <p:nvPr/>
        </p:nvSpPr>
        <p:spPr>
          <a:xfrm xmlns:a="http://schemas.openxmlformats.org/drawingml/2006/main">
            <a:off x="25800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31.250</a:t>
            </a:r>
          </a:p>
        </p:txBody>
      </p:sp>
      <p:sp>
        <p:nvSpPr>
          <p:cNvPr id="134" name="sues200_satellite_to_uav_250m/sues200_satellite_to_uav_250m/seed-2/full/success-cov-0.5">
            <a:extLst xmlns:a="http://schemas.openxmlformats.org/drawingml/2006/main">
              <a:ext uri="{FF2B5EF4-FFF2-40B4-BE49-F238E27FC236}">
                <a16:creationId xmlns:a16="http://schemas.microsoft.com/office/drawing/2014/main" id="{74502636-729D-499A-9BFF-144B9DAC9498}"/>
              </a:ext>
            </a:extLst>
          </p:cNvPr>
          <p:cNvSpPr>
            <a:spLocks xmlns:a="http://schemas.openxmlformats.org/drawingml/2006/main" noGrp="1"/>
          </p:cNvSpPr>
          <p:nvPr/>
        </p:nvSpPr>
        <p:spPr>
          <a:xfrm xmlns:a="http://schemas.openxmlformats.org/drawingml/2006/main">
            <a:off x="25800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31.250</a:t>
            </a:r>
          </a:p>
        </p:txBody>
      </p:sp>
      <p:sp>
        <p:nvSpPr>
          <p:cNvPr id="135" name="sues200_satellite_to_uav_250m/sues200_satellite_to_uav_250m/seed-2/success/cov-0.75/heading">
            <a:extLst xmlns:a="http://schemas.openxmlformats.org/drawingml/2006/main">
              <a:ext uri="{FF2B5EF4-FFF2-40B4-BE49-F238E27FC236}">
                <a16:creationId xmlns:a16="http://schemas.microsoft.com/office/drawing/2014/main" id="{F9EA6589-3BA8-4882-9C21-3FEFC0216C87}"/>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sues200_satellite_to_uav_250m/sues200_satellite_to_uav_250m/seed-2/visual/success-cov-0.75">
            <a:extLst xmlns:a="http://schemas.openxmlformats.org/drawingml/2006/main">
              <a:ext uri="{FF2B5EF4-FFF2-40B4-BE49-F238E27FC236}">
                <a16:creationId xmlns:a16="http://schemas.microsoft.com/office/drawing/2014/main" id="{ED193E47-5AF9-47E1-B6E5-89341EEAD33D}"/>
              </a:ext>
            </a:extLst>
          </p:cNvPr>
          <p:cNvSpPr>
            <a:spLocks xmlns:a="http://schemas.openxmlformats.org/drawingml/2006/main" noGrp="1"/>
          </p:cNvSpPr>
          <p:nvPr/>
        </p:nvSpPr>
        <p:spPr>
          <a:xfrm xmlns:a="http://schemas.openxmlformats.org/drawingml/2006/main">
            <a:off x="29801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52.500</a:t>
            </a:r>
          </a:p>
        </p:txBody>
      </p:sp>
      <p:sp>
        <p:nvSpPr>
          <p:cNvPr id="137" name="sues200_satellite_to_uav_250m/sues200_satellite_to_uav_250m/seed-2/full/success-cov-0.75">
            <a:extLst xmlns:a="http://schemas.openxmlformats.org/drawingml/2006/main">
              <a:ext uri="{FF2B5EF4-FFF2-40B4-BE49-F238E27FC236}">
                <a16:creationId xmlns:a16="http://schemas.microsoft.com/office/drawing/2014/main" id="{B1D00250-057B-484D-AD8D-341331B6B32C}"/>
              </a:ext>
            </a:extLst>
          </p:cNvPr>
          <p:cNvSpPr>
            <a:spLocks xmlns:a="http://schemas.openxmlformats.org/drawingml/2006/main" noGrp="1"/>
          </p:cNvSpPr>
          <p:nvPr/>
        </p:nvSpPr>
        <p:spPr>
          <a:xfrm xmlns:a="http://schemas.openxmlformats.org/drawingml/2006/main">
            <a:off x="29801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47.500</a:t>
            </a:r>
          </a:p>
        </p:txBody>
      </p:sp>
      <p:sp>
        <p:nvSpPr>
          <p:cNvPr id="138" name="sues200_satellite_to_uav_250m/sues200_satellite_to_uav_250m/seed-2/success/cov-0.9/heading">
            <a:extLst xmlns:a="http://schemas.openxmlformats.org/drawingml/2006/main">
              <a:ext uri="{FF2B5EF4-FFF2-40B4-BE49-F238E27FC236}">
                <a16:creationId xmlns:a16="http://schemas.microsoft.com/office/drawing/2014/main" id="{118E0CA3-071D-4C58-A7D9-F8B713599D89}"/>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sues200_satellite_to_uav_250m/sues200_satellite_to_uav_250m/seed-2/visual/success-cov-0.9">
            <a:extLst xmlns:a="http://schemas.openxmlformats.org/drawingml/2006/main">
              <a:ext uri="{FF2B5EF4-FFF2-40B4-BE49-F238E27FC236}">
                <a16:creationId xmlns:a16="http://schemas.microsoft.com/office/drawing/2014/main" id="{FDA174BD-9212-4F8E-8E98-54593436D1FA}"/>
              </a:ext>
            </a:extLst>
          </p:cNvPr>
          <p:cNvSpPr>
            <a:spLocks xmlns:a="http://schemas.openxmlformats.org/drawingml/2006/main" noGrp="1"/>
          </p:cNvSpPr>
          <p:nvPr/>
        </p:nvSpPr>
        <p:spPr>
          <a:xfrm xmlns:a="http://schemas.openxmlformats.org/drawingml/2006/main">
            <a:off x="33801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61.250</a:t>
            </a:r>
          </a:p>
        </p:txBody>
      </p:sp>
      <p:sp>
        <p:nvSpPr>
          <p:cNvPr id="140" name="sues200_satellite_to_uav_250m/sues200_satellite_to_uav_250m/seed-2/full/success-cov-0.9">
            <a:extLst xmlns:a="http://schemas.openxmlformats.org/drawingml/2006/main">
              <a:ext uri="{FF2B5EF4-FFF2-40B4-BE49-F238E27FC236}">
                <a16:creationId xmlns:a16="http://schemas.microsoft.com/office/drawing/2014/main" id="{82B407C2-FD65-4C66-A31D-CB8A55C188B3}"/>
              </a:ext>
            </a:extLst>
          </p:cNvPr>
          <p:cNvSpPr>
            <a:spLocks xmlns:a="http://schemas.openxmlformats.org/drawingml/2006/main" noGrp="1"/>
          </p:cNvSpPr>
          <p:nvPr/>
        </p:nvSpPr>
        <p:spPr>
          <a:xfrm xmlns:a="http://schemas.openxmlformats.org/drawingml/2006/main">
            <a:off x="33801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55.000</a:t>
            </a:r>
          </a:p>
        </p:txBody>
      </p:sp>
      <p:sp>
        <p:nvSpPr>
          <p:cNvPr id="141" name="sues200_satellite_to_uav_250m/sues200_satellite_to_uav_250m/seed-2/success/cov-1/heading">
            <a:extLst xmlns:a="http://schemas.openxmlformats.org/drawingml/2006/main">
              <a:ext uri="{FF2B5EF4-FFF2-40B4-BE49-F238E27FC236}">
                <a16:creationId xmlns:a16="http://schemas.microsoft.com/office/drawing/2014/main" id="{C82F96B2-DD56-4339-A085-8E23BB323077}"/>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sues200_satellite_to_uav_250m/sues200_satellite_to_uav_250m/seed-2/visual/success-cov-1">
            <a:extLst xmlns:a="http://schemas.openxmlformats.org/drawingml/2006/main">
              <a:ext uri="{FF2B5EF4-FFF2-40B4-BE49-F238E27FC236}">
                <a16:creationId xmlns:a16="http://schemas.microsoft.com/office/drawing/2014/main" id="{3FAC7F64-14B3-4AFE-BF0D-F4099D3D6285}"/>
              </a:ext>
            </a:extLst>
          </p:cNvPr>
          <p:cNvSpPr>
            <a:spLocks xmlns:a="http://schemas.openxmlformats.org/drawingml/2006/main" noGrp="1"/>
          </p:cNvSpPr>
          <p:nvPr/>
        </p:nvSpPr>
        <p:spPr>
          <a:xfrm xmlns:a="http://schemas.openxmlformats.org/drawingml/2006/main">
            <a:off x="37802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66.250</a:t>
            </a:r>
          </a:p>
        </p:txBody>
      </p:sp>
      <p:sp>
        <p:nvSpPr>
          <p:cNvPr id="143" name="sues200_satellite_to_uav_250m/sues200_satellite_to_uav_250m/seed-2/full/success-cov-1">
            <a:extLst xmlns:a="http://schemas.openxmlformats.org/drawingml/2006/main">
              <a:ext uri="{FF2B5EF4-FFF2-40B4-BE49-F238E27FC236}">
                <a16:creationId xmlns:a16="http://schemas.microsoft.com/office/drawing/2014/main" id="{03F15099-A70A-4B93-B2F9-998D026E077D}"/>
              </a:ext>
            </a:extLst>
          </p:cNvPr>
          <p:cNvSpPr>
            <a:spLocks xmlns:a="http://schemas.openxmlformats.org/drawingml/2006/main" noGrp="1"/>
          </p:cNvSpPr>
          <p:nvPr/>
        </p:nvSpPr>
        <p:spPr>
          <a:xfrm xmlns:a="http://schemas.openxmlformats.org/drawingml/2006/main">
            <a:off x="37802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58.750</a:t>
            </a:r>
          </a:p>
        </p:txBody>
      </p:sp>
      <p:sp>
        <p:nvSpPr>
          <p:cNvPr id="144" name="sues200_satellite_to_uav_250m/sues200_satellite_to_uav_250m/seed-2/visual/success-prefix">
            <a:extLst xmlns:a="http://schemas.openxmlformats.org/drawingml/2006/main">
              <a:ext uri="{FF2B5EF4-FFF2-40B4-BE49-F238E27FC236}">
                <a16:creationId xmlns:a16="http://schemas.microsoft.com/office/drawing/2014/main" id="{B357EADD-E968-494C-AFEC-05D91A2FC70E}"/>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sues200_satellite_to_uav_250m/sues200_satellite_to_uav_250m/seed-2/full/success-prefix">
            <a:extLst xmlns:a="http://schemas.openxmlformats.org/drawingml/2006/main">
              <a:ext uri="{FF2B5EF4-FFF2-40B4-BE49-F238E27FC236}">
                <a16:creationId xmlns:a16="http://schemas.microsoft.com/office/drawing/2014/main" id="{8B233051-1F15-4F88-812A-AD856D1680DA}"/>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sues200_satellite_to_uav_250m/sues200_satellite_to_uav_250m/seed-3/heading">
            <a:extLst xmlns:a="http://schemas.openxmlformats.org/drawingml/2006/main">
              <a:ext uri="{FF2B5EF4-FFF2-40B4-BE49-F238E27FC236}">
                <a16:creationId xmlns:a16="http://schemas.microsoft.com/office/drawing/2014/main" id="{2C6446F8-3073-4B9F-BC4F-08E98C65ECCD}"/>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sues200_satellite_to_uav_250m/sues200_satellite_to_uav_250m/seed-3/y-grid-0">
            <a:extLst xmlns:a="http://schemas.openxmlformats.org/drawingml/2006/main">
              <a:ext uri="{FF2B5EF4-FFF2-40B4-BE49-F238E27FC236}">
                <a16:creationId xmlns:a16="http://schemas.microsoft.com/office/drawing/2014/main" id="{08065042-3A45-4292-96D4-E8A717715410}"/>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sues200_satellite_to_uav_250m/sues200_satellite_to_uav_250m/seed-3/y-label-0">
            <a:extLst xmlns:a="http://schemas.openxmlformats.org/drawingml/2006/main">
              <a:ext uri="{FF2B5EF4-FFF2-40B4-BE49-F238E27FC236}">
                <a16:creationId xmlns:a16="http://schemas.microsoft.com/office/drawing/2014/main" id="{370EF05E-26A4-4417-8891-78340B036CF0}"/>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sues200_satellite_to_uav_250m/sues200_satellite_to_uav_250m/seed-3/x-tick-0">
            <a:extLst xmlns:a="http://schemas.openxmlformats.org/drawingml/2006/main">
              <a:ext uri="{FF2B5EF4-FFF2-40B4-BE49-F238E27FC236}">
                <a16:creationId xmlns:a16="http://schemas.microsoft.com/office/drawing/2014/main" id="{D6663B85-8F1C-42F4-A015-2BC708F64CDB}"/>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sues200_satellite_to_uav_250m/sues200_satellite_to_uav_250m/seed-3/x-label-0">
            <a:extLst xmlns:a="http://schemas.openxmlformats.org/drawingml/2006/main">
              <a:ext uri="{FF2B5EF4-FFF2-40B4-BE49-F238E27FC236}">
                <a16:creationId xmlns:a16="http://schemas.microsoft.com/office/drawing/2014/main" id="{644929D8-BE4F-47F3-BC66-8EB8F8F2B898}"/>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sues200_satellite_to_uav_250m/sues200_satellite_to_uav_250m/seed-3/y-grid-25">
            <a:extLst xmlns:a="http://schemas.openxmlformats.org/drawingml/2006/main">
              <a:ext uri="{FF2B5EF4-FFF2-40B4-BE49-F238E27FC236}">
                <a16:creationId xmlns:a16="http://schemas.microsoft.com/office/drawing/2014/main" id="{C325005B-FEA6-45B4-A470-03319C31ED2B}"/>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sues200_satellite_to_uav_250m/sues200_satellite_to_uav_250m/seed-3/y-label-25">
            <a:extLst xmlns:a="http://schemas.openxmlformats.org/drawingml/2006/main">
              <a:ext uri="{FF2B5EF4-FFF2-40B4-BE49-F238E27FC236}">
                <a16:creationId xmlns:a16="http://schemas.microsoft.com/office/drawing/2014/main" id="{040E35F4-AFDD-4958-8B37-A4480DEF8A2D}"/>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sues200_satellite_to_uav_250m/sues200_satellite_to_uav_250m/seed-3/x-tick-25">
            <a:extLst xmlns:a="http://schemas.openxmlformats.org/drawingml/2006/main">
              <a:ext uri="{FF2B5EF4-FFF2-40B4-BE49-F238E27FC236}">
                <a16:creationId xmlns:a16="http://schemas.microsoft.com/office/drawing/2014/main" id="{71003C39-8672-46C3-9AE3-0EB24EE50219}"/>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sues200_satellite_to_uav_250m/sues200_satellite_to_uav_250m/seed-3/x-label-25">
            <a:extLst xmlns:a="http://schemas.openxmlformats.org/drawingml/2006/main">
              <a:ext uri="{FF2B5EF4-FFF2-40B4-BE49-F238E27FC236}">
                <a16:creationId xmlns:a16="http://schemas.microsoft.com/office/drawing/2014/main" id="{DB3CF074-4F8B-4040-AD34-FCE852B8F35A}"/>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sues200_satellite_to_uav_250m/sues200_satellite_to_uav_250m/seed-3/y-grid-50">
            <a:extLst xmlns:a="http://schemas.openxmlformats.org/drawingml/2006/main">
              <a:ext uri="{FF2B5EF4-FFF2-40B4-BE49-F238E27FC236}">
                <a16:creationId xmlns:a16="http://schemas.microsoft.com/office/drawing/2014/main" id="{FE3DE49F-DAA5-4273-8A89-84AF02C869E6}"/>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sues200_satellite_to_uav_250m/sues200_satellite_to_uav_250m/seed-3/y-label-50">
            <a:extLst xmlns:a="http://schemas.openxmlformats.org/drawingml/2006/main">
              <a:ext uri="{FF2B5EF4-FFF2-40B4-BE49-F238E27FC236}">
                <a16:creationId xmlns:a16="http://schemas.microsoft.com/office/drawing/2014/main" id="{7E2ACB5F-1D72-4129-A4CA-4C8CE2F52D94}"/>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sues200_satellite_to_uav_250m/sues200_satellite_to_uav_250m/seed-3/x-tick-50">
            <a:extLst xmlns:a="http://schemas.openxmlformats.org/drawingml/2006/main">
              <a:ext uri="{FF2B5EF4-FFF2-40B4-BE49-F238E27FC236}">
                <a16:creationId xmlns:a16="http://schemas.microsoft.com/office/drawing/2014/main" id="{7FCD9320-F95B-4FA4-8703-5FE2127F5AC0}"/>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satellite_to_uav_250m/sues200_satellite_to_uav_250m/seed-3/x-label-50">
            <a:extLst xmlns:a="http://schemas.openxmlformats.org/drawingml/2006/main">
              <a:ext uri="{FF2B5EF4-FFF2-40B4-BE49-F238E27FC236}">
                <a16:creationId xmlns:a16="http://schemas.microsoft.com/office/drawing/2014/main" id="{6EAE939E-DCFA-4DEB-95E0-7F96025EC858}"/>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sues200_satellite_to_uav_250m/sues200_satellite_to_uav_250m/seed-3/y-grid-75">
            <a:extLst xmlns:a="http://schemas.openxmlformats.org/drawingml/2006/main">
              <a:ext uri="{FF2B5EF4-FFF2-40B4-BE49-F238E27FC236}">
                <a16:creationId xmlns:a16="http://schemas.microsoft.com/office/drawing/2014/main" id="{7C4E216F-39F1-401A-84DC-BB726AD63DF8}"/>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sues200_satellite_to_uav_250m/sues200_satellite_to_uav_250m/seed-3/y-label-75">
            <a:extLst xmlns:a="http://schemas.openxmlformats.org/drawingml/2006/main">
              <a:ext uri="{FF2B5EF4-FFF2-40B4-BE49-F238E27FC236}">
                <a16:creationId xmlns:a16="http://schemas.microsoft.com/office/drawing/2014/main" id="{82353F30-1106-45B1-9A4E-D136E06EFE06}"/>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sues200_satellite_to_uav_250m/sues200_satellite_to_uav_250m/seed-3/x-tick-75">
            <a:extLst xmlns:a="http://schemas.openxmlformats.org/drawingml/2006/main">
              <a:ext uri="{FF2B5EF4-FFF2-40B4-BE49-F238E27FC236}">
                <a16:creationId xmlns:a16="http://schemas.microsoft.com/office/drawing/2014/main" id="{B97F6EFC-0754-4AFD-B2CA-720D5205091F}"/>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sues200_satellite_to_uav_250m/sues200_satellite_to_uav_250m/seed-3/x-label-75">
            <a:extLst xmlns:a="http://schemas.openxmlformats.org/drawingml/2006/main">
              <a:ext uri="{FF2B5EF4-FFF2-40B4-BE49-F238E27FC236}">
                <a16:creationId xmlns:a16="http://schemas.microsoft.com/office/drawing/2014/main" id="{7672692D-9B63-403E-BB82-5AC0ED378FB2}"/>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sues200_satellite_to_uav_250m/sues200_satellite_to_uav_250m/seed-3/y-grid-100">
            <a:extLst xmlns:a="http://schemas.openxmlformats.org/drawingml/2006/main">
              <a:ext uri="{FF2B5EF4-FFF2-40B4-BE49-F238E27FC236}">
                <a16:creationId xmlns:a16="http://schemas.microsoft.com/office/drawing/2014/main" id="{C90188B0-B250-4311-A841-F6ABC466AD05}"/>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sues200_satellite_to_uav_250m/sues200_satellite_to_uav_250m/seed-3/y-label-100">
            <a:extLst xmlns:a="http://schemas.openxmlformats.org/drawingml/2006/main">
              <a:ext uri="{FF2B5EF4-FFF2-40B4-BE49-F238E27FC236}">
                <a16:creationId xmlns:a16="http://schemas.microsoft.com/office/drawing/2014/main" id="{A71C3591-ED7A-4CF1-B694-F1D1FB5B9E44}"/>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sues200_satellite_to_uav_250m/sues200_satellite_to_uav_250m/seed-3/x-tick-100">
            <a:extLst xmlns:a="http://schemas.openxmlformats.org/drawingml/2006/main">
              <a:ext uri="{FF2B5EF4-FFF2-40B4-BE49-F238E27FC236}">
                <a16:creationId xmlns:a16="http://schemas.microsoft.com/office/drawing/2014/main" id="{06ED4C18-0D26-4479-8F00-F71FEC713881}"/>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sues200_satellite_to_uav_250m/sues200_satellite_to_uav_250m/seed-3/x-label-100">
            <a:extLst xmlns:a="http://schemas.openxmlformats.org/drawingml/2006/main">
              <a:ext uri="{FF2B5EF4-FFF2-40B4-BE49-F238E27FC236}">
                <a16:creationId xmlns:a16="http://schemas.microsoft.com/office/drawing/2014/main" id="{88382FE9-A0AD-4CE9-A136-6E4CE0A3F498}"/>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sues200_satellite_to_uav_250m/sues200_satellite_to_uav_250m/seed-3/y-axis">
            <a:extLst xmlns:a="http://schemas.openxmlformats.org/drawingml/2006/main">
              <a:ext uri="{FF2B5EF4-FFF2-40B4-BE49-F238E27FC236}">
                <a16:creationId xmlns:a16="http://schemas.microsoft.com/office/drawing/2014/main" id="{A4B9E360-8457-4165-BA8D-294899F70471}"/>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sues200_satellite_to_uav_250m/sues200_satellite_to_uav_250m/seed-3/x-axis">
            <a:extLst xmlns:a="http://schemas.openxmlformats.org/drawingml/2006/main">
              <a:ext uri="{FF2B5EF4-FFF2-40B4-BE49-F238E27FC236}">
                <a16:creationId xmlns:a16="http://schemas.microsoft.com/office/drawing/2014/main" id="{AEAF4B18-A789-46CB-8C88-10BB216A7197}"/>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sues200_satellite_to_uav_250m/sues200_satellite_to_uav_250m/seed-3/visual/guide-1-2">
            <a:extLst xmlns:a="http://schemas.openxmlformats.org/drawingml/2006/main">
              <a:ext uri="{FF2B5EF4-FFF2-40B4-BE49-F238E27FC236}">
                <a16:creationId xmlns:a16="http://schemas.microsoft.com/office/drawing/2014/main" id="{E696ECF5-5E77-4F0B-A803-998862C7C052}"/>
              </a:ext>
            </a:extLst>
          </p:cNvPr>
          <p:cNvSpPr>
            <a:spLocks xmlns:a="http://schemas.openxmlformats.org/drawingml/2006/main" noGrp="1"/>
          </p:cNvSpPr>
          <p:nvPr/>
        </p:nvSpPr>
        <p:spPr>
          <a:xfrm xmlns:a="http://schemas.openxmlformats.org/drawingml/2006/main" flipV="1">
            <a:off x="5346700" y="1968500"/>
            <a:ext cx="400050" cy="26416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sues200_satellite_to_uav_250m/sues200_satellite_to_uav_250m/seed-3/visual/guide-2-3">
            <a:extLst xmlns:a="http://schemas.openxmlformats.org/drawingml/2006/main">
              <a:ext uri="{FF2B5EF4-FFF2-40B4-BE49-F238E27FC236}">
                <a16:creationId xmlns:a16="http://schemas.microsoft.com/office/drawing/2014/main" id="{81192EC9-D5F3-42E7-AD03-53BE9F66DA85}"/>
              </a:ext>
            </a:extLst>
          </p:cNvPr>
          <p:cNvSpPr>
            <a:spLocks xmlns:a="http://schemas.openxmlformats.org/drawingml/2006/main" noGrp="1"/>
          </p:cNvSpPr>
          <p:nvPr/>
        </p:nvSpPr>
        <p:spPr>
          <a:xfrm xmlns:a="http://schemas.openxmlformats.org/drawingml/2006/main" flipV="1">
            <a:off x="5746750" y="1826260"/>
            <a:ext cx="240030" cy="14224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sues200_satellite_to_uav_250m/sues200_satellite_to_uav_250m/seed-3/visual/guide-3-4">
            <a:extLst xmlns:a="http://schemas.openxmlformats.org/drawingml/2006/main">
              <a:ext uri="{FF2B5EF4-FFF2-40B4-BE49-F238E27FC236}">
                <a16:creationId xmlns:a16="http://schemas.microsoft.com/office/drawing/2014/main" id="{8A47D78B-E3AE-4CC8-A14C-1B350B028361}"/>
              </a:ext>
            </a:extLst>
          </p:cNvPr>
          <p:cNvSpPr>
            <a:spLocks xmlns:a="http://schemas.openxmlformats.org/drawingml/2006/main" noGrp="1"/>
          </p:cNvSpPr>
          <p:nvPr/>
        </p:nvSpPr>
        <p:spPr>
          <a:xfrm xmlns:a="http://schemas.openxmlformats.org/drawingml/2006/main" flipV="1">
            <a:off x="5986780" y="1704340"/>
            <a:ext cx="160020" cy="12192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sues200_satellite_to_uav_250m/sues200_satellite_to_uav_250m/seed-3/visual/point-cov-0.5">
            <a:extLst xmlns:a="http://schemas.openxmlformats.org/drawingml/2006/main">
              <a:ext uri="{FF2B5EF4-FFF2-40B4-BE49-F238E27FC236}">
                <a16:creationId xmlns:a16="http://schemas.microsoft.com/office/drawing/2014/main" id="{E9091E59-B3C6-4EE0-9E5C-6AD8A691BE4D}"/>
              </a:ext>
            </a:extLst>
          </p:cNvPr>
          <p:cNvSpPr>
            <a:spLocks xmlns:a="http://schemas.openxmlformats.org/drawingml/2006/main" noGrp="1"/>
          </p:cNvSpPr>
          <p:nvPr/>
        </p:nvSpPr>
        <p:spPr>
          <a:xfrm xmlns:a="http://schemas.openxmlformats.org/drawingml/2006/main">
            <a:off x="5316855" y="22028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sues200_satellite_to_uav_250m/sues200_satellite_to_uav_250m/seed-3/visual/point-cov-0.75">
            <a:extLst xmlns:a="http://schemas.openxmlformats.org/drawingml/2006/main">
              <a:ext uri="{FF2B5EF4-FFF2-40B4-BE49-F238E27FC236}">
                <a16:creationId xmlns:a16="http://schemas.microsoft.com/office/drawing/2014/main" id="{DCA613CD-C35C-4D54-B3E9-CCB67EFDD264}"/>
              </a:ext>
            </a:extLst>
          </p:cNvPr>
          <p:cNvSpPr>
            <a:spLocks xmlns:a="http://schemas.openxmlformats.org/drawingml/2006/main" noGrp="1"/>
          </p:cNvSpPr>
          <p:nvPr/>
        </p:nvSpPr>
        <p:spPr>
          <a:xfrm xmlns:a="http://schemas.openxmlformats.org/drawingml/2006/main">
            <a:off x="5716905" y="19386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sues200_satellite_to_uav_250m/sues200_satellite_to_uav_250m/seed-3/visual/point-cov-0.9">
            <a:extLst xmlns:a="http://schemas.openxmlformats.org/drawingml/2006/main">
              <a:ext uri="{FF2B5EF4-FFF2-40B4-BE49-F238E27FC236}">
                <a16:creationId xmlns:a16="http://schemas.microsoft.com/office/drawing/2014/main" id="{6CA629AB-9AB1-4A8F-ADFD-1A592A5849D9}"/>
              </a:ext>
            </a:extLst>
          </p:cNvPr>
          <p:cNvSpPr>
            <a:spLocks xmlns:a="http://schemas.openxmlformats.org/drawingml/2006/main" noGrp="1"/>
          </p:cNvSpPr>
          <p:nvPr/>
        </p:nvSpPr>
        <p:spPr>
          <a:xfrm xmlns:a="http://schemas.openxmlformats.org/drawingml/2006/main">
            <a:off x="5956935" y="17964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sues200_satellite_to_uav_250m/sues200_satellite_to_uav_250m/seed-3/visual/point-cov-1">
            <a:extLst xmlns:a="http://schemas.openxmlformats.org/drawingml/2006/main">
              <a:ext uri="{FF2B5EF4-FFF2-40B4-BE49-F238E27FC236}">
                <a16:creationId xmlns:a16="http://schemas.microsoft.com/office/drawing/2014/main" id="{4081CF9E-4041-4D9C-854F-F21B702AD10E}"/>
              </a:ext>
            </a:extLst>
          </p:cNvPr>
          <p:cNvSpPr>
            <a:spLocks xmlns:a="http://schemas.openxmlformats.org/drawingml/2006/main" noGrp="1"/>
          </p:cNvSpPr>
          <p:nvPr/>
        </p:nvSpPr>
        <p:spPr>
          <a:xfrm xmlns:a="http://schemas.openxmlformats.org/drawingml/2006/main">
            <a:off x="6116955" y="167449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sues200_satellite_to_uav_250m/sues200_satellite_to_uav_250m/seed-3/full/guide-1-2">
            <a:extLst xmlns:a="http://schemas.openxmlformats.org/drawingml/2006/main">
              <a:ext uri="{FF2B5EF4-FFF2-40B4-BE49-F238E27FC236}">
                <a16:creationId xmlns:a16="http://schemas.microsoft.com/office/drawing/2014/main" id="{BAF62A65-86EB-420F-A653-C67ACD5DE563}"/>
              </a:ext>
            </a:extLst>
          </p:cNvPr>
          <p:cNvSpPr>
            <a:spLocks xmlns:a="http://schemas.openxmlformats.org/drawingml/2006/main" noGrp="1"/>
          </p:cNvSpPr>
          <p:nvPr/>
        </p:nvSpPr>
        <p:spPr>
          <a:xfrm xmlns:a="http://schemas.openxmlformats.org/drawingml/2006/main" flipV="1">
            <a:off x="5346700" y="2252980"/>
            <a:ext cx="400050" cy="12192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sues200_satellite_to_uav_250m/sues200_satellite_to_uav_250m/seed-3/full/guide-2-3">
            <a:extLst xmlns:a="http://schemas.openxmlformats.org/drawingml/2006/main">
              <a:ext uri="{FF2B5EF4-FFF2-40B4-BE49-F238E27FC236}">
                <a16:creationId xmlns:a16="http://schemas.microsoft.com/office/drawing/2014/main" id="{9C87A94C-B26D-49C8-A4BC-AF625795B6CB}"/>
              </a:ext>
            </a:extLst>
          </p:cNvPr>
          <p:cNvSpPr>
            <a:spLocks xmlns:a="http://schemas.openxmlformats.org/drawingml/2006/main" noGrp="1"/>
          </p:cNvSpPr>
          <p:nvPr/>
        </p:nvSpPr>
        <p:spPr>
          <a:xfrm xmlns:a="http://schemas.openxmlformats.org/drawingml/2006/main" flipV="1">
            <a:off x="5746750" y="2131060"/>
            <a:ext cx="240030" cy="12192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sues200_satellite_to_uav_250m/sues200_satellite_to_uav_250m/seed-3/full/guide-3-4">
            <a:extLst xmlns:a="http://schemas.openxmlformats.org/drawingml/2006/main">
              <a:ext uri="{FF2B5EF4-FFF2-40B4-BE49-F238E27FC236}">
                <a16:creationId xmlns:a16="http://schemas.microsoft.com/office/drawing/2014/main" id="{64A7D8BD-2FBF-421A-AB46-78CD6FC5BD8C}"/>
              </a:ext>
            </a:extLst>
          </p:cNvPr>
          <p:cNvSpPr>
            <a:spLocks xmlns:a="http://schemas.openxmlformats.org/drawingml/2006/main" noGrp="1"/>
          </p:cNvSpPr>
          <p:nvPr/>
        </p:nvSpPr>
        <p:spPr>
          <a:xfrm xmlns:a="http://schemas.openxmlformats.org/drawingml/2006/main" flipV="1">
            <a:off x="5986780" y="2029460"/>
            <a:ext cx="160020" cy="10160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sues200_satellite_to_uav_250m/sues200_satellite_to_uav_250m/seed-3/full/point-cov-0.5">
            <a:extLst xmlns:a="http://schemas.openxmlformats.org/drawingml/2006/main">
              <a:ext uri="{FF2B5EF4-FFF2-40B4-BE49-F238E27FC236}">
                <a16:creationId xmlns:a16="http://schemas.microsoft.com/office/drawing/2014/main" id="{FD720138-3BB2-44F2-9919-9FEA4D006CDD}"/>
              </a:ext>
            </a:extLst>
          </p:cNvPr>
          <p:cNvSpPr>
            <a:spLocks xmlns:a="http://schemas.openxmlformats.org/drawingml/2006/main" noGrp="1"/>
          </p:cNvSpPr>
          <p:nvPr/>
        </p:nvSpPr>
        <p:spPr>
          <a:xfrm xmlns:a="http://schemas.openxmlformats.org/drawingml/2006/main">
            <a:off x="5322570" y="23507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sues200_satellite_to_uav_250m/sues200_satellite_to_uav_250m/seed-3/full/point-cov-0.75">
            <a:extLst xmlns:a="http://schemas.openxmlformats.org/drawingml/2006/main">
              <a:ext uri="{FF2B5EF4-FFF2-40B4-BE49-F238E27FC236}">
                <a16:creationId xmlns:a16="http://schemas.microsoft.com/office/drawing/2014/main" id="{01318BA8-3E56-4225-88DA-0AE035F03CA0}"/>
              </a:ext>
            </a:extLst>
          </p:cNvPr>
          <p:cNvSpPr>
            <a:spLocks xmlns:a="http://schemas.openxmlformats.org/drawingml/2006/main" noGrp="1"/>
          </p:cNvSpPr>
          <p:nvPr/>
        </p:nvSpPr>
        <p:spPr>
          <a:xfrm xmlns:a="http://schemas.openxmlformats.org/drawingml/2006/main">
            <a:off x="5722620" y="22288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sues200_satellite_to_uav_250m/sues200_satellite_to_uav_250m/seed-3/full/point-cov-0.9">
            <a:extLst xmlns:a="http://schemas.openxmlformats.org/drawingml/2006/main">
              <a:ext uri="{FF2B5EF4-FFF2-40B4-BE49-F238E27FC236}">
                <a16:creationId xmlns:a16="http://schemas.microsoft.com/office/drawing/2014/main" id="{E241148F-0140-47C4-A762-6D6637CA7F7E}"/>
              </a:ext>
            </a:extLst>
          </p:cNvPr>
          <p:cNvSpPr>
            <a:spLocks xmlns:a="http://schemas.openxmlformats.org/drawingml/2006/main" noGrp="1"/>
          </p:cNvSpPr>
          <p:nvPr/>
        </p:nvSpPr>
        <p:spPr>
          <a:xfrm xmlns:a="http://schemas.openxmlformats.org/drawingml/2006/main">
            <a:off x="5962650" y="210693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sues200_satellite_to_uav_250m/sues200_satellite_to_uav_250m/seed-3/full/point-cov-1">
            <a:extLst xmlns:a="http://schemas.openxmlformats.org/drawingml/2006/main">
              <a:ext uri="{FF2B5EF4-FFF2-40B4-BE49-F238E27FC236}">
                <a16:creationId xmlns:a16="http://schemas.microsoft.com/office/drawing/2014/main" id="{5A8B73FE-4D3F-43DE-9C5D-16C6E5FBEEC0}"/>
              </a:ext>
            </a:extLst>
          </p:cNvPr>
          <p:cNvSpPr>
            <a:spLocks xmlns:a="http://schemas.openxmlformats.org/drawingml/2006/main" noGrp="1"/>
          </p:cNvSpPr>
          <p:nvPr/>
        </p:nvSpPr>
        <p:spPr>
          <a:xfrm xmlns:a="http://schemas.openxmlformats.org/drawingml/2006/main">
            <a:off x="6122670" y="200533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sues200_satellite_to_uav_250m/sues200_satellite_to_uav_250m/seed-3/count/N">
            <a:extLst xmlns:a="http://schemas.openxmlformats.org/drawingml/2006/main">
              <a:ext uri="{FF2B5EF4-FFF2-40B4-BE49-F238E27FC236}">
                <a16:creationId xmlns:a16="http://schemas.microsoft.com/office/drawing/2014/main" id="{8B17675A-A8B1-45AB-83AC-EE4E758782F5}"/>
              </a:ext>
            </a:extLst>
          </p:cNvPr>
          <p:cNvSpPr>
            <a:spLocks xmlns:a="http://schemas.openxmlformats.org/drawingml/2006/main" noGrp="1"/>
          </p:cNvSpPr>
          <p:nvPr/>
        </p:nvSpPr>
        <p:spPr>
          <a:xfrm xmlns:a="http://schemas.openxmlformats.org/drawingml/2006/main">
            <a:off x="49344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184" name="sues200_satellite_to_uav_250m/sues200_satellite_to_uav_250m/seed-3/count/header/requested">
            <a:extLst xmlns:a="http://schemas.openxmlformats.org/drawingml/2006/main">
              <a:ext uri="{FF2B5EF4-FFF2-40B4-BE49-F238E27FC236}">
                <a16:creationId xmlns:a16="http://schemas.microsoft.com/office/drawing/2014/main" id="{96B91FB3-B81A-4146-92D4-1048C43DF05B}"/>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sues200_satellite_to_uav_250m/sues200_satellite_to_uav_250m/seed-3/count/header/kN">
            <a:extLst xmlns:a="http://schemas.openxmlformats.org/drawingml/2006/main">
              <a:ext uri="{FF2B5EF4-FFF2-40B4-BE49-F238E27FC236}">
                <a16:creationId xmlns:a16="http://schemas.microsoft.com/office/drawing/2014/main" id="{1EE86166-D188-4E43-A439-550CE4FEF548}"/>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sues200_satellite_to_uav_250m/sues200_satellite_to_uav_250m/seed-3/count/header/overlap">
            <a:extLst xmlns:a="http://schemas.openxmlformats.org/drawingml/2006/main">
              <a:ext uri="{FF2B5EF4-FFF2-40B4-BE49-F238E27FC236}">
                <a16:creationId xmlns:a16="http://schemas.microsoft.com/office/drawing/2014/main" id="{B3967754-265A-4CB9-BC73-85541AD4C911}"/>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sues200_satellite_to_uav_250m/sues200_satellite_to_uav_250m/seed-3/count/header/rule">
            <a:extLst xmlns:a="http://schemas.openxmlformats.org/drawingml/2006/main">
              <a:ext uri="{FF2B5EF4-FFF2-40B4-BE49-F238E27FC236}">
                <a16:creationId xmlns:a16="http://schemas.microsoft.com/office/drawing/2014/main" id="{C995A638-D7A4-47A0-A665-BCDC3486B5E4}"/>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sues200_satellite_to_uav_250m/sues200_satellite_to_uav_250m/seed-3/count/cov-0.5/requested">
            <a:extLst xmlns:a="http://schemas.openxmlformats.org/drawingml/2006/main">
              <a:ext uri="{FF2B5EF4-FFF2-40B4-BE49-F238E27FC236}">
                <a16:creationId xmlns:a16="http://schemas.microsoft.com/office/drawing/2014/main" id="{733F3C7B-8678-4901-978F-E8529D95180E}"/>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sues200_satellite_to_uav_250m/sues200_satellite_to_uav_250m/seed-3/count/cov-0.5/kN">
            <a:extLst xmlns:a="http://schemas.openxmlformats.org/drawingml/2006/main">
              <a:ext uri="{FF2B5EF4-FFF2-40B4-BE49-F238E27FC236}">
                <a16:creationId xmlns:a16="http://schemas.microsoft.com/office/drawing/2014/main" id="{AFAE138F-F6F0-4424-9912-FEE13B5F4A1C}"/>
              </a:ext>
            </a:extLst>
          </p:cNvPr>
          <p:cNvSpPr>
            <a:spLocks xmlns:a="http://schemas.openxmlformats.org/drawingml/2006/main" noGrp="1"/>
          </p:cNvSpPr>
          <p:nvPr/>
        </p:nvSpPr>
        <p:spPr>
          <a:xfrm xmlns:a="http://schemas.openxmlformats.org/drawingml/2006/main">
            <a:off x="51895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190" name="sues200_satellite_to_uav_250m/sues200_satellite_to_uav_250m/seed-3/count/cov-0.5/overlap">
            <a:extLst xmlns:a="http://schemas.openxmlformats.org/drawingml/2006/main">
              <a:ext uri="{FF2B5EF4-FFF2-40B4-BE49-F238E27FC236}">
                <a16:creationId xmlns:a16="http://schemas.microsoft.com/office/drawing/2014/main" id="{821BB1BE-7BDD-45AE-A124-B9212B01DB47}"/>
              </a:ext>
            </a:extLst>
          </p:cNvPr>
          <p:cNvSpPr>
            <a:spLocks xmlns:a="http://schemas.openxmlformats.org/drawingml/2006/main" noGrp="1"/>
          </p:cNvSpPr>
          <p:nvPr/>
        </p:nvSpPr>
        <p:spPr>
          <a:xfrm xmlns:a="http://schemas.openxmlformats.org/drawingml/2006/main">
            <a:off x="5895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a:t>
            </a:r>
          </a:p>
        </p:txBody>
      </p:sp>
      <p:sp>
        <p:nvSpPr>
          <p:cNvPr id="191" name="sues200_satellite_to_uav_250m/sues200_satellite_to_uav_250m/seed-3/count/cov-0.75/requested">
            <a:extLst xmlns:a="http://schemas.openxmlformats.org/drawingml/2006/main">
              <a:ext uri="{FF2B5EF4-FFF2-40B4-BE49-F238E27FC236}">
                <a16:creationId xmlns:a16="http://schemas.microsoft.com/office/drawing/2014/main" id="{FE0B8068-965F-4C60-B8D3-90E46D6D949C}"/>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sues200_satellite_to_uav_250m/sues200_satellite_to_uav_250m/seed-3/count/cov-0.75/kN">
            <a:extLst xmlns:a="http://schemas.openxmlformats.org/drawingml/2006/main">
              <a:ext uri="{FF2B5EF4-FFF2-40B4-BE49-F238E27FC236}">
                <a16:creationId xmlns:a16="http://schemas.microsoft.com/office/drawing/2014/main" id="{A093C01F-285C-45E5-B637-F9635437A411}"/>
              </a:ext>
            </a:extLst>
          </p:cNvPr>
          <p:cNvSpPr>
            <a:spLocks xmlns:a="http://schemas.openxmlformats.org/drawingml/2006/main" noGrp="1"/>
          </p:cNvSpPr>
          <p:nvPr/>
        </p:nvSpPr>
        <p:spPr>
          <a:xfrm xmlns:a="http://schemas.openxmlformats.org/drawingml/2006/main">
            <a:off x="51895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193" name="sues200_satellite_to_uav_250m/sues200_satellite_to_uav_250m/seed-3/count/cov-0.75/overlap">
            <a:extLst xmlns:a="http://schemas.openxmlformats.org/drawingml/2006/main">
              <a:ext uri="{FF2B5EF4-FFF2-40B4-BE49-F238E27FC236}">
                <a16:creationId xmlns:a16="http://schemas.microsoft.com/office/drawing/2014/main" id="{CFCAC63D-76EF-4AF8-909D-49E5BC1B2893}"/>
              </a:ext>
            </a:extLst>
          </p:cNvPr>
          <p:cNvSpPr>
            <a:spLocks xmlns:a="http://schemas.openxmlformats.org/drawingml/2006/main" noGrp="1"/>
          </p:cNvSpPr>
          <p:nvPr/>
        </p:nvSpPr>
        <p:spPr>
          <a:xfrm xmlns:a="http://schemas.openxmlformats.org/drawingml/2006/main">
            <a:off x="5895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48</a:t>
            </a:r>
          </a:p>
        </p:txBody>
      </p:sp>
      <p:sp>
        <p:nvSpPr>
          <p:cNvPr id="194" name="sues200_satellite_to_uav_250m/sues200_satellite_to_uav_250m/seed-3/count/cov-0.9/requested">
            <a:extLst xmlns:a="http://schemas.openxmlformats.org/drawingml/2006/main">
              <a:ext uri="{FF2B5EF4-FFF2-40B4-BE49-F238E27FC236}">
                <a16:creationId xmlns:a16="http://schemas.microsoft.com/office/drawing/2014/main" id="{8456ECB1-8CCA-42AB-9151-2BD449F96949}"/>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sues200_satellite_to_uav_250m/sues200_satellite_to_uav_250m/seed-3/count/cov-0.9/kN">
            <a:extLst xmlns:a="http://schemas.openxmlformats.org/drawingml/2006/main">
              <a:ext uri="{FF2B5EF4-FFF2-40B4-BE49-F238E27FC236}">
                <a16:creationId xmlns:a16="http://schemas.microsoft.com/office/drawing/2014/main" id="{8FC10B03-E7DA-46CA-AF01-87986BCD141B}"/>
              </a:ext>
            </a:extLst>
          </p:cNvPr>
          <p:cNvSpPr>
            <a:spLocks xmlns:a="http://schemas.openxmlformats.org/drawingml/2006/main" noGrp="1"/>
          </p:cNvSpPr>
          <p:nvPr/>
        </p:nvSpPr>
        <p:spPr>
          <a:xfrm xmlns:a="http://schemas.openxmlformats.org/drawingml/2006/main">
            <a:off x="51895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196" name="sues200_satellite_to_uav_250m/sues200_satellite_to_uav_250m/seed-3/count/cov-0.9/overlap">
            <a:extLst xmlns:a="http://schemas.openxmlformats.org/drawingml/2006/main">
              <a:ext uri="{FF2B5EF4-FFF2-40B4-BE49-F238E27FC236}">
                <a16:creationId xmlns:a16="http://schemas.microsoft.com/office/drawing/2014/main" id="{997DE285-43AA-4FD6-BFA5-09F2666111D4}"/>
              </a:ext>
            </a:extLst>
          </p:cNvPr>
          <p:cNvSpPr>
            <a:spLocks xmlns:a="http://schemas.openxmlformats.org/drawingml/2006/main" noGrp="1"/>
          </p:cNvSpPr>
          <p:nvPr/>
        </p:nvSpPr>
        <p:spPr>
          <a:xfrm xmlns:a="http://schemas.openxmlformats.org/drawingml/2006/main">
            <a:off x="5895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66</a:t>
            </a:r>
          </a:p>
        </p:txBody>
      </p:sp>
      <p:sp>
        <p:nvSpPr>
          <p:cNvPr id="197" name="sues200_satellite_to_uav_250m/sues200_satellite_to_uav_250m/seed-3/count/cov-1/requested">
            <a:extLst xmlns:a="http://schemas.openxmlformats.org/drawingml/2006/main">
              <a:ext uri="{FF2B5EF4-FFF2-40B4-BE49-F238E27FC236}">
                <a16:creationId xmlns:a16="http://schemas.microsoft.com/office/drawing/2014/main" id="{CF142AC2-7788-4B9F-BB52-F8301EC3E094}"/>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sues200_satellite_to_uav_250m/sues200_satellite_to_uav_250m/seed-3/count/cov-1/kN">
            <a:extLst xmlns:a="http://schemas.openxmlformats.org/drawingml/2006/main">
              <a:ext uri="{FF2B5EF4-FFF2-40B4-BE49-F238E27FC236}">
                <a16:creationId xmlns:a16="http://schemas.microsoft.com/office/drawing/2014/main" id="{32F9CF53-E28B-4E92-8E11-4D851D94B73B}"/>
              </a:ext>
            </a:extLst>
          </p:cNvPr>
          <p:cNvSpPr>
            <a:spLocks xmlns:a="http://schemas.openxmlformats.org/drawingml/2006/main" noGrp="1"/>
          </p:cNvSpPr>
          <p:nvPr/>
        </p:nvSpPr>
        <p:spPr>
          <a:xfrm xmlns:a="http://schemas.openxmlformats.org/drawingml/2006/main">
            <a:off x="51895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199" name="sues200_satellite_to_uav_250m/sues200_satellite_to_uav_250m/seed-3/count/cov-1/overlap">
            <a:extLst xmlns:a="http://schemas.openxmlformats.org/drawingml/2006/main">
              <a:ext uri="{FF2B5EF4-FFF2-40B4-BE49-F238E27FC236}">
                <a16:creationId xmlns:a16="http://schemas.microsoft.com/office/drawing/2014/main" id="{C41561CA-8927-4EC0-B2CC-D472E2FDBC18}"/>
              </a:ext>
            </a:extLst>
          </p:cNvPr>
          <p:cNvSpPr>
            <a:spLocks xmlns:a="http://schemas.openxmlformats.org/drawingml/2006/main" noGrp="1"/>
          </p:cNvSpPr>
          <p:nvPr/>
        </p:nvSpPr>
        <p:spPr>
          <a:xfrm xmlns:a="http://schemas.openxmlformats.org/drawingml/2006/main">
            <a:off x="58951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200" name="sues200_satellite_to_uav_250m/sues200_satellite_to_uav_250m/seed-3/success/heading">
            <a:extLst xmlns:a="http://schemas.openxmlformats.org/drawingml/2006/main">
              <a:ext uri="{FF2B5EF4-FFF2-40B4-BE49-F238E27FC236}">
                <a16:creationId xmlns:a16="http://schemas.microsoft.com/office/drawing/2014/main" id="{6E5960C7-D4AC-411A-A002-23F7D74D304F}"/>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sues200_satellite_to_uav_250m/sues200_satellite_to_uav_250m/seed-3/success/cov-0.5/heading">
            <a:extLst xmlns:a="http://schemas.openxmlformats.org/drawingml/2006/main">
              <a:ext uri="{FF2B5EF4-FFF2-40B4-BE49-F238E27FC236}">
                <a16:creationId xmlns:a16="http://schemas.microsoft.com/office/drawing/2014/main" id="{48C96D91-09C6-48DB-9A64-84987645095D}"/>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sues200_satellite_to_uav_250m/sues200_satellite_to_uav_250m/seed-3/visual/success-cov-0.5">
            <a:extLst xmlns:a="http://schemas.openxmlformats.org/drawingml/2006/main">
              <a:ext uri="{FF2B5EF4-FFF2-40B4-BE49-F238E27FC236}">
                <a16:creationId xmlns:a16="http://schemas.microsoft.com/office/drawing/2014/main" id="{9A0754F5-A2E6-4062-B176-D13824AFAF45}"/>
              </a:ext>
            </a:extLst>
          </p:cNvPr>
          <p:cNvSpPr>
            <a:spLocks xmlns:a="http://schemas.openxmlformats.org/drawingml/2006/main" noGrp="1"/>
          </p:cNvSpPr>
          <p:nvPr/>
        </p:nvSpPr>
        <p:spPr>
          <a:xfrm xmlns:a="http://schemas.openxmlformats.org/drawingml/2006/main">
            <a:off x="45866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40.000</a:t>
            </a:r>
          </a:p>
        </p:txBody>
      </p:sp>
      <p:sp>
        <p:nvSpPr>
          <p:cNvPr id="203" name="sues200_satellite_to_uav_250m/sues200_satellite_to_uav_250m/seed-3/full/success-cov-0.5">
            <a:extLst xmlns:a="http://schemas.openxmlformats.org/drawingml/2006/main">
              <a:ext uri="{FF2B5EF4-FFF2-40B4-BE49-F238E27FC236}">
                <a16:creationId xmlns:a16="http://schemas.microsoft.com/office/drawing/2014/main" id="{CFBC3E0F-C3E6-4DB2-A141-2147B0C17CD8}"/>
              </a:ext>
            </a:extLst>
          </p:cNvPr>
          <p:cNvSpPr>
            <a:spLocks xmlns:a="http://schemas.openxmlformats.org/drawingml/2006/main" noGrp="1"/>
          </p:cNvSpPr>
          <p:nvPr/>
        </p:nvSpPr>
        <p:spPr>
          <a:xfrm xmlns:a="http://schemas.openxmlformats.org/drawingml/2006/main">
            <a:off x="45866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31.250</a:t>
            </a:r>
          </a:p>
        </p:txBody>
      </p:sp>
      <p:sp>
        <p:nvSpPr>
          <p:cNvPr id="204" name="sues200_satellite_to_uav_250m/sues200_satellite_to_uav_250m/seed-3/success/cov-0.75/heading">
            <a:extLst xmlns:a="http://schemas.openxmlformats.org/drawingml/2006/main">
              <a:ext uri="{FF2B5EF4-FFF2-40B4-BE49-F238E27FC236}">
                <a16:creationId xmlns:a16="http://schemas.microsoft.com/office/drawing/2014/main" id="{8FC4432B-454A-4AD8-BD32-0A83881DBA35}"/>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sues200_satellite_to_uav_250m/sues200_satellite_to_uav_250m/seed-3/visual/success-cov-0.75">
            <a:extLst xmlns:a="http://schemas.openxmlformats.org/drawingml/2006/main">
              <a:ext uri="{FF2B5EF4-FFF2-40B4-BE49-F238E27FC236}">
                <a16:creationId xmlns:a16="http://schemas.microsoft.com/office/drawing/2014/main" id="{298227E4-2E3C-4E31-94A0-D3CB89A9B530}"/>
              </a:ext>
            </a:extLst>
          </p:cNvPr>
          <p:cNvSpPr>
            <a:spLocks xmlns:a="http://schemas.openxmlformats.org/drawingml/2006/main" noGrp="1"/>
          </p:cNvSpPr>
          <p:nvPr/>
        </p:nvSpPr>
        <p:spPr>
          <a:xfrm xmlns:a="http://schemas.openxmlformats.org/drawingml/2006/main">
            <a:off x="49867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56.250</a:t>
            </a:r>
          </a:p>
        </p:txBody>
      </p:sp>
      <p:sp>
        <p:nvSpPr>
          <p:cNvPr id="206" name="sues200_satellite_to_uav_250m/sues200_satellite_to_uav_250m/seed-3/full/success-cov-0.75">
            <a:extLst xmlns:a="http://schemas.openxmlformats.org/drawingml/2006/main">
              <a:ext uri="{FF2B5EF4-FFF2-40B4-BE49-F238E27FC236}">
                <a16:creationId xmlns:a16="http://schemas.microsoft.com/office/drawing/2014/main" id="{DB08112F-D2D7-4631-B8F1-0A2073D160D2}"/>
              </a:ext>
            </a:extLst>
          </p:cNvPr>
          <p:cNvSpPr>
            <a:spLocks xmlns:a="http://schemas.openxmlformats.org/drawingml/2006/main" noGrp="1"/>
          </p:cNvSpPr>
          <p:nvPr/>
        </p:nvSpPr>
        <p:spPr>
          <a:xfrm xmlns:a="http://schemas.openxmlformats.org/drawingml/2006/main">
            <a:off x="49867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38.750</a:t>
            </a:r>
          </a:p>
        </p:txBody>
      </p:sp>
      <p:sp>
        <p:nvSpPr>
          <p:cNvPr id="207" name="sues200_satellite_to_uav_250m/sues200_satellite_to_uav_250m/seed-3/success/cov-0.9/heading">
            <a:extLst xmlns:a="http://schemas.openxmlformats.org/drawingml/2006/main">
              <a:ext uri="{FF2B5EF4-FFF2-40B4-BE49-F238E27FC236}">
                <a16:creationId xmlns:a16="http://schemas.microsoft.com/office/drawing/2014/main" id="{49E6C9E9-4363-4537-8833-7503093BA231}"/>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sues200_satellite_to_uav_250m/sues200_satellite_to_uav_250m/seed-3/visual/success-cov-0.9">
            <a:extLst xmlns:a="http://schemas.openxmlformats.org/drawingml/2006/main">
              <a:ext uri="{FF2B5EF4-FFF2-40B4-BE49-F238E27FC236}">
                <a16:creationId xmlns:a16="http://schemas.microsoft.com/office/drawing/2014/main" id="{7747C801-68AA-4E37-9F1C-1796177160C9}"/>
              </a:ext>
            </a:extLst>
          </p:cNvPr>
          <p:cNvSpPr>
            <a:spLocks xmlns:a="http://schemas.openxmlformats.org/drawingml/2006/main" noGrp="1"/>
          </p:cNvSpPr>
          <p:nvPr/>
        </p:nvSpPr>
        <p:spPr>
          <a:xfrm xmlns:a="http://schemas.openxmlformats.org/drawingml/2006/main">
            <a:off x="53867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65.000</a:t>
            </a:r>
          </a:p>
        </p:txBody>
      </p:sp>
      <p:sp>
        <p:nvSpPr>
          <p:cNvPr id="209" name="sues200_satellite_to_uav_250m/sues200_satellite_to_uav_250m/seed-3/full/success-cov-0.9">
            <a:extLst xmlns:a="http://schemas.openxmlformats.org/drawingml/2006/main">
              <a:ext uri="{FF2B5EF4-FFF2-40B4-BE49-F238E27FC236}">
                <a16:creationId xmlns:a16="http://schemas.microsoft.com/office/drawing/2014/main" id="{9D88B3C2-FAD3-418E-A058-85C128B1A9D2}"/>
              </a:ext>
            </a:extLst>
          </p:cNvPr>
          <p:cNvSpPr>
            <a:spLocks xmlns:a="http://schemas.openxmlformats.org/drawingml/2006/main" noGrp="1"/>
          </p:cNvSpPr>
          <p:nvPr/>
        </p:nvSpPr>
        <p:spPr>
          <a:xfrm xmlns:a="http://schemas.openxmlformats.org/drawingml/2006/main">
            <a:off x="53867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46.250</a:t>
            </a:r>
          </a:p>
        </p:txBody>
      </p:sp>
      <p:sp>
        <p:nvSpPr>
          <p:cNvPr id="210" name="sues200_satellite_to_uav_250m/sues200_satellite_to_uav_250m/seed-3/success/cov-1/heading">
            <a:extLst xmlns:a="http://schemas.openxmlformats.org/drawingml/2006/main">
              <a:ext uri="{FF2B5EF4-FFF2-40B4-BE49-F238E27FC236}">
                <a16:creationId xmlns:a16="http://schemas.microsoft.com/office/drawing/2014/main" id="{B50AA6CF-5CA9-416B-B569-4369FFAECE4B}"/>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sues200_satellite_to_uav_250m/sues200_satellite_to_uav_250m/seed-3/visual/success-cov-1">
            <a:extLst xmlns:a="http://schemas.openxmlformats.org/drawingml/2006/main">
              <a:ext uri="{FF2B5EF4-FFF2-40B4-BE49-F238E27FC236}">
                <a16:creationId xmlns:a16="http://schemas.microsoft.com/office/drawing/2014/main" id="{DA851438-6268-406E-85C3-244CEDA1F005}"/>
              </a:ext>
            </a:extLst>
          </p:cNvPr>
          <p:cNvSpPr>
            <a:spLocks xmlns:a="http://schemas.openxmlformats.org/drawingml/2006/main" noGrp="1"/>
          </p:cNvSpPr>
          <p:nvPr/>
        </p:nvSpPr>
        <p:spPr>
          <a:xfrm xmlns:a="http://schemas.openxmlformats.org/drawingml/2006/main">
            <a:off x="57868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72.500</a:t>
            </a:r>
          </a:p>
        </p:txBody>
      </p:sp>
      <p:sp>
        <p:nvSpPr>
          <p:cNvPr id="212" name="sues200_satellite_to_uav_250m/sues200_satellite_to_uav_250m/seed-3/full/success-cov-1">
            <a:extLst xmlns:a="http://schemas.openxmlformats.org/drawingml/2006/main">
              <a:ext uri="{FF2B5EF4-FFF2-40B4-BE49-F238E27FC236}">
                <a16:creationId xmlns:a16="http://schemas.microsoft.com/office/drawing/2014/main" id="{B379F4AE-628D-4D0C-94E2-88CDB32DFCCB}"/>
              </a:ext>
            </a:extLst>
          </p:cNvPr>
          <p:cNvSpPr>
            <a:spLocks xmlns:a="http://schemas.openxmlformats.org/drawingml/2006/main" noGrp="1"/>
          </p:cNvSpPr>
          <p:nvPr/>
        </p:nvSpPr>
        <p:spPr>
          <a:xfrm xmlns:a="http://schemas.openxmlformats.org/drawingml/2006/main">
            <a:off x="57868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52.500</a:t>
            </a:r>
          </a:p>
        </p:txBody>
      </p:sp>
      <p:sp>
        <p:nvSpPr>
          <p:cNvPr id="213" name="sues200_satellite_to_uav_250m/sues200_satellite_to_uav_250m/seed-3/visual/success-prefix">
            <a:extLst xmlns:a="http://schemas.openxmlformats.org/drawingml/2006/main">
              <a:ext uri="{FF2B5EF4-FFF2-40B4-BE49-F238E27FC236}">
                <a16:creationId xmlns:a16="http://schemas.microsoft.com/office/drawing/2014/main" id="{38CEE3BE-DB5F-47DE-AE11-2CB873A12D49}"/>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sues200_satellite_to_uav_250m/sues200_satellite_to_uav_250m/seed-3/full/success-prefix">
            <a:extLst xmlns:a="http://schemas.openxmlformats.org/drawingml/2006/main">
              <a:ext uri="{FF2B5EF4-FFF2-40B4-BE49-F238E27FC236}">
                <a16:creationId xmlns:a16="http://schemas.microsoft.com/office/drawing/2014/main" id="{FE4F435D-8140-4312-9DCF-C3AD88FF77A9}"/>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sues200_satellite_to_uav_250m/x-axis-label">
            <a:extLst xmlns:a="http://schemas.openxmlformats.org/drawingml/2006/main">
              <a:ext uri="{FF2B5EF4-FFF2-40B4-BE49-F238E27FC236}">
                <a16:creationId xmlns:a16="http://schemas.microsoft.com/office/drawing/2014/main" id="{CD33E5F3-D9C3-40DF-89B0-96122ECAB6EA}"/>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sues200_satellite_to_uav_250m/footnote-1">
            <a:extLst xmlns:a="http://schemas.openxmlformats.org/drawingml/2006/main">
              <a:ext uri="{FF2B5EF4-FFF2-40B4-BE49-F238E27FC236}">
                <a16:creationId xmlns:a16="http://schemas.microsoft.com/office/drawing/2014/main" id="{EBB8DA89-DE24-4E66-9543-0CF98FE1FB58}"/>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sues200_satellite_to_uav_250m/footnote-2">
            <a:extLst xmlns:a="http://schemas.openxmlformats.org/drawingml/2006/main">
              <a:ext uri="{FF2B5EF4-FFF2-40B4-BE49-F238E27FC236}">
                <a16:creationId xmlns:a16="http://schemas.microsoft.com/office/drawing/2014/main" id="{A56167B8-3735-4A41-9000-3C437EC3BF61}"/>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sues200_satellite_to_uav_250m/footnote-3">
            <a:extLst xmlns:a="http://schemas.openxmlformats.org/drawingml/2006/main">
              <a:ext uri="{FF2B5EF4-FFF2-40B4-BE49-F238E27FC236}">
                <a16:creationId xmlns:a16="http://schemas.microsoft.com/office/drawing/2014/main" id="{D2FB641F-D3E4-4074-B3FD-35DB009DC56E}"/>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sues200_satellite_to_uav_250m/footnote-4">
            <a:extLst xmlns:a="http://schemas.openxmlformats.org/drawingml/2006/main">
              <a:ext uri="{FF2B5EF4-FFF2-40B4-BE49-F238E27FC236}">
                <a16:creationId xmlns:a16="http://schemas.microsoft.com/office/drawing/2014/main" id="{E716A262-74AB-47D3-89FC-3D13C8489F7B}"/>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sues200_satellite_to_uav_250m/footnote-5">
            <a:extLst xmlns:a="http://schemas.openxmlformats.org/drawingml/2006/main">
              <a:ext uri="{FF2B5EF4-FFF2-40B4-BE49-F238E27FC236}">
                <a16:creationId xmlns:a16="http://schemas.microsoft.com/office/drawing/2014/main" id="{D7ECC48C-C810-4AC9-8CDC-AA4D2561CE19}"/>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sues200_satellite_to_uav_250m/footnote-6">
            <a:extLst xmlns:a="http://schemas.openxmlformats.org/drawingml/2006/main">
              <a:ext uri="{FF2B5EF4-FFF2-40B4-BE49-F238E27FC236}">
                <a16:creationId xmlns:a16="http://schemas.microsoft.com/office/drawing/2014/main" id="{3A53124E-8DA2-4D1E-8C1B-E13C0DE2AB56}"/>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12144948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sues200_uav_300m_to_satellite/title">
            <a:extLst xmlns:a="http://schemas.openxmlformats.org/drawingml/2006/main">
              <a:ext uri="{FF2B5EF4-FFF2-40B4-BE49-F238E27FC236}">
                <a16:creationId xmlns:a16="http://schemas.microsoft.com/office/drawing/2014/main" id="{22D63157-F1FE-4C8D-9AB8-A2DCEEB25E1F}"/>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300 m → satellite</a:t>
            </a:r>
          </a:p>
        </p:txBody>
      </p:sp>
      <p:sp>
        <p:nvSpPr>
          <p:cNvPr id="2" name="sues200_uav_300m_to_satellite/subtitle">
            <a:extLst xmlns:a="http://schemas.openxmlformats.org/drawingml/2006/main">
              <a:ext uri="{FF2B5EF4-FFF2-40B4-BE49-F238E27FC236}">
                <a16:creationId xmlns:a16="http://schemas.microsoft.com/office/drawing/2014/main" id="{FA07635A-CF92-48C9-9A0A-2A1F1E18D6F5}"/>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sues200_uav_300m_to_satellite/legend/visual/marker">
            <a:extLst xmlns:a="http://schemas.openxmlformats.org/drawingml/2006/main">
              <a:ext uri="{FF2B5EF4-FFF2-40B4-BE49-F238E27FC236}">
                <a16:creationId xmlns:a16="http://schemas.microsoft.com/office/drawing/2014/main" id="{542F0116-8193-4FCB-A39F-072B52407C7F}"/>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uav_300m_to_satellite/legend/visual/text">
            <a:extLst xmlns:a="http://schemas.openxmlformats.org/drawingml/2006/main">
              <a:ext uri="{FF2B5EF4-FFF2-40B4-BE49-F238E27FC236}">
                <a16:creationId xmlns:a16="http://schemas.microsoft.com/office/drawing/2014/main" id="{275BD0C8-057D-4E73-92A0-570C6D065C2C}"/>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uav_300m_to_satellite/legend/full/marker">
            <a:extLst xmlns:a="http://schemas.openxmlformats.org/drawingml/2006/main">
              <a:ext uri="{FF2B5EF4-FFF2-40B4-BE49-F238E27FC236}">
                <a16:creationId xmlns:a16="http://schemas.microsoft.com/office/drawing/2014/main" id="{D7560B9C-C80A-42F2-9697-F5DEC1274DBE}"/>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uav_300m_to_satellite/legend/full/text">
            <a:extLst xmlns:a="http://schemas.openxmlformats.org/drawingml/2006/main">
              <a:ext uri="{FF2B5EF4-FFF2-40B4-BE49-F238E27FC236}">
                <a16:creationId xmlns:a16="http://schemas.microsoft.com/office/drawing/2014/main" id="{15A5139A-1471-4738-BE3F-A420FCD9281A}"/>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uav_300m_to_satellite/y-axis-label">
            <a:extLst xmlns:a="http://schemas.openxmlformats.org/drawingml/2006/main">
              <a:ext uri="{FF2B5EF4-FFF2-40B4-BE49-F238E27FC236}">
                <a16:creationId xmlns:a16="http://schemas.microsoft.com/office/drawing/2014/main" id="{04C06FAF-B947-4A73-99DA-5E8A3DAAA280}"/>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sues200_uav_300m_to_satellite/sues200_uav_300m_to_satellite/seed-1/heading">
            <a:extLst xmlns:a="http://schemas.openxmlformats.org/drawingml/2006/main">
              <a:ext uri="{FF2B5EF4-FFF2-40B4-BE49-F238E27FC236}">
                <a16:creationId xmlns:a16="http://schemas.microsoft.com/office/drawing/2014/main" id="{25721814-9764-4C69-8440-BCDED74E4E8D}"/>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uav_300m_to_satellite/sues200_uav_300m_to_satellite/seed-1/y-grid-0">
            <a:extLst xmlns:a="http://schemas.openxmlformats.org/drawingml/2006/main">
              <a:ext uri="{FF2B5EF4-FFF2-40B4-BE49-F238E27FC236}">
                <a16:creationId xmlns:a16="http://schemas.microsoft.com/office/drawing/2014/main" id="{2CBAA141-A284-410D-80B6-E0B2B5916C43}"/>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uav_300m_to_satellite/sues200_uav_300m_to_satellite/seed-1/y-label-0">
            <a:extLst xmlns:a="http://schemas.openxmlformats.org/drawingml/2006/main">
              <a:ext uri="{FF2B5EF4-FFF2-40B4-BE49-F238E27FC236}">
                <a16:creationId xmlns:a16="http://schemas.microsoft.com/office/drawing/2014/main" id="{8A1BA971-6FA9-4508-B318-E4379A0DD3CC}"/>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uav_300m_to_satellite/sues200_uav_300m_to_satellite/seed-1/x-tick-0">
            <a:extLst xmlns:a="http://schemas.openxmlformats.org/drawingml/2006/main">
              <a:ext uri="{FF2B5EF4-FFF2-40B4-BE49-F238E27FC236}">
                <a16:creationId xmlns:a16="http://schemas.microsoft.com/office/drawing/2014/main" id="{1042A2F3-4A3E-45A6-B101-53CBDEF7C166}"/>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uav_300m_to_satellite/sues200_uav_300m_to_satellite/seed-1/x-label-0">
            <a:extLst xmlns:a="http://schemas.openxmlformats.org/drawingml/2006/main">
              <a:ext uri="{FF2B5EF4-FFF2-40B4-BE49-F238E27FC236}">
                <a16:creationId xmlns:a16="http://schemas.microsoft.com/office/drawing/2014/main" id="{A32B4C52-455C-4248-8BC3-23F252272BAA}"/>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300m_to_satellite/sues200_uav_300m_to_satellite/seed-1/y-grid-25">
            <a:extLst xmlns:a="http://schemas.openxmlformats.org/drawingml/2006/main">
              <a:ext uri="{FF2B5EF4-FFF2-40B4-BE49-F238E27FC236}">
                <a16:creationId xmlns:a16="http://schemas.microsoft.com/office/drawing/2014/main" id="{AF33C550-B000-4F89-96F4-2132E30FD3F1}"/>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uav_300m_to_satellite/sues200_uav_300m_to_satellite/seed-1/y-label-25">
            <a:extLst xmlns:a="http://schemas.openxmlformats.org/drawingml/2006/main">
              <a:ext uri="{FF2B5EF4-FFF2-40B4-BE49-F238E27FC236}">
                <a16:creationId xmlns:a16="http://schemas.microsoft.com/office/drawing/2014/main" id="{EC4CAE1B-8AAA-4130-9F7D-B501E44ED666}"/>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uav_300m_to_satellite/sues200_uav_300m_to_satellite/seed-1/x-tick-25">
            <a:extLst xmlns:a="http://schemas.openxmlformats.org/drawingml/2006/main">
              <a:ext uri="{FF2B5EF4-FFF2-40B4-BE49-F238E27FC236}">
                <a16:creationId xmlns:a16="http://schemas.microsoft.com/office/drawing/2014/main" id="{45766A34-551E-496E-AEA0-70155163875F}"/>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uav_300m_to_satellite/sues200_uav_300m_to_satellite/seed-1/x-label-25">
            <a:extLst xmlns:a="http://schemas.openxmlformats.org/drawingml/2006/main">
              <a:ext uri="{FF2B5EF4-FFF2-40B4-BE49-F238E27FC236}">
                <a16:creationId xmlns:a16="http://schemas.microsoft.com/office/drawing/2014/main" id="{6C6607EF-5D8C-42A4-BFD9-E7C7D6D7E8C8}"/>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uav_300m_to_satellite/sues200_uav_300m_to_satellite/seed-1/y-grid-50">
            <a:extLst xmlns:a="http://schemas.openxmlformats.org/drawingml/2006/main">
              <a:ext uri="{FF2B5EF4-FFF2-40B4-BE49-F238E27FC236}">
                <a16:creationId xmlns:a16="http://schemas.microsoft.com/office/drawing/2014/main" id="{CC843AAD-78D3-4ED1-8D98-E66AA47605D1}"/>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uav_300m_to_satellite/sues200_uav_300m_to_satellite/seed-1/y-label-50">
            <a:extLst xmlns:a="http://schemas.openxmlformats.org/drawingml/2006/main">
              <a:ext uri="{FF2B5EF4-FFF2-40B4-BE49-F238E27FC236}">
                <a16:creationId xmlns:a16="http://schemas.microsoft.com/office/drawing/2014/main" id="{1ADE7641-353B-4A57-BFB0-E5164893CC8B}"/>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uav_300m_to_satellite/sues200_uav_300m_to_satellite/seed-1/x-tick-50">
            <a:extLst xmlns:a="http://schemas.openxmlformats.org/drawingml/2006/main">
              <a:ext uri="{FF2B5EF4-FFF2-40B4-BE49-F238E27FC236}">
                <a16:creationId xmlns:a16="http://schemas.microsoft.com/office/drawing/2014/main" id="{F74AFCB6-1566-46C0-B8D2-7C9ABFA966A7}"/>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uav_300m_to_satellite/sues200_uav_300m_to_satellite/seed-1/x-label-50">
            <a:extLst xmlns:a="http://schemas.openxmlformats.org/drawingml/2006/main">
              <a:ext uri="{FF2B5EF4-FFF2-40B4-BE49-F238E27FC236}">
                <a16:creationId xmlns:a16="http://schemas.microsoft.com/office/drawing/2014/main" id="{B1492BF3-5132-43DE-A3EF-FCAC85C7CE02}"/>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uav_300m_to_satellite/sues200_uav_300m_to_satellite/seed-1/y-grid-75">
            <a:extLst xmlns:a="http://schemas.openxmlformats.org/drawingml/2006/main">
              <a:ext uri="{FF2B5EF4-FFF2-40B4-BE49-F238E27FC236}">
                <a16:creationId xmlns:a16="http://schemas.microsoft.com/office/drawing/2014/main" id="{142E3C79-C61D-4A14-9A06-230BC2F18606}"/>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uav_300m_to_satellite/sues200_uav_300m_to_satellite/seed-1/y-label-75">
            <a:extLst xmlns:a="http://schemas.openxmlformats.org/drawingml/2006/main">
              <a:ext uri="{FF2B5EF4-FFF2-40B4-BE49-F238E27FC236}">
                <a16:creationId xmlns:a16="http://schemas.microsoft.com/office/drawing/2014/main" id="{2624B70B-533C-4AC5-A57F-6046CBC71647}"/>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uav_300m_to_satellite/sues200_uav_300m_to_satellite/seed-1/x-tick-75">
            <a:extLst xmlns:a="http://schemas.openxmlformats.org/drawingml/2006/main">
              <a:ext uri="{FF2B5EF4-FFF2-40B4-BE49-F238E27FC236}">
                <a16:creationId xmlns:a16="http://schemas.microsoft.com/office/drawing/2014/main" id="{7E7CB86E-022A-46D0-9E80-7118701AAF10}"/>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uav_300m_to_satellite/sues200_uav_300m_to_satellite/seed-1/x-label-75">
            <a:extLst xmlns:a="http://schemas.openxmlformats.org/drawingml/2006/main">
              <a:ext uri="{FF2B5EF4-FFF2-40B4-BE49-F238E27FC236}">
                <a16:creationId xmlns:a16="http://schemas.microsoft.com/office/drawing/2014/main" id="{3CAA239A-F047-491E-9673-05CA708A78F6}"/>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uav_300m_to_satellite/sues200_uav_300m_to_satellite/seed-1/y-grid-100">
            <a:extLst xmlns:a="http://schemas.openxmlformats.org/drawingml/2006/main">
              <a:ext uri="{FF2B5EF4-FFF2-40B4-BE49-F238E27FC236}">
                <a16:creationId xmlns:a16="http://schemas.microsoft.com/office/drawing/2014/main" id="{61382264-ADC0-458B-B7FC-697581FCC1D7}"/>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uav_300m_to_satellite/sues200_uav_300m_to_satellite/seed-1/y-label-100">
            <a:extLst xmlns:a="http://schemas.openxmlformats.org/drawingml/2006/main">
              <a:ext uri="{FF2B5EF4-FFF2-40B4-BE49-F238E27FC236}">
                <a16:creationId xmlns:a16="http://schemas.microsoft.com/office/drawing/2014/main" id="{E075013E-4508-4E52-ABB8-3EB52456AE12}"/>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uav_300m_to_satellite/sues200_uav_300m_to_satellite/seed-1/x-tick-100">
            <a:extLst xmlns:a="http://schemas.openxmlformats.org/drawingml/2006/main">
              <a:ext uri="{FF2B5EF4-FFF2-40B4-BE49-F238E27FC236}">
                <a16:creationId xmlns:a16="http://schemas.microsoft.com/office/drawing/2014/main" id="{F00C1197-E6FD-4B12-984E-C2F5D51727AA}"/>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uav_300m_to_satellite/sues200_uav_300m_to_satellite/seed-1/x-label-100">
            <a:extLst xmlns:a="http://schemas.openxmlformats.org/drawingml/2006/main">
              <a:ext uri="{FF2B5EF4-FFF2-40B4-BE49-F238E27FC236}">
                <a16:creationId xmlns:a16="http://schemas.microsoft.com/office/drawing/2014/main" id="{2BD13C09-2F09-4A06-A502-9962E8E963D9}"/>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uav_300m_to_satellite/sues200_uav_300m_to_satellite/seed-1/y-axis">
            <a:extLst xmlns:a="http://schemas.openxmlformats.org/drawingml/2006/main">
              <a:ext uri="{FF2B5EF4-FFF2-40B4-BE49-F238E27FC236}">
                <a16:creationId xmlns:a16="http://schemas.microsoft.com/office/drawing/2014/main" id="{D84DEB87-9565-47A6-A4EF-6748E5E8C119}"/>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300m_to_satellite/sues200_uav_300m_to_satellite/seed-1/x-axis">
            <a:extLst xmlns:a="http://schemas.openxmlformats.org/drawingml/2006/main">
              <a:ext uri="{FF2B5EF4-FFF2-40B4-BE49-F238E27FC236}">
                <a16:creationId xmlns:a16="http://schemas.microsoft.com/office/drawing/2014/main" id="{2FF3A48A-91B6-47DC-9237-34FF2F028F48}"/>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uav_300m_to_satellite/sues200_uav_300m_to_satellite/seed-1/visual/guide-1-2">
            <a:extLst xmlns:a="http://schemas.openxmlformats.org/drawingml/2006/main">
              <a:ext uri="{FF2B5EF4-FFF2-40B4-BE49-F238E27FC236}">
                <a16:creationId xmlns:a16="http://schemas.microsoft.com/office/drawing/2014/main" id="{DEA6C64D-F43B-479A-AC43-037510289709}"/>
              </a:ext>
            </a:extLst>
          </p:cNvPr>
          <p:cNvSpPr>
            <a:spLocks xmlns:a="http://schemas.openxmlformats.org/drawingml/2006/main" noGrp="1"/>
          </p:cNvSpPr>
          <p:nvPr/>
        </p:nvSpPr>
        <p:spPr>
          <a:xfrm xmlns:a="http://schemas.openxmlformats.org/drawingml/2006/main" flipV="1">
            <a:off x="1333500" y="2196490"/>
            <a:ext cx="400050" cy="154432"/>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sues200_uav_300m_to_satellite/sues200_uav_300m_to_satellite/seed-1/visual/guide-2-3">
            <a:extLst xmlns:a="http://schemas.openxmlformats.org/drawingml/2006/main">
              <a:ext uri="{FF2B5EF4-FFF2-40B4-BE49-F238E27FC236}">
                <a16:creationId xmlns:a16="http://schemas.microsoft.com/office/drawing/2014/main" id="{519A4228-FF3D-4DB7-8BE4-F6D40F819965}"/>
              </a:ext>
            </a:extLst>
          </p:cNvPr>
          <p:cNvSpPr>
            <a:spLocks xmlns:a="http://schemas.openxmlformats.org/drawingml/2006/main" noGrp="1"/>
          </p:cNvSpPr>
          <p:nvPr/>
        </p:nvSpPr>
        <p:spPr>
          <a:xfrm xmlns:a="http://schemas.openxmlformats.org/drawingml/2006/main" flipV="1">
            <a:off x="1733550" y="2111959"/>
            <a:ext cx="240030" cy="84531"/>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sues200_uav_300m_to_satellite/sues200_uav_300m_to_satellite/seed-1/visual/guide-3-4">
            <a:extLst xmlns:a="http://schemas.openxmlformats.org/drawingml/2006/main">
              <a:ext uri="{FF2B5EF4-FFF2-40B4-BE49-F238E27FC236}">
                <a16:creationId xmlns:a16="http://schemas.microsoft.com/office/drawing/2014/main" id="{2254898F-B003-4FD2-97A0-163FDDC69A1E}"/>
              </a:ext>
            </a:extLst>
          </p:cNvPr>
          <p:cNvSpPr>
            <a:spLocks xmlns:a="http://schemas.openxmlformats.org/drawingml/2006/main" noGrp="1"/>
          </p:cNvSpPr>
          <p:nvPr/>
        </p:nvSpPr>
        <p:spPr>
          <a:xfrm xmlns:a="http://schemas.openxmlformats.org/drawingml/2006/main" flipV="1">
            <a:off x="1973580" y="2075383"/>
            <a:ext cx="160020" cy="36576"/>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sues200_uav_300m_to_satellite/sues200_uav_300m_to_satellite/seed-1/visual/point-cov-0.5">
            <a:extLst xmlns:a="http://schemas.openxmlformats.org/drawingml/2006/main">
              <a:ext uri="{FF2B5EF4-FFF2-40B4-BE49-F238E27FC236}">
                <a16:creationId xmlns:a16="http://schemas.microsoft.com/office/drawing/2014/main" id="{A51BE8D6-A37C-495A-9E87-4D9F210F3023}"/>
              </a:ext>
            </a:extLst>
          </p:cNvPr>
          <p:cNvSpPr>
            <a:spLocks xmlns:a="http://schemas.openxmlformats.org/drawingml/2006/main" noGrp="1"/>
          </p:cNvSpPr>
          <p:nvPr/>
        </p:nvSpPr>
        <p:spPr>
          <a:xfrm xmlns:a="http://schemas.openxmlformats.org/drawingml/2006/main">
            <a:off x="1303655" y="232107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uav_300m_to_satellite/sues200_uav_300m_to_satellite/seed-1/visual/point-cov-0.75">
            <a:extLst xmlns:a="http://schemas.openxmlformats.org/drawingml/2006/main">
              <a:ext uri="{FF2B5EF4-FFF2-40B4-BE49-F238E27FC236}">
                <a16:creationId xmlns:a16="http://schemas.microsoft.com/office/drawing/2014/main" id="{E7588E57-D940-4011-8195-977B45DA5C73}"/>
              </a:ext>
            </a:extLst>
          </p:cNvPr>
          <p:cNvSpPr>
            <a:spLocks xmlns:a="http://schemas.openxmlformats.org/drawingml/2006/main" noGrp="1"/>
          </p:cNvSpPr>
          <p:nvPr/>
        </p:nvSpPr>
        <p:spPr>
          <a:xfrm xmlns:a="http://schemas.openxmlformats.org/drawingml/2006/main">
            <a:off x="1703705" y="216664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uav_300m_to_satellite/sues200_uav_300m_to_satellite/seed-1/visual/point-cov-0.9">
            <a:extLst xmlns:a="http://schemas.openxmlformats.org/drawingml/2006/main">
              <a:ext uri="{FF2B5EF4-FFF2-40B4-BE49-F238E27FC236}">
                <a16:creationId xmlns:a16="http://schemas.microsoft.com/office/drawing/2014/main" id="{EAD42FB1-DC70-4804-AA85-A674E073943D}"/>
              </a:ext>
            </a:extLst>
          </p:cNvPr>
          <p:cNvSpPr>
            <a:spLocks xmlns:a="http://schemas.openxmlformats.org/drawingml/2006/main" noGrp="1"/>
          </p:cNvSpPr>
          <p:nvPr/>
        </p:nvSpPr>
        <p:spPr>
          <a:xfrm xmlns:a="http://schemas.openxmlformats.org/drawingml/2006/main">
            <a:off x="1943735" y="2082114"/>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uav_300m_to_satellite/sues200_uav_300m_to_satellite/seed-1/visual/point-cov-1">
            <a:extLst xmlns:a="http://schemas.openxmlformats.org/drawingml/2006/main">
              <a:ext uri="{FF2B5EF4-FFF2-40B4-BE49-F238E27FC236}">
                <a16:creationId xmlns:a16="http://schemas.microsoft.com/office/drawing/2014/main" id="{F65D968C-B7D1-4DD9-8E68-6807DC286219}"/>
              </a:ext>
            </a:extLst>
          </p:cNvPr>
          <p:cNvSpPr>
            <a:spLocks xmlns:a="http://schemas.openxmlformats.org/drawingml/2006/main" noGrp="1"/>
          </p:cNvSpPr>
          <p:nvPr/>
        </p:nvSpPr>
        <p:spPr>
          <a:xfrm xmlns:a="http://schemas.openxmlformats.org/drawingml/2006/main">
            <a:off x="2103755" y="2045538"/>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sues200_uav_300m_to_satellite/sues200_uav_300m_to_satellite/seed-1/full/guide-1-2">
            <a:extLst xmlns:a="http://schemas.openxmlformats.org/drawingml/2006/main">
              <a:ext uri="{FF2B5EF4-FFF2-40B4-BE49-F238E27FC236}">
                <a16:creationId xmlns:a16="http://schemas.microsoft.com/office/drawing/2014/main" id="{1A053A5F-26B1-46C0-B07D-A028F39C1CAB}"/>
              </a:ext>
            </a:extLst>
          </p:cNvPr>
          <p:cNvSpPr>
            <a:spLocks xmlns:a="http://schemas.openxmlformats.org/drawingml/2006/main" noGrp="1"/>
          </p:cNvSpPr>
          <p:nvPr/>
        </p:nvSpPr>
        <p:spPr>
          <a:xfrm xmlns:a="http://schemas.openxmlformats.org/drawingml/2006/main" flipV="1">
            <a:off x="1333500" y="2365959"/>
            <a:ext cx="400050" cy="136957"/>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sues200_uav_300m_to_satellite/sues200_uav_300m_to_satellite/seed-1/full/guide-2-3">
            <a:extLst xmlns:a="http://schemas.openxmlformats.org/drawingml/2006/main">
              <a:ext uri="{FF2B5EF4-FFF2-40B4-BE49-F238E27FC236}">
                <a16:creationId xmlns:a16="http://schemas.microsoft.com/office/drawing/2014/main" id="{5A6D677B-ABA7-4506-8DED-425F3ED52868}"/>
              </a:ext>
            </a:extLst>
          </p:cNvPr>
          <p:cNvSpPr>
            <a:spLocks xmlns:a="http://schemas.openxmlformats.org/drawingml/2006/main" noGrp="1"/>
          </p:cNvSpPr>
          <p:nvPr/>
        </p:nvSpPr>
        <p:spPr>
          <a:xfrm xmlns:a="http://schemas.openxmlformats.org/drawingml/2006/main" flipV="1">
            <a:off x="1733550" y="2290369"/>
            <a:ext cx="240030" cy="7559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sues200_uav_300m_to_satellite/sues200_uav_300m_to_satellite/seed-1/full/guide-3-4">
            <a:extLst xmlns:a="http://schemas.openxmlformats.org/drawingml/2006/main">
              <a:ext uri="{FF2B5EF4-FFF2-40B4-BE49-F238E27FC236}">
                <a16:creationId xmlns:a16="http://schemas.microsoft.com/office/drawing/2014/main" id="{06FC05E8-1BAD-4145-B4D1-AA9C1052A2A3}"/>
              </a:ext>
            </a:extLst>
          </p:cNvPr>
          <p:cNvSpPr>
            <a:spLocks xmlns:a="http://schemas.openxmlformats.org/drawingml/2006/main" noGrp="1"/>
          </p:cNvSpPr>
          <p:nvPr/>
        </p:nvSpPr>
        <p:spPr>
          <a:xfrm xmlns:a="http://schemas.openxmlformats.org/drawingml/2006/main" flipV="1">
            <a:off x="1973580" y="2252574"/>
            <a:ext cx="160020" cy="37795"/>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sues200_uav_300m_to_satellite/sues200_uav_300m_to_satellite/seed-1/full/point-cov-0.5">
            <a:extLst xmlns:a="http://schemas.openxmlformats.org/drawingml/2006/main">
              <a:ext uri="{FF2B5EF4-FFF2-40B4-BE49-F238E27FC236}">
                <a16:creationId xmlns:a16="http://schemas.microsoft.com/office/drawing/2014/main" id="{486DBBE4-9E40-4A5D-A7CE-2E3B7C94A8A6}"/>
              </a:ext>
            </a:extLst>
          </p:cNvPr>
          <p:cNvSpPr>
            <a:spLocks xmlns:a="http://schemas.openxmlformats.org/drawingml/2006/main" noGrp="1"/>
          </p:cNvSpPr>
          <p:nvPr/>
        </p:nvSpPr>
        <p:spPr>
          <a:xfrm xmlns:a="http://schemas.openxmlformats.org/drawingml/2006/main">
            <a:off x="1309370" y="2478786"/>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sues200_uav_300m_to_satellite/sues200_uav_300m_to_satellite/seed-1/full/point-cov-0.75">
            <a:extLst xmlns:a="http://schemas.openxmlformats.org/drawingml/2006/main">
              <a:ext uri="{FF2B5EF4-FFF2-40B4-BE49-F238E27FC236}">
                <a16:creationId xmlns:a16="http://schemas.microsoft.com/office/drawing/2014/main" id="{424B25A9-2841-4A58-AF96-98EA8ED4C766}"/>
              </a:ext>
            </a:extLst>
          </p:cNvPr>
          <p:cNvSpPr>
            <a:spLocks xmlns:a="http://schemas.openxmlformats.org/drawingml/2006/main" noGrp="1"/>
          </p:cNvSpPr>
          <p:nvPr/>
        </p:nvSpPr>
        <p:spPr>
          <a:xfrm xmlns:a="http://schemas.openxmlformats.org/drawingml/2006/main">
            <a:off x="1709420" y="234182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sues200_uav_300m_to_satellite/sues200_uav_300m_to_satellite/seed-1/full/point-cov-0.9">
            <a:extLst xmlns:a="http://schemas.openxmlformats.org/drawingml/2006/main">
              <a:ext uri="{FF2B5EF4-FFF2-40B4-BE49-F238E27FC236}">
                <a16:creationId xmlns:a16="http://schemas.microsoft.com/office/drawing/2014/main" id="{E20DB3C6-B155-49BA-A0B1-D6321B8A8EDF}"/>
              </a:ext>
            </a:extLst>
          </p:cNvPr>
          <p:cNvSpPr>
            <a:spLocks xmlns:a="http://schemas.openxmlformats.org/drawingml/2006/main" noGrp="1"/>
          </p:cNvSpPr>
          <p:nvPr/>
        </p:nvSpPr>
        <p:spPr>
          <a:xfrm xmlns:a="http://schemas.openxmlformats.org/drawingml/2006/main">
            <a:off x="1949450" y="2266239"/>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sues200_uav_300m_to_satellite/sues200_uav_300m_to_satellite/seed-1/full/point-cov-1">
            <a:extLst xmlns:a="http://schemas.openxmlformats.org/drawingml/2006/main">
              <a:ext uri="{FF2B5EF4-FFF2-40B4-BE49-F238E27FC236}">
                <a16:creationId xmlns:a16="http://schemas.microsoft.com/office/drawing/2014/main" id="{81186D01-949F-4665-8D6A-E5139CB5DF18}"/>
              </a:ext>
            </a:extLst>
          </p:cNvPr>
          <p:cNvSpPr>
            <a:spLocks xmlns:a="http://schemas.openxmlformats.org/drawingml/2006/main" noGrp="1"/>
          </p:cNvSpPr>
          <p:nvPr/>
        </p:nvSpPr>
        <p:spPr>
          <a:xfrm xmlns:a="http://schemas.openxmlformats.org/drawingml/2006/main">
            <a:off x="2109470" y="222844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sues200_uav_300m_to_satellite/sues200_uav_300m_to_satellite/seed-1/count/N">
            <a:extLst xmlns:a="http://schemas.openxmlformats.org/drawingml/2006/main">
              <a:ext uri="{FF2B5EF4-FFF2-40B4-BE49-F238E27FC236}">
                <a16:creationId xmlns:a16="http://schemas.microsoft.com/office/drawing/2014/main" id="{6823E601-E4ED-4E61-AAFD-BD5C0540E87F}"/>
              </a:ext>
            </a:extLst>
          </p:cNvPr>
          <p:cNvSpPr>
            <a:spLocks xmlns:a="http://schemas.openxmlformats.org/drawingml/2006/main" noGrp="1"/>
          </p:cNvSpPr>
          <p:nvPr/>
        </p:nvSpPr>
        <p:spPr>
          <a:xfrm xmlns:a="http://schemas.openxmlformats.org/drawingml/2006/main">
            <a:off x="8506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46" name="sues200_uav_300m_to_satellite/sues200_uav_300m_to_satellite/seed-1/count/header/requested">
            <a:extLst xmlns:a="http://schemas.openxmlformats.org/drawingml/2006/main">
              <a:ext uri="{FF2B5EF4-FFF2-40B4-BE49-F238E27FC236}">
                <a16:creationId xmlns:a16="http://schemas.microsoft.com/office/drawing/2014/main" id="{E113D444-8234-4841-9618-E5B8BD0B760C}"/>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sues200_uav_300m_to_satellite/sues200_uav_300m_to_satellite/seed-1/count/header/kN">
            <a:extLst xmlns:a="http://schemas.openxmlformats.org/drawingml/2006/main">
              <a:ext uri="{FF2B5EF4-FFF2-40B4-BE49-F238E27FC236}">
                <a16:creationId xmlns:a16="http://schemas.microsoft.com/office/drawing/2014/main" id="{378C23C0-A8D7-4DEE-BB9D-CB3C9009927D}"/>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sues200_uav_300m_to_satellite/sues200_uav_300m_to_satellite/seed-1/count/header/overlap">
            <a:extLst xmlns:a="http://schemas.openxmlformats.org/drawingml/2006/main">
              <a:ext uri="{FF2B5EF4-FFF2-40B4-BE49-F238E27FC236}">
                <a16:creationId xmlns:a16="http://schemas.microsoft.com/office/drawing/2014/main" id="{3D3B7342-5F92-48C2-8198-265DF4312C97}"/>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sues200_uav_300m_to_satellite/sues200_uav_300m_to_satellite/seed-1/count/header/rule">
            <a:extLst xmlns:a="http://schemas.openxmlformats.org/drawingml/2006/main">
              <a:ext uri="{FF2B5EF4-FFF2-40B4-BE49-F238E27FC236}">
                <a16:creationId xmlns:a16="http://schemas.microsoft.com/office/drawing/2014/main" id="{510E80DA-AB24-4B4E-A158-A03C8E339AD2}"/>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sues200_uav_300m_to_satellite/sues200_uav_300m_to_satellite/seed-1/count/cov-0.5/requested">
            <a:extLst xmlns:a="http://schemas.openxmlformats.org/drawingml/2006/main">
              <a:ext uri="{FF2B5EF4-FFF2-40B4-BE49-F238E27FC236}">
                <a16:creationId xmlns:a16="http://schemas.microsoft.com/office/drawing/2014/main" id="{7DFD89AC-C41B-475D-9142-39F11C3D49D8}"/>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sues200_uav_300m_to_satellite/sues200_uav_300m_to_satellite/seed-1/count/cov-0.5/kN">
            <a:extLst xmlns:a="http://schemas.openxmlformats.org/drawingml/2006/main">
              <a:ext uri="{FF2B5EF4-FFF2-40B4-BE49-F238E27FC236}">
                <a16:creationId xmlns:a16="http://schemas.microsoft.com/office/drawing/2014/main" id="{C70BAE23-B65C-491E-836F-A48645124809}"/>
              </a:ext>
            </a:extLst>
          </p:cNvPr>
          <p:cNvSpPr>
            <a:spLocks xmlns:a="http://schemas.openxmlformats.org/drawingml/2006/main" noGrp="1"/>
          </p:cNvSpPr>
          <p:nvPr/>
        </p:nvSpPr>
        <p:spPr>
          <a:xfrm xmlns:a="http://schemas.openxmlformats.org/drawingml/2006/main">
            <a:off x="10634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52" name="sues200_uav_300m_to_satellite/sues200_uav_300m_to_satellite/seed-1/count/cov-0.5/overlap">
            <a:extLst xmlns:a="http://schemas.openxmlformats.org/drawingml/2006/main">
              <a:ext uri="{FF2B5EF4-FFF2-40B4-BE49-F238E27FC236}">
                <a16:creationId xmlns:a16="http://schemas.microsoft.com/office/drawing/2014/main" id="{8C2D8CFC-8168-475E-9977-7C3BFD4C88CF}"/>
              </a:ext>
            </a:extLst>
          </p:cNvPr>
          <p:cNvSpPr>
            <a:spLocks xmlns:a="http://schemas.openxmlformats.org/drawingml/2006/main" noGrp="1"/>
          </p:cNvSpPr>
          <p:nvPr/>
        </p:nvSpPr>
        <p:spPr>
          <a:xfrm xmlns:a="http://schemas.openxmlformats.org/drawingml/2006/main">
            <a:off x="1825419" y="39197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1059</a:t>
            </a:r>
          </a:p>
        </p:txBody>
      </p:sp>
      <p:sp>
        <p:nvSpPr>
          <p:cNvPr id="53" name="sues200_uav_300m_to_satellite/sues200_uav_300m_to_satellite/seed-1/count/cov-0.75/requested">
            <a:extLst xmlns:a="http://schemas.openxmlformats.org/drawingml/2006/main">
              <a:ext uri="{FF2B5EF4-FFF2-40B4-BE49-F238E27FC236}">
                <a16:creationId xmlns:a16="http://schemas.microsoft.com/office/drawing/2014/main" id="{D9682F84-0CE6-48B6-8FE4-EC17E7B07347}"/>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sues200_uav_300m_to_satellite/sues200_uav_300m_to_satellite/seed-1/count/cov-0.75/kN">
            <a:extLst xmlns:a="http://schemas.openxmlformats.org/drawingml/2006/main">
              <a:ext uri="{FF2B5EF4-FFF2-40B4-BE49-F238E27FC236}">
                <a16:creationId xmlns:a16="http://schemas.microsoft.com/office/drawing/2014/main" id="{6D5AF8F5-2765-4F0F-9A5E-DDD933FCF01D}"/>
              </a:ext>
            </a:extLst>
          </p:cNvPr>
          <p:cNvSpPr>
            <a:spLocks xmlns:a="http://schemas.openxmlformats.org/drawingml/2006/main" noGrp="1"/>
          </p:cNvSpPr>
          <p:nvPr/>
        </p:nvSpPr>
        <p:spPr>
          <a:xfrm xmlns:a="http://schemas.openxmlformats.org/drawingml/2006/main">
            <a:off x="10634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55" name="sues200_uav_300m_to_satellite/sues200_uav_300m_to_satellite/seed-1/count/cov-0.75/overlap">
            <a:extLst xmlns:a="http://schemas.openxmlformats.org/drawingml/2006/main">
              <a:ext uri="{FF2B5EF4-FFF2-40B4-BE49-F238E27FC236}">
                <a16:creationId xmlns:a16="http://schemas.microsoft.com/office/drawing/2014/main" id="{B5A5954C-309F-4F95-B491-A7C2A8B7B157}"/>
              </a:ext>
            </a:extLst>
          </p:cNvPr>
          <p:cNvSpPr>
            <a:spLocks xmlns:a="http://schemas.openxmlformats.org/drawingml/2006/main" noGrp="1"/>
          </p:cNvSpPr>
          <p:nvPr/>
        </p:nvSpPr>
        <p:spPr>
          <a:xfrm xmlns:a="http://schemas.openxmlformats.org/drawingml/2006/main">
            <a:off x="18254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2298</a:t>
            </a:r>
          </a:p>
        </p:txBody>
      </p:sp>
      <p:sp>
        <p:nvSpPr>
          <p:cNvPr id="56" name="sues200_uav_300m_to_satellite/sues200_uav_300m_to_satellite/seed-1/count/cov-0.9/requested">
            <a:extLst xmlns:a="http://schemas.openxmlformats.org/drawingml/2006/main">
              <a:ext uri="{FF2B5EF4-FFF2-40B4-BE49-F238E27FC236}">
                <a16:creationId xmlns:a16="http://schemas.microsoft.com/office/drawing/2014/main" id="{E735EE50-5AC0-41EB-B34E-360622A9E1A9}"/>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sues200_uav_300m_to_satellite/sues200_uav_300m_to_satellite/seed-1/count/cov-0.9/kN">
            <a:extLst xmlns:a="http://schemas.openxmlformats.org/drawingml/2006/main">
              <a:ext uri="{FF2B5EF4-FFF2-40B4-BE49-F238E27FC236}">
                <a16:creationId xmlns:a16="http://schemas.microsoft.com/office/drawing/2014/main" id="{F2D66C20-C797-4165-BCD0-8057082D3B19}"/>
              </a:ext>
            </a:extLst>
          </p:cNvPr>
          <p:cNvSpPr>
            <a:spLocks xmlns:a="http://schemas.openxmlformats.org/drawingml/2006/main" noGrp="1"/>
          </p:cNvSpPr>
          <p:nvPr/>
        </p:nvSpPr>
        <p:spPr>
          <a:xfrm xmlns:a="http://schemas.openxmlformats.org/drawingml/2006/main">
            <a:off x="10634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58" name="sues200_uav_300m_to_satellite/sues200_uav_300m_to_satellite/seed-1/count/cov-0.9/overlap">
            <a:extLst xmlns:a="http://schemas.openxmlformats.org/drawingml/2006/main">
              <a:ext uri="{FF2B5EF4-FFF2-40B4-BE49-F238E27FC236}">
                <a16:creationId xmlns:a16="http://schemas.microsoft.com/office/drawing/2014/main" id="{FB5B9996-0C4E-4499-B862-F7B5C99A2CC0}"/>
              </a:ext>
            </a:extLst>
          </p:cNvPr>
          <p:cNvSpPr>
            <a:spLocks xmlns:a="http://schemas.openxmlformats.org/drawingml/2006/main" noGrp="1"/>
          </p:cNvSpPr>
          <p:nvPr/>
        </p:nvSpPr>
        <p:spPr>
          <a:xfrm xmlns:a="http://schemas.openxmlformats.org/drawingml/2006/main">
            <a:off x="18254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3285</a:t>
            </a:r>
          </a:p>
        </p:txBody>
      </p:sp>
      <p:sp>
        <p:nvSpPr>
          <p:cNvPr id="59" name="sues200_uav_300m_to_satellite/sues200_uav_300m_to_satellite/seed-1/count/cov-1/requested">
            <a:extLst xmlns:a="http://schemas.openxmlformats.org/drawingml/2006/main">
              <a:ext uri="{FF2B5EF4-FFF2-40B4-BE49-F238E27FC236}">
                <a16:creationId xmlns:a16="http://schemas.microsoft.com/office/drawing/2014/main" id="{B2261803-9F7E-4F75-93C8-B83258716C66}"/>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sues200_uav_300m_to_satellite/sues200_uav_300m_to_satellite/seed-1/count/cov-1/kN">
            <a:extLst xmlns:a="http://schemas.openxmlformats.org/drawingml/2006/main">
              <a:ext uri="{FF2B5EF4-FFF2-40B4-BE49-F238E27FC236}">
                <a16:creationId xmlns:a16="http://schemas.microsoft.com/office/drawing/2014/main" id="{A2B3F3FB-81B9-4C37-AF7C-00DB97483A4F}"/>
              </a:ext>
            </a:extLst>
          </p:cNvPr>
          <p:cNvSpPr>
            <a:spLocks xmlns:a="http://schemas.openxmlformats.org/drawingml/2006/main" noGrp="1"/>
          </p:cNvSpPr>
          <p:nvPr/>
        </p:nvSpPr>
        <p:spPr>
          <a:xfrm xmlns:a="http://schemas.openxmlformats.org/drawingml/2006/main">
            <a:off x="10634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61" name="sues200_uav_300m_to_satellite/sues200_uav_300m_to_satellite/seed-1/count/cov-1/overlap">
            <a:extLst xmlns:a="http://schemas.openxmlformats.org/drawingml/2006/main">
              <a:ext uri="{FF2B5EF4-FFF2-40B4-BE49-F238E27FC236}">
                <a16:creationId xmlns:a16="http://schemas.microsoft.com/office/drawing/2014/main" id="{E453A67D-CD07-455E-B5F0-B342E7516133}"/>
              </a:ext>
            </a:extLst>
          </p:cNvPr>
          <p:cNvSpPr>
            <a:spLocks xmlns:a="http://schemas.openxmlformats.org/drawingml/2006/main" noGrp="1"/>
          </p:cNvSpPr>
          <p:nvPr/>
        </p:nvSpPr>
        <p:spPr>
          <a:xfrm xmlns:a="http://schemas.openxmlformats.org/drawingml/2006/main">
            <a:off x="18254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62" name="sues200_uav_300m_to_satellite/sues200_uav_300m_to_satellite/seed-1/success/heading">
            <a:extLst xmlns:a="http://schemas.openxmlformats.org/drawingml/2006/main">
              <a:ext uri="{FF2B5EF4-FFF2-40B4-BE49-F238E27FC236}">
                <a16:creationId xmlns:a16="http://schemas.microsoft.com/office/drawing/2014/main" id="{C7F80F55-0CE0-4057-B57F-66513FB35D4E}"/>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sues200_uav_300m_to_satellite/sues200_uav_300m_to_satellite/seed-1/success/cov-0.5/heading">
            <a:extLst xmlns:a="http://schemas.openxmlformats.org/drawingml/2006/main">
              <a:ext uri="{FF2B5EF4-FFF2-40B4-BE49-F238E27FC236}">
                <a16:creationId xmlns:a16="http://schemas.microsoft.com/office/drawing/2014/main" id="{A3B0EB18-9655-44AE-A494-A5F554A90812}"/>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sues200_uav_300m_to_satellite/sues200_uav_300m_to_satellite/seed-1/visual/success-cov-0.5">
            <a:extLst xmlns:a="http://schemas.openxmlformats.org/drawingml/2006/main">
              <a:ext uri="{FF2B5EF4-FFF2-40B4-BE49-F238E27FC236}">
                <a16:creationId xmlns:a16="http://schemas.microsoft.com/office/drawing/2014/main" id="{CA45F6D1-1C37-47F9-95BC-03031B136A27}"/>
              </a:ext>
            </a:extLst>
          </p:cNvPr>
          <p:cNvSpPr>
            <a:spLocks xmlns:a="http://schemas.openxmlformats.org/drawingml/2006/main" noGrp="1"/>
          </p:cNvSpPr>
          <p:nvPr/>
        </p:nvSpPr>
        <p:spPr>
          <a:xfrm xmlns:a="http://schemas.openxmlformats.org/drawingml/2006/main">
            <a:off x="5734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32.725</a:t>
            </a:r>
          </a:p>
        </p:txBody>
      </p:sp>
      <p:sp>
        <p:nvSpPr>
          <p:cNvPr id="65" name="sues200_uav_300m_to_satellite/sues200_uav_300m_to_satellite/seed-1/full/success-cov-0.5">
            <a:extLst xmlns:a="http://schemas.openxmlformats.org/drawingml/2006/main">
              <a:ext uri="{FF2B5EF4-FFF2-40B4-BE49-F238E27FC236}">
                <a16:creationId xmlns:a16="http://schemas.microsoft.com/office/drawing/2014/main" id="{EC30C939-24C5-46D0-AA9B-C67947780C07}"/>
              </a:ext>
            </a:extLst>
          </p:cNvPr>
          <p:cNvSpPr>
            <a:spLocks xmlns:a="http://schemas.openxmlformats.org/drawingml/2006/main" noGrp="1"/>
          </p:cNvSpPr>
          <p:nvPr/>
        </p:nvSpPr>
        <p:spPr>
          <a:xfrm xmlns:a="http://schemas.openxmlformats.org/drawingml/2006/main">
            <a:off x="5734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23.375</a:t>
            </a:r>
          </a:p>
        </p:txBody>
      </p:sp>
      <p:sp>
        <p:nvSpPr>
          <p:cNvPr id="66" name="sues200_uav_300m_to_satellite/sues200_uav_300m_to_satellite/seed-1/success/cov-0.75/heading">
            <a:extLst xmlns:a="http://schemas.openxmlformats.org/drawingml/2006/main">
              <a:ext uri="{FF2B5EF4-FFF2-40B4-BE49-F238E27FC236}">
                <a16:creationId xmlns:a16="http://schemas.microsoft.com/office/drawing/2014/main" id="{0FDC3052-EE56-40CF-8098-A05168F67595}"/>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sues200_uav_300m_to_satellite/sues200_uav_300m_to_satellite/seed-1/visual/success-cov-0.75">
            <a:extLst xmlns:a="http://schemas.openxmlformats.org/drawingml/2006/main">
              <a:ext uri="{FF2B5EF4-FFF2-40B4-BE49-F238E27FC236}">
                <a16:creationId xmlns:a16="http://schemas.microsoft.com/office/drawing/2014/main" id="{A9EF4C63-D6F2-421E-8883-0ACCA32AB5AA}"/>
              </a:ext>
            </a:extLst>
          </p:cNvPr>
          <p:cNvSpPr>
            <a:spLocks xmlns:a="http://schemas.openxmlformats.org/drawingml/2006/main" noGrp="1"/>
          </p:cNvSpPr>
          <p:nvPr/>
        </p:nvSpPr>
        <p:spPr>
          <a:xfrm xmlns:a="http://schemas.openxmlformats.org/drawingml/2006/main">
            <a:off x="9735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42.225</a:t>
            </a:r>
          </a:p>
        </p:txBody>
      </p:sp>
      <p:sp>
        <p:nvSpPr>
          <p:cNvPr id="68" name="sues200_uav_300m_to_satellite/sues200_uav_300m_to_satellite/seed-1/full/success-cov-0.75">
            <a:extLst xmlns:a="http://schemas.openxmlformats.org/drawingml/2006/main">
              <a:ext uri="{FF2B5EF4-FFF2-40B4-BE49-F238E27FC236}">
                <a16:creationId xmlns:a16="http://schemas.microsoft.com/office/drawing/2014/main" id="{5C8BE3E5-E55C-4B71-943E-940612A2FBD0}"/>
              </a:ext>
            </a:extLst>
          </p:cNvPr>
          <p:cNvSpPr>
            <a:spLocks xmlns:a="http://schemas.openxmlformats.org/drawingml/2006/main" noGrp="1"/>
          </p:cNvSpPr>
          <p:nvPr/>
        </p:nvSpPr>
        <p:spPr>
          <a:xfrm xmlns:a="http://schemas.openxmlformats.org/drawingml/2006/main">
            <a:off x="9735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31.800</a:t>
            </a:r>
          </a:p>
        </p:txBody>
      </p:sp>
      <p:sp>
        <p:nvSpPr>
          <p:cNvPr id="69" name="sues200_uav_300m_to_satellite/sues200_uav_300m_to_satellite/seed-1/success/cov-0.9/heading">
            <a:extLst xmlns:a="http://schemas.openxmlformats.org/drawingml/2006/main">
              <a:ext uri="{FF2B5EF4-FFF2-40B4-BE49-F238E27FC236}">
                <a16:creationId xmlns:a16="http://schemas.microsoft.com/office/drawing/2014/main" id="{6A6FBEC3-78CB-41E6-A760-F7A14536AE4A}"/>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sues200_uav_300m_to_satellite/sues200_uav_300m_to_satellite/seed-1/visual/success-cov-0.9">
            <a:extLst xmlns:a="http://schemas.openxmlformats.org/drawingml/2006/main">
              <a:ext uri="{FF2B5EF4-FFF2-40B4-BE49-F238E27FC236}">
                <a16:creationId xmlns:a16="http://schemas.microsoft.com/office/drawing/2014/main" id="{A20617D9-6341-42DE-90E2-AF41911D31E7}"/>
              </a:ext>
            </a:extLst>
          </p:cNvPr>
          <p:cNvSpPr>
            <a:spLocks xmlns:a="http://schemas.openxmlformats.org/drawingml/2006/main" noGrp="1"/>
          </p:cNvSpPr>
          <p:nvPr/>
        </p:nvSpPr>
        <p:spPr>
          <a:xfrm xmlns:a="http://schemas.openxmlformats.org/drawingml/2006/main">
            <a:off x="13735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47.425</a:t>
            </a:r>
          </a:p>
        </p:txBody>
      </p:sp>
      <p:sp>
        <p:nvSpPr>
          <p:cNvPr id="71" name="sues200_uav_300m_to_satellite/sues200_uav_300m_to_satellite/seed-1/full/success-cov-0.9">
            <a:extLst xmlns:a="http://schemas.openxmlformats.org/drawingml/2006/main">
              <a:ext uri="{FF2B5EF4-FFF2-40B4-BE49-F238E27FC236}">
                <a16:creationId xmlns:a16="http://schemas.microsoft.com/office/drawing/2014/main" id="{4ACF7BCC-50A0-45A2-AF08-89694A9723EF}"/>
              </a:ext>
            </a:extLst>
          </p:cNvPr>
          <p:cNvSpPr>
            <a:spLocks xmlns:a="http://schemas.openxmlformats.org/drawingml/2006/main" noGrp="1"/>
          </p:cNvSpPr>
          <p:nvPr/>
        </p:nvSpPr>
        <p:spPr>
          <a:xfrm xmlns:a="http://schemas.openxmlformats.org/drawingml/2006/main">
            <a:off x="13735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36.450</a:t>
            </a:r>
          </a:p>
        </p:txBody>
      </p:sp>
      <p:sp>
        <p:nvSpPr>
          <p:cNvPr id="72" name="sues200_uav_300m_to_satellite/sues200_uav_300m_to_satellite/seed-1/success/cov-1/heading">
            <a:extLst xmlns:a="http://schemas.openxmlformats.org/drawingml/2006/main">
              <a:ext uri="{FF2B5EF4-FFF2-40B4-BE49-F238E27FC236}">
                <a16:creationId xmlns:a16="http://schemas.microsoft.com/office/drawing/2014/main" id="{483094AE-B0E3-4F40-9B15-82B874894A79}"/>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sues200_uav_300m_to_satellite/sues200_uav_300m_to_satellite/seed-1/visual/success-cov-1">
            <a:extLst xmlns:a="http://schemas.openxmlformats.org/drawingml/2006/main">
              <a:ext uri="{FF2B5EF4-FFF2-40B4-BE49-F238E27FC236}">
                <a16:creationId xmlns:a16="http://schemas.microsoft.com/office/drawing/2014/main" id="{A3ED23BC-913E-4E1F-A3E9-E302C24FFB0D}"/>
              </a:ext>
            </a:extLst>
          </p:cNvPr>
          <p:cNvSpPr>
            <a:spLocks xmlns:a="http://schemas.openxmlformats.org/drawingml/2006/main" noGrp="1"/>
          </p:cNvSpPr>
          <p:nvPr/>
        </p:nvSpPr>
        <p:spPr>
          <a:xfrm xmlns:a="http://schemas.openxmlformats.org/drawingml/2006/main">
            <a:off x="17736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49.675</a:t>
            </a:r>
          </a:p>
        </p:txBody>
      </p:sp>
      <p:sp>
        <p:nvSpPr>
          <p:cNvPr id="74" name="sues200_uav_300m_to_satellite/sues200_uav_300m_to_satellite/seed-1/full/success-cov-1">
            <a:extLst xmlns:a="http://schemas.openxmlformats.org/drawingml/2006/main">
              <a:ext uri="{FF2B5EF4-FFF2-40B4-BE49-F238E27FC236}">
                <a16:creationId xmlns:a16="http://schemas.microsoft.com/office/drawing/2014/main" id="{0B290D92-CE20-4483-9BF8-3D3522ACAC08}"/>
              </a:ext>
            </a:extLst>
          </p:cNvPr>
          <p:cNvSpPr>
            <a:spLocks xmlns:a="http://schemas.openxmlformats.org/drawingml/2006/main" noGrp="1"/>
          </p:cNvSpPr>
          <p:nvPr/>
        </p:nvSpPr>
        <p:spPr>
          <a:xfrm xmlns:a="http://schemas.openxmlformats.org/drawingml/2006/main">
            <a:off x="17736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38.775</a:t>
            </a:r>
          </a:p>
        </p:txBody>
      </p:sp>
      <p:sp>
        <p:nvSpPr>
          <p:cNvPr id="75" name="sues200_uav_300m_to_satellite/sues200_uav_300m_to_satellite/seed-1/visual/success-prefix">
            <a:extLst xmlns:a="http://schemas.openxmlformats.org/drawingml/2006/main">
              <a:ext uri="{FF2B5EF4-FFF2-40B4-BE49-F238E27FC236}">
                <a16:creationId xmlns:a16="http://schemas.microsoft.com/office/drawing/2014/main" id="{C2AA4D38-1DFD-4099-834B-2A2DE8687B26}"/>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sues200_uav_300m_to_satellite/sues200_uav_300m_to_satellite/seed-1/full/success-prefix">
            <a:extLst xmlns:a="http://schemas.openxmlformats.org/drawingml/2006/main">
              <a:ext uri="{FF2B5EF4-FFF2-40B4-BE49-F238E27FC236}">
                <a16:creationId xmlns:a16="http://schemas.microsoft.com/office/drawing/2014/main" id="{9BD80AA4-D35D-4C25-8B8E-C5BEA5D8DB33}"/>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sues200_uav_300m_to_satellite/sues200_uav_300m_to_satellite/seed-2/heading">
            <a:extLst xmlns:a="http://schemas.openxmlformats.org/drawingml/2006/main">
              <a:ext uri="{FF2B5EF4-FFF2-40B4-BE49-F238E27FC236}">
                <a16:creationId xmlns:a16="http://schemas.microsoft.com/office/drawing/2014/main" id="{44D7DE47-8583-41DA-B577-59205BA71D7D}"/>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sues200_uav_300m_to_satellite/sues200_uav_300m_to_satellite/seed-2/y-grid-0">
            <a:extLst xmlns:a="http://schemas.openxmlformats.org/drawingml/2006/main">
              <a:ext uri="{FF2B5EF4-FFF2-40B4-BE49-F238E27FC236}">
                <a16:creationId xmlns:a16="http://schemas.microsoft.com/office/drawing/2014/main" id="{8BE75538-4D9A-4197-8E64-099ACD409472}"/>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sues200_uav_300m_to_satellite/sues200_uav_300m_to_satellite/seed-2/y-label-0">
            <a:extLst xmlns:a="http://schemas.openxmlformats.org/drawingml/2006/main">
              <a:ext uri="{FF2B5EF4-FFF2-40B4-BE49-F238E27FC236}">
                <a16:creationId xmlns:a16="http://schemas.microsoft.com/office/drawing/2014/main" id="{9B880576-DFEC-4C63-BDC9-2CC04403E14C}"/>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sues200_uav_300m_to_satellite/sues200_uav_300m_to_satellite/seed-2/x-tick-0">
            <a:extLst xmlns:a="http://schemas.openxmlformats.org/drawingml/2006/main">
              <a:ext uri="{FF2B5EF4-FFF2-40B4-BE49-F238E27FC236}">
                <a16:creationId xmlns:a16="http://schemas.microsoft.com/office/drawing/2014/main" id="{787815B3-E540-433A-B024-61F4C649DC6D}"/>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sues200_uav_300m_to_satellite/sues200_uav_300m_to_satellite/seed-2/x-label-0">
            <a:extLst xmlns:a="http://schemas.openxmlformats.org/drawingml/2006/main">
              <a:ext uri="{FF2B5EF4-FFF2-40B4-BE49-F238E27FC236}">
                <a16:creationId xmlns:a16="http://schemas.microsoft.com/office/drawing/2014/main" id="{4FABAA71-059D-4CBA-BF45-653A23312D96}"/>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sues200_uav_300m_to_satellite/sues200_uav_300m_to_satellite/seed-2/y-grid-25">
            <a:extLst xmlns:a="http://schemas.openxmlformats.org/drawingml/2006/main">
              <a:ext uri="{FF2B5EF4-FFF2-40B4-BE49-F238E27FC236}">
                <a16:creationId xmlns:a16="http://schemas.microsoft.com/office/drawing/2014/main" id="{732B6993-2E88-42D9-9B86-90DD87434BF8}"/>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sues200_uav_300m_to_satellite/sues200_uav_300m_to_satellite/seed-2/y-label-25">
            <a:extLst xmlns:a="http://schemas.openxmlformats.org/drawingml/2006/main">
              <a:ext uri="{FF2B5EF4-FFF2-40B4-BE49-F238E27FC236}">
                <a16:creationId xmlns:a16="http://schemas.microsoft.com/office/drawing/2014/main" id="{43E7F958-DD36-4028-963F-083C72E5976C}"/>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sues200_uav_300m_to_satellite/sues200_uav_300m_to_satellite/seed-2/x-tick-25">
            <a:extLst xmlns:a="http://schemas.openxmlformats.org/drawingml/2006/main">
              <a:ext uri="{FF2B5EF4-FFF2-40B4-BE49-F238E27FC236}">
                <a16:creationId xmlns:a16="http://schemas.microsoft.com/office/drawing/2014/main" id="{1012C108-B1B4-48A3-8E4A-B579FBC87D07}"/>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sues200_uav_300m_to_satellite/sues200_uav_300m_to_satellite/seed-2/x-label-25">
            <a:extLst xmlns:a="http://schemas.openxmlformats.org/drawingml/2006/main">
              <a:ext uri="{FF2B5EF4-FFF2-40B4-BE49-F238E27FC236}">
                <a16:creationId xmlns:a16="http://schemas.microsoft.com/office/drawing/2014/main" id="{4EBEB9DE-B2D8-4AF9-95C9-80CB1D5AE6E5}"/>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sues200_uav_300m_to_satellite/sues200_uav_300m_to_satellite/seed-2/y-grid-50">
            <a:extLst xmlns:a="http://schemas.openxmlformats.org/drawingml/2006/main">
              <a:ext uri="{FF2B5EF4-FFF2-40B4-BE49-F238E27FC236}">
                <a16:creationId xmlns:a16="http://schemas.microsoft.com/office/drawing/2014/main" id="{D156E8A7-0487-4860-A172-48CE8D068CBB}"/>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sues200_uav_300m_to_satellite/sues200_uav_300m_to_satellite/seed-2/y-label-50">
            <a:extLst xmlns:a="http://schemas.openxmlformats.org/drawingml/2006/main">
              <a:ext uri="{FF2B5EF4-FFF2-40B4-BE49-F238E27FC236}">
                <a16:creationId xmlns:a16="http://schemas.microsoft.com/office/drawing/2014/main" id="{1340683C-D3B3-4CDD-B2E5-5BD294CA6225}"/>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sues200_uav_300m_to_satellite/sues200_uav_300m_to_satellite/seed-2/x-tick-50">
            <a:extLst xmlns:a="http://schemas.openxmlformats.org/drawingml/2006/main">
              <a:ext uri="{FF2B5EF4-FFF2-40B4-BE49-F238E27FC236}">
                <a16:creationId xmlns:a16="http://schemas.microsoft.com/office/drawing/2014/main" id="{0B22B406-555D-4D68-B92A-63C0244C4E31}"/>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sues200_uav_300m_to_satellite/sues200_uav_300m_to_satellite/seed-2/x-label-50">
            <a:extLst xmlns:a="http://schemas.openxmlformats.org/drawingml/2006/main">
              <a:ext uri="{FF2B5EF4-FFF2-40B4-BE49-F238E27FC236}">
                <a16:creationId xmlns:a16="http://schemas.microsoft.com/office/drawing/2014/main" id="{60E8E61C-01EB-457E-9E8E-A9D67EC3520B}"/>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sues200_uav_300m_to_satellite/sues200_uav_300m_to_satellite/seed-2/y-grid-75">
            <a:extLst xmlns:a="http://schemas.openxmlformats.org/drawingml/2006/main">
              <a:ext uri="{FF2B5EF4-FFF2-40B4-BE49-F238E27FC236}">
                <a16:creationId xmlns:a16="http://schemas.microsoft.com/office/drawing/2014/main" id="{AB799A22-03DA-4F5D-BAC9-1D3550237C47}"/>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sues200_uav_300m_to_satellite/sues200_uav_300m_to_satellite/seed-2/y-label-75">
            <a:extLst xmlns:a="http://schemas.openxmlformats.org/drawingml/2006/main">
              <a:ext uri="{FF2B5EF4-FFF2-40B4-BE49-F238E27FC236}">
                <a16:creationId xmlns:a16="http://schemas.microsoft.com/office/drawing/2014/main" id="{C1120860-E46A-4288-9A7C-36B512C5BFB6}"/>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sues200_uav_300m_to_satellite/sues200_uav_300m_to_satellite/seed-2/x-tick-75">
            <a:extLst xmlns:a="http://schemas.openxmlformats.org/drawingml/2006/main">
              <a:ext uri="{FF2B5EF4-FFF2-40B4-BE49-F238E27FC236}">
                <a16:creationId xmlns:a16="http://schemas.microsoft.com/office/drawing/2014/main" id="{F6A25D8A-1CB3-4972-90A4-1B735BE50DFF}"/>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sues200_uav_300m_to_satellite/sues200_uav_300m_to_satellite/seed-2/x-label-75">
            <a:extLst xmlns:a="http://schemas.openxmlformats.org/drawingml/2006/main">
              <a:ext uri="{FF2B5EF4-FFF2-40B4-BE49-F238E27FC236}">
                <a16:creationId xmlns:a16="http://schemas.microsoft.com/office/drawing/2014/main" id="{50D66A22-3CBD-4336-8800-A6F629BF5809}"/>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sues200_uav_300m_to_satellite/sues200_uav_300m_to_satellite/seed-2/y-grid-100">
            <a:extLst xmlns:a="http://schemas.openxmlformats.org/drawingml/2006/main">
              <a:ext uri="{FF2B5EF4-FFF2-40B4-BE49-F238E27FC236}">
                <a16:creationId xmlns:a16="http://schemas.microsoft.com/office/drawing/2014/main" id="{D94346C3-FF31-4E24-9A14-575D2BFE6409}"/>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sues200_uav_300m_to_satellite/sues200_uav_300m_to_satellite/seed-2/y-label-100">
            <a:extLst xmlns:a="http://schemas.openxmlformats.org/drawingml/2006/main">
              <a:ext uri="{FF2B5EF4-FFF2-40B4-BE49-F238E27FC236}">
                <a16:creationId xmlns:a16="http://schemas.microsoft.com/office/drawing/2014/main" id="{F19E5880-F6C1-443B-8D1C-3157CEA7D885}"/>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sues200_uav_300m_to_satellite/sues200_uav_300m_to_satellite/seed-2/x-tick-100">
            <a:extLst xmlns:a="http://schemas.openxmlformats.org/drawingml/2006/main">
              <a:ext uri="{FF2B5EF4-FFF2-40B4-BE49-F238E27FC236}">
                <a16:creationId xmlns:a16="http://schemas.microsoft.com/office/drawing/2014/main" id="{4CF7108A-46FC-4AE4-9195-6395813EBCCF}"/>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sues200_uav_300m_to_satellite/sues200_uav_300m_to_satellite/seed-2/x-label-100">
            <a:extLst xmlns:a="http://schemas.openxmlformats.org/drawingml/2006/main">
              <a:ext uri="{FF2B5EF4-FFF2-40B4-BE49-F238E27FC236}">
                <a16:creationId xmlns:a16="http://schemas.microsoft.com/office/drawing/2014/main" id="{9EDF925F-FF6D-4B61-B418-CA10F7AE21B0}"/>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sues200_uav_300m_to_satellite/sues200_uav_300m_to_satellite/seed-2/y-axis">
            <a:extLst xmlns:a="http://schemas.openxmlformats.org/drawingml/2006/main">
              <a:ext uri="{FF2B5EF4-FFF2-40B4-BE49-F238E27FC236}">
                <a16:creationId xmlns:a16="http://schemas.microsoft.com/office/drawing/2014/main" id="{32D43241-EBE1-463B-8CD5-4431A9478235}"/>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sues200_uav_300m_to_satellite/sues200_uav_300m_to_satellite/seed-2/x-axis">
            <a:extLst xmlns:a="http://schemas.openxmlformats.org/drawingml/2006/main">
              <a:ext uri="{FF2B5EF4-FFF2-40B4-BE49-F238E27FC236}">
                <a16:creationId xmlns:a16="http://schemas.microsoft.com/office/drawing/2014/main" id="{85172C98-E971-4DA0-B304-083C09204276}"/>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uav_300m_to_satellite/sues200_uav_300m_to_satellite/seed-2/visual/guide-1-2">
            <a:extLst xmlns:a="http://schemas.openxmlformats.org/drawingml/2006/main">
              <a:ext uri="{FF2B5EF4-FFF2-40B4-BE49-F238E27FC236}">
                <a16:creationId xmlns:a16="http://schemas.microsoft.com/office/drawing/2014/main" id="{A8C18E05-2F69-4D22-B567-0C4B7D8722CD}"/>
              </a:ext>
            </a:extLst>
          </p:cNvPr>
          <p:cNvSpPr>
            <a:spLocks xmlns:a="http://schemas.openxmlformats.org/drawingml/2006/main" noGrp="1"/>
          </p:cNvSpPr>
          <p:nvPr/>
        </p:nvSpPr>
        <p:spPr>
          <a:xfrm xmlns:a="http://schemas.openxmlformats.org/drawingml/2006/main" flipV="1">
            <a:off x="3340100" y="2194458"/>
            <a:ext cx="400050" cy="164186"/>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sues200_uav_300m_to_satellite/sues200_uav_300m_to_satellite/seed-2/visual/guide-2-3">
            <a:extLst xmlns:a="http://schemas.openxmlformats.org/drawingml/2006/main">
              <a:ext uri="{FF2B5EF4-FFF2-40B4-BE49-F238E27FC236}">
                <a16:creationId xmlns:a16="http://schemas.microsoft.com/office/drawing/2014/main" id="{910E9627-F43E-47E6-9D0F-230FBAFD489C}"/>
              </a:ext>
            </a:extLst>
          </p:cNvPr>
          <p:cNvSpPr>
            <a:spLocks xmlns:a="http://schemas.openxmlformats.org/drawingml/2006/main" noGrp="1"/>
          </p:cNvSpPr>
          <p:nvPr/>
        </p:nvSpPr>
        <p:spPr>
          <a:xfrm xmlns:a="http://schemas.openxmlformats.org/drawingml/2006/main" flipV="1">
            <a:off x="3740150" y="2118462"/>
            <a:ext cx="240030" cy="75997"/>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sues200_uav_300m_to_satellite/sues200_uav_300m_to_satellite/seed-2/visual/guide-3-4">
            <a:extLst xmlns:a="http://schemas.openxmlformats.org/drawingml/2006/main">
              <a:ext uri="{FF2B5EF4-FFF2-40B4-BE49-F238E27FC236}">
                <a16:creationId xmlns:a16="http://schemas.microsoft.com/office/drawing/2014/main" id="{BD67E3D1-0585-4BA3-8632-B921A75C8603}"/>
              </a:ext>
            </a:extLst>
          </p:cNvPr>
          <p:cNvSpPr>
            <a:spLocks xmlns:a="http://schemas.openxmlformats.org/drawingml/2006/main" noGrp="1"/>
          </p:cNvSpPr>
          <p:nvPr/>
        </p:nvSpPr>
        <p:spPr>
          <a:xfrm xmlns:a="http://schemas.openxmlformats.org/drawingml/2006/main" flipV="1">
            <a:off x="3980180" y="2079854"/>
            <a:ext cx="160020" cy="38608"/>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sues200_uav_300m_to_satellite/sues200_uav_300m_to_satellite/seed-2/visual/point-cov-0.5">
            <a:extLst xmlns:a="http://schemas.openxmlformats.org/drawingml/2006/main">
              <a:ext uri="{FF2B5EF4-FFF2-40B4-BE49-F238E27FC236}">
                <a16:creationId xmlns:a16="http://schemas.microsoft.com/office/drawing/2014/main" id="{2735CB89-BB0C-47D2-9D84-88895826BC45}"/>
              </a:ext>
            </a:extLst>
          </p:cNvPr>
          <p:cNvSpPr>
            <a:spLocks xmlns:a="http://schemas.openxmlformats.org/drawingml/2006/main" noGrp="1"/>
          </p:cNvSpPr>
          <p:nvPr/>
        </p:nvSpPr>
        <p:spPr>
          <a:xfrm xmlns:a="http://schemas.openxmlformats.org/drawingml/2006/main">
            <a:off x="3310255" y="232879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sues200_uav_300m_to_satellite/sues200_uav_300m_to_satellite/seed-2/visual/point-cov-0.75">
            <a:extLst xmlns:a="http://schemas.openxmlformats.org/drawingml/2006/main">
              <a:ext uri="{FF2B5EF4-FFF2-40B4-BE49-F238E27FC236}">
                <a16:creationId xmlns:a16="http://schemas.microsoft.com/office/drawing/2014/main" id="{A2C9693B-EAF3-4417-9DD7-4D2B79F664DA}"/>
              </a:ext>
            </a:extLst>
          </p:cNvPr>
          <p:cNvSpPr>
            <a:spLocks xmlns:a="http://schemas.openxmlformats.org/drawingml/2006/main" noGrp="1"/>
          </p:cNvSpPr>
          <p:nvPr/>
        </p:nvSpPr>
        <p:spPr>
          <a:xfrm xmlns:a="http://schemas.openxmlformats.org/drawingml/2006/main">
            <a:off x="3710305" y="2164613"/>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sues200_uav_300m_to_satellite/sues200_uav_300m_to_satellite/seed-2/visual/point-cov-0.9">
            <a:extLst xmlns:a="http://schemas.openxmlformats.org/drawingml/2006/main">
              <a:ext uri="{FF2B5EF4-FFF2-40B4-BE49-F238E27FC236}">
                <a16:creationId xmlns:a16="http://schemas.microsoft.com/office/drawing/2014/main" id="{8E185527-BD01-4D05-B630-AB2096EC194B}"/>
              </a:ext>
            </a:extLst>
          </p:cNvPr>
          <p:cNvSpPr>
            <a:spLocks xmlns:a="http://schemas.openxmlformats.org/drawingml/2006/main" noGrp="1"/>
          </p:cNvSpPr>
          <p:nvPr/>
        </p:nvSpPr>
        <p:spPr>
          <a:xfrm xmlns:a="http://schemas.openxmlformats.org/drawingml/2006/main">
            <a:off x="3950335" y="2088617"/>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sues200_uav_300m_to_satellite/sues200_uav_300m_to_satellite/seed-2/visual/point-cov-1">
            <a:extLst xmlns:a="http://schemas.openxmlformats.org/drawingml/2006/main">
              <a:ext uri="{FF2B5EF4-FFF2-40B4-BE49-F238E27FC236}">
                <a16:creationId xmlns:a16="http://schemas.microsoft.com/office/drawing/2014/main" id="{2FE1DAA3-0C04-4942-A2D7-FD93004A928D}"/>
              </a:ext>
            </a:extLst>
          </p:cNvPr>
          <p:cNvSpPr>
            <a:spLocks xmlns:a="http://schemas.openxmlformats.org/drawingml/2006/main" noGrp="1"/>
          </p:cNvSpPr>
          <p:nvPr/>
        </p:nvSpPr>
        <p:spPr>
          <a:xfrm xmlns:a="http://schemas.openxmlformats.org/drawingml/2006/main">
            <a:off x="4110355" y="2050009"/>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sues200_uav_300m_to_satellite/sues200_uav_300m_to_satellite/seed-2/full/guide-1-2">
            <a:extLst xmlns:a="http://schemas.openxmlformats.org/drawingml/2006/main">
              <a:ext uri="{FF2B5EF4-FFF2-40B4-BE49-F238E27FC236}">
                <a16:creationId xmlns:a16="http://schemas.microsoft.com/office/drawing/2014/main" id="{899FB276-ECD0-4B48-B86C-C26E7D47B3F6}"/>
              </a:ext>
            </a:extLst>
          </p:cNvPr>
          <p:cNvSpPr>
            <a:spLocks xmlns:a="http://schemas.openxmlformats.org/drawingml/2006/main" noGrp="1"/>
          </p:cNvSpPr>
          <p:nvPr/>
        </p:nvSpPr>
        <p:spPr>
          <a:xfrm xmlns:a="http://schemas.openxmlformats.org/drawingml/2006/main" flipV="1">
            <a:off x="3340100" y="2349297"/>
            <a:ext cx="400050" cy="141427"/>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sues200_uav_300m_to_satellite/sues200_uav_300m_to_satellite/seed-2/full/guide-2-3">
            <a:extLst xmlns:a="http://schemas.openxmlformats.org/drawingml/2006/main">
              <a:ext uri="{FF2B5EF4-FFF2-40B4-BE49-F238E27FC236}">
                <a16:creationId xmlns:a16="http://schemas.microsoft.com/office/drawing/2014/main" id="{038E9847-F74F-4F38-9141-43927028FCDC}"/>
              </a:ext>
            </a:extLst>
          </p:cNvPr>
          <p:cNvSpPr>
            <a:spLocks xmlns:a="http://schemas.openxmlformats.org/drawingml/2006/main" noGrp="1"/>
          </p:cNvSpPr>
          <p:nvPr/>
        </p:nvSpPr>
        <p:spPr>
          <a:xfrm xmlns:a="http://schemas.openxmlformats.org/drawingml/2006/main" flipV="1">
            <a:off x="3740150" y="2286305"/>
            <a:ext cx="240030" cy="62992"/>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sues200_uav_300m_to_satellite/sues200_uav_300m_to_satellite/seed-2/full/guide-3-4">
            <a:extLst xmlns:a="http://schemas.openxmlformats.org/drawingml/2006/main">
              <a:ext uri="{FF2B5EF4-FFF2-40B4-BE49-F238E27FC236}">
                <a16:creationId xmlns:a16="http://schemas.microsoft.com/office/drawing/2014/main" id="{69DEF176-C61F-41DA-BB25-5AC39C30D43D}"/>
              </a:ext>
            </a:extLst>
          </p:cNvPr>
          <p:cNvSpPr>
            <a:spLocks xmlns:a="http://schemas.openxmlformats.org/drawingml/2006/main" noGrp="1"/>
          </p:cNvSpPr>
          <p:nvPr/>
        </p:nvSpPr>
        <p:spPr>
          <a:xfrm xmlns:a="http://schemas.openxmlformats.org/drawingml/2006/main" flipV="1">
            <a:off x="3980180" y="2248510"/>
            <a:ext cx="160020" cy="37795"/>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sues200_uav_300m_to_satellite/sues200_uav_300m_to_satellite/seed-2/full/point-cov-0.5">
            <a:extLst xmlns:a="http://schemas.openxmlformats.org/drawingml/2006/main">
              <a:ext uri="{FF2B5EF4-FFF2-40B4-BE49-F238E27FC236}">
                <a16:creationId xmlns:a16="http://schemas.microsoft.com/office/drawing/2014/main" id="{943B262A-8763-424E-9883-55491468CF6C}"/>
              </a:ext>
            </a:extLst>
          </p:cNvPr>
          <p:cNvSpPr>
            <a:spLocks xmlns:a="http://schemas.openxmlformats.org/drawingml/2006/main" noGrp="1"/>
          </p:cNvSpPr>
          <p:nvPr/>
        </p:nvSpPr>
        <p:spPr>
          <a:xfrm xmlns:a="http://schemas.openxmlformats.org/drawingml/2006/main">
            <a:off x="3315970" y="2466594"/>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sues200_uav_300m_to_satellite/sues200_uav_300m_to_satellite/seed-2/full/point-cov-0.75">
            <a:extLst xmlns:a="http://schemas.openxmlformats.org/drawingml/2006/main">
              <a:ext uri="{FF2B5EF4-FFF2-40B4-BE49-F238E27FC236}">
                <a16:creationId xmlns:a16="http://schemas.microsoft.com/office/drawing/2014/main" id="{227DFB40-F115-4788-9476-9898425DFAED}"/>
              </a:ext>
            </a:extLst>
          </p:cNvPr>
          <p:cNvSpPr>
            <a:spLocks xmlns:a="http://schemas.openxmlformats.org/drawingml/2006/main" noGrp="1"/>
          </p:cNvSpPr>
          <p:nvPr/>
        </p:nvSpPr>
        <p:spPr>
          <a:xfrm xmlns:a="http://schemas.openxmlformats.org/drawingml/2006/main">
            <a:off x="3716020" y="2325167"/>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sues200_uav_300m_to_satellite/sues200_uav_300m_to_satellite/seed-2/full/point-cov-0.9">
            <a:extLst xmlns:a="http://schemas.openxmlformats.org/drawingml/2006/main">
              <a:ext uri="{FF2B5EF4-FFF2-40B4-BE49-F238E27FC236}">
                <a16:creationId xmlns:a16="http://schemas.microsoft.com/office/drawing/2014/main" id="{2623068B-7030-474E-B7A5-698570BCF0A9}"/>
              </a:ext>
            </a:extLst>
          </p:cNvPr>
          <p:cNvSpPr>
            <a:spLocks xmlns:a="http://schemas.openxmlformats.org/drawingml/2006/main" noGrp="1"/>
          </p:cNvSpPr>
          <p:nvPr/>
        </p:nvSpPr>
        <p:spPr>
          <a:xfrm xmlns:a="http://schemas.openxmlformats.org/drawingml/2006/main">
            <a:off x="3956050" y="226217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sues200_uav_300m_to_satellite/sues200_uav_300m_to_satellite/seed-2/full/point-cov-1">
            <a:extLst xmlns:a="http://schemas.openxmlformats.org/drawingml/2006/main">
              <a:ext uri="{FF2B5EF4-FFF2-40B4-BE49-F238E27FC236}">
                <a16:creationId xmlns:a16="http://schemas.microsoft.com/office/drawing/2014/main" id="{8D05D65E-E4D1-4067-BC7F-0B26F72A9028}"/>
              </a:ext>
            </a:extLst>
          </p:cNvPr>
          <p:cNvSpPr>
            <a:spLocks xmlns:a="http://schemas.openxmlformats.org/drawingml/2006/main" noGrp="1"/>
          </p:cNvSpPr>
          <p:nvPr/>
        </p:nvSpPr>
        <p:spPr>
          <a:xfrm xmlns:a="http://schemas.openxmlformats.org/drawingml/2006/main">
            <a:off x="4116070" y="222438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sues200_uav_300m_to_satellite/sues200_uav_300m_to_satellite/seed-2/count/N">
            <a:extLst xmlns:a="http://schemas.openxmlformats.org/drawingml/2006/main">
              <a:ext uri="{FF2B5EF4-FFF2-40B4-BE49-F238E27FC236}">
                <a16:creationId xmlns:a16="http://schemas.microsoft.com/office/drawing/2014/main" id="{E4033189-69C4-4E9A-B0D0-3E358F3D4FE6}"/>
              </a:ext>
            </a:extLst>
          </p:cNvPr>
          <p:cNvSpPr>
            <a:spLocks xmlns:a="http://schemas.openxmlformats.org/drawingml/2006/main" noGrp="1"/>
          </p:cNvSpPr>
          <p:nvPr/>
        </p:nvSpPr>
        <p:spPr>
          <a:xfrm xmlns:a="http://schemas.openxmlformats.org/drawingml/2006/main">
            <a:off x="28572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115" name="sues200_uav_300m_to_satellite/sues200_uav_300m_to_satellite/seed-2/count/header/requested">
            <a:extLst xmlns:a="http://schemas.openxmlformats.org/drawingml/2006/main">
              <a:ext uri="{FF2B5EF4-FFF2-40B4-BE49-F238E27FC236}">
                <a16:creationId xmlns:a16="http://schemas.microsoft.com/office/drawing/2014/main" id="{D9A48717-1B80-488C-B038-AA7E6061F6FA}"/>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sues200_uav_300m_to_satellite/sues200_uav_300m_to_satellite/seed-2/count/header/kN">
            <a:extLst xmlns:a="http://schemas.openxmlformats.org/drawingml/2006/main">
              <a:ext uri="{FF2B5EF4-FFF2-40B4-BE49-F238E27FC236}">
                <a16:creationId xmlns:a16="http://schemas.microsoft.com/office/drawing/2014/main" id="{82F831DC-838D-48C8-8E1C-588C32A7112F}"/>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sues200_uav_300m_to_satellite/sues200_uav_300m_to_satellite/seed-2/count/header/overlap">
            <a:extLst xmlns:a="http://schemas.openxmlformats.org/drawingml/2006/main">
              <a:ext uri="{FF2B5EF4-FFF2-40B4-BE49-F238E27FC236}">
                <a16:creationId xmlns:a16="http://schemas.microsoft.com/office/drawing/2014/main" id="{140C4CC2-294D-42F6-AC27-360D79AB0ECE}"/>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sues200_uav_300m_to_satellite/sues200_uav_300m_to_satellite/seed-2/count/header/rule">
            <a:extLst xmlns:a="http://schemas.openxmlformats.org/drawingml/2006/main">
              <a:ext uri="{FF2B5EF4-FFF2-40B4-BE49-F238E27FC236}">
                <a16:creationId xmlns:a16="http://schemas.microsoft.com/office/drawing/2014/main" id="{224AC22D-6F93-49A6-BEE9-A2E9E154828A}"/>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sues200_uav_300m_to_satellite/sues200_uav_300m_to_satellite/seed-2/count/cov-0.5/requested">
            <a:extLst xmlns:a="http://schemas.openxmlformats.org/drawingml/2006/main">
              <a:ext uri="{FF2B5EF4-FFF2-40B4-BE49-F238E27FC236}">
                <a16:creationId xmlns:a16="http://schemas.microsoft.com/office/drawing/2014/main" id="{6A709CF9-36F3-4B6B-9377-DC1438F28410}"/>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sues200_uav_300m_to_satellite/sues200_uav_300m_to_satellite/seed-2/count/cov-0.5/kN">
            <a:extLst xmlns:a="http://schemas.openxmlformats.org/drawingml/2006/main">
              <a:ext uri="{FF2B5EF4-FFF2-40B4-BE49-F238E27FC236}">
                <a16:creationId xmlns:a16="http://schemas.microsoft.com/office/drawing/2014/main" id="{D56051CA-EFA5-4209-80D2-7FBE8EAE2912}"/>
              </a:ext>
            </a:extLst>
          </p:cNvPr>
          <p:cNvSpPr>
            <a:spLocks xmlns:a="http://schemas.openxmlformats.org/drawingml/2006/main" noGrp="1"/>
          </p:cNvSpPr>
          <p:nvPr/>
        </p:nvSpPr>
        <p:spPr>
          <a:xfrm xmlns:a="http://schemas.openxmlformats.org/drawingml/2006/main">
            <a:off x="30700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121" name="sues200_uav_300m_to_satellite/sues200_uav_300m_to_satellite/seed-2/count/cov-0.5/overlap">
            <a:extLst xmlns:a="http://schemas.openxmlformats.org/drawingml/2006/main">
              <a:ext uri="{FF2B5EF4-FFF2-40B4-BE49-F238E27FC236}">
                <a16:creationId xmlns:a16="http://schemas.microsoft.com/office/drawing/2014/main" id="{F2F4F60B-2D60-40D5-91C0-ED1D1903430C}"/>
              </a:ext>
            </a:extLst>
          </p:cNvPr>
          <p:cNvSpPr>
            <a:spLocks xmlns:a="http://schemas.openxmlformats.org/drawingml/2006/main" noGrp="1"/>
          </p:cNvSpPr>
          <p:nvPr/>
        </p:nvSpPr>
        <p:spPr>
          <a:xfrm xmlns:a="http://schemas.openxmlformats.org/drawingml/2006/main">
            <a:off x="3832019" y="39197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1042</a:t>
            </a:r>
          </a:p>
        </p:txBody>
      </p:sp>
      <p:sp>
        <p:nvSpPr>
          <p:cNvPr id="122" name="sues200_uav_300m_to_satellite/sues200_uav_300m_to_satellite/seed-2/count/cov-0.75/requested">
            <a:extLst xmlns:a="http://schemas.openxmlformats.org/drawingml/2006/main">
              <a:ext uri="{FF2B5EF4-FFF2-40B4-BE49-F238E27FC236}">
                <a16:creationId xmlns:a16="http://schemas.microsoft.com/office/drawing/2014/main" id="{1D7D63D6-35C1-4A60-ACC2-854DA3E6BB66}"/>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sues200_uav_300m_to_satellite/sues200_uav_300m_to_satellite/seed-2/count/cov-0.75/kN">
            <a:extLst xmlns:a="http://schemas.openxmlformats.org/drawingml/2006/main">
              <a:ext uri="{FF2B5EF4-FFF2-40B4-BE49-F238E27FC236}">
                <a16:creationId xmlns:a16="http://schemas.microsoft.com/office/drawing/2014/main" id="{17D2380D-AD16-429A-BE03-3E4BBB592E31}"/>
              </a:ext>
            </a:extLst>
          </p:cNvPr>
          <p:cNvSpPr>
            <a:spLocks xmlns:a="http://schemas.openxmlformats.org/drawingml/2006/main" noGrp="1"/>
          </p:cNvSpPr>
          <p:nvPr/>
        </p:nvSpPr>
        <p:spPr>
          <a:xfrm xmlns:a="http://schemas.openxmlformats.org/drawingml/2006/main">
            <a:off x="30700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124" name="sues200_uav_300m_to_satellite/sues200_uav_300m_to_satellite/seed-2/count/cov-0.75/overlap">
            <a:extLst xmlns:a="http://schemas.openxmlformats.org/drawingml/2006/main">
              <a:ext uri="{FF2B5EF4-FFF2-40B4-BE49-F238E27FC236}">
                <a16:creationId xmlns:a16="http://schemas.microsoft.com/office/drawing/2014/main" id="{4E87E375-6576-4769-A9A2-4386B6B8F7D6}"/>
              </a:ext>
            </a:extLst>
          </p:cNvPr>
          <p:cNvSpPr>
            <a:spLocks xmlns:a="http://schemas.openxmlformats.org/drawingml/2006/main" noGrp="1"/>
          </p:cNvSpPr>
          <p:nvPr/>
        </p:nvSpPr>
        <p:spPr>
          <a:xfrm xmlns:a="http://schemas.openxmlformats.org/drawingml/2006/main">
            <a:off x="38320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2291</a:t>
            </a:r>
          </a:p>
        </p:txBody>
      </p:sp>
      <p:sp>
        <p:nvSpPr>
          <p:cNvPr id="125" name="sues200_uav_300m_to_satellite/sues200_uav_300m_to_satellite/seed-2/count/cov-0.9/requested">
            <a:extLst xmlns:a="http://schemas.openxmlformats.org/drawingml/2006/main">
              <a:ext uri="{FF2B5EF4-FFF2-40B4-BE49-F238E27FC236}">
                <a16:creationId xmlns:a16="http://schemas.microsoft.com/office/drawing/2014/main" id="{DDC28564-C84B-4310-A288-6FBFDF32580C}"/>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sues200_uav_300m_to_satellite/sues200_uav_300m_to_satellite/seed-2/count/cov-0.9/kN">
            <a:extLst xmlns:a="http://schemas.openxmlformats.org/drawingml/2006/main">
              <a:ext uri="{FF2B5EF4-FFF2-40B4-BE49-F238E27FC236}">
                <a16:creationId xmlns:a16="http://schemas.microsoft.com/office/drawing/2014/main" id="{09DDB294-766B-400D-A4EA-A06FA52BF25F}"/>
              </a:ext>
            </a:extLst>
          </p:cNvPr>
          <p:cNvSpPr>
            <a:spLocks xmlns:a="http://schemas.openxmlformats.org/drawingml/2006/main" noGrp="1"/>
          </p:cNvSpPr>
          <p:nvPr/>
        </p:nvSpPr>
        <p:spPr>
          <a:xfrm xmlns:a="http://schemas.openxmlformats.org/drawingml/2006/main">
            <a:off x="30700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127" name="sues200_uav_300m_to_satellite/sues200_uav_300m_to_satellite/seed-2/count/cov-0.9/overlap">
            <a:extLst xmlns:a="http://schemas.openxmlformats.org/drawingml/2006/main">
              <a:ext uri="{FF2B5EF4-FFF2-40B4-BE49-F238E27FC236}">
                <a16:creationId xmlns:a16="http://schemas.microsoft.com/office/drawing/2014/main" id="{D36EAE00-3472-4991-82CE-CB8BC84DFD1A}"/>
              </a:ext>
            </a:extLst>
          </p:cNvPr>
          <p:cNvSpPr>
            <a:spLocks xmlns:a="http://schemas.openxmlformats.org/drawingml/2006/main" noGrp="1"/>
          </p:cNvSpPr>
          <p:nvPr/>
        </p:nvSpPr>
        <p:spPr>
          <a:xfrm xmlns:a="http://schemas.openxmlformats.org/drawingml/2006/main">
            <a:off x="38320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3283</a:t>
            </a:r>
          </a:p>
        </p:txBody>
      </p:sp>
      <p:sp>
        <p:nvSpPr>
          <p:cNvPr id="128" name="sues200_uav_300m_to_satellite/sues200_uav_300m_to_satellite/seed-2/count/cov-1/requested">
            <a:extLst xmlns:a="http://schemas.openxmlformats.org/drawingml/2006/main">
              <a:ext uri="{FF2B5EF4-FFF2-40B4-BE49-F238E27FC236}">
                <a16:creationId xmlns:a16="http://schemas.microsoft.com/office/drawing/2014/main" id="{AD65C9FF-9E18-448E-A615-5906ADB1BF6D}"/>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sues200_uav_300m_to_satellite/sues200_uav_300m_to_satellite/seed-2/count/cov-1/kN">
            <a:extLst xmlns:a="http://schemas.openxmlformats.org/drawingml/2006/main">
              <a:ext uri="{FF2B5EF4-FFF2-40B4-BE49-F238E27FC236}">
                <a16:creationId xmlns:a16="http://schemas.microsoft.com/office/drawing/2014/main" id="{B489E1C3-7DE7-4F24-A36D-75874BCC4ED2}"/>
              </a:ext>
            </a:extLst>
          </p:cNvPr>
          <p:cNvSpPr>
            <a:spLocks xmlns:a="http://schemas.openxmlformats.org/drawingml/2006/main" noGrp="1"/>
          </p:cNvSpPr>
          <p:nvPr/>
        </p:nvSpPr>
        <p:spPr>
          <a:xfrm xmlns:a="http://schemas.openxmlformats.org/drawingml/2006/main">
            <a:off x="30700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130" name="sues200_uav_300m_to_satellite/sues200_uav_300m_to_satellite/seed-2/count/cov-1/overlap">
            <a:extLst xmlns:a="http://schemas.openxmlformats.org/drawingml/2006/main">
              <a:ext uri="{FF2B5EF4-FFF2-40B4-BE49-F238E27FC236}">
                <a16:creationId xmlns:a16="http://schemas.microsoft.com/office/drawing/2014/main" id="{3B447A19-47E8-4D93-AF39-8AB909F91AFD}"/>
              </a:ext>
            </a:extLst>
          </p:cNvPr>
          <p:cNvSpPr>
            <a:spLocks xmlns:a="http://schemas.openxmlformats.org/drawingml/2006/main" noGrp="1"/>
          </p:cNvSpPr>
          <p:nvPr/>
        </p:nvSpPr>
        <p:spPr>
          <a:xfrm xmlns:a="http://schemas.openxmlformats.org/drawingml/2006/main">
            <a:off x="38320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131" name="sues200_uav_300m_to_satellite/sues200_uav_300m_to_satellite/seed-2/success/heading">
            <a:extLst xmlns:a="http://schemas.openxmlformats.org/drawingml/2006/main">
              <a:ext uri="{FF2B5EF4-FFF2-40B4-BE49-F238E27FC236}">
                <a16:creationId xmlns:a16="http://schemas.microsoft.com/office/drawing/2014/main" id="{CDF027CA-A6B2-49E9-8665-A3B913DF7004}"/>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sues200_uav_300m_to_satellite/sues200_uav_300m_to_satellite/seed-2/success/cov-0.5/heading">
            <a:extLst xmlns:a="http://schemas.openxmlformats.org/drawingml/2006/main">
              <a:ext uri="{FF2B5EF4-FFF2-40B4-BE49-F238E27FC236}">
                <a16:creationId xmlns:a16="http://schemas.microsoft.com/office/drawing/2014/main" id="{00186FD7-36B0-459B-A8CD-24BD2E8461B3}"/>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sues200_uav_300m_to_satellite/sues200_uav_300m_to_satellite/seed-2/visual/success-cov-0.5">
            <a:extLst xmlns:a="http://schemas.openxmlformats.org/drawingml/2006/main">
              <a:ext uri="{FF2B5EF4-FFF2-40B4-BE49-F238E27FC236}">
                <a16:creationId xmlns:a16="http://schemas.microsoft.com/office/drawing/2014/main" id="{2120AC4C-E711-4AD9-BE87-90D16EEE0EEB}"/>
              </a:ext>
            </a:extLst>
          </p:cNvPr>
          <p:cNvSpPr>
            <a:spLocks xmlns:a="http://schemas.openxmlformats.org/drawingml/2006/main" noGrp="1"/>
          </p:cNvSpPr>
          <p:nvPr/>
        </p:nvSpPr>
        <p:spPr>
          <a:xfrm xmlns:a="http://schemas.openxmlformats.org/drawingml/2006/main">
            <a:off x="25800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32.250</a:t>
            </a:r>
          </a:p>
        </p:txBody>
      </p:sp>
      <p:sp>
        <p:nvSpPr>
          <p:cNvPr id="134" name="sues200_uav_300m_to_satellite/sues200_uav_300m_to_satellite/seed-2/full/success-cov-0.5">
            <a:extLst xmlns:a="http://schemas.openxmlformats.org/drawingml/2006/main">
              <a:ext uri="{FF2B5EF4-FFF2-40B4-BE49-F238E27FC236}">
                <a16:creationId xmlns:a16="http://schemas.microsoft.com/office/drawing/2014/main" id="{4A14134B-CA4A-49EF-857C-5D06FFEDEACB}"/>
              </a:ext>
            </a:extLst>
          </p:cNvPr>
          <p:cNvSpPr>
            <a:spLocks xmlns:a="http://schemas.openxmlformats.org/drawingml/2006/main" noGrp="1"/>
          </p:cNvSpPr>
          <p:nvPr/>
        </p:nvSpPr>
        <p:spPr>
          <a:xfrm xmlns:a="http://schemas.openxmlformats.org/drawingml/2006/main">
            <a:off x="25800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24.125</a:t>
            </a:r>
          </a:p>
        </p:txBody>
      </p:sp>
      <p:sp>
        <p:nvSpPr>
          <p:cNvPr id="135" name="sues200_uav_300m_to_satellite/sues200_uav_300m_to_satellite/seed-2/success/cov-0.75/heading">
            <a:extLst xmlns:a="http://schemas.openxmlformats.org/drawingml/2006/main">
              <a:ext uri="{FF2B5EF4-FFF2-40B4-BE49-F238E27FC236}">
                <a16:creationId xmlns:a16="http://schemas.microsoft.com/office/drawing/2014/main" id="{83C3E0F0-B7F1-4BC5-93CB-B720830884C0}"/>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sues200_uav_300m_to_satellite/sues200_uav_300m_to_satellite/seed-2/visual/success-cov-0.75">
            <a:extLst xmlns:a="http://schemas.openxmlformats.org/drawingml/2006/main">
              <a:ext uri="{FF2B5EF4-FFF2-40B4-BE49-F238E27FC236}">
                <a16:creationId xmlns:a16="http://schemas.microsoft.com/office/drawing/2014/main" id="{74AF8A48-D912-4104-AFD2-4651EBBF3E2B}"/>
              </a:ext>
            </a:extLst>
          </p:cNvPr>
          <p:cNvSpPr>
            <a:spLocks xmlns:a="http://schemas.openxmlformats.org/drawingml/2006/main" noGrp="1"/>
          </p:cNvSpPr>
          <p:nvPr/>
        </p:nvSpPr>
        <p:spPr>
          <a:xfrm xmlns:a="http://schemas.openxmlformats.org/drawingml/2006/main">
            <a:off x="29801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42.350</a:t>
            </a:r>
          </a:p>
        </p:txBody>
      </p:sp>
      <p:sp>
        <p:nvSpPr>
          <p:cNvPr id="137" name="sues200_uav_300m_to_satellite/sues200_uav_300m_to_satellite/seed-2/full/success-cov-0.75">
            <a:extLst xmlns:a="http://schemas.openxmlformats.org/drawingml/2006/main">
              <a:ext uri="{FF2B5EF4-FFF2-40B4-BE49-F238E27FC236}">
                <a16:creationId xmlns:a16="http://schemas.microsoft.com/office/drawing/2014/main" id="{F513A4A8-E33F-45EA-9738-0FEA0B5F99F0}"/>
              </a:ext>
            </a:extLst>
          </p:cNvPr>
          <p:cNvSpPr>
            <a:spLocks xmlns:a="http://schemas.openxmlformats.org/drawingml/2006/main" noGrp="1"/>
          </p:cNvSpPr>
          <p:nvPr/>
        </p:nvSpPr>
        <p:spPr>
          <a:xfrm xmlns:a="http://schemas.openxmlformats.org/drawingml/2006/main">
            <a:off x="29801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32.825</a:t>
            </a:r>
          </a:p>
        </p:txBody>
      </p:sp>
      <p:sp>
        <p:nvSpPr>
          <p:cNvPr id="138" name="sues200_uav_300m_to_satellite/sues200_uav_300m_to_satellite/seed-2/success/cov-0.9/heading">
            <a:extLst xmlns:a="http://schemas.openxmlformats.org/drawingml/2006/main">
              <a:ext uri="{FF2B5EF4-FFF2-40B4-BE49-F238E27FC236}">
                <a16:creationId xmlns:a16="http://schemas.microsoft.com/office/drawing/2014/main" id="{A52C367F-DF63-42C6-BF5E-F56556B56981}"/>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sues200_uav_300m_to_satellite/sues200_uav_300m_to_satellite/seed-2/visual/success-cov-0.9">
            <a:extLst xmlns:a="http://schemas.openxmlformats.org/drawingml/2006/main">
              <a:ext uri="{FF2B5EF4-FFF2-40B4-BE49-F238E27FC236}">
                <a16:creationId xmlns:a16="http://schemas.microsoft.com/office/drawing/2014/main" id="{0BB9EDA2-F06E-4DE5-88B6-172DA8770790}"/>
              </a:ext>
            </a:extLst>
          </p:cNvPr>
          <p:cNvSpPr>
            <a:spLocks xmlns:a="http://schemas.openxmlformats.org/drawingml/2006/main" noGrp="1"/>
          </p:cNvSpPr>
          <p:nvPr/>
        </p:nvSpPr>
        <p:spPr>
          <a:xfrm xmlns:a="http://schemas.openxmlformats.org/drawingml/2006/main">
            <a:off x="33801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47.025</a:t>
            </a:r>
          </a:p>
        </p:txBody>
      </p:sp>
      <p:sp>
        <p:nvSpPr>
          <p:cNvPr id="140" name="sues200_uav_300m_to_satellite/sues200_uav_300m_to_satellite/seed-2/full/success-cov-0.9">
            <a:extLst xmlns:a="http://schemas.openxmlformats.org/drawingml/2006/main">
              <a:ext uri="{FF2B5EF4-FFF2-40B4-BE49-F238E27FC236}">
                <a16:creationId xmlns:a16="http://schemas.microsoft.com/office/drawing/2014/main" id="{D1F53E37-B555-402F-B799-DFA07237F569}"/>
              </a:ext>
            </a:extLst>
          </p:cNvPr>
          <p:cNvSpPr>
            <a:spLocks xmlns:a="http://schemas.openxmlformats.org/drawingml/2006/main" noGrp="1"/>
          </p:cNvSpPr>
          <p:nvPr/>
        </p:nvSpPr>
        <p:spPr>
          <a:xfrm xmlns:a="http://schemas.openxmlformats.org/drawingml/2006/main">
            <a:off x="33801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36.700</a:t>
            </a:r>
          </a:p>
        </p:txBody>
      </p:sp>
      <p:sp>
        <p:nvSpPr>
          <p:cNvPr id="141" name="sues200_uav_300m_to_satellite/sues200_uav_300m_to_satellite/seed-2/success/cov-1/heading">
            <a:extLst xmlns:a="http://schemas.openxmlformats.org/drawingml/2006/main">
              <a:ext uri="{FF2B5EF4-FFF2-40B4-BE49-F238E27FC236}">
                <a16:creationId xmlns:a16="http://schemas.microsoft.com/office/drawing/2014/main" id="{C3E5DAAA-6E1E-4C19-99C3-50FBB5F933E2}"/>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sues200_uav_300m_to_satellite/sues200_uav_300m_to_satellite/seed-2/visual/success-cov-1">
            <a:extLst xmlns:a="http://schemas.openxmlformats.org/drawingml/2006/main">
              <a:ext uri="{FF2B5EF4-FFF2-40B4-BE49-F238E27FC236}">
                <a16:creationId xmlns:a16="http://schemas.microsoft.com/office/drawing/2014/main" id="{790A5BB5-13D2-4FD3-BC2A-6F30194AB60C}"/>
              </a:ext>
            </a:extLst>
          </p:cNvPr>
          <p:cNvSpPr>
            <a:spLocks xmlns:a="http://schemas.openxmlformats.org/drawingml/2006/main" noGrp="1"/>
          </p:cNvSpPr>
          <p:nvPr/>
        </p:nvSpPr>
        <p:spPr>
          <a:xfrm xmlns:a="http://schemas.openxmlformats.org/drawingml/2006/main">
            <a:off x="37802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49.400</a:t>
            </a:r>
          </a:p>
        </p:txBody>
      </p:sp>
      <p:sp>
        <p:nvSpPr>
          <p:cNvPr id="143" name="sues200_uav_300m_to_satellite/sues200_uav_300m_to_satellite/seed-2/full/success-cov-1">
            <a:extLst xmlns:a="http://schemas.openxmlformats.org/drawingml/2006/main">
              <a:ext uri="{FF2B5EF4-FFF2-40B4-BE49-F238E27FC236}">
                <a16:creationId xmlns:a16="http://schemas.microsoft.com/office/drawing/2014/main" id="{9ABFAFB5-0E7F-455A-935C-D40FB2B53314}"/>
              </a:ext>
            </a:extLst>
          </p:cNvPr>
          <p:cNvSpPr>
            <a:spLocks xmlns:a="http://schemas.openxmlformats.org/drawingml/2006/main" noGrp="1"/>
          </p:cNvSpPr>
          <p:nvPr/>
        </p:nvSpPr>
        <p:spPr>
          <a:xfrm xmlns:a="http://schemas.openxmlformats.org/drawingml/2006/main">
            <a:off x="37802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39.025</a:t>
            </a:r>
          </a:p>
        </p:txBody>
      </p:sp>
      <p:sp>
        <p:nvSpPr>
          <p:cNvPr id="144" name="sues200_uav_300m_to_satellite/sues200_uav_300m_to_satellite/seed-2/visual/success-prefix">
            <a:extLst xmlns:a="http://schemas.openxmlformats.org/drawingml/2006/main">
              <a:ext uri="{FF2B5EF4-FFF2-40B4-BE49-F238E27FC236}">
                <a16:creationId xmlns:a16="http://schemas.microsoft.com/office/drawing/2014/main" id="{082829AE-6B0F-4A68-A64C-9F5DEE3F8E66}"/>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sues200_uav_300m_to_satellite/sues200_uav_300m_to_satellite/seed-2/full/success-prefix">
            <a:extLst xmlns:a="http://schemas.openxmlformats.org/drawingml/2006/main">
              <a:ext uri="{FF2B5EF4-FFF2-40B4-BE49-F238E27FC236}">
                <a16:creationId xmlns:a16="http://schemas.microsoft.com/office/drawing/2014/main" id="{72C3AE9A-BBBE-4D25-B316-E71C761C7CA6}"/>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sues200_uav_300m_to_satellite/sues200_uav_300m_to_satellite/seed-3/heading">
            <a:extLst xmlns:a="http://schemas.openxmlformats.org/drawingml/2006/main">
              <a:ext uri="{FF2B5EF4-FFF2-40B4-BE49-F238E27FC236}">
                <a16:creationId xmlns:a16="http://schemas.microsoft.com/office/drawing/2014/main" id="{7E3E727B-0D7A-4E29-A99E-15F4E9FFD42F}"/>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sues200_uav_300m_to_satellite/sues200_uav_300m_to_satellite/seed-3/y-grid-0">
            <a:extLst xmlns:a="http://schemas.openxmlformats.org/drawingml/2006/main">
              <a:ext uri="{FF2B5EF4-FFF2-40B4-BE49-F238E27FC236}">
                <a16:creationId xmlns:a16="http://schemas.microsoft.com/office/drawing/2014/main" id="{D4E25199-8F2E-4055-BD48-0FC3D4319CF3}"/>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sues200_uav_300m_to_satellite/sues200_uav_300m_to_satellite/seed-3/y-label-0">
            <a:extLst xmlns:a="http://schemas.openxmlformats.org/drawingml/2006/main">
              <a:ext uri="{FF2B5EF4-FFF2-40B4-BE49-F238E27FC236}">
                <a16:creationId xmlns:a16="http://schemas.microsoft.com/office/drawing/2014/main" id="{A87A62E2-60B8-47E4-81A4-8576727F045C}"/>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sues200_uav_300m_to_satellite/sues200_uav_300m_to_satellite/seed-3/x-tick-0">
            <a:extLst xmlns:a="http://schemas.openxmlformats.org/drawingml/2006/main">
              <a:ext uri="{FF2B5EF4-FFF2-40B4-BE49-F238E27FC236}">
                <a16:creationId xmlns:a16="http://schemas.microsoft.com/office/drawing/2014/main" id="{B4216F79-605B-4EA4-8B2F-794F86881F21}"/>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sues200_uav_300m_to_satellite/sues200_uav_300m_to_satellite/seed-3/x-label-0">
            <a:extLst xmlns:a="http://schemas.openxmlformats.org/drawingml/2006/main">
              <a:ext uri="{FF2B5EF4-FFF2-40B4-BE49-F238E27FC236}">
                <a16:creationId xmlns:a16="http://schemas.microsoft.com/office/drawing/2014/main" id="{BA65A125-7A73-43D3-8BE7-15CA0ACB08D9}"/>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sues200_uav_300m_to_satellite/sues200_uav_300m_to_satellite/seed-3/y-grid-25">
            <a:extLst xmlns:a="http://schemas.openxmlformats.org/drawingml/2006/main">
              <a:ext uri="{FF2B5EF4-FFF2-40B4-BE49-F238E27FC236}">
                <a16:creationId xmlns:a16="http://schemas.microsoft.com/office/drawing/2014/main" id="{4946D0B6-E01F-44EA-B5E0-B6DEAAD6323A}"/>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sues200_uav_300m_to_satellite/sues200_uav_300m_to_satellite/seed-3/y-label-25">
            <a:extLst xmlns:a="http://schemas.openxmlformats.org/drawingml/2006/main">
              <a:ext uri="{FF2B5EF4-FFF2-40B4-BE49-F238E27FC236}">
                <a16:creationId xmlns:a16="http://schemas.microsoft.com/office/drawing/2014/main" id="{E17DFE5D-3E11-4931-9935-7DC1222D6E2B}"/>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sues200_uav_300m_to_satellite/sues200_uav_300m_to_satellite/seed-3/x-tick-25">
            <a:extLst xmlns:a="http://schemas.openxmlformats.org/drawingml/2006/main">
              <a:ext uri="{FF2B5EF4-FFF2-40B4-BE49-F238E27FC236}">
                <a16:creationId xmlns:a16="http://schemas.microsoft.com/office/drawing/2014/main" id="{B2216C93-C717-4D24-B9FA-6F15B28EC382}"/>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sues200_uav_300m_to_satellite/sues200_uav_300m_to_satellite/seed-3/x-label-25">
            <a:extLst xmlns:a="http://schemas.openxmlformats.org/drawingml/2006/main">
              <a:ext uri="{FF2B5EF4-FFF2-40B4-BE49-F238E27FC236}">
                <a16:creationId xmlns:a16="http://schemas.microsoft.com/office/drawing/2014/main" id="{97EE3A0F-00E4-4351-8E4B-0FEBA1057DE2}"/>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sues200_uav_300m_to_satellite/sues200_uav_300m_to_satellite/seed-3/y-grid-50">
            <a:extLst xmlns:a="http://schemas.openxmlformats.org/drawingml/2006/main">
              <a:ext uri="{FF2B5EF4-FFF2-40B4-BE49-F238E27FC236}">
                <a16:creationId xmlns:a16="http://schemas.microsoft.com/office/drawing/2014/main" id="{FAD4E1CB-CA1C-4864-9D67-D53CE71775F3}"/>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sues200_uav_300m_to_satellite/sues200_uav_300m_to_satellite/seed-3/y-label-50">
            <a:extLst xmlns:a="http://schemas.openxmlformats.org/drawingml/2006/main">
              <a:ext uri="{FF2B5EF4-FFF2-40B4-BE49-F238E27FC236}">
                <a16:creationId xmlns:a16="http://schemas.microsoft.com/office/drawing/2014/main" id="{10AF3775-7605-4CD4-A775-B2AC131BD47F}"/>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sues200_uav_300m_to_satellite/sues200_uav_300m_to_satellite/seed-3/x-tick-50">
            <a:extLst xmlns:a="http://schemas.openxmlformats.org/drawingml/2006/main">
              <a:ext uri="{FF2B5EF4-FFF2-40B4-BE49-F238E27FC236}">
                <a16:creationId xmlns:a16="http://schemas.microsoft.com/office/drawing/2014/main" id="{E80F0EB7-51C9-4D0D-81DB-D437B78B4B39}"/>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uav_300m_to_satellite/sues200_uav_300m_to_satellite/seed-3/x-label-50">
            <a:extLst xmlns:a="http://schemas.openxmlformats.org/drawingml/2006/main">
              <a:ext uri="{FF2B5EF4-FFF2-40B4-BE49-F238E27FC236}">
                <a16:creationId xmlns:a16="http://schemas.microsoft.com/office/drawing/2014/main" id="{3C92BB67-855D-490F-A796-DACF3131F225}"/>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sues200_uav_300m_to_satellite/sues200_uav_300m_to_satellite/seed-3/y-grid-75">
            <a:extLst xmlns:a="http://schemas.openxmlformats.org/drawingml/2006/main">
              <a:ext uri="{FF2B5EF4-FFF2-40B4-BE49-F238E27FC236}">
                <a16:creationId xmlns:a16="http://schemas.microsoft.com/office/drawing/2014/main" id="{BF82F211-61E6-4F37-BAF0-D5F5F577F7F3}"/>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sues200_uav_300m_to_satellite/sues200_uav_300m_to_satellite/seed-3/y-label-75">
            <a:extLst xmlns:a="http://schemas.openxmlformats.org/drawingml/2006/main">
              <a:ext uri="{FF2B5EF4-FFF2-40B4-BE49-F238E27FC236}">
                <a16:creationId xmlns:a16="http://schemas.microsoft.com/office/drawing/2014/main" id="{1FC15D60-FF83-45F6-A9ED-73BBC66D459D}"/>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sues200_uav_300m_to_satellite/sues200_uav_300m_to_satellite/seed-3/x-tick-75">
            <a:extLst xmlns:a="http://schemas.openxmlformats.org/drawingml/2006/main">
              <a:ext uri="{FF2B5EF4-FFF2-40B4-BE49-F238E27FC236}">
                <a16:creationId xmlns:a16="http://schemas.microsoft.com/office/drawing/2014/main" id="{A123F1CA-D690-4B41-86C5-EBBEEB929B5A}"/>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sues200_uav_300m_to_satellite/sues200_uav_300m_to_satellite/seed-3/x-label-75">
            <a:extLst xmlns:a="http://schemas.openxmlformats.org/drawingml/2006/main">
              <a:ext uri="{FF2B5EF4-FFF2-40B4-BE49-F238E27FC236}">
                <a16:creationId xmlns:a16="http://schemas.microsoft.com/office/drawing/2014/main" id="{5AE2579C-B548-46AB-A0A1-DA852BC88B82}"/>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sues200_uav_300m_to_satellite/sues200_uav_300m_to_satellite/seed-3/y-grid-100">
            <a:extLst xmlns:a="http://schemas.openxmlformats.org/drawingml/2006/main">
              <a:ext uri="{FF2B5EF4-FFF2-40B4-BE49-F238E27FC236}">
                <a16:creationId xmlns:a16="http://schemas.microsoft.com/office/drawing/2014/main" id="{F8810A12-D470-491E-B955-5F78CF5D0D76}"/>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sues200_uav_300m_to_satellite/sues200_uav_300m_to_satellite/seed-3/y-label-100">
            <a:extLst xmlns:a="http://schemas.openxmlformats.org/drawingml/2006/main">
              <a:ext uri="{FF2B5EF4-FFF2-40B4-BE49-F238E27FC236}">
                <a16:creationId xmlns:a16="http://schemas.microsoft.com/office/drawing/2014/main" id="{7DF99B18-661D-442C-9850-333C63C3A05F}"/>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sues200_uav_300m_to_satellite/sues200_uav_300m_to_satellite/seed-3/x-tick-100">
            <a:extLst xmlns:a="http://schemas.openxmlformats.org/drawingml/2006/main">
              <a:ext uri="{FF2B5EF4-FFF2-40B4-BE49-F238E27FC236}">
                <a16:creationId xmlns:a16="http://schemas.microsoft.com/office/drawing/2014/main" id="{8682F5CD-95CB-4E6E-BA2D-3BF0D880124D}"/>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sues200_uav_300m_to_satellite/sues200_uav_300m_to_satellite/seed-3/x-label-100">
            <a:extLst xmlns:a="http://schemas.openxmlformats.org/drawingml/2006/main">
              <a:ext uri="{FF2B5EF4-FFF2-40B4-BE49-F238E27FC236}">
                <a16:creationId xmlns:a16="http://schemas.microsoft.com/office/drawing/2014/main" id="{A99AC51C-8651-4A35-AD41-4B61CE0EA3A4}"/>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sues200_uav_300m_to_satellite/sues200_uav_300m_to_satellite/seed-3/y-axis">
            <a:extLst xmlns:a="http://schemas.openxmlformats.org/drawingml/2006/main">
              <a:ext uri="{FF2B5EF4-FFF2-40B4-BE49-F238E27FC236}">
                <a16:creationId xmlns:a16="http://schemas.microsoft.com/office/drawing/2014/main" id="{EA399812-9E58-4EDC-8612-DC766B5B5D43}"/>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sues200_uav_300m_to_satellite/sues200_uav_300m_to_satellite/seed-3/x-axis">
            <a:extLst xmlns:a="http://schemas.openxmlformats.org/drawingml/2006/main">
              <a:ext uri="{FF2B5EF4-FFF2-40B4-BE49-F238E27FC236}">
                <a16:creationId xmlns:a16="http://schemas.microsoft.com/office/drawing/2014/main" id="{0F123495-A460-4CC8-9D69-BA04D22E7466}"/>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sues200_uav_300m_to_satellite/sues200_uav_300m_to_satellite/seed-3/visual/guide-1-2">
            <a:extLst xmlns:a="http://schemas.openxmlformats.org/drawingml/2006/main">
              <a:ext uri="{FF2B5EF4-FFF2-40B4-BE49-F238E27FC236}">
                <a16:creationId xmlns:a16="http://schemas.microsoft.com/office/drawing/2014/main" id="{7C5A528E-795F-4870-A798-BD335AE623EA}"/>
              </a:ext>
            </a:extLst>
          </p:cNvPr>
          <p:cNvSpPr>
            <a:spLocks xmlns:a="http://schemas.openxmlformats.org/drawingml/2006/main" noGrp="1"/>
          </p:cNvSpPr>
          <p:nvPr/>
        </p:nvSpPr>
        <p:spPr>
          <a:xfrm xmlns:a="http://schemas.openxmlformats.org/drawingml/2006/main" flipV="1">
            <a:off x="5346700" y="2189175"/>
            <a:ext cx="400050" cy="156464"/>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sues200_uav_300m_to_satellite/sues200_uav_300m_to_satellite/seed-3/visual/guide-2-3">
            <a:extLst xmlns:a="http://schemas.openxmlformats.org/drawingml/2006/main">
              <a:ext uri="{FF2B5EF4-FFF2-40B4-BE49-F238E27FC236}">
                <a16:creationId xmlns:a16="http://schemas.microsoft.com/office/drawing/2014/main" id="{156DEA90-EB5B-41FF-AEBB-42D7D89E6A9E}"/>
              </a:ext>
            </a:extLst>
          </p:cNvPr>
          <p:cNvSpPr>
            <a:spLocks xmlns:a="http://schemas.openxmlformats.org/drawingml/2006/main" noGrp="1"/>
          </p:cNvSpPr>
          <p:nvPr/>
        </p:nvSpPr>
        <p:spPr>
          <a:xfrm xmlns:a="http://schemas.openxmlformats.org/drawingml/2006/main" flipV="1">
            <a:off x="5746750" y="2112366"/>
            <a:ext cx="240030" cy="7681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sues200_uav_300m_to_satellite/sues200_uav_300m_to_satellite/seed-3/visual/guide-3-4">
            <a:extLst xmlns:a="http://schemas.openxmlformats.org/drawingml/2006/main">
              <a:ext uri="{FF2B5EF4-FFF2-40B4-BE49-F238E27FC236}">
                <a16:creationId xmlns:a16="http://schemas.microsoft.com/office/drawing/2014/main" id="{BEAB24F1-DDB7-44C7-AA46-8B8B17CDF16D}"/>
              </a:ext>
            </a:extLst>
          </p:cNvPr>
          <p:cNvSpPr>
            <a:spLocks xmlns:a="http://schemas.openxmlformats.org/drawingml/2006/main" noGrp="1"/>
          </p:cNvSpPr>
          <p:nvPr/>
        </p:nvSpPr>
        <p:spPr>
          <a:xfrm xmlns:a="http://schemas.openxmlformats.org/drawingml/2006/main" flipV="1">
            <a:off x="5986780" y="2069287"/>
            <a:ext cx="160020" cy="43078"/>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sues200_uav_300m_to_satellite/sues200_uav_300m_to_satellite/seed-3/visual/point-cov-0.5">
            <a:extLst xmlns:a="http://schemas.openxmlformats.org/drawingml/2006/main">
              <a:ext uri="{FF2B5EF4-FFF2-40B4-BE49-F238E27FC236}">
                <a16:creationId xmlns:a16="http://schemas.microsoft.com/office/drawing/2014/main" id="{ECC42850-B0B3-40FD-AE5B-3C5785D9A35C}"/>
              </a:ext>
            </a:extLst>
          </p:cNvPr>
          <p:cNvSpPr>
            <a:spLocks xmlns:a="http://schemas.openxmlformats.org/drawingml/2006/main" noGrp="1"/>
          </p:cNvSpPr>
          <p:nvPr/>
        </p:nvSpPr>
        <p:spPr>
          <a:xfrm xmlns:a="http://schemas.openxmlformats.org/drawingml/2006/main">
            <a:off x="5316855" y="2315794"/>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sues200_uav_300m_to_satellite/sues200_uav_300m_to_satellite/seed-3/visual/point-cov-0.75">
            <a:extLst xmlns:a="http://schemas.openxmlformats.org/drawingml/2006/main">
              <a:ext uri="{FF2B5EF4-FFF2-40B4-BE49-F238E27FC236}">
                <a16:creationId xmlns:a16="http://schemas.microsoft.com/office/drawing/2014/main" id="{3D0E7C4E-500F-40B7-8BD7-CE439D4C92ED}"/>
              </a:ext>
            </a:extLst>
          </p:cNvPr>
          <p:cNvSpPr>
            <a:spLocks xmlns:a="http://schemas.openxmlformats.org/drawingml/2006/main" noGrp="1"/>
          </p:cNvSpPr>
          <p:nvPr/>
        </p:nvSpPr>
        <p:spPr>
          <a:xfrm xmlns:a="http://schemas.openxmlformats.org/drawingml/2006/main">
            <a:off x="5716905" y="2159330"/>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sues200_uav_300m_to_satellite/sues200_uav_300m_to_satellite/seed-3/visual/point-cov-0.9">
            <a:extLst xmlns:a="http://schemas.openxmlformats.org/drawingml/2006/main">
              <a:ext uri="{FF2B5EF4-FFF2-40B4-BE49-F238E27FC236}">
                <a16:creationId xmlns:a16="http://schemas.microsoft.com/office/drawing/2014/main" id="{AA33AA19-CC16-48F3-AA98-8DC6969F951E}"/>
              </a:ext>
            </a:extLst>
          </p:cNvPr>
          <p:cNvSpPr>
            <a:spLocks xmlns:a="http://schemas.openxmlformats.org/drawingml/2006/main" noGrp="1"/>
          </p:cNvSpPr>
          <p:nvPr/>
        </p:nvSpPr>
        <p:spPr>
          <a:xfrm xmlns:a="http://schemas.openxmlformats.org/drawingml/2006/main">
            <a:off x="5956935" y="2082521"/>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sues200_uav_300m_to_satellite/sues200_uav_300m_to_satellite/seed-3/visual/point-cov-1">
            <a:extLst xmlns:a="http://schemas.openxmlformats.org/drawingml/2006/main">
              <a:ext uri="{FF2B5EF4-FFF2-40B4-BE49-F238E27FC236}">
                <a16:creationId xmlns:a16="http://schemas.microsoft.com/office/drawing/2014/main" id="{8375A8B6-3AB3-44A2-8342-42B82CF9E85E}"/>
              </a:ext>
            </a:extLst>
          </p:cNvPr>
          <p:cNvSpPr>
            <a:spLocks xmlns:a="http://schemas.openxmlformats.org/drawingml/2006/main" noGrp="1"/>
          </p:cNvSpPr>
          <p:nvPr/>
        </p:nvSpPr>
        <p:spPr>
          <a:xfrm xmlns:a="http://schemas.openxmlformats.org/drawingml/2006/main">
            <a:off x="6116955" y="2039442"/>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sues200_uav_300m_to_satellite/sues200_uav_300m_to_satellite/seed-3/full/guide-1-2">
            <a:extLst xmlns:a="http://schemas.openxmlformats.org/drawingml/2006/main">
              <a:ext uri="{FF2B5EF4-FFF2-40B4-BE49-F238E27FC236}">
                <a16:creationId xmlns:a16="http://schemas.microsoft.com/office/drawing/2014/main" id="{C22142E8-E2A8-456A-9865-DC7C96132CB7}"/>
              </a:ext>
            </a:extLst>
          </p:cNvPr>
          <p:cNvSpPr>
            <a:spLocks xmlns:a="http://schemas.openxmlformats.org/drawingml/2006/main" noGrp="1"/>
          </p:cNvSpPr>
          <p:nvPr/>
        </p:nvSpPr>
        <p:spPr>
          <a:xfrm xmlns:a="http://schemas.openxmlformats.org/drawingml/2006/main" flipV="1">
            <a:off x="5346700" y="2350922"/>
            <a:ext cx="400050" cy="119888"/>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sues200_uav_300m_to_satellite/sues200_uav_300m_to_satellite/seed-3/full/guide-2-3">
            <a:extLst xmlns:a="http://schemas.openxmlformats.org/drawingml/2006/main">
              <a:ext uri="{FF2B5EF4-FFF2-40B4-BE49-F238E27FC236}">
                <a16:creationId xmlns:a16="http://schemas.microsoft.com/office/drawing/2014/main" id="{3C8D5B66-4BB7-4E3A-A197-62FAEA3D5098}"/>
              </a:ext>
            </a:extLst>
          </p:cNvPr>
          <p:cNvSpPr>
            <a:spLocks xmlns:a="http://schemas.openxmlformats.org/drawingml/2006/main" noGrp="1"/>
          </p:cNvSpPr>
          <p:nvPr/>
        </p:nvSpPr>
        <p:spPr>
          <a:xfrm xmlns:a="http://schemas.openxmlformats.org/drawingml/2006/main" flipV="1">
            <a:off x="5746750" y="2296465"/>
            <a:ext cx="240030" cy="54458"/>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sues200_uav_300m_to_satellite/sues200_uav_300m_to_satellite/seed-3/full/guide-3-4">
            <a:extLst xmlns:a="http://schemas.openxmlformats.org/drawingml/2006/main">
              <a:ext uri="{FF2B5EF4-FFF2-40B4-BE49-F238E27FC236}">
                <a16:creationId xmlns:a16="http://schemas.microsoft.com/office/drawing/2014/main" id="{20E9C871-EB3C-483A-B374-B14CDA6B8FD7}"/>
              </a:ext>
            </a:extLst>
          </p:cNvPr>
          <p:cNvSpPr>
            <a:spLocks xmlns:a="http://schemas.openxmlformats.org/drawingml/2006/main" noGrp="1"/>
          </p:cNvSpPr>
          <p:nvPr/>
        </p:nvSpPr>
        <p:spPr>
          <a:xfrm xmlns:a="http://schemas.openxmlformats.org/drawingml/2006/main" flipV="1">
            <a:off x="5986780" y="2273300"/>
            <a:ext cx="160020" cy="23165"/>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sues200_uav_300m_to_satellite/sues200_uav_300m_to_satellite/seed-3/full/point-cov-0.5">
            <a:extLst xmlns:a="http://schemas.openxmlformats.org/drawingml/2006/main">
              <a:ext uri="{FF2B5EF4-FFF2-40B4-BE49-F238E27FC236}">
                <a16:creationId xmlns:a16="http://schemas.microsoft.com/office/drawing/2014/main" id="{E279DF70-39C2-4AD8-BF59-BF0F663B5053}"/>
              </a:ext>
            </a:extLst>
          </p:cNvPr>
          <p:cNvSpPr>
            <a:spLocks xmlns:a="http://schemas.openxmlformats.org/drawingml/2006/main" noGrp="1"/>
          </p:cNvSpPr>
          <p:nvPr/>
        </p:nvSpPr>
        <p:spPr>
          <a:xfrm xmlns:a="http://schemas.openxmlformats.org/drawingml/2006/main">
            <a:off x="5322570" y="244668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sues200_uav_300m_to_satellite/sues200_uav_300m_to_satellite/seed-3/full/point-cov-0.75">
            <a:extLst xmlns:a="http://schemas.openxmlformats.org/drawingml/2006/main">
              <a:ext uri="{FF2B5EF4-FFF2-40B4-BE49-F238E27FC236}">
                <a16:creationId xmlns:a16="http://schemas.microsoft.com/office/drawing/2014/main" id="{B8D15AEB-BD57-4D30-883A-E58AB1C288ED}"/>
              </a:ext>
            </a:extLst>
          </p:cNvPr>
          <p:cNvSpPr>
            <a:spLocks xmlns:a="http://schemas.openxmlformats.org/drawingml/2006/main" noGrp="1"/>
          </p:cNvSpPr>
          <p:nvPr/>
        </p:nvSpPr>
        <p:spPr>
          <a:xfrm xmlns:a="http://schemas.openxmlformats.org/drawingml/2006/main">
            <a:off x="5722620" y="2326792"/>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sues200_uav_300m_to_satellite/sues200_uav_300m_to_satellite/seed-3/full/point-cov-0.9">
            <a:extLst xmlns:a="http://schemas.openxmlformats.org/drawingml/2006/main">
              <a:ext uri="{FF2B5EF4-FFF2-40B4-BE49-F238E27FC236}">
                <a16:creationId xmlns:a16="http://schemas.microsoft.com/office/drawing/2014/main" id="{095885A0-2976-49E0-9142-1C484A89C4BF}"/>
              </a:ext>
            </a:extLst>
          </p:cNvPr>
          <p:cNvSpPr>
            <a:spLocks xmlns:a="http://schemas.openxmlformats.org/drawingml/2006/main" noGrp="1"/>
          </p:cNvSpPr>
          <p:nvPr/>
        </p:nvSpPr>
        <p:spPr>
          <a:xfrm xmlns:a="http://schemas.openxmlformats.org/drawingml/2006/main">
            <a:off x="5962650" y="2272335"/>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sues200_uav_300m_to_satellite/sues200_uav_300m_to_satellite/seed-3/full/point-cov-1">
            <a:extLst xmlns:a="http://schemas.openxmlformats.org/drawingml/2006/main">
              <a:ext uri="{FF2B5EF4-FFF2-40B4-BE49-F238E27FC236}">
                <a16:creationId xmlns:a16="http://schemas.microsoft.com/office/drawing/2014/main" id="{8BF455AC-C71F-459D-958C-76C817957EC2}"/>
              </a:ext>
            </a:extLst>
          </p:cNvPr>
          <p:cNvSpPr>
            <a:spLocks xmlns:a="http://schemas.openxmlformats.org/drawingml/2006/main" noGrp="1"/>
          </p:cNvSpPr>
          <p:nvPr/>
        </p:nvSpPr>
        <p:spPr>
          <a:xfrm xmlns:a="http://schemas.openxmlformats.org/drawingml/2006/main">
            <a:off x="6122670" y="22491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sues200_uav_300m_to_satellite/sues200_uav_300m_to_satellite/seed-3/count/N">
            <a:extLst xmlns:a="http://schemas.openxmlformats.org/drawingml/2006/main">
              <a:ext uri="{FF2B5EF4-FFF2-40B4-BE49-F238E27FC236}">
                <a16:creationId xmlns:a16="http://schemas.microsoft.com/office/drawing/2014/main" id="{19A969CF-E3DA-43BD-A416-40AB214C0ED3}"/>
              </a:ext>
            </a:extLst>
          </p:cNvPr>
          <p:cNvSpPr>
            <a:spLocks xmlns:a="http://schemas.openxmlformats.org/drawingml/2006/main" noGrp="1"/>
          </p:cNvSpPr>
          <p:nvPr/>
        </p:nvSpPr>
        <p:spPr>
          <a:xfrm xmlns:a="http://schemas.openxmlformats.org/drawingml/2006/main">
            <a:off x="4863830" y="3500628"/>
            <a:ext cx="9657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4,000</a:t>
            </a:r>
          </a:p>
        </p:txBody>
      </p:sp>
      <p:sp>
        <p:nvSpPr>
          <p:cNvPr id="184" name="sues200_uav_300m_to_satellite/sues200_uav_300m_to_satellite/seed-3/count/header/requested">
            <a:extLst xmlns:a="http://schemas.openxmlformats.org/drawingml/2006/main">
              <a:ext uri="{FF2B5EF4-FFF2-40B4-BE49-F238E27FC236}">
                <a16:creationId xmlns:a16="http://schemas.microsoft.com/office/drawing/2014/main" id="{A86C2E3E-03F3-4541-AA69-83F72DC9E535}"/>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sues200_uav_300m_to_satellite/sues200_uav_300m_to_satellite/seed-3/count/header/kN">
            <a:extLst xmlns:a="http://schemas.openxmlformats.org/drawingml/2006/main">
              <a:ext uri="{FF2B5EF4-FFF2-40B4-BE49-F238E27FC236}">
                <a16:creationId xmlns:a16="http://schemas.microsoft.com/office/drawing/2014/main" id="{B4D7E825-D58E-4DA0-802F-C43428504EDA}"/>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sues200_uav_300m_to_satellite/sues200_uav_300m_to_satellite/seed-3/count/header/overlap">
            <a:extLst xmlns:a="http://schemas.openxmlformats.org/drawingml/2006/main">
              <a:ext uri="{FF2B5EF4-FFF2-40B4-BE49-F238E27FC236}">
                <a16:creationId xmlns:a16="http://schemas.microsoft.com/office/drawing/2014/main" id="{31BE1819-953D-453E-8146-8F49C5370222}"/>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sues200_uav_300m_to_satellite/sues200_uav_300m_to_satellite/seed-3/count/header/rule">
            <a:extLst xmlns:a="http://schemas.openxmlformats.org/drawingml/2006/main">
              <a:ext uri="{FF2B5EF4-FFF2-40B4-BE49-F238E27FC236}">
                <a16:creationId xmlns:a16="http://schemas.microsoft.com/office/drawing/2014/main" id="{75D768F7-8041-4C42-9016-BC20E6370563}"/>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sues200_uav_300m_to_satellite/sues200_uav_300m_to_satellite/seed-3/count/cov-0.5/requested">
            <a:extLst xmlns:a="http://schemas.openxmlformats.org/drawingml/2006/main">
              <a:ext uri="{FF2B5EF4-FFF2-40B4-BE49-F238E27FC236}">
                <a16:creationId xmlns:a16="http://schemas.microsoft.com/office/drawing/2014/main" id="{39F0A43F-6954-4A5A-9000-034F2901A82D}"/>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sues200_uav_300m_to_satellite/sues200_uav_300m_to_satellite/seed-3/count/cov-0.5/kN">
            <a:extLst xmlns:a="http://schemas.openxmlformats.org/drawingml/2006/main">
              <a:ext uri="{FF2B5EF4-FFF2-40B4-BE49-F238E27FC236}">
                <a16:creationId xmlns:a16="http://schemas.microsoft.com/office/drawing/2014/main" id="{160F7F08-917D-4AE3-9F65-27B90C0A9FCB}"/>
              </a:ext>
            </a:extLst>
          </p:cNvPr>
          <p:cNvSpPr>
            <a:spLocks xmlns:a="http://schemas.openxmlformats.org/drawingml/2006/main" noGrp="1"/>
          </p:cNvSpPr>
          <p:nvPr/>
        </p:nvSpPr>
        <p:spPr>
          <a:xfrm xmlns:a="http://schemas.openxmlformats.org/drawingml/2006/main">
            <a:off x="5076650" y="39197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2000/4000</a:t>
            </a:r>
          </a:p>
        </p:txBody>
      </p:sp>
      <p:sp>
        <p:nvSpPr>
          <p:cNvPr id="190" name="sues200_uav_300m_to_satellite/sues200_uav_300m_to_satellite/seed-3/count/cov-0.5/overlap">
            <a:extLst xmlns:a="http://schemas.openxmlformats.org/drawingml/2006/main">
              <a:ext uri="{FF2B5EF4-FFF2-40B4-BE49-F238E27FC236}">
                <a16:creationId xmlns:a16="http://schemas.microsoft.com/office/drawing/2014/main" id="{28428C07-3DF9-4E78-B681-98FA2C02FBCD}"/>
              </a:ext>
            </a:extLst>
          </p:cNvPr>
          <p:cNvSpPr>
            <a:spLocks xmlns:a="http://schemas.openxmlformats.org/drawingml/2006/main" noGrp="1"/>
          </p:cNvSpPr>
          <p:nvPr/>
        </p:nvSpPr>
        <p:spPr>
          <a:xfrm xmlns:a="http://schemas.openxmlformats.org/drawingml/2006/main">
            <a:off x="5842429" y="3919728"/>
            <a:ext cx="22774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1134</a:t>
            </a:r>
          </a:p>
        </p:txBody>
      </p:sp>
      <p:sp>
        <p:nvSpPr>
          <p:cNvPr id="191" name="sues200_uav_300m_to_satellite/sues200_uav_300m_to_satellite/seed-3/count/cov-0.75/requested">
            <a:extLst xmlns:a="http://schemas.openxmlformats.org/drawingml/2006/main">
              <a:ext uri="{FF2B5EF4-FFF2-40B4-BE49-F238E27FC236}">
                <a16:creationId xmlns:a16="http://schemas.microsoft.com/office/drawing/2014/main" id="{6A1BBEB8-B68A-4135-9047-86672CD73862}"/>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sues200_uav_300m_to_satellite/sues200_uav_300m_to_satellite/seed-3/count/cov-0.75/kN">
            <a:extLst xmlns:a="http://schemas.openxmlformats.org/drawingml/2006/main">
              <a:ext uri="{FF2B5EF4-FFF2-40B4-BE49-F238E27FC236}">
                <a16:creationId xmlns:a16="http://schemas.microsoft.com/office/drawing/2014/main" id="{3C61831D-6EBF-44A1-BB1B-95FDBA70E7F1}"/>
              </a:ext>
            </a:extLst>
          </p:cNvPr>
          <p:cNvSpPr>
            <a:spLocks xmlns:a="http://schemas.openxmlformats.org/drawingml/2006/main" noGrp="1"/>
          </p:cNvSpPr>
          <p:nvPr/>
        </p:nvSpPr>
        <p:spPr>
          <a:xfrm xmlns:a="http://schemas.openxmlformats.org/drawingml/2006/main">
            <a:off x="5076650" y="40975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3000/4000</a:t>
            </a:r>
          </a:p>
        </p:txBody>
      </p:sp>
      <p:sp>
        <p:nvSpPr>
          <p:cNvPr id="193" name="sues200_uav_300m_to_satellite/sues200_uav_300m_to_satellite/seed-3/count/cov-0.75/overlap">
            <a:extLst xmlns:a="http://schemas.openxmlformats.org/drawingml/2006/main">
              <a:ext uri="{FF2B5EF4-FFF2-40B4-BE49-F238E27FC236}">
                <a16:creationId xmlns:a16="http://schemas.microsoft.com/office/drawing/2014/main" id="{596F74D6-872D-4D09-B286-A53060776BD9}"/>
              </a:ext>
            </a:extLst>
          </p:cNvPr>
          <p:cNvSpPr>
            <a:spLocks xmlns:a="http://schemas.openxmlformats.org/drawingml/2006/main" noGrp="1"/>
          </p:cNvSpPr>
          <p:nvPr/>
        </p:nvSpPr>
        <p:spPr>
          <a:xfrm xmlns:a="http://schemas.openxmlformats.org/drawingml/2006/main">
            <a:off x="5838619" y="40975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2307</a:t>
            </a:r>
          </a:p>
        </p:txBody>
      </p:sp>
      <p:sp>
        <p:nvSpPr>
          <p:cNvPr id="194" name="sues200_uav_300m_to_satellite/sues200_uav_300m_to_satellite/seed-3/count/cov-0.9/requested">
            <a:extLst xmlns:a="http://schemas.openxmlformats.org/drawingml/2006/main">
              <a:ext uri="{FF2B5EF4-FFF2-40B4-BE49-F238E27FC236}">
                <a16:creationId xmlns:a16="http://schemas.microsoft.com/office/drawing/2014/main" id="{CA853E7E-756D-4C6E-8A70-2B5EF09035FE}"/>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sues200_uav_300m_to_satellite/sues200_uav_300m_to_satellite/seed-3/count/cov-0.9/kN">
            <a:extLst xmlns:a="http://schemas.openxmlformats.org/drawingml/2006/main">
              <a:ext uri="{FF2B5EF4-FFF2-40B4-BE49-F238E27FC236}">
                <a16:creationId xmlns:a16="http://schemas.microsoft.com/office/drawing/2014/main" id="{F0D44A08-5ABF-4F7A-A84A-AC8652F027C8}"/>
              </a:ext>
            </a:extLst>
          </p:cNvPr>
          <p:cNvSpPr>
            <a:spLocks xmlns:a="http://schemas.openxmlformats.org/drawingml/2006/main" noGrp="1"/>
          </p:cNvSpPr>
          <p:nvPr/>
        </p:nvSpPr>
        <p:spPr>
          <a:xfrm xmlns:a="http://schemas.openxmlformats.org/drawingml/2006/main">
            <a:off x="5076650" y="42753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3600/4000</a:t>
            </a:r>
          </a:p>
        </p:txBody>
      </p:sp>
      <p:sp>
        <p:nvSpPr>
          <p:cNvPr id="196" name="sues200_uav_300m_to_satellite/sues200_uav_300m_to_satellite/seed-3/count/cov-0.9/overlap">
            <a:extLst xmlns:a="http://schemas.openxmlformats.org/drawingml/2006/main">
              <a:ext uri="{FF2B5EF4-FFF2-40B4-BE49-F238E27FC236}">
                <a16:creationId xmlns:a16="http://schemas.microsoft.com/office/drawing/2014/main" id="{AF2CE328-735C-4B9C-8A8A-7B45A106D65F}"/>
              </a:ext>
            </a:extLst>
          </p:cNvPr>
          <p:cNvSpPr>
            <a:spLocks xmlns:a="http://schemas.openxmlformats.org/drawingml/2006/main" noGrp="1"/>
          </p:cNvSpPr>
          <p:nvPr/>
        </p:nvSpPr>
        <p:spPr>
          <a:xfrm xmlns:a="http://schemas.openxmlformats.org/drawingml/2006/main">
            <a:off x="5838619" y="42753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3284</a:t>
            </a:r>
          </a:p>
        </p:txBody>
      </p:sp>
      <p:sp>
        <p:nvSpPr>
          <p:cNvPr id="197" name="sues200_uav_300m_to_satellite/sues200_uav_300m_to_satellite/seed-3/count/cov-1/requested">
            <a:extLst xmlns:a="http://schemas.openxmlformats.org/drawingml/2006/main">
              <a:ext uri="{FF2B5EF4-FFF2-40B4-BE49-F238E27FC236}">
                <a16:creationId xmlns:a16="http://schemas.microsoft.com/office/drawing/2014/main" id="{E62EF834-BE58-4E5F-B5EA-35823DB96673}"/>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sues200_uav_300m_to_satellite/sues200_uav_300m_to_satellite/seed-3/count/cov-1/kN">
            <a:extLst xmlns:a="http://schemas.openxmlformats.org/drawingml/2006/main">
              <a:ext uri="{FF2B5EF4-FFF2-40B4-BE49-F238E27FC236}">
                <a16:creationId xmlns:a16="http://schemas.microsoft.com/office/drawing/2014/main" id="{1D6807CA-96D4-41D9-A4D7-EC8250169AAA}"/>
              </a:ext>
            </a:extLst>
          </p:cNvPr>
          <p:cNvSpPr>
            <a:spLocks xmlns:a="http://schemas.openxmlformats.org/drawingml/2006/main" noGrp="1"/>
          </p:cNvSpPr>
          <p:nvPr/>
        </p:nvSpPr>
        <p:spPr>
          <a:xfrm xmlns:a="http://schemas.openxmlformats.org/drawingml/2006/main">
            <a:off x="5076650" y="4453128"/>
            <a:ext cx="4892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4000/4000</a:t>
            </a:r>
          </a:p>
        </p:txBody>
      </p:sp>
      <p:sp>
        <p:nvSpPr>
          <p:cNvPr id="199" name="sues200_uav_300m_to_satellite/sues200_uav_300m_to_satellite/seed-3/count/cov-1/overlap">
            <a:extLst xmlns:a="http://schemas.openxmlformats.org/drawingml/2006/main">
              <a:ext uri="{FF2B5EF4-FFF2-40B4-BE49-F238E27FC236}">
                <a16:creationId xmlns:a16="http://schemas.microsoft.com/office/drawing/2014/main" id="{345AAE36-47AD-48F6-872A-C063AF283DE1}"/>
              </a:ext>
            </a:extLst>
          </p:cNvPr>
          <p:cNvSpPr>
            <a:spLocks xmlns:a="http://schemas.openxmlformats.org/drawingml/2006/main" noGrp="1"/>
          </p:cNvSpPr>
          <p:nvPr/>
        </p:nvSpPr>
        <p:spPr>
          <a:xfrm xmlns:a="http://schemas.openxmlformats.org/drawingml/2006/main">
            <a:off x="5838619" y="4453128"/>
            <a:ext cx="23536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4000</a:t>
            </a:r>
          </a:p>
        </p:txBody>
      </p:sp>
      <p:sp>
        <p:nvSpPr>
          <p:cNvPr id="200" name="sues200_uav_300m_to_satellite/sues200_uav_300m_to_satellite/seed-3/success/heading">
            <a:extLst xmlns:a="http://schemas.openxmlformats.org/drawingml/2006/main">
              <a:ext uri="{FF2B5EF4-FFF2-40B4-BE49-F238E27FC236}">
                <a16:creationId xmlns:a16="http://schemas.microsoft.com/office/drawing/2014/main" id="{43F7F32C-0F0A-42E0-8359-3A8524E0DE16}"/>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sues200_uav_300m_to_satellite/sues200_uav_300m_to_satellite/seed-3/success/cov-0.5/heading">
            <a:extLst xmlns:a="http://schemas.openxmlformats.org/drawingml/2006/main">
              <a:ext uri="{FF2B5EF4-FFF2-40B4-BE49-F238E27FC236}">
                <a16:creationId xmlns:a16="http://schemas.microsoft.com/office/drawing/2014/main" id="{B70B3312-C9C7-4DF9-B521-7EEFAFC01888}"/>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sues200_uav_300m_to_satellite/sues200_uav_300m_to_satellite/seed-3/visual/success-cov-0.5">
            <a:extLst xmlns:a="http://schemas.openxmlformats.org/drawingml/2006/main">
              <a:ext uri="{FF2B5EF4-FFF2-40B4-BE49-F238E27FC236}">
                <a16:creationId xmlns:a16="http://schemas.microsoft.com/office/drawing/2014/main" id="{774F942A-4475-4D87-9D92-27A25CF3A16D}"/>
              </a:ext>
            </a:extLst>
          </p:cNvPr>
          <p:cNvSpPr>
            <a:spLocks xmlns:a="http://schemas.openxmlformats.org/drawingml/2006/main" noGrp="1"/>
          </p:cNvSpPr>
          <p:nvPr/>
        </p:nvSpPr>
        <p:spPr>
          <a:xfrm xmlns:a="http://schemas.openxmlformats.org/drawingml/2006/main">
            <a:off x="45866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33.050</a:t>
            </a:r>
          </a:p>
        </p:txBody>
      </p:sp>
      <p:sp>
        <p:nvSpPr>
          <p:cNvPr id="203" name="sues200_uav_300m_to_satellite/sues200_uav_300m_to_satellite/seed-3/full/success-cov-0.5">
            <a:extLst xmlns:a="http://schemas.openxmlformats.org/drawingml/2006/main">
              <a:ext uri="{FF2B5EF4-FFF2-40B4-BE49-F238E27FC236}">
                <a16:creationId xmlns:a16="http://schemas.microsoft.com/office/drawing/2014/main" id="{DFE7FCFF-A03D-4FC0-A530-19980B802F2A}"/>
              </a:ext>
            </a:extLst>
          </p:cNvPr>
          <p:cNvSpPr>
            <a:spLocks xmlns:a="http://schemas.openxmlformats.org/drawingml/2006/main" noGrp="1"/>
          </p:cNvSpPr>
          <p:nvPr/>
        </p:nvSpPr>
        <p:spPr>
          <a:xfrm xmlns:a="http://schemas.openxmlformats.org/drawingml/2006/main">
            <a:off x="45866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25.350</a:t>
            </a:r>
          </a:p>
        </p:txBody>
      </p:sp>
      <p:sp>
        <p:nvSpPr>
          <p:cNvPr id="204" name="sues200_uav_300m_to_satellite/sues200_uav_300m_to_satellite/seed-3/success/cov-0.75/heading">
            <a:extLst xmlns:a="http://schemas.openxmlformats.org/drawingml/2006/main">
              <a:ext uri="{FF2B5EF4-FFF2-40B4-BE49-F238E27FC236}">
                <a16:creationId xmlns:a16="http://schemas.microsoft.com/office/drawing/2014/main" id="{7CC431B9-1AB4-4CD3-9C7B-D9C6D07CC475}"/>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sues200_uav_300m_to_satellite/sues200_uav_300m_to_satellite/seed-3/visual/success-cov-0.75">
            <a:extLst xmlns:a="http://schemas.openxmlformats.org/drawingml/2006/main">
              <a:ext uri="{FF2B5EF4-FFF2-40B4-BE49-F238E27FC236}">
                <a16:creationId xmlns:a16="http://schemas.microsoft.com/office/drawing/2014/main" id="{2E1FD9E1-92FF-4E3D-B474-1A77070A8B08}"/>
              </a:ext>
            </a:extLst>
          </p:cNvPr>
          <p:cNvSpPr>
            <a:spLocks xmlns:a="http://schemas.openxmlformats.org/drawingml/2006/main" noGrp="1"/>
          </p:cNvSpPr>
          <p:nvPr/>
        </p:nvSpPr>
        <p:spPr>
          <a:xfrm xmlns:a="http://schemas.openxmlformats.org/drawingml/2006/main">
            <a:off x="49867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42.675</a:t>
            </a:r>
          </a:p>
        </p:txBody>
      </p:sp>
      <p:sp>
        <p:nvSpPr>
          <p:cNvPr id="206" name="sues200_uav_300m_to_satellite/sues200_uav_300m_to_satellite/seed-3/full/success-cov-0.75">
            <a:extLst xmlns:a="http://schemas.openxmlformats.org/drawingml/2006/main">
              <a:ext uri="{FF2B5EF4-FFF2-40B4-BE49-F238E27FC236}">
                <a16:creationId xmlns:a16="http://schemas.microsoft.com/office/drawing/2014/main" id="{635A4DF2-49C0-459C-B8CE-88155D6F8514}"/>
              </a:ext>
            </a:extLst>
          </p:cNvPr>
          <p:cNvSpPr>
            <a:spLocks xmlns:a="http://schemas.openxmlformats.org/drawingml/2006/main" noGrp="1"/>
          </p:cNvSpPr>
          <p:nvPr/>
        </p:nvSpPr>
        <p:spPr>
          <a:xfrm xmlns:a="http://schemas.openxmlformats.org/drawingml/2006/main">
            <a:off x="49867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32.725</a:t>
            </a:r>
          </a:p>
        </p:txBody>
      </p:sp>
      <p:sp>
        <p:nvSpPr>
          <p:cNvPr id="207" name="sues200_uav_300m_to_satellite/sues200_uav_300m_to_satellite/seed-3/success/cov-0.9/heading">
            <a:extLst xmlns:a="http://schemas.openxmlformats.org/drawingml/2006/main">
              <a:ext uri="{FF2B5EF4-FFF2-40B4-BE49-F238E27FC236}">
                <a16:creationId xmlns:a16="http://schemas.microsoft.com/office/drawing/2014/main" id="{80A4BB75-BAF7-41E5-A333-DC2BE7B9A170}"/>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sues200_uav_300m_to_satellite/sues200_uav_300m_to_satellite/seed-3/visual/success-cov-0.9">
            <a:extLst xmlns:a="http://schemas.openxmlformats.org/drawingml/2006/main">
              <a:ext uri="{FF2B5EF4-FFF2-40B4-BE49-F238E27FC236}">
                <a16:creationId xmlns:a16="http://schemas.microsoft.com/office/drawing/2014/main" id="{11281068-18A5-4AAE-88BE-4B30F70639EB}"/>
              </a:ext>
            </a:extLst>
          </p:cNvPr>
          <p:cNvSpPr>
            <a:spLocks xmlns:a="http://schemas.openxmlformats.org/drawingml/2006/main" noGrp="1"/>
          </p:cNvSpPr>
          <p:nvPr/>
        </p:nvSpPr>
        <p:spPr>
          <a:xfrm xmlns:a="http://schemas.openxmlformats.org/drawingml/2006/main">
            <a:off x="53867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47.400</a:t>
            </a:r>
          </a:p>
        </p:txBody>
      </p:sp>
      <p:sp>
        <p:nvSpPr>
          <p:cNvPr id="209" name="sues200_uav_300m_to_satellite/sues200_uav_300m_to_satellite/seed-3/full/success-cov-0.9">
            <a:extLst xmlns:a="http://schemas.openxmlformats.org/drawingml/2006/main">
              <a:ext uri="{FF2B5EF4-FFF2-40B4-BE49-F238E27FC236}">
                <a16:creationId xmlns:a16="http://schemas.microsoft.com/office/drawing/2014/main" id="{35129BE4-1BA9-4222-BD3B-DAECB35A7548}"/>
              </a:ext>
            </a:extLst>
          </p:cNvPr>
          <p:cNvSpPr>
            <a:spLocks xmlns:a="http://schemas.openxmlformats.org/drawingml/2006/main" noGrp="1"/>
          </p:cNvSpPr>
          <p:nvPr/>
        </p:nvSpPr>
        <p:spPr>
          <a:xfrm xmlns:a="http://schemas.openxmlformats.org/drawingml/2006/main">
            <a:off x="53867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36.075</a:t>
            </a:r>
          </a:p>
        </p:txBody>
      </p:sp>
      <p:sp>
        <p:nvSpPr>
          <p:cNvPr id="210" name="sues200_uav_300m_to_satellite/sues200_uav_300m_to_satellite/seed-3/success/cov-1/heading">
            <a:extLst xmlns:a="http://schemas.openxmlformats.org/drawingml/2006/main">
              <a:ext uri="{FF2B5EF4-FFF2-40B4-BE49-F238E27FC236}">
                <a16:creationId xmlns:a16="http://schemas.microsoft.com/office/drawing/2014/main" id="{C4BD16AA-D3F9-452B-B1DF-914B8E8154DE}"/>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sues200_uav_300m_to_satellite/sues200_uav_300m_to_satellite/seed-3/visual/success-cov-1">
            <a:extLst xmlns:a="http://schemas.openxmlformats.org/drawingml/2006/main">
              <a:ext uri="{FF2B5EF4-FFF2-40B4-BE49-F238E27FC236}">
                <a16:creationId xmlns:a16="http://schemas.microsoft.com/office/drawing/2014/main" id="{815F6EC5-A510-4396-BF1E-8557C757E1F5}"/>
              </a:ext>
            </a:extLst>
          </p:cNvPr>
          <p:cNvSpPr>
            <a:spLocks xmlns:a="http://schemas.openxmlformats.org/drawingml/2006/main" noGrp="1"/>
          </p:cNvSpPr>
          <p:nvPr/>
        </p:nvSpPr>
        <p:spPr>
          <a:xfrm xmlns:a="http://schemas.openxmlformats.org/drawingml/2006/main">
            <a:off x="57868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50.050</a:t>
            </a:r>
          </a:p>
        </p:txBody>
      </p:sp>
      <p:sp>
        <p:nvSpPr>
          <p:cNvPr id="212" name="sues200_uav_300m_to_satellite/sues200_uav_300m_to_satellite/seed-3/full/success-cov-1">
            <a:extLst xmlns:a="http://schemas.openxmlformats.org/drawingml/2006/main">
              <a:ext uri="{FF2B5EF4-FFF2-40B4-BE49-F238E27FC236}">
                <a16:creationId xmlns:a16="http://schemas.microsoft.com/office/drawing/2014/main" id="{89281302-9918-4244-B0F8-C258CB71C0A6}"/>
              </a:ext>
            </a:extLst>
          </p:cNvPr>
          <p:cNvSpPr>
            <a:spLocks xmlns:a="http://schemas.openxmlformats.org/drawingml/2006/main" noGrp="1"/>
          </p:cNvSpPr>
          <p:nvPr/>
        </p:nvSpPr>
        <p:spPr>
          <a:xfrm xmlns:a="http://schemas.openxmlformats.org/drawingml/2006/main">
            <a:off x="57868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37.500</a:t>
            </a:r>
          </a:p>
        </p:txBody>
      </p:sp>
      <p:sp>
        <p:nvSpPr>
          <p:cNvPr id="213" name="sues200_uav_300m_to_satellite/sues200_uav_300m_to_satellite/seed-3/visual/success-prefix">
            <a:extLst xmlns:a="http://schemas.openxmlformats.org/drawingml/2006/main">
              <a:ext uri="{FF2B5EF4-FFF2-40B4-BE49-F238E27FC236}">
                <a16:creationId xmlns:a16="http://schemas.microsoft.com/office/drawing/2014/main" id="{09C955F4-3F2D-4ABD-8262-0817368CA2DE}"/>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sues200_uav_300m_to_satellite/sues200_uav_300m_to_satellite/seed-3/full/success-prefix">
            <a:extLst xmlns:a="http://schemas.openxmlformats.org/drawingml/2006/main">
              <a:ext uri="{FF2B5EF4-FFF2-40B4-BE49-F238E27FC236}">
                <a16:creationId xmlns:a16="http://schemas.microsoft.com/office/drawing/2014/main" id="{C3296A1A-4266-42AB-97DF-BE03D517B834}"/>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sues200_uav_300m_to_satellite/x-axis-label">
            <a:extLst xmlns:a="http://schemas.openxmlformats.org/drawingml/2006/main">
              <a:ext uri="{FF2B5EF4-FFF2-40B4-BE49-F238E27FC236}">
                <a16:creationId xmlns:a16="http://schemas.microsoft.com/office/drawing/2014/main" id="{AC59039E-6012-436C-A9D2-26569D8F532E}"/>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sues200_uav_300m_to_satellite/footnote-1">
            <a:extLst xmlns:a="http://schemas.openxmlformats.org/drawingml/2006/main">
              <a:ext uri="{FF2B5EF4-FFF2-40B4-BE49-F238E27FC236}">
                <a16:creationId xmlns:a16="http://schemas.microsoft.com/office/drawing/2014/main" id="{00D514B4-6201-4E1E-81C8-A6BFEB4B2596}"/>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sues200_uav_300m_to_satellite/footnote-2">
            <a:extLst xmlns:a="http://schemas.openxmlformats.org/drawingml/2006/main">
              <a:ext uri="{FF2B5EF4-FFF2-40B4-BE49-F238E27FC236}">
                <a16:creationId xmlns:a16="http://schemas.microsoft.com/office/drawing/2014/main" id="{BBFADCB9-3635-44FF-BD44-244EBE34FE77}"/>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sues200_uav_300m_to_satellite/footnote-3">
            <a:extLst xmlns:a="http://schemas.openxmlformats.org/drawingml/2006/main">
              <a:ext uri="{FF2B5EF4-FFF2-40B4-BE49-F238E27FC236}">
                <a16:creationId xmlns:a16="http://schemas.microsoft.com/office/drawing/2014/main" id="{407B1651-8A89-44F9-A805-602CE0D7A266}"/>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sues200_uav_300m_to_satellite/footnote-4">
            <a:extLst xmlns:a="http://schemas.openxmlformats.org/drawingml/2006/main">
              <a:ext uri="{FF2B5EF4-FFF2-40B4-BE49-F238E27FC236}">
                <a16:creationId xmlns:a16="http://schemas.microsoft.com/office/drawing/2014/main" id="{19A3346A-2677-4158-BC4C-D94CD4F23946}"/>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sues200_uav_300m_to_satellite/footnote-5">
            <a:extLst xmlns:a="http://schemas.openxmlformats.org/drawingml/2006/main">
              <a:ext uri="{FF2B5EF4-FFF2-40B4-BE49-F238E27FC236}">
                <a16:creationId xmlns:a16="http://schemas.microsoft.com/office/drawing/2014/main" id="{25F4C304-F540-471C-B641-E551DBA08392}"/>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sues200_uav_300m_to_satellite/footnote-6">
            <a:extLst xmlns:a="http://schemas.openxmlformats.org/drawingml/2006/main">
              <a:ext uri="{FF2B5EF4-FFF2-40B4-BE49-F238E27FC236}">
                <a16:creationId xmlns:a16="http://schemas.microsoft.com/office/drawing/2014/main" id="{DF4C4D03-551F-459E-BC06-661089C1C401}"/>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41677615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2" name="sues200_satellite_to_uav_300m/title">
            <a:extLst xmlns:a="http://schemas.openxmlformats.org/drawingml/2006/main">
              <a:ext uri="{FF2B5EF4-FFF2-40B4-BE49-F238E27FC236}">
                <a16:creationId xmlns:a16="http://schemas.microsoft.com/office/drawing/2014/main" id="{E8361E6D-96FF-45FA-AC5A-3B1AD48306E9}"/>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300 m</a:t>
            </a:r>
          </a:p>
        </p:txBody>
      </p:sp>
      <p:sp>
        <p:nvSpPr>
          <p:cNvPr id="2" name="sues200_satellite_to_uav_300m/subtitle">
            <a:extLst xmlns:a="http://schemas.openxmlformats.org/drawingml/2006/main">
              <a:ext uri="{FF2B5EF4-FFF2-40B4-BE49-F238E27FC236}">
                <a16:creationId xmlns:a16="http://schemas.microsoft.com/office/drawing/2014/main" id="{63BD3E88-7510-43D9-9521-5B51CAD3D079}"/>
              </a:ext>
            </a:extLst>
          </p:cNvPr>
          <p:cNvSpPr>
            <a:spLocks xmlns:a="http://schemas.openxmlformats.org/drawingml/2006/main" noGrp="1"/>
          </p:cNvSpPr>
          <p:nvPr/>
        </p:nvSpPr>
        <p:spPr>
          <a:xfrm xmlns:a="http://schemas.openxmlformats.org/drawingml/2006/main">
            <a:off x="190500" y="326644"/>
            <a:ext cx="281711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Coverage-constrained success on the full query set</a:t>
            </a:r>
          </a:p>
        </p:txBody>
      </p:sp>
      <p:sp>
        <p:nvSpPr>
          <p:cNvPr id="3" name="sues200_satellite_to_uav_300m/legend/visual/marker">
            <a:extLst xmlns:a="http://schemas.openxmlformats.org/drawingml/2006/main">
              <a:ext uri="{FF2B5EF4-FFF2-40B4-BE49-F238E27FC236}">
                <a16:creationId xmlns:a16="http://schemas.microsoft.com/office/drawing/2014/main" id="{3398285F-8677-4C64-96E4-63E4DD5F7968}"/>
              </a:ext>
            </a:extLst>
          </p:cNvPr>
          <p:cNvSpPr>
            <a:spLocks xmlns:a="http://schemas.openxmlformats.org/drawingml/2006/main" noGrp="1"/>
          </p:cNvSpPr>
          <p:nvPr/>
        </p:nvSpPr>
        <p:spPr>
          <a:xfrm xmlns:a="http://schemas.openxmlformats.org/drawingml/2006/main">
            <a:off x="198755" y="5797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4" name="sues200_satellite_to_uav_300m/legend/visual/text">
            <a:extLst xmlns:a="http://schemas.openxmlformats.org/drawingml/2006/main">
              <a:ext uri="{FF2B5EF4-FFF2-40B4-BE49-F238E27FC236}">
                <a16:creationId xmlns:a16="http://schemas.microsoft.com/office/drawing/2014/main" id="{FDF91A59-E3E3-408A-8AC4-0DF348623AFA}"/>
              </a:ext>
            </a:extLst>
          </p:cNvPr>
          <p:cNvSpPr>
            <a:spLocks xmlns:a="http://schemas.openxmlformats.org/drawingml/2006/main" noGrp="1"/>
          </p:cNvSpPr>
          <p:nvPr/>
        </p:nvSpPr>
        <p:spPr>
          <a:xfrm xmlns:a="http://schemas.openxmlformats.org/drawingml/2006/main">
            <a:off x="342900" y="554228"/>
            <a:ext cx="44767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(V)</a:t>
            </a:r>
          </a:p>
        </p:txBody>
      </p:sp>
      <p:sp>
        <p:nvSpPr>
          <p:cNvPr id="5" name="sues200_satellite_to_uav_300m/legend/full/marker">
            <a:extLst xmlns:a="http://schemas.openxmlformats.org/drawingml/2006/main">
              <a:ext uri="{FF2B5EF4-FFF2-40B4-BE49-F238E27FC236}">
                <a16:creationId xmlns:a16="http://schemas.microsoft.com/office/drawing/2014/main" id="{EE6313A9-0CF0-4021-B13E-290F172ECBE0}"/>
              </a:ext>
            </a:extLst>
          </p:cNvPr>
          <p:cNvSpPr>
            <a:spLocks xmlns:a="http://schemas.openxmlformats.org/drawingml/2006/main" noGrp="1"/>
          </p:cNvSpPr>
          <p:nvPr/>
        </p:nvSpPr>
        <p:spPr>
          <a:xfrm xmlns:a="http://schemas.openxmlformats.org/drawingml/2006/main">
            <a:off x="1372870" y="5854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6" name="sues200_satellite_to_uav_300m/legend/full/text">
            <a:extLst xmlns:a="http://schemas.openxmlformats.org/drawingml/2006/main">
              <a:ext uri="{FF2B5EF4-FFF2-40B4-BE49-F238E27FC236}">
                <a16:creationId xmlns:a16="http://schemas.microsoft.com/office/drawing/2014/main" id="{D70517E4-8049-426F-86D0-418F489CEC8A}"/>
              </a:ext>
            </a:extLst>
          </p:cNvPr>
          <p:cNvSpPr>
            <a:spLocks xmlns:a="http://schemas.openxmlformats.org/drawingml/2006/main" noGrp="1"/>
          </p:cNvSpPr>
          <p:nvPr/>
        </p:nvSpPr>
        <p:spPr>
          <a:xfrm xmlns:a="http://schemas.openxmlformats.org/drawingml/2006/main">
            <a:off x="1511300" y="554228"/>
            <a:ext cx="33089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 (F)</a:t>
            </a:r>
          </a:p>
        </p:txBody>
      </p:sp>
      <p:sp>
        <p:nvSpPr>
          <p:cNvPr id="7" name="sues200_satellite_to_uav_300m/y-axis-label">
            <a:extLst xmlns:a="http://schemas.openxmlformats.org/drawingml/2006/main">
              <a:ext uri="{FF2B5EF4-FFF2-40B4-BE49-F238E27FC236}">
                <a16:creationId xmlns:a16="http://schemas.microsoft.com/office/drawing/2014/main" id="{20EFEC18-8E6A-40FF-A95B-049CC18C2EC1}"/>
              </a:ext>
            </a:extLst>
          </p:cNvPr>
          <p:cNvSpPr>
            <a:spLocks xmlns:a="http://schemas.openxmlformats.org/drawingml/2006/main" noGrp="1"/>
          </p:cNvSpPr>
          <p:nvPr/>
        </p:nvSpPr>
        <p:spPr>
          <a:xfrm xmlns:a="http://schemas.openxmlformats.org/drawingml/2006/main">
            <a:off x="190500" y="795528"/>
            <a:ext cx="204406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Selected AND Top-1 correct / full query N (%)</a:t>
            </a:r>
          </a:p>
        </p:txBody>
      </p:sp>
      <p:sp>
        <p:nvSpPr>
          <p:cNvPr id="8" name="sues200_satellite_to_uav_300m/sues200_satellite_to_uav_300m/seed-1/heading">
            <a:extLst xmlns:a="http://schemas.openxmlformats.org/drawingml/2006/main">
              <a:ext uri="{FF2B5EF4-FFF2-40B4-BE49-F238E27FC236}">
                <a16:creationId xmlns:a16="http://schemas.microsoft.com/office/drawing/2014/main" id="{0CDD0885-0FE2-4EE4-8668-464D598BC327}"/>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satellite_to_uav_300m/sues200_satellite_to_uav_300m/seed-1/y-grid-0">
            <a:extLst xmlns:a="http://schemas.openxmlformats.org/drawingml/2006/main">
              <a:ext uri="{FF2B5EF4-FFF2-40B4-BE49-F238E27FC236}">
                <a16:creationId xmlns:a16="http://schemas.microsoft.com/office/drawing/2014/main" id="{DEF119DB-A3F4-45C5-BD73-D0B7C2F40332}"/>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satellite_to_uav_300m/sues200_satellite_to_uav_300m/seed-1/y-label-0">
            <a:extLst xmlns:a="http://schemas.openxmlformats.org/drawingml/2006/main">
              <a:ext uri="{FF2B5EF4-FFF2-40B4-BE49-F238E27FC236}">
                <a16:creationId xmlns:a16="http://schemas.microsoft.com/office/drawing/2014/main" id="{E5CA1F33-471A-46BA-AF8B-47DAF5230500}"/>
              </a:ext>
            </a:extLst>
          </p:cNvPr>
          <p:cNvSpPr>
            <a:spLocks xmlns:a="http://schemas.openxmlformats.org/drawingml/2006/main" noGrp="1"/>
          </p:cNvSpPr>
          <p:nvPr/>
        </p:nvSpPr>
        <p:spPr>
          <a:xfrm xmlns:a="http://schemas.openxmlformats.org/drawingml/2006/main">
            <a:off x="4038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satellite_to_uav_300m/sues200_satellite_to_uav_300m/seed-1/x-tick-0">
            <a:extLst xmlns:a="http://schemas.openxmlformats.org/drawingml/2006/main">
              <a:ext uri="{FF2B5EF4-FFF2-40B4-BE49-F238E27FC236}">
                <a16:creationId xmlns:a16="http://schemas.microsoft.com/office/drawing/2014/main" id="{59DDE5E7-FEAD-4341-8AA3-69B415EA1FA4}"/>
              </a:ext>
            </a:extLst>
          </p:cNvPr>
          <p:cNvSpPr>
            <a:spLocks xmlns:a="http://schemas.openxmlformats.org/drawingml/2006/main" noGrp="1"/>
          </p:cNvSpPr>
          <p:nvPr/>
        </p:nvSpPr>
        <p:spPr>
          <a:xfrm xmlns:a="http://schemas.openxmlformats.org/drawingml/2006/main" flipV="0">
            <a:off x="5334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satellite_to_uav_300m/sues200_satellite_to_uav_300m/seed-1/x-label-0">
            <a:extLst xmlns:a="http://schemas.openxmlformats.org/drawingml/2006/main">
              <a:ext uri="{FF2B5EF4-FFF2-40B4-BE49-F238E27FC236}">
                <a16:creationId xmlns:a16="http://schemas.microsoft.com/office/drawing/2014/main" id="{6CE88C5B-1440-4E60-9BAC-4296584CBC39}"/>
              </a:ext>
            </a:extLst>
          </p:cNvPr>
          <p:cNvSpPr>
            <a:spLocks xmlns:a="http://schemas.openxmlformats.org/drawingml/2006/main" noGrp="1"/>
          </p:cNvSpPr>
          <p:nvPr/>
        </p:nvSpPr>
        <p:spPr>
          <a:xfrm xmlns:a="http://schemas.openxmlformats.org/drawingml/2006/main">
            <a:off x="5003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300m/sues200_satellite_to_uav_300m/seed-1/y-grid-25">
            <a:extLst xmlns:a="http://schemas.openxmlformats.org/drawingml/2006/main">
              <a:ext uri="{FF2B5EF4-FFF2-40B4-BE49-F238E27FC236}">
                <a16:creationId xmlns:a16="http://schemas.microsoft.com/office/drawing/2014/main" id="{3D15040B-A740-42E8-8F4A-D85F9A4FDB2D}"/>
              </a:ext>
            </a:extLst>
          </p:cNvPr>
          <p:cNvSpPr>
            <a:spLocks xmlns:a="http://schemas.openxmlformats.org/drawingml/2006/main" noGrp="1"/>
          </p:cNvSpPr>
          <p:nvPr/>
        </p:nvSpPr>
        <p:spPr>
          <a:xfrm xmlns:a="http://schemas.openxmlformats.org/drawingml/2006/main" flipV="0">
            <a:off x="5334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satellite_to_uav_300m/sues200_satellite_to_uav_300m/seed-1/y-label-25">
            <a:extLst xmlns:a="http://schemas.openxmlformats.org/drawingml/2006/main">
              <a:ext uri="{FF2B5EF4-FFF2-40B4-BE49-F238E27FC236}">
                <a16:creationId xmlns:a16="http://schemas.microsoft.com/office/drawing/2014/main" id="{A5126E4F-FA90-43DA-AD0D-BE493B6E8B4D}"/>
              </a:ext>
            </a:extLst>
          </p:cNvPr>
          <p:cNvSpPr>
            <a:spLocks xmlns:a="http://schemas.openxmlformats.org/drawingml/2006/main" noGrp="1"/>
          </p:cNvSpPr>
          <p:nvPr/>
        </p:nvSpPr>
        <p:spPr>
          <a:xfrm xmlns:a="http://schemas.openxmlformats.org/drawingml/2006/main">
            <a:off x="3475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satellite_to_uav_300m/sues200_satellite_to_uav_300m/seed-1/x-tick-25">
            <a:extLst xmlns:a="http://schemas.openxmlformats.org/drawingml/2006/main">
              <a:ext uri="{FF2B5EF4-FFF2-40B4-BE49-F238E27FC236}">
                <a16:creationId xmlns:a16="http://schemas.microsoft.com/office/drawing/2014/main" id="{1BB5769F-8E5A-4971-A7DD-24ADD8964752}"/>
              </a:ext>
            </a:extLst>
          </p:cNvPr>
          <p:cNvSpPr>
            <a:spLocks xmlns:a="http://schemas.openxmlformats.org/drawingml/2006/main" noGrp="1"/>
          </p:cNvSpPr>
          <p:nvPr/>
        </p:nvSpPr>
        <p:spPr>
          <a:xfrm xmlns:a="http://schemas.openxmlformats.org/drawingml/2006/main" flipV="0">
            <a:off x="9334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satellite_to_uav_300m/sues200_satellite_to_uav_300m/seed-1/x-label-25">
            <a:extLst xmlns:a="http://schemas.openxmlformats.org/drawingml/2006/main">
              <a:ext uri="{FF2B5EF4-FFF2-40B4-BE49-F238E27FC236}">
                <a16:creationId xmlns:a16="http://schemas.microsoft.com/office/drawing/2014/main" id="{D4A7D457-5BEE-46A9-9EF3-6BF59E3E06D9}"/>
              </a:ext>
            </a:extLst>
          </p:cNvPr>
          <p:cNvSpPr>
            <a:spLocks xmlns:a="http://schemas.openxmlformats.org/drawingml/2006/main" noGrp="1"/>
          </p:cNvSpPr>
          <p:nvPr/>
        </p:nvSpPr>
        <p:spPr>
          <a:xfrm xmlns:a="http://schemas.openxmlformats.org/drawingml/2006/main">
            <a:off x="8722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satellite_to_uav_300m/sues200_satellite_to_uav_300m/seed-1/y-grid-50">
            <a:extLst xmlns:a="http://schemas.openxmlformats.org/drawingml/2006/main">
              <a:ext uri="{FF2B5EF4-FFF2-40B4-BE49-F238E27FC236}">
                <a16:creationId xmlns:a16="http://schemas.microsoft.com/office/drawing/2014/main" id="{60B26919-6F58-4B14-AEE4-601B307416B8}"/>
              </a:ext>
            </a:extLst>
          </p:cNvPr>
          <p:cNvSpPr>
            <a:spLocks xmlns:a="http://schemas.openxmlformats.org/drawingml/2006/main" noGrp="1"/>
          </p:cNvSpPr>
          <p:nvPr/>
        </p:nvSpPr>
        <p:spPr>
          <a:xfrm xmlns:a="http://schemas.openxmlformats.org/drawingml/2006/main" flipV="0">
            <a:off x="5334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satellite_to_uav_300m/sues200_satellite_to_uav_300m/seed-1/y-label-50">
            <a:extLst xmlns:a="http://schemas.openxmlformats.org/drawingml/2006/main">
              <a:ext uri="{FF2B5EF4-FFF2-40B4-BE49-F238E27FC236}">
                <a16:creationId xmlns:a16="http://schemas.microsoft.com/office/drawing/2014/main" id="{088C4B16-3914-4C48-82A2-4E90994CFC0B}"/>
              </a:ext>
            </a:extLst>
          </p:cNvPr>
          <p:cNvSpPr>
            <a:spLocks xmlns:a="http://schemas.openxmlformats.org/drawingml/2006/main" noGrp="1"/>
          </p:cNvSpPr>
          <p:nvPr/>
        </p:nvSpPr>
        <p:spPr>
          <a:xfrm xmlns:a="http://schemas.openxmlformats.org/drawingml/2006/main">
            <a:off x="3475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satellite_to_uav_300m/sues200_satellite_to_uav_300m/seed-1/x-tick-50">
            <a:extLst xmlns:a="http://schemas.openxmlformats.org/drawingml/2006/main">
              <a:ext uri="{FF2B5EF4-FFF2-40B4-BE49-F238E27FC236}">
                <a16:creationId xmlns:a16="http://schemas.microsoft.com/office/drawing/2014/main" id="{22288792-A054-4B44-B8A5-1252B08A40C0}"/>
              </a:ext>
            </a:extLst>
          </p:cNvPr>
          <p:cNvSpPr>
            <a:spLocks xmlns:a="http://schemas.openxmlformats.org/drawingml/2006/main" noGrp="1"/>
          </p:cNvSpPr>
          <p:nvPr/>
        </p:nvSpPr>
        <p:spPr>
          <a:xfrm xmlns:a="http://schemas.openxmlformats.org/drawingml/2006/main" flipV="0">
            <a:off x="13335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satellite_to_uav_300m/sues200_satellite_to_uav_300m/seed-1/x-label-50">
            <a:extLst xmlns:a="http://schemas.openxmlformats.org/drawingml/2006/main">
              <a:ext uri="{FF2B5EF4-FFF2-40B4-BE49-F238E27FC236}">
                <a16:creationId xmlns:a16="http://schemas.microsoft.com/office/drawing/2014/main" id="{E69E69AB-F1C4-423F-96B3-21973DC55C44}"/>
              </a:ext>
            </a:extLst>
          </p:cNvPr>
          <p:cNvSpPr>
            <a:spLocks xmlns:a="http://schemas.openxmlformats.org/drawingml/2006/main" noGrp="1"/>
          </p:cNvSpPr>
          <p:nvPr/>
        </p:nvSpPr>
        <p:spPr>
          <a:xfrm xmlns:a="http://schemas.openxmlformats.org/drawingml/2006/main">
            <a:off x="12723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satellite_to_uav_300m/sues200_satellite_to_uav_300m/seed-1/y-grid-75">
            <a:extLst xmlns:a="http://schemas.openxmlformats.org/drawingml/2006/main">
              <a:ext uri="{FF2B5EF4-FFF2-40B4-BE49-F238E27FC236}">
                <a16:creationId xmlns:a16="http://schemas.microsoft.com/office/drawing/2014/main" id="{BD1EB89B-D345-4B39-ACA4-993D8DDE1277}"/>
              </a:ext>
            </a:extLst>
          </p:cNvPr>
          <p:cNvSpPr>
            <a:spLocks xmlns:a="http://schemas.openxmlformats.org/drawingml/2006/main" noGrp="1"/>
          </p:cNvSpPr>
          <p:nvPr/>
        </p:nvSpPr>
        <p:spPr>
          <a:xfrm xmlns:a="http://schemas.openxmlformats.org/drawingml/2006/main" flipV="0">
            <a:off x="5334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satellite_to_uav_300m/sues200_satellite_to_uav_300m/seed-1/y-label-75">
            <a:extLst xmlns:a="http://schemas.openxmlformats.org/drawingml/2006/main">
              <a:ext uri="{FF2B5EF4-FFF2-40B4-BE49-F238E27FC236}">
                <a16:creationId xmlns:a16="http://schemas.microsoft.com/office/drawing/2014/main" id="{0B4242D0-F11E-4024-8172-BE52D85E617A}"/>
              </a:ext>
            </a:extLst>
          </p:cNvPr>
          <p:cNvSpPr>
            <a:spLocks xmlns:a="http://schemas.openxmlformats.org/drawingml/2006/main" noGrp="1"/>
          </p:cNvSpPr>
          <p:nvPr/>
        </p:nvSpPr>
        <p:spPr>
          <a:xfrm xmlns:a="http://schemas.openxmlformats.org/drawingml/2006/main">
            <a:off x="3475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satellite_to_uav_300m/sues200_satellite_to_uav_300m/seed-1/x-tick-75">
            <a:extLst xmlns:a="http://schemas.openxmlformats.org/drawingml/2006/main">
              <a:ext uri="{FF2B5EF4-FFF2-40B4-BE49-F238E27FC236}">
                <a16:creationId xmlns:a16="http://schemas.microsoft.com/office/drawing/2014/main" id="{97D06861-602C-4557-B0C4-7992E0847680}"/>
              </a:ext>
            </a:extLst>
          </p:cNvPr>
          <p:cNvSpPr>
            <a:spLocks xmlns:a="http://schemas.openxmlformats.org/drawingml/2006/main" noGrp="1"/>
          </p:cNvSpPr>
          <p:nvPr/>
        </p:nvSpPr>
        <p:spPr>
          <a:xfrm xmlns:a="http://schemas.openxmlformats.org/drawingml/2006/main" flipV="0">
            <a:off x="17335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satellite_to_uav_300m/sues200_satellite_to_uav_300m/seed-1/x-label-75">
            <a:extLst xmlns:a="http://schemas.openxmlformats.org/drawingml/2006/main">
              <a:ext uri="{FF2B5EF4-FFF2-40B4-BE49-F238E27FC236}">
                <a16:creationId xmlns:a16="http://schemas.microsoft.com/office/drawing/2014/main" id="{3501798C-D5EC-4930-B1B5-126859185031}"/>
              </a:ext>
            </a:extLst>
          </p:cNvPr>
          <p:cNvSpPr>
            <a:spLocks xmlns:a="http://schemas.openxmlformats.org/drawingml/2006/main" noGrp="1"/>
          </p:cNvSpPr>
          <p:nvPr/>
        </p:nvSpPr>
        <p:spPr>
          <a:xfrm xmlns:a="http://schemas.openxmlformats.org/drawingml/2006/main">
            <a:off x="16723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satellite_to_uav_300m/sues200_satellite_to_uav_300m/seed-1/y-grid-100">
            <a:extLst xmlns:a="http://schemas.openxmlformats.org/drawingml/2006/main">
              <a:ext uri="{FF2B5EF4-FFF2-40B4-BE49-F238E27FC236}">
                <a16:creationId xmlns:a16="http://schemas.microsoft.com/office/drawing/2014/main" id="{3CC03946-CBDB-4A07-BB02-DE6E7733AB23}"/>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satellite_to_uav_300m/sues200_satellite_to_uav_300m/seed-1/y-label-100">
            <a:extLst xmlns:a="http://schemas.openxmlformats.org/drawingml/2006/main">
              <a:ext uri="{FF2B5EF4-FFF2-40B4-BE49-F238E27FC236}">
                <a16:creationId xmlns:a16="http://schemas.microsoft.com/office/drawing/2014/main" id="{E409E8D5-2646-4EFB-81DB-8FFE8F39A52B}"/>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satellite_to_uav_300m/sues200_satellite_to_uav_300m/seed-1/x-tick-100">
            <a:extLst xmlns:a="http://schemas.openxmlformats.org/drawingml/2006/main">
              <a:ext uri="{FF2B5EF4-FFF2-40B4-BE49-F238E27FC236}">
                <a16:creationId xmlns:a16="http://schemas.microsoft.com/office/drawing/2014/main" id="{09A58E46-2BE8-4E8B-BA63-A61601E18361}"/>
              </a:ext>
            </a:extLst>
          </p:cNvPr>
          <p:cNvSpPr>
            <a:spLocks xmlns:a="http://schemas.openxmlformats.org/drawingml/2006/main" noGrp="1"/>
          </p:cNvSpPr>
          <p:nvPr/>
        </p:nvSpPr>
        <p:spPr>
          <a:xfrm xmlns:a="http://schemas.openxmlformats.org/drawingml/2006/main" flipV="0">
            <a:off x="2133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satellite_to_uav_300m/sues200_satellite_to_uav_300m/seed-1/x-label-100">
            <a:extLst xmlns:a="http://schemas.openxmlformats.org/drawingml/2006/main">
              <a:ext uri="{FF2B5EF4-FFF2-40B4-BE49-F238E27FC236}">
                <a16:creationId xmlns:a16="http://schemas.microsoft.com/office/drawing/2014/main" id="{1B45BE46-70B2-4510-ADE7-8F186DA1FC08}"/>
              </a:ext>
            </a:extLst>
          </p:cNvPr>
          <p:cNvSpPr>
            <a:spLocks xmlns:a="http://schemas.openxmlformats.org/drawingml/2006/main" noGrp="1"/>
          </p:cNvSpPr>
          <p:nvPr/>
        </p:nvSpPr>
        <p:spPr>
          <a:xfrm xmlns:a="http://schemas.openxmlformats.org/drawingml/2006/main">
            <a:off x="20441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satellite_to_uav_300m/sues200_satellite_to_uav_300m/seed-1/y-axis">
            <a:extLst xmlns:a="http://schemas.openxmlformats.org/drawingml/2006/main">
              <a:ext uri="{FF2B5EF4-FFF2-40B4-BE49-F238E27FC236}">
                <a16:creationId xmlns:a16="http://schemas.microsoft.com/office/drawing/2014/main" id="{58100C70-FAD3-4239-A69D-2605C221757C}"/>
              </a:ext>
            </a:extLst>
          </p:cNvPr>
          <p:cNvSpPr>
            <a:spLocks xmlns:a="http://schemas.openxmlformats.org/drawingml/2006/main" noGrp="1"/>
          </p:cNvSpPr>
          <p:nvPr/>
        </p:nvSpPr>
        <p:spPr>
          <a:xfrm xmlns:a="http://schemas.openxmlformats.org/drawingml/2006/main" flipV="0">
            <a:off x="5334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300m/sues200_satellite_to_uav_300m/seed-1/x-axis">
            <a:extLst xmlns:a="http://schemas.openxmlformats.org/drawingml/2006/main">
              <a:ext uri="{FF2B5EF4-FFF2-40B4-BE49-F238E27FC236}">
                <a16:creationId xmlns:a16="http://schemas.microsoft.com/office/drawing/2014/main" id="{F49FAF0B-39E5-43D0-B397-4C3655882E86}"/>
              </a:ext>
            </a:extLst>
          </p:cNvPr>
          <p:cNvSpPr>
            <a:spLocks xmlns:a="http://schemas.openxmlformats.org/drawingml/2006/main" noGrp="1"/>
          </p:cNvSpPr>
          <p:nvPr/>
        </p:nvSpPr>
        <p:spPr>
          <a:xfrm xmlns:a="http://schemas.openxmlformats.org/drawingml/2006/main" flipV="0">
            <a:off x="5334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satellite_to_uav_300m/sues200_satellite_to_uav_300m/seed-1/visual/guide-1-2">
            <a:extLst xmlns:a="http://schemas.openxmlformats.org/drawingml/2006/main">
              <a:ext uri="{FF2B5EF4-FFF2-40B4-BE49-F238E27FC236}">
                <a16:creationId xmlns:a16="http://schemas.microsoft.com/office/drawing/2014/main" id="{3B6BEEF1-129C-4F96-82E9-ED4FED9EDCC8}"/>
              </a:ext>
            </a:extLst>
          </p:cNvPr>
          <p:cNvSpPr>
            <a:spLocks xmlns:a="http://schemas.openxmlformats.org/drawingml/2006/main" noGrp="1"/>
          </p:cNvSpPr>
          <p:nvPr/>
        </p:nvSpPr>
        <p:spPr>
          <a:xfrm xmlns:a="http://schemas.openxmlformats.org/drawingml/2006/main" flipV="1">
            <a:off x="1333500" y="2009140"/>
            <a:ext cx="400050" cy="26416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2" name="sues200_satellite_to_uav_300m/sues200_satellite_to_uav_300m/seed-1/visual/guide-2-3">
            <a:extLst xmlns:a="http://schemas.openxmlformats.org/drawingml/2006/main">
              <a:ext uri="{FF2B5EF4-FFF2-40B4-BE49-F238E27FC236}">
                <a16:creationId xmlns:a16="http://schemas.microsoft.com/office/drawing/2014/main" id="{12BAA815-70D7-46C9-A027-1017E95CEE41}"/>
              </a:ext>
            </a:extLst>
          </p:cNvPr>
          <p:cNvSpPr>
            <a:spLocks xmlns:a="http://schemas.openxmlformats.org/drawingml/2006/main" noGrp="1"/>
          </p:cNvSpPr>
          <p:nvPr/>
        </p:nvSpPr>
        <p:spPr>
          <a:xfrm xmlns:a="http://schemas.openxmlformats.org/drawingml/2006/main" flipV="1">
            <a:off x="1733550" y="1846580"/>
            <a:ext cx="240030" cy="16256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3" name="sues200_satellite_to_uav_300m/sues200_satellite_to_uav_300m/seed-1/visual/guide-3-4">
            <a:extLst xmlns:a="http://schemas.openxmlformats.org/drawingml/2006/main">
              <a:ext uri="{FF2B5EF4-FFF2-40B4-BE49-F238E27FC236}">
                <a16:creationId xmlns:a16="http://schemas.microsoft.com/office/drawing/2014/main" id="{7EE853DB-B06A-4492-8C09-3D523E0929A3}"/>
              </a:ext>
            </a:extLst>
          </p:cNvPr>
          <p:cNvSpPr>
            <a:spLocks xmlns:a="http://schemas.openxmlformats.org/drawingml/2006/main" noGrp="1"/>
          </p:cNvSpPr>
          <p:nvPr/>
        </p:nvSpPr>
        <p:spPr>
          <a:xfrm xmlns:a="http://schemas.openxmlformats.org/drawingml/2006/main" flipV="1">
            <a:off x="1973580" y="1744980"/>
            <a:ext cx="160020" cy="10160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34" name="sues200_satellite_to_uav_300m/sues200_satellite_to_uav_300m/seed-1/visual/point-cov-0.5">
            <a:extLst xmlns:a="http://schemas.openxmlformats.org/drawingml/2006/main">
              <a:ext uri="{FF2B5EF4-FFF2-40B4-BE49-F238E27FC236}">
                <a16:creationId xmlns:a16="http://schemas.microsoft.com/office/drawing/2014/main" id="{DAC9C450-E6AC-4151-A3DA-0616C2B52D7D}"/>
              </a:ext>
            </a:extLst>
          </p:cNvPr>
          <p:cNvSpPr>
            <a:spLocks xmlns:a="http://schemas.openxmlformats.org/drawingml/2006/main" noGrp="1"/>
          </p:cNvSpPr>
          <p:nvPr/>
        </p:nvSpPr>
        <p:spPr>
          <a:xfrm xmlns:a="http://schemas.openxmlformats.org/drawingml/2006/main">
            <a:off x="1303655" y="224345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5" name="sues200_satellite_to_uav_300m/sues200_satellite_to_uav_300m/seed-1/visual/point-cov-0.75">
            <a:extLst xmlns:a="http://schemas.openxmlformats.org/drawingml/2006/main">
              <a:ext uri="{FF2B5EF4-FFF2-40B4-BE49-F238E27FC236}">
                <a16:creationId xmlns:a16="http://schemas.microsoft.com/office/drawing/2014/main" id="{29C17CA5-7C2A-4ED9-8B97-365E7D999654}"/>
              </a:ext>
            </a:extLst>
          </p:cNvPr>
          <p:cNvSpPr>
            <a:spLocks xmlns:a="http://schemas.openxmlformats.org/drawingml/2006/main" noGrp="1"/>
          </p:cNvSpPr>
          <p:nvPr/>
        </p:nvSpPr>
        <p:spPr>
          <a:xfrm xmlns:a="http://schemas.openxmlformats.org/drawingml/2006/main">
            <a:off x="1703705" y="197929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6" name="sues200_satellite_to_uav_300m/sues200_satellite_to_uav_300m/seed-1/visual/point-cov-0.9">
            <a:extLst xmlns:a="http://schemas.openxmlformats.org/drawingml/2006/main">
              <a:ext uri="{FF2B5EF4-FFF2-40B4-BE49-F238E27FC236}">
                <a16:creationId xmlns:a16="http://schemas.microsoft.com/office/drawing/2014/main" id="{7D84E27B-8068-4A26-8411-4C96D318D8AB}"/>
              </a:ext>
            </a:extLst>
          </p:cNvPr>
          <p:cNvSpPr>
            <a:spLocks xmlns:a="http://schemas.openxmlformats.org/drawingml/2006/main" noGrp="1"/>
          </p:cNvSpPr>
          <p:nvPr/>
        </p:nvSpPr>
        <p:spPr>
          <a:xfrm xmlns:a="http://schemas.openxmlformats.org/drawingml/2006/main">
            <a:off x="1943735" y="18167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7" name="sues200_satellite_to_uav_300m/sues200_satellite_to_uav_300m/seed-1/visual/point-cov-1">
            <a:extLst xmlns:a="http://schemas.openxmlformats.org/drawingml/2006/main">
              <a:ext uri="{FF2B5EF4-FFF2-40B4-BE49-F238E27FC236}">
                <a16:creationId xmlns:a16="http://schemas.microsoft.com/office/drawing/2014/main" id="{A21922E8-3FB4-4ACE-A87D-1F52E2DD2A1F}"/>
              </a:ext>
            </a:extLst>
          </p:cNvPr>
          <p:cNvSpPr>
            <a:spLocks xmlns:a="http://schemas.openxmlformats.org/drawingml/2006/main" noGrp="1"/>
          </p:cNvSpPr>
          <p:nvPr/>
        </p:nvSpPr>
        <p:spPr>
          <a:xfrm xmlns:a="http://schemas.openxmlformats.org/drawingml/2006/main">
            <a:off x="2103755" y="17151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38" name="sues200_satellite_to_uav_300m/sues200_satellite_to_uav_300m/seed-1/full/guide-1-2">
            <a:extLst xmlns:a="http://schemas.openxmlformats.org/drawingml/2006/main">
              <a:ext uri="{FF2B5EF4-FFF2-40B4-BE49-F238E27FC236}">
                <a16:creationId xmlns:a16="http://schemas.microsoft.com/office/drawing/2014/main" id="{0DD3F332-29B9-41BC-94FE-72458E003803}"/>
              </a:ext>
            </a:extLst>
          </p:cNvPr>
          <p:cNvSpPr>
            <a:spLocks xmlns:a="http://schemas.openxmlformats.org/drawingml/2006/main" noGrp="1"/>
          </p:cNvSpPr>
          <p:nvPr/>
        </p:nvSpPr>
        <p:spPr>
          <a:xfrm xmlns:a="http://schemas.openxmlformats.org/drawingml/2006/main" flipV="1">
            <a:off x="1333500" y="2151380"/>
            <a:ext cx="400050" cy="20320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39" name="sues200_satellite_to_uav_300m/sues200_satellite_to_uav_300m/seed-1/full/guide-2-3">
            <a:extLst xmlns:a="http://schemas.openxmlformats.org/drawingml/2006/main">
              <a:ext uri="{FF2B5EF4-FFF2-40B4-BE49-F238E27FC236}">
                <a16:creationId xmlns:a16="http://schemas.microsoft.com/office/drawing/2014/main" id="{30B1F602-2688-46E4-A3B0-514C5D2D28AF}"/>
              </a:ext>
            </a:extLst>
          </p:cNvPr>
          <p:cNvSpPr>
            <a:spLocks xmlns:a="http://schemas.openxmlformats.org/drawingml/2006/main" noGrp="1"/>
          </p:cNvSpPr>
          <p:nvPr/>
        </p:nvSpPr>
        <p:spPr>
          <a:xfrm xmlns:a="http://schemas.openxmlformats.org/drawingml/2006/main" flipV="1">
            <a:off x="1733550" y="1988820"/>
            <a:ext cx="240030" cy="1625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0" name="sues200_satellite_to_uav_300m/sues200_satellite_to_uav_300m/seed-1/full/guide-3-4">
            <a:extLst xmlns:a="http://schemas.openxmlformats.org/drawingml/2006/main">
              <a:ext uri="{FF2B5EF4-FFF2-40B4-BE49-F238E27FC236}">
                <a16:creationId xmlns:a16="http://schemas.microsoft.com/office/drawing/2014/main" id="{9DBC2E37-D124-4DEB-99AC-5F818E29FD54}"/>
              </a:ext>
            </a:extLst>
          </p:cNvPr>
          <p:cNvSpPr>
            <a:spLocks xmlns:a="http://schemas.openxmlformats.org/drawingml/2006/main" noGrp="1"/>
          </p:cNvSpPr>
          <p:nvPr/>
        </p:nvSpPr>
        <p:spPr>
          <a:xfrm xmlns:a="http://schemas.openxmlformats.org/drawingml/2006/main" flipV="1">
            <a:off x="1973580" y="1907540"/>
            <a:ext cx="160020" cy="8128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41" name="sues200_satellite_to_uav_300m/sues200_satellite_to_uav_300m/seed-1/full/point-cov-0.5">
            <a:extLst xmlns:a="http://schemas.openxmlformats.org/drawingml/2006/main">
              <a:ext uri="{FF2B5EF4-FFF2-40B4-BE49-F238E27FC236}">
                <a16:creationId xmlns:a16="http://schemas.microsoft.com/office/drawing/2014/main" id="{BDCF5438-0D61-44BF-BE9D-BCD0BF0C4F8A}"/>
              </a:ext>
            </a:extLst>
          </p:cNvPr>
          <p:cNvSpPr>
            <a:spLocks xmlns:a="http://schemas.openxmlformats.org/drawingml/2006/main" noGrp="1"/>
          </p:cNvSpPr>
          <p:nvPr/>
        </p:nvSpPr>
        <p:spPr>
          <a:xfrm xmlns:a="http://schemas.openxmlformats.org/drawingml/2006/main">
            <a:off x="1309370" y="23304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2" name="sues200_satellite_to_uav_300m/sues200_satellite_to_uav_300m/seed-1/full/point-cov-0.75">
            <a:extLst xmlns:a="http://schemas.openxmlformats.org/drawingml/2006/main">
              <a:ext uri="{FF2B5EF4-FFF2-40B4-BE49-F238E27FC236}">
                <a16:creationId xmlns:a16="http://schemas.microsoft.com/office/drawing/2014/main" id="{46800C3C-9001-4105-A863-2E1B6DCF3544}"/>
              </a:ext>
            </a:extLst>
          </p:cNvPr>
          <p:cNvSpPr>
            <a:spLocks xmlns:a="http://schemas.openxmlformats.org/drawingml/2006/main" noGrp="1"/>
          </p:cNvSpPr>
          <p:nvPr/>
        </p:nvSpPr>
        <p:spPr>
          <a:xfrm xmlns:a="http://schemas.openxmlformats.org/drawingml/2006/main">
            <a:off x="1709420" y="21272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3" name="sues200_satellite_to_uav_300m/sues200_satellite_to_uav_300m/seed-1/full/point-cov-0.9">
            <a:extLst xmlns:a="http://schemas.openxmlformats.org/drawingml/2006/main">
              <a:ext uri="{FF2B5EF4-FFF2-40B4-BE49-F238E27FC236}">
                <a16:creationId xmlns:a16="http://schemas.microsoft.com/office/drawing/2014/main" id="{C6EC3602-5DC5-4381-8407-EC0583D8E10F}"/>
              </a:ext>
            </a:extLst>
          </p:cNvPr>
          <p:cNvSpPr>
            <a:spLocks xmlns:a="http://schemas.openxmlformats.org/drawingml/2006/main" noGrp="1"/>
          </p:cNvSpPr>
          <p:nvPr/>
        </p:nvSpPr>
        <p:spPr>
          <a:xfrm xmlns:a="http://schemas.openxmlformats.org/drawingml/2006/main">
            <a:off x="1949450" y="19646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4" name="sues200_satellite_to_uav_300m/sues200_satellite_to_uav_300m/seed-1/full/point-cov-1">
            <a:extLst xmlns:a="http://schemas.openxmlformats.org/drawingml/2006/main">
              <a:ext uri="{FF2B5EF4-FFF2-40B4-BE49-F238E27FC236}">
                <a16:creationId xmlns:a16="http://schemas.microsoft.com/office/drawing/2014/main" id="{31ABA2D3-4CD6-4E9D-ACB6-67A4E6BF5479}"/>
              </a:ext>
            </a:extLst>
          </p:cNvPr>
          <p:cNvSpPr>
            <a:spLocks xmlns:a="http://schemas.openxmlformats.org/drawingml/2006/main" noGrp="1"/>
          </p:cNvSpPr>
          <p:nvPr/>
        </p:nvSpPr>
        <p:spPr>
          <a:xfrm xmlns:a="http://schemas.openxmlformats.org/drawingml/2006/main">
            <a:off x="2109470" y="18834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45" name="sues200_satellite_to_uav_300m/sues200_satellite_to_uav_300m/seed-1/count/N">
            <a:extLst xmlns:a="http://schemas.openxmlformats.org/drawingml/2006/main">
              <a:ext uri="{FF2B5EF4-FFF2-40B4-BE49-F238E27FC236}">
                <a16:creationId xmlns:a16="http://schemas.microsoft.com/office/drawing/2014/main" id="{26F6478C-4CAF-47C4-839A-A5325C004D74}"/>
              </a:ext>
            </a:extLst>
          </p:cNvPr>
          <p:cNvSpPr>
            <a:spLocks xmlns:a="http://schemas.openxmlformats.org/drawingml/2006/main" noGrp="1"/>
          </p:cNvSpPr>
          <p:nvPr/>
        </p:nvSpPr>
        <p:spPr>
          <a:xfrm xmlns:a="http://schemas.openxmlformats.org/drawingml/2006/main">
            <a:off x="9212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46" name="sues200_satellite_to_uav_300m/sues200_satellite_to_uav_300m/seed-1/count/header/requested">
            <a:extLst xmlns:a="http://schemas.openxmlformats.org/drawingml/2006/main">
              <a:ext uri="{FF2B5EF4-FFF2-40B4-BE49-F238E27FC236}">
                <a16:creationId xmlns:a16="http://schemas.microsoft.com/office/drawing/2014/main" id="{0FDD77F7-EB56-44CD-BC3E-F2B3586DEF1F}"/>
              </a:ext>
            </a:extLst>
          </p:cNvPr>
          <p:cNvSpPr>
            <a:spLocks xmlns:a="http://schemas.openxmlformats.org/drawingml/2006/main" noGrp="1"/>
          </p:cNvSpPr>
          <p:nvPr/>
        </p:nvSpPr>
        <p:spPr>
          <a:xfrm xmlns:a="http://schemas.openxmlformats.org/drawingml/2006/main">
            <a:off x="4765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47" name="sues200_satellite_to_uav_300m/sues200_satellite_to_uav_300m/seed-1/count/header/kN">
            <a:extLst xmlns:a="http://schemas.openxmlformats.org/drawingml/2006/main">
              <a:ext uri="{FF2B5EF4-FFF2-40B4-BE49-F238E27FC236}">
                <a16:creationId xmlns:a16="http://schemas.microsoft.com/office/drawing/2014/main" id="{E68BFAC2-20AE-4FC6-ADE2-427D6ED917DD}"/>
              </a:ext>
            </a:extLst>
          </p:cNvPr>
          <p:cNvSpPr>
            <a:spLocks xmlns:a="http://schemas.openxmlformats.org/drawingml/2006/main" noGrp="1"/>
          </p:cNvSpPr>
          <p:nvPr/>
        </p:nvSpPr>
        <p:spPr>
          <a:xfrm xmlns:a="http://schemas.openxmlformats.org/drawingml/2006/main">
            <a:off x="10269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48" name="sues200_satellite_to_uav_300m/sues200_satellite_to_uav_300m/seed-1/count/header/overlap">
            <a:extLst xmlns:a="http://schemas.openxmlformats.org/drawingml/2006/main">
              <a:ext uri="{FF2B5EF4-FFF2-40B4-BE49-F238E27FC236}">
                <a16:creationId xmlns:a16="http://schemas.microsoft.com/office/drawing/2014/main" id="{C0983CFD-8B1D-46E4-919F-D121102BD366}"/>
              </a:ext>
            </a:extLst>
          </p:cNvPr>
          <p:cNvSpPr>
            <a:spLocks xmlns:a="http://schemas.openxmlformats.org/drawingml/2006/main" noGrp="1"/>
          </p:cNvSpPr>
          <p:nvPr/>
        </p:nvSpPr>
        <p:spPr>
          <a:xfrm xmlns:a="http://schemas.openxmlformats.org/drawingml/2006/main">
            <a:off x="17493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49" name="sues200_satellite_to_uav_300m/sues200_satellite_to_uav_300m/seed-1/count/header/rule">
            <a:extLst xmlns:a="http://schemas.openxmlformats.org/drawingml/2006/main">
              <a:ext uri="{FF2B5EF4-FFF2-40B4-BE49-F238E27FC236}">
                <a16:creationId xmlns:a16="http://schemas.microsoft.com/office/drawing/2014/main" id="{770AA48C-F80B-438B-A107-8F28605BCE62}"/>
              </a:ext>
            </a:extLst>
          </p:cNvPr>
          <p:cNvSpPr>
            <a:spLocks xmlns:a="http://schemas.openxmlformats.org/drawingml/2006/main" noGrp="1"/>
          </p:cNvSpPr>
          <p:nvPr/>
        </p:nvSpPr>
        <p:spPr>
          <a:xfrm xmlns:a="http://schemas.openxmlformats.org/drawingml/2006/main" flipV="0">
            <a:off x="4572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50" name="sues200_satellite_to_uav_300m/sues200_satellite_to_uav_300m/seed-1/count/cov-0.5/requested">
            <a:extLst xmlns:a="http://schemas.openxmlformats.org/drawingml/2006/main">
              <a:ext uri="{FF2B5EF4-FFF2-40B4-BE49-F238E27FC236}">
                <a16:creationId xmlns:a16="http://schemas.microsoft.com/office/drawing/2014/main" id="{5D1E0342-5317-4A96-BA72-3857B3B875C9}"/>
              </a:ext>
            </a:extLst>
          </p:cNvPr>
          <p:cNvSpPr>
            <a:spLocks xmlns:a="http://schemas.openxmlformats.org/drawingml/2006/main" noGrp="1"/>
          </p:cNvSpPr>
          <p:nvPr/>
        </p:nvSpPr>
        <p:spPr>
          <a:xfrm xmlns:a="http://schemas.openxmlformats.org/drawingml/2006/main">
            <a:off x="561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51" name="sues200_satellite_to_uav_300m/sues200_satellite_to_uav_300m/seed-1/count/cov-0.5/kN">
            <a:extLst xmlns:a="http://schemas.openxmlformats.org/drawingml/2006/main">
              <a:ext uri="{FF2B5EF4-FFF2-40B4-BE49-F238E27FC236}">
                <a16:creationId xmlns:a16="http://schemas.microsoft.com/office/drawing/2014/main" id="{3A5B8323-2192-4FFB-810D-A61C29FABD34}"/>
              </a:ext>
            </a:extLst>
          </p:cNvPr>
          <p:cNvSpPr>
            <a:spLocks xmlns:a="http://schemas.openxmlformats.org/drawingml/2006/main" noGrp="1"/>
          </p:cNvSpPr>
          <p:nvPr/>
        </p:nvSpPr>
        <p:spPr>
          <a:xfrm xmlns:a="http://schemas.openxmlformats.org/drawingml/2006/main">
            <a:off x="11763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52" name="sues200_satellite_to_uav_300m/sues200_satellite_to_uav_300m/seed-1/count/cov-0.5/overlap">
            <a:extLst xmlns:a="http://schemas.openxmlformats.org/drawingml/2006/main">
              <a:ext uri="{FF2B5EF4-FFF2-40B4-BE49-F238E27FC236}">
                <a16:creationId xmlns:a16="http://schemas.microsoft.com/office/drawing/2014/main" id="{E3F658A9-D6EC-4FB7-BC7A-B140E375E834}"/>
              </a:ext>
            </a:extLst>
          </p:cNvPr>
          <p:cNvSpPr>
            <a:spLocks xmlns:a="http://schemas.openxmlformats.org/drawingml/2006/main" noGrp="1"/>
          </p:cNvSpPr>
          <p:nvPr/>
        </p:nvSpPr>
        <p:spPr>
          <a:xfrm xmlns:a="http://schemas.openxmlformats.org/drawingml/2006/main">
            <a:off x="18819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a:t>
            </a:r>
          </a:p>
        </p:txBody>
      </p:sp>
      <p:sp>
        <p:nvSpPr>
          <p:cNvPr id="53" name="sues200_satellite_to_uav_300m/sues200_satellite_to_uav_300m/seed-1/count/cov-0.75/requested">
            <a:extLst xmlns:a="http://schemas.openxmlformats.org/drawingml/2006/main">
              <a:ext uri="{FF2B5EF4-FFF2-40B4-BE49-F238E27FC236}">
                <a16:creationId xmlns:a16="http://schemas.microsoft.com/office/drawing/2014/main" id="{9A89A9C7-FD5E-496A-A64F-2AD0C8CB900B}"/>
              </a:ext>
            </a:extLst>
          </p:cNvPr>
          <p:cNvSpPr>
            <a:spLocks xmlns:a="http://schemas.openxmlformats.org/drawingml/2006/main" noGrp="1"/>
          </p:cNvSpPr>
          <p:nvPr/>
        </p:nvSpPr>
        <p:spPr>
          <a:xfrm xmlns:a="http://schemas.openxmlformats.org/drawingml/2006/main">
            <a:off x="561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54" name="sues200_satellite_to_uav_300m/sues200_satellite_to_uav_300m/seed-1/count/cov-0.75/kN">
            <a:extLst xmlns:a="http://schemas.openxmlformats.org/drawingml/2006/main">
              <a:ext uri="{FF2B5EF4-FFF2-40B4-BE49-F238E27FC236}">
                <a16:creationId xmlns:a16="http://schemas.microsoft.com/office/drawing/2014/main" id="{C68843A6-DAEE-4FEE-BE10-A333DF9D2658}"/>
              </a:ext>
            </a:extLst>
          </p:cNvPr>
          <p:cNvSpPr>
            <a:spLocks xmlns:a="http://schemas.openxmlformats.org/drawingml/2006/main" noGrp="1"/>
          </p:cNvSpPr>
          <p:nvPr/>
        </p:nvSpPr>
        <p:spPr>
          <a:xfrm xmlns:a="http://schemas.openxmlformats.org/drawingml/2006/main">
            <a:off x="11763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55" name="sues200_satellite_to_uav_300m/sues200_satellite_to_uav_300m/seed-1/count/cov-0.75/overlap">
            <a:extLst xmlns:a="http://schemas.openxmlformats.org/drawingml/2006/main">
              <a:ext uri="{FF2B5EF4-FFF2-40B4-BE49-F238E27FC236}">
                <a16:creationId xmlns:a16="http://schemas.microsoft.com/office/drawing/2014/main" id="{BB42BEB6-C01C-46E2-AB25-51DD66EF2F6A}"/>
              </a:ext>
            </a:extLst>
          </p:cNvPr>
          <p:cNvSpPr>
            <a:spLocks xmlns:a="http://schemas.openxmlformats.org/drawingml/2006/main" noGrp="1"/>
          </p:cNvSpPr>
          <p:nvPr/>
        </p:nvSpPr>
        <p:spPr>
          <a:xfrm xmlns:a="http://schemas.openxmlformats.org/drawingml/2006/main">
            <a:off x="18819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46</a:t>
            </a:r>
          </a:p>
        </p:txBody>
      </p:sp>
      <p:sp>
        <p:nvSpPr>
          <p:cNvPr id="56" name="sues200_satellite_to_uav_300m/sues200_satellite_to_uav_300m/seed-1/count/cov-0.9/requested">
            <a:extLst xmlns:a="http://schemas.openxmlformats.org/drawingml/2006/main">
              <a:ext uri="{FF2B5EF4-FFF2-40B4-BE49-F238E27FC236}">
                <a16:creationId xmlns:a16="http://schemas.microsoft.com/office/drawing/2014/main" id="{6DCC6E6B-66BC-453C-AEDF-5DC369AE78B2}"/>
              </a:ext>
            </a:extLst>
          </p:cNvPr>
          <p:cNvSpPr>
            <a:spLocks xmlns:a="http://schemas.openxmlformats.org/drawingml/2006/main" noGrp="1"/>
          </p:cNvSpPr>
          <p:nvPr/>
        </p:nvSpPr>
        <p:spPr>
          <a:xfrm xmlns:a="http://schemas.openxmlformats.org/drawingml/2006/main">
            <a:off x="561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57" name="sues200_satellite_to_uav_300m/sues200_satellite_to_uav_300m/seed-1/count/cov-0.9/kN">
            <a:extLst xmlns:a="http://schemas.openxmlformats.org/drawingml/2006/main">
              <a:ext uri="{FF2B5EF4-FFF2-40B4-BE49-F238E27FC236}">
                <a16:creationId xmlns:a16="http://schemas.microsoft.com/office/drawing/2014/main" id="{C7296B81-0EE2-4DE5-A0BB-C5D1FB3B5F21}"/>
              </a:ext>
            </a:extLst>
          </p:cNvPr>
          <p:cNvSpPr>
            <a:spLocks xmlns:a="http://schemas.openxmlformats.org/drawingml/2006/main" noGrp="1"/>
          </p:cNvSpPr>
          <p:nvPr/>
        </p:nvSpPr>
        <p:spPr>
          <a:xfrm xmlns:a="http://schemas.openxmlformats.org/drawingml/2006/main">
            <a:off x="11763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58" name="sues200_satellite_to_uav_300m/sues200_satellite_to_uav_300m/seed-1/count/cov-0.9/overlap">
            <a:extLst xmlns:a="http://schemas.openxmlformats.org/drawingml/2006/main">
              <a:ext uri="{FF2B5EF4-FFF2-40B4-BE49-F238E27FC236}">
                <a16:creationId xmlns:a16="http://schemas.microsoft.com/office/drawing/2014/main" id="{1EB29626-0579-4E27-808B-51651B4DFE26}"/>
              </a:ext>
            </a:extLst>
          </p:cNvPr>
          <p:cNvSpPr>
            <a:spLocks xmlns:a="http://schemas.openxmlformats.org/drawingml/2006/main" noGrp="1"/>
          </p:cNvSpPr>
          <p:nvPr/>
        </p:nvSpPr>
        <p:spPr>
          <a:xfrm xmlns:a="http://schemas.openxmlformats.org/drawingml/2006/main">
            <a:off x="18819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66</a:t>
            </a:r>
          </a:p>
        </p:txBody>
      </p:sp>
      <p:sp>
        <p:nvSpPr>
          <p:cNvPr id="59" name="sues200_satellite_to_uav_300m/sues200_satellite_to_uav_300m/seed-1/count/cov-1/requested">
            <a:extLst xmlns:a="http://schemas.openxmlformats.org/drawingml/2006/main">
              <a:ext uri="{FF2B5EF4-FFF2-40B4-BE49-F238E27FC236}">
                <a16:creationId xmlns:a16="http://schemas.microsoft.com/office/drawing/2014/main" id="{0E7E09F7-F1F6-41F7-8C03-2CF08D14A5B6}"/>
              </a:ext>
            </a:extLst>
          </p:cNvPr>
          <p:cNvSpPr>
            <a:spLocks xmlns:a="http://schemas.openxmlformats.org/drawingml/2006/main" noGrp="1"/>
          </p:cNvSpPr>
          <p:nvPr/>
        </p:nvSpPr>
        <p:spPr>
          <a:xfrm xmlns:a="http://schemas.openxmlformats.org/drawingml/2006/main">
            <a:off x="5328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60" name="sues200_satellite_to_uav_300m/sues200_satellite_to_uav_300m/seed-1/count/cov-1/kN">
            <a:extLst xmlns:a="http://schemas.openxmlformats.org/drawingml/2006/main">
              <a:ext uri="{FF2B5EF4-FFF2-40B4-BE49-F238E27FC236}">
                <a16:creationId xmlns:a16="http://schemas.microsoft.com/office/drawing/2014/main" id="{8503B027-0439-42E2-93DF-07AACA414930}"/>
              </a:ext>
            </a:extLst>
          </p:cNvPr>
          <p:cNvSpPr>
            <a:spLocks xmlns:a="http://schemas.openxmlformats.org/drawingml/2006/main" noGrp="1"/>
          </p:cNvSpPr>
          <p:nvPr/>
        </p:nvSpPr>
        <p:spPr>
          <a:xfrm xmlns:a="http://schemas.openxmlformats.org/drawingml/2006/main">
            <a:off x="11763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61" name="sues200_satellite_to_uav_300m/sues200_satellite_to_uav_300m/seed-1/count/cov-1/overlap">
            <a:extLst xmlns:a="http://schemas.openxmlformats.org/drawingml/2006/main">
              <a:ext uri="{FF2B5EF4-FFF2-40B4-BE49-F238E27FC236}">
                <a16:creationId xmlns:a16="http://schemas.microsoft.com/office/drawing/2014/main" id="{B0B9EF1F-3356-45E4-963F-387CFBE69DCD}"/>
              </a:ext>
            </a:extLst>
          </p:cNvPr>
          <p:cNvSpPr>
            <a:spLocks xmlns:a="http://schemas.openxmlformats.org/drawingml/2006/main" noGrp="1"/>
          </p:cNvSpPr>
          <p:nvPr/>
        </p:nvSpPr>
        <p:spPr>
          <a:xfrm xmlns:a="http://schemas.openxmlformats.org/drawingml/2006/main">
            <a:off x="18819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62" name="sues200_satellite_to_uav_300m/sues200_satellite_to_uav_300m/seed-1/success/heading">
            <a:extLst xmlns:a="http://schemas.openxmlformats.org/drawingml/2006/main">
              <a:ext uri="{FF2B5EF4-FFF2-40B4-BE49-F238E27FC236}">
                <a16:creationId xmlns:a16="http://schemas.microsoft.com/office/drawing/2014/main" id="{3B9EEBB8-7C13-4474-B2BE-0CB15CC73E1E}"/>
              </a:ext>
            </a:extLst>
          </p:cNvPr>
          <p:cNvSpPr>
            <a:spLocks xmlns:a="http://schemas.openxmlformats.org/drawingml/2006/main" noGrp="1"/>
          </p:cNvSpPr>
          <p:nvPr/>
        </p:nvSpPr>
        <p:spPr>
          <a:xfrm xmlns:a="http://schemas.openxmlformats.org/drawingml/2006/main">
            <a:off x="5247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63" name="sues200_satellite_to_uav_300m/sues200_satellite_to_uav_300m/seed-1/success/cov-0.5/heading">
            <a:extLst xmlns:a="http://schemas.openxmlformats.org/drawingml/2006/main">
              <a:ext uri="{FF2B5EF4-FFF2-40B4-BE49-F238E27FC236}">
                <a16:creationId xmlns:a16="http://schemas.microsoft.com/office/drawing/2014/main" id="{2EA1284C-5224-453E-BDD4-118742A43D55}"/>
              </a:ext>
            </a:extLst>
          </p:cNvPr>
          <p:cNvSpPr>
            <a:spLocks xmlns:a="http://schemas.openxmlformats.org/drawingml/2006/main" noGrp="1"/>
          </p:cNvSpPr>
          <p:nvPr/>
        </p:nvSpPr>
        <p:spPr>
          <a:xfrm xmlns:a="http://schemas.openxmlformats.org/drawingml/2006/main">
            <a:off x="6722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64" name="sues200_satellite_to_uav_300m/sues200_satellite_to_uav_300m/seed-1/visual/success-cov-0.5">
            <a:extLst xmlns:a="http://schemas.openxmlformats.org/drawingml/2006/main">
              <a:ext uri="{FF2B5EF4-FFF2-40B4-BE49-F238E27FC236}">
                <a16:creationId xmlns:a16="http://schemas.microsoft.com/office/drawing/2014/main" id="{BB50AB84-1CAB-436C-B00A-3D35EA8DC8E4}"/>
              </a:ext>
            </a:extLst>
          </p:cNvPr>
          <p:cNvSpPr>
            <a:spLocks xmlns:a="http://schemas.openxmlformats.org/drawingml/2006/main" noGrp="1"/>
          </p:cNvSpPr>
          <p:nvPr/>
        </p:nvSpPr>
        <p:spPr>
          <a:xfrm xmlns:a="http://schemas.openxmlformats.org/drawingml/2006/main">
            <a:off x="5734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37.500</a:t>
            </a:r>
          </a:p>
        </p:txBody>
      </p:sp>
      <p:sp>
        <p:nvSpPr>
          <p:cNvPr id="65" name="sues200_satellite_to_uav_300m/sues200_satellite_to_uav_300m/seed-1/full/success-cov-0.5">
            <a:extLst xmlns:a="http://schemas.openxmlformats.org/drawingml/2006/main">
              <a:ext uri="{FF2B5EF4-FFF2-40B4-BE49-F238E27FC236}">
                <a16:creationId xmlns:a16="http://schemas.microsoft.com/office/drawing/2014/main" id="{8164DF52-E20B-4A73-A082-B610AAB0A336}"/>
              </a:ext>
            </a:extLst>
          </p:cNvPr>
          <p:cNvSpPr>
            <a:spLocks xmlns:a="http://schemas.openxmlformats.org/drawingml/2006/main" noGrp="1"/>
          </p:cNvSpPr>
          <p:nvPr/>
        </p:nvSpPr>
        <p:spPr>
          <a:xfrm xmlns:a="http://schemas.openxmlformats.org/drawingml/2006/main">
            <a:off x="5734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32.500</a:t>
            </a:r>
          </a:p>
        </p:txBody>
      </p:sp>
      <p:sp>
        <p:nvSpPr>
          <p:cNvPr id="66" name="sues200_satellite_to_uav_300m/sues200_satellite_to_uav_300m/seed-1/success/cov-0.75/heading">
            <a:extLst xmlns:a="http://schemas.openxmlformats.org/drawingml/2006/main">
              <a:ext uri="{FF2B5EF4-FFF2-40B4-BE49-F238E27FC236}">
                <a16:creationId xmlns:a16="http://schemas.microsoft.com/office/drawing/2014/main" id="{93A296C3-9A61-4A57-8410-5DFAB9FB6C87}"/>
              </a:ext>
            </a:extLst>
          </p:cNvPr>
          <p:cNvSpPr>
            <a:spLocks xmlns:a="http://schemas.openxmlformats.org/drawingml/2006/main" noGrp="1"/>
          </p:cNvSpPr>
          <p:nvPr/>
        </p:nvSpPr>
        <p:spPr>
          <a:xfrm xmlns:a="http://schemas.openxmlformats.org/drawingml/2006/main">
            <a:off x="10722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67" name="sues200_satellite_to_uav_300m/sues200_satellite_to_uav_300m/seed-1/visual/success-cov-0.75">
            <a:extLst xmlns:a="http://schemas.openxmlformats.org/drawingml/2006/main">
              <a:ext uri="{FF2B5EF4-FFF2-40B4-BE49-F238E27FC236}">
                <a16:creationId xmlns:a16="http://schemas.microsoft.com/office/drawing/2014/main" id="{C15B3F23-FB56-4766-8015-04B2CBFA5324}"/>
              </a:ext>
            </a:extLst>
          </p:cNvPr>
          <p:cNvSpPr>
            <a:spLocks xmlns:a="http://schemas.openxmlformats.org/drawingml/2006/main" noGrp="1"/>
          </p:cNvSpPr>
          <p:nvPr/>
        </p:nvSpPr>
        <p:spPr>
          <a:xfrm xmlns:a="http://schemas.openxmlformats.org/drawingml/2006/main">
            <a:off x="9735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53.750</a:t>
            </a:r>
          </a:p>
        </p:txBody>
      </p:sp>
      <p:sp>
        <p:nvSpPr>
          <p:cNvPr id="68" name="sues200_satellite_to_uav_300m/sues200_satellite_to_uav_300m/seed-1/full/success-cov-0.75">
            <a:extLst xmlns:a="http://schemas.openxmlformats.org/drawingml/2006/main">
              <a:ext uri="{FF2B5EF4-FFF2-40B4-BE49-F238E27FC236}">
                <a16:creationId xmlns:a16="http://schemas.microsoft.com/office/drawing/2014/main" id="{33D8ECC1-76FF-44EA-952D-86D22E9793DC}"/>
              </a:ext>
            </a:extLst>
          </p:cNvPr>
          <p:cNvSpPr>
            <a:spLocks xmlns:a="http://schemas.openxmlformats.org/drawingml/2006/main" noGrp="1"/>
          </p:cNvSpPr>
          <p:nvPr/>
        </p:nvSpPr>
        <p:spPr>
          <a:xfrm xmlns:a="http://schemas.openxmlformats.org/drawingml/2006/main">
            <a:off x="9735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45.000</a:t>
            </a:r>
          </a:p>
        </p:txBody>
      </p:sp>
      <p:sp>
        <p:nvSpPr>
          <p:cNvPr id="69" name="sues200_satellite_to_uav_300m/sues200_satellite_to_uav_300m/seed-1/success/cov-0.9/heading">
            <a:extLst xmlns:a="http://schemas.openxmlformats.org/drawingml/2006/main">
              <a:ext uri="{FF2B5EF4-FFF2-40B4-BE49-F238E27FC236}">
                <a16:creationId xmlns:a16="http://schemas.microsoft.com/office/drawing/2014/main" id="{4BC28B54-AA15-4606-A923-6F83DE63DF48}"/>
              </a:ext>
            </a:extLst>
          </p:cNvPr>
          <p:cNvSpPr>
            <a:spLocks xmlns:a="http://schemas.openxmlformats.org/drawingml/2006/main" noGrp="1"/>
          </p:cNvSpPr>
          <p:nvPr/>
        </p:nvSpPr>
        <p:spPr>
          <a:xfrm xmlns:a="http://schemas.openxmlformats.org/drawingml/2006/main">
            <a:off x="14723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70" name="sues200_satellite_to_uav_300m/sues200_satellite_to_uav_300m/seed-1/visual/success-cov-0.9">
            <a:extLst xmlns:a="http://schemas.openxmlformats.org/drawingml/2006/main">
              <a:ext uri="{FF2B5EF4-FFF2-40B4-BE49-F238E27FC236}">
                <a16:creationId xmlns:a16="http://schemas.microsoft.com/office/drawing/2014/main" id="{E535F5DC-7943-4C32-9CCA-2E112BB5FFF6}"/>
              </a:ext>
            </a:extLst>
          </p:cNvPr>
          <p:cNvSpPr>
            <a:spLocks xmlns:a="http://schemas.openxmlformats.org/drawingml/2006/main" noGrp="1"/>
          </p:cNvSpPr>
          <p:nvPr/>
        </p:nvSpPr>
        <p:spPr>
          <a:xfrm xmlns:a="http://schemas.openxmlformats.org/drawingml/2006/main">
            <a:off x="13735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63.750</a:t>
            </a:r>
          </a:p>
        </p:txBody>
      </p:sp>
      <p:sp>
        <p:nvSpPr>
          <p:cNvPr id="71" name="sues200_satellite_to_uav_300m/sues200_satellite_to_uav_300m/seed-1/full/success-cov-0.9">
            <a:extLst xmlns:a="http://schemas.openxmlformats.org/drawingml/2006/main">
              <a:ext uri="{FF2B5EF4-FFF2-40B4-BE49-F238E27FC236}">
                <a16:creationId xmlns:a16="http://schemas.microsoft.com/office/drawing/2014/main" id="{CAA6FB6E-544D-49A1-A271-AA90C50E99EA}"/>
              </a:ext>
            </a:extLst>
          </p:cNvPr>
          <p:cNvSpPr>
            <a:spLocks xmlns:a="http://schemas.openxmlformats.org/drawingml/2006/main" noGrp="1"/>
          </p:cNvSpPr>
          <p:nvPr/>
        </p:nvSpPr>
        <p:spPr>
          <a:xfrm xmlns:a="http://schemas.openxmlformats.org/drawingml/2006/main">
            <a:off x="13735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55.000</a:t>
            </a:r>
          </a:p>
        </p:txBody>
      </p:sp>
      <p:sp>
        <p:nvSpPr>
          <p:cNvPr id="72" name="sues200_satellite_to_uav_300m/sues200_satellite_to_uav_300m/seed-1/success/cov-1/heading">
            <a:extLst xmlns:a="http://schemas.openxmlformats.org/drawingml/2006/main">
              <a:ext uri="{FF2B5EF4-FFF2-40B4-BE49-F238E27FC236}">
                <a16:creationId xmlns:a16="http://schemas.microsoft.com/office/drawing/2014/main" id="{A4E705AB-AEEC-4BD6-99C2-6E98F5A035DF}"/>
              </a:ext>
            </a:extLst>
          </p:cNvPr>
          <p:cNvSpPr>
            <a:spLocks xmlns:a="http://schemas.openxmlformats.org/drawingml/2006/main" noGrp="1"/>
          </p:cNvSpPr>
          <p:nvPr/>
        </p:nvSpPr>
        <p:spPr>
          <a:xfrm xmlns:a="http://schemas.openxmlformats.org/drawingml/2006/main">
            <a:off x="18441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73" name="sues200_satellite_to_uav_300m/sues200_satellite_to_uav_300m/seed-1/visual/success-cov-1">
            <a:extLst xmlns:a="http://schemas.openxmlformats.org/drawingml/2006/main">
              <a:ext uri="{FF2B5EF4-FFF2-40B4-BE49-F238E27FC236}">
                <a16:creationId xmlns:a16="http://schemas.microsoft.com/office/drawing/2014/main" id="{99D08DD9-52FF-4F1A-85D5-942D2F213D58}"/>
              </a:ext>
            </a:extLst>
          </p:cNvPr>
          <p:cNvSpPr>
            <a:spLocks xmlns:a="http://schemas.openxmlformats.org/drawingml/2006/main" noGrp="1"/>
          </p:cNvSpPr>
          <p:nvPr/>
        </p:nvSpPr>
        <p:spPr>
          <a:xfrm xmlns:a="http://schemas.openxmlformats.org/drawingml/2006/main">
            <a:off x="17736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70.000</a:t>
            </a:r>
          </a:p>
        </p:txBody>
      </p:sp>
      <p:sp>
        <p:nvSpPr>
          <p:cNvPr id="74" name="sues200_satellite_to_uav_300m/sues200_satellite_to_uav_300m/seed-1/full/success-cov-1">
            <a:extLst xmlns:a="http://schemas.openxmlformats.org/drawingml/2006/main">
              <a:ext uri="{FF2B5EF4-FFF2-40B4-BE49-F238E27FC236}">
                <a16:creationId xmlns:a16="http://schemas.microsoft.com/office/drawing/2014/main" id="{488FAC2C-D7DC-4E52-9E7E-6CDBE53C5CF8}"/>
              </a:ext>
            </a:extLst>
          </p:cNvPr>
          <p:cNvSpPr>
            <a:spLocks xmlns:a="http://schemas.openxmlformats.org/drawingml/2006/main" noGrp="1"/>
          </p:cNvSpPr>
          <p:nvPr/>
        </p:nvSpPr>
        <p:spPr>
          <a:xfrm xmlns:a="http://schemas.openxmlformats.org/drawingml/2006/main">
            <a:off x="17736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60.000</a:t>
            </a:r>
          </a:p>
        </p:txBody>
      </p:sp>
      <p:sp>
        <p:nvSpPr>
          <p:cNvPr id="75" name="sues200_satellite_to_uav_300m/sues200_satellite_to_uav_300m/seed-1/visual/success-prefix">
            <a:extLst xmlns:a="http://schemas.openxmlformats.org/drawingml/2006/main">
              <a:ext uri="{FF2B5EF4-FFF2-40B4-BE49-F238E27FC236}">
                <a16:creationId xmlns:a16="http://schemas.microsoft.com/office/drawing/2014/main" id="{0B129957-7E84-4A40-9ACF-A1D238B6B3BE}"/>
              </a:ext>
            </a:extLst>
          </p:cNvPr>
          <p:cNvSpPr>
            <a:spLocks xmlns:a="http://schemas.openxmlformats.org/drawingml/2006/main" noGrp="1"/>
          </p:cNvSpPr>
          <p:nvPr/>
        </p:nvSpPr>
        <p:spPr>
          <a:xfrm xmlns:a="http://schemas.openxmlformats.org/drawingml/2006/main">
            <a:off x="3545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76" name="sues200_satellite_to_uav_300m/sues200_satellite_to_uav_300m/seed-1/full/success-prefix">
            <a:extLst xmlns:a="http://schemas.openxmlformats.org/drawingml/2006/main">
              <a:ext uri="{FF2B5EF4-FFF2-40B4-BE49-F238E27FC236}">
                <a16:creationId xmlns:a16="http://schemas.microsoft.com/office/drawing/2014/main" id="{B99C485F-0516-4A35-901A-4A1427B18866}"/>
              </a:ext>
            </a:extLst>
          </p:cNvPr>
          <p:cNvSpPr>
            <a:spLocks xmlns:a="http://schemas.openxmlformats.org/drawingml/2006/main" noGrp="1"/>
          </p:cNvSpPr>
          <p:nvPr/>
        </p:nvSpPr>
        <p:spPr>
          <a:xfrm xmlns:a="http://schemas.openxmlformats.org/drawingml/2006/main">
            <a:off x="3602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77" name="sues200_satellite_to_uav_300m/sues200_satellite_to_uav_300m/seed-2/heading">
            <a:extLst xmlns:a="http://schemas.openxmlformats.org/drawingml/2006/main">
              <a:ext uri="{FF2B5EF4-FFF2-40B4-BE49-F238E27FC236}">
                <a16:creationId xmlns:a16="http://schemas.microsoft.com/office/drawing/2014/main" id="{73C2F0BC-1903-4A13-A36C-B6A8394D2F7C}"/>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8" name="sues200_satellite_to_uav_300m/sues200_satellite_to_uav_300m/seed-2/y-grid-0">
            <a:extLst xmlns:a="http://schemas.openxmlformats.org/drawingml/2006/main">
              <a:ext uri="{FF2B5EF4-FFF2-40B4-BE49-F238E27FC236}">
                <a16:creationId xmlns:a16="http://schemas.microsoft.com/office/drawing/2014/main" id="{BE80B9AC-45F1-409E-98D4-D925220F84AE}"/>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9" name="sues200_satellite_to_uav_300m/sues200_satellite_to_uav_300m/seed-2/y-label-0">
            <a:extLst xmlns:a="http://schemas.openxmlformats.org/drawingml/2006/main">
              <a:ext uri="{FF2B5EF4-FFF2-40B4-BE49-F238E27FC236}">
                <a16:creationId xmlns:a16="http://schemas.microsoft.com/office/drawing/2014/main" id="{7E63C3B2-E016-4694-8197-B591D37015D3}"/>
              </a:ext>
            </a:extLst>
          </p:cNvPr>
          <p:cNvSpPr>
            <a:spLocks xmlns:a="http://schemas.openxmlformats.org/drawingml/2006/main" noGrp="1"/>
          </p:cNvSpPr>
          <p:nvPr/>
        </p:nvSpPr>
        <p:spPr>
          <a:xfrm xmlns:a="http://schemas.openxmlformats.org/drawingml/2006/main">
            <a:off x="24104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0" name="sues200_satellite_to_uav_300m/sues200_satellite_to_uav_300m/seed-2/x-tick-0">
            <a:extLst xmlns:a="http://schemas.openxmlformats.org/drawingml/2006/main">
              <a:ext uri="{FF2B5EF4-FFF2-40B4-BE49-F238E27FC236}">
                <a16:creationId xmlns:a16="http://schemas.microsoft.com/office/drawing/2014/main" id="{00FFFB3E-6F04-4259-86BA-86A025A8CE07}"/>
              </a:ext>
            </a:extLst>
          </p:cNvPr>
          <p:cNvSpPr>
            <a:spLocks xmlns:a="http://schemas.openxmlformats.org/drawingml/2006/main" noGrp="1"/>
          </p:cNvSpPr>
          <p:nvPr/>
        </p:nvSpPr>
        <p:spPr>
          <a:xfrm xmlns:a="http://schemas.openxmlformats.org/drawingml/2006/main" flipV="0">
            <a:off x="25400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1" name="sues200_satellite_to_uav_300m/sues200_satellite_to_uav_300m/seed-2/x-label-0">
            <a:extLst xmlns:a="http://schemas.openxmlformats.org/drawingml/2006/main">
              <a:ext uri="{FF2B5EF4-FFF2-40B4-BE49-F238E27FC236}">
                <a16:creationId xmlns:a16="http://schemas.microsoft.com/office/drawing/2014/main" id="{98A870D8-071C-4A37-BAAE-E466CE38A1CB}"/>
              </a:ext>
            </a:extLst>
          </p:cNvPr>
          <p:cNvSpPr>
            <a:spLocks xmlns:a="http://schemas.openxmlformats.org/drawingml/2006/main" noGrp="1"/>
          </p:cNvSpPr>
          <p:nvPr/>
        </p:nvSpPr>
        <p:spPr>
          <a:xfrm xmlns:a="http://schemas.openxmlformats.org/drawingml/2006/main">
            <a:off x="25069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82" name="sues200_satellite_to_uav_300m/sues200_satellite_to_uav_300m/seed-2/y-grid-25">
            <a:extLst xmlns:a="http://schemas.openxmlformats.org/drawingml/2006/main">
              <a:ext uri="{FF2B5EF4-FFF2-40B4-BE49-F238E27FC236}">
                <a16:creationId xmlns:a16="http://schemas.microsoft.com/office/drawing/2014/main" id="{6CF32FAD-D346-4FB3-A1BA-4C3E9273CE09}"/>
              </a:ext>
            </a:extLst>
          </p:cNvPr>
          <p:cNvSpPr>
            <a:spLocks xmlns:a="http://schemas.openxmlformats.org/drawingml/2006/main" noGrp="1"/>
          </p:cNvSpPr>
          <p:nvPr/>
        </p:nvSpPr>
        <p:spPr>
          <a:xfrm xmlns:a="http://schemas.openxmlformats.org/drawingml/2006/main" flipV="0">
            <a:off x="25400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3" name="sues200_satellite_to_uav_300m/sues200_satellite_to_uav_300m/seed-2/y-label-25">
            <a:extLst xmlns:a="http://schemas.openxmlformats.org/drawingml/2006/main">
              <a:ext uri="{FF2B5EF4-FFF2-40B4-BE49-F238E27FC236}">
                <a16:creationId xmlns:a16="http://schemas.microsoft.com/office/drawing/2014/main" id="{65733E9F-9950-42B7-B433-104BF7D3D7CA}"/>
              </a:ext>
            </a:extLst>
          </p:cNvPr>
          <p:cNvSpPr>
            <a:spLocks xmlns:a="http://schemas.openxmlformats.org/drawingml/2006/main" noGrp="1"/>
          </p:cNvSpPr>
          <p:nvPr/>
        </p:nvSpPr>
        <p:spPr>
          <a:xfrm xmlns:a="http://schemas.openxmlformats.org/drawingml/2006/main">
            <a:off x="23541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4" name="sues200_satellite_to_uav_300m/sues200_satellite_to_uav_300m/seed-2/x-tick-25">
            <a:extLst xmlns:a="http://schemas.openxmlformats.org/drawingml/2006/main">
              <a:ext uri="{FF2B5EF4-FFF2-40B4-BE49-F238E27FC236}">
                <a16:creationId xmlns:a16="http://schemas.microsoft.com/office/drawing/2014/main" id="{93206A95-26EA-4D95-8135-04EB97AF86A4}"/>
              </a:ext>
            </a:extLst>
          </p:cNvPr>
          <p:cNvSpPr>
            <a:spLocks xmlns:a="http://schemas.openxmlformats.org/drawingml/2006/main" noGrp="1"/>
          </p:cNvSpPr>
          <p:nvPr/>
        </p:nvSpPr>
        <p:spPr>
          <a:xfrm xmlns:a="http://schemas.openxmlformats.org/drawingml/2006/main" flipV="0">
            <a:off x="29400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5" name="sues200_satellite_to_uav_300m/sues200_satellite_to_uav_300m/seed-2/x-label-25">
            <a:extLst xmlns:a="http://schemas.openxmlformats.org/drawingml/2006/main">
              <a:ext uri="{FF2B5EF4-FFF2-40B4-BE49-F238E27FC236}">
                <a16:creationId xmlns:a16="http://schemas.microsoft.com/office/drawing/2014/main" id="{F1932155-3D09-4EDA-8A3F-3032120CEEBE}"/>
              </a:ext>
            </a:extLst>
          </p:cNvPr>
          <p:cNvSpPr>
            <a:spLocks xmlns:a="http://schemas.openxmlformats.org/drawingml/2006/main" noGrp="1"/>
          </p:cNvSpPr>
          <p:nvPr/>
        </p:nvSpPr>
        <p:spPr>
          <a:xfrm xmlns:a="http://schemas.openxmlformats.org/drawingml/2006/main">
            <a:off x="28788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6" name="sues200_satellite_to_uav_300m/sues200_satellite_to_uav_300m/seed-2/y-grid-50">
            <a:extLst xmlns:a="http://schemas.openxmlformats.org/drawingml/2006/main">
              <a:ext uri="{FF2B5EF4-FFF2-40B4-BE49-F238E27FC236}">
                <a16:creationId xmlns:a16="http://schemas.microsoft.com/office/drawing/2014/main" id="{BBDFD126-5351-4044-A274-550CA6C02780}"/>
              </a:ext>
            </a:extLst>
          </p:cNvPr>
          <p:cNvSpPr>
            <a:spLocks xmlns:a="http://schemas.openxmlformats.org/drawingml/2006/main" noGrp="1"/>
          </p:cNvSpPr>
          <p:nvPr/>
        </p:nvSpPr>
        <p:spPr>
          <a:xfrm xmlns:a="http://schemas.openxmlformats.org/drawingml/2006/main" flipV="0">
            <a:off x="25400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7" name="sues200_satellite_to_uav_300m/sues200_satellite_to_uav_300m/seed-2/y-label-50">
            <a:extLst xmlns:a="http://schemas.openxmlformats.org/drawingml/2006/main">
              <a:ext uri="{FF2B5EF4-FFF2-40B4-BE49-F238E27FC236}">
                <a16:creationId xmlns:a16="http://schemas.microsoft.com/office/drawing/2014/main" id="{549A486A-FB8F-439E-B818-8E19C00F5FDA}"/>
              </a:ext>
            </a:extLst>
          </p:cNvPr>
          <p:cNvSpPr>
            <a:spLocks xmlns:a="http://schemas.openxmlformats.org/drawingml/2006/main" noGrp="1"/>
          </p:cNvSpPr>
          <p:nvPr/>
        </p:nvSpPr>
        <p:spPr>
          <a:xfrm xmlns:a="http://schemas.openxmlformats.org/drawingml/2006/main">
            <a:off x="23541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8" name="sues200_satellite_to_uav_300m/sues200_satellite_to_uav_300m/seed-2/x-tick-50">
            <a:extLst xmlns:a="http://schemas.openxmlformats.org/drawingml/2006/main">
              <a:ext uri="{FF2B5EF4-FFF2-40B4-BE49-F238E27FC236}">
                <a16:creationId xmlns:a16="http://schemas.microsoft.com/office/drawing/2014/main" id="{8BBA04A8-3CF1-4DAB-87AB-3F769B98EB4B}"/>
              </a:ext>
            </a:extLst>
          </p:cNvPr>
          <p:cNvSpPr>
            <a:spLocks xmlns:a="http://schemas.openxmlformats.org/drawingml/2006/main" noGrp="1"/>
          </p:cNvSpPr>
          <p:nvPr/>
        </p:nvSpPr>
        <p:spPr>
          <a:xfrm xmlns:a="http://schemas.openxmlformats.org/drawingml/2006/main" flipV="0">
            <a:off x="33401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9" name="sues200_satellite_to_uav_300m/sues200_satellite_to_uav_300m/seed-2/x-label-50">
            <a:extLst xmlns:a="http://schemas.openxmlformats.org/drawingml/2006/main">
              <a:ext uri="{FF2B5EF4-FFF2-40B4-BE49-F238E27FC236}">
                <a16:creationId xmlns:a16="http://schemas.microsoft.com/office/drawing/2014/main" id="{733D2EC1-5AA2-4F35-A57E-6889D3673EBA}"/>
              </a:ext>
            </a:extLst>
          </p:cNvPr>
          <p:cNvSpPr>
            <a:spLocks xmlns:a="http://schemas.openxmlformats.org/drawingml/2006/main" noGrp="1"/>
          </p:cNvSpPr>
          <p:nvPr/>
        </p:nvSpPr>
        <p:spPr>
          <a:xfrm xmlns:a="http://schemas.openxmlformats.org/drawingml/2006/main">
            <a:off x="32789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90" name="sues200_satellite_to_uav_300m/sues200_satellite_to_uav_300m/seed-2/y-grid-75">
            <a:extLst xmlns:a="http://schemas.openxmlformats.org/drawingml/2006/main">
              <a:ext uri="{FF2B5EF4-FFF2-40B4-BE49-F238E27FC236}">
                <a16:creationId xmlns:a16="http://schemas.microsoft.com/office/drawing/2014/main" id="{8CEB97AF-EC56-4BD1-A071-00E9E17862C8}"/>
              </a:ext>
            </a:extLst>
          </p:cNvPr>
          <p:cNvSpPr>
            <a:spLocks xmlns:a="http://schemas.openxmlformats.org/drawingml/2006/main" noGrp="1"/>
          </p:cNvSpPr>
          <p:nvPr/>
        </p:nvSpPr>
        <p:spPr>
          <a:xfrm xmlns:a="http://schemas.openxmlformats.org/drawingml/2006/main" flipV="0">
            <a:off x="25400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1" name="sues200_satellite_to_uav_300m/sues200_satellite_to_uav_300m/seed-2/y-label-75">
            <a:extLst xmlns:a="http://schemas.openxmlformats.org/drawingml/2006/main">
              <a:ext uri="{FF2B5EF4-FFF2-40B4-BE49-F238E27FC236}">
                <a16:creationId xmlns:a16="http://schemas.microsoft.com/office/drawing/2014/main" id="{233DCDF2-276C-460C-B1BF-A381E4854364}"/>
              </a:ext>
            </a:extLst>
          </p:cNvPr>
          <p:cNvSpPr>
            <a:spLocks xmlns:a="http://schemas.openxmlformats.org/drawingml/2006/main" noGrp="1"/>
          </p:cNvSpPr>
          <p:nvPr/>
        </p:nvSpPr>
        <p:spPr>
          <a:xfrm xmlns:a="http://schemas.openxmlformats.org/drawingml/2006/main">
            <a:off x="23541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2" name="sues200_satellite_to_uav_300m/sues200_satellite_to_uav_300m/seed-2/x-tick-75">
            <a:extLst xmlns:a="http://schemas.openxmlformats.org/drawingml/2006/main">
              <a:ext uri="{FF2B5EF4-FFF2-40B4-BE49-F238E27FC236}">
                <a16:creationId xmlns:a16="http://schemas.microsoft.com/office/drawing/2014/main" id="{0FF26325-1A0C-43FC-8D19-AB012AA0E72D}"/>
              </a:ext>
            </a:extLst>
          </p:cNvPr>
          <p:cNvSpPr>
            <a:spLocks xmlns:a="http://schemas.openxmlformats.org/drawingml/2006/main" noGrp="1"/>
          </p:cNvSpPr>
          <p:nvPr/>
        </p:nvSpPr>
        <p:spPr>
          <a:xfrm xmlns:a="http://schemas.openxmlformats.org/drawingml/2006/main" flipV="0">
            <a:off x="37401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3" name="sues200_satellite_to_uav_300m/sues200_satellite_to_uav_300m/seed-2/x-label-75">
            <a:extLst xmlns:a="http://schemas.openxmlformats.org/drawingml/2006/main">
              <a:ext uri="{FF2B5EF4-FFF2-40B4-BE49-F238E27FC236}">
                <a16:creationId xmlns:a16="http://schemas.microsoft.com/office/drawing/2014/main" id="{9C6BEFA9-2CEF-4120-80E8-DE4D0350E13B}"/>
              </a:ext>
            </a:extLst>
          </p:cNvPr>
          <p:cNvSpPr>
            <a:spLocks xmlns:a="http://schemas.openxmlformats.org/drawingml/2006/main" noGrp="1"/>
          </p:cNvSpPr>
          <p:nvPr/>
        </p:nvSpPr>
        <p:spPr>
          <a:xfrm xmlns:a="http://schemas.openxmlformats.org/drawingml/2006/main">
            <a:off x="36789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94" name="sues200_satellite_to_uav_300m/sues200_satellite_to_uav_300m/seed-2/y-grid-100">
            <a:extLst xmlns:a="http://schemas.openxmlformats.org/drawingml/2006/main">
              <a:ext uri="{FF2B5EF4-FFF2-40B4-BE49-F238E27FC236}">
                <a16:creationId xmlns:a16="http://schemas.microsoft.com/office/drawing/2014/main" id="{D51E3CAB-5C5A-4276-9A72-83757D5B2996}"/>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5" name="sues200_satellite_to_uav_300m/sues200_satellite_to_uav_300m/seed-2/y-label-100">
            <a:extLst xmlns:a="http://schemas.openxmlformats.org/drawingml/2006/main">
              <a:ext uri="{FF2B5EF4-FFF2-40B4-BE49-F238E27FC236}">
                <a16:creationId xmlns:a16="http://schemas.microsoft.com/office/drawing/2014/main" id="{EAB14F86-A790-4EEE-94A5-374C019D9416}"/>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6" name="sues200_satellite_to_uav_300m/sues200_satellite_to_uav_300m/seed-2/x-tick-100">
            <a:extLst xmlns:a="http://schemas.openxmlformats.org/drawingml/2006/main">
              <a:ext uri="{FF2B5EF4-FFF2-40B4-BE49-F238E27FC236}">
                <a16:creationId xmlns:a16="http://schemas.microsoft.com/office/drawing/2014/main" id="{F7CC6673-3A7A-409C-B875-6F9F717E06E8}"/>
              </a:ext>
            </a:extLst>
          </p:cNvPr>
          <p:cNvSpPr>
            <a:spLocks xmlns:a="http://schemas.openxmlformats.org/drawingml/2006/main" noGrp="1"/>
          </p:cNvSpPr>
          <p:nvPr/>
        </p:nvSpPr>
        <p:spPr>
          <a:xfrm xmlns:a="http://schemas.openxmlformats.org/drawingml/2006/main" flipV="0">
            <a:off x="41402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7" name="sues200_satellite_to_uav_300m/sues200_satellite_to_uav_300m/seed-2/x-label-100">
            <a:extLst xmlns:a="http://schemas.openxmlformats.org/drawingml/2006/main">
              <a:ext uri="{FF2B5EF4-FFF2-40B4-BE49-F238E27FC236}">
                <a16:creationId xmlns:a16="http://schemas.microsoft.com/office/drawing/2014/main" id="{B9FC3456-98BE-46DC-8D86-C8920795E912}"/>
              </a:ext>
            </a:extLst>
          </p:cNvPr>
          <p:cNvSpPr>
            <a:spLocks xmlns:a="http://schemas.openxmlformats.org/drawingml/2006/main" noGrp="1"/>
          </p:cNvSpPr>
          <p:nvPr/>
        </p:nvSpPr>
        <p:spPr>
          <a:xfrm xmlns:a="http://schemas.openxmlformats.org/drawingml/2006/main">
            <a:off x="40507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8" name="sues200_satellite_to_uav_300m/sues200_satellite_to_uav_300m/seed-2/y-axis">
            <a:extLst xmlns:a="http://schemas.openxmlformats.org/drawingml/2006/main">
              <a:ext uri="{FF2B5EF4-FFF2-40B4-BE49-F238E27FC236}">
                <a16:creationId xmlns:a16="http://schemas.microsoft.com/office/drawing/2014/main" id="{4CE5CEA4-7C83-4BB4-85AB-CCCA6AF5745B}"/>
              </a:ext>
            </a:extLst>
          </p:cNvPr>
          <p:cNvSpPr>
            <a:spLocks xmlns:a="http://schemas.openxmlformats.org/drawingml/2006/main" noGrp="1"/>
          </p:cNvSpPr>
          <p:nvPr/>
        </p:nvSpPr>
        <p:spPr>
          <a:xfrm xmlns:a="http://schemas.openxmlformats.org/drawingml/2006/main" flipV="0">
            <a:off x="25400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9" name="sues200_satellite_to_uav_300m/sues200_satellite_to_uav_300m/seed-2/x-axis">
            <a:extLst xmlns:a="http://schemas.openxmlformats.org/drawingml/2006/main">
              <a:ext uri="{FF2B5EF4-FFF2-40B4-BE49-F238E27FC236}">
                <a16:creationId xmlns:a16="http://schemas.microsoft.com/office/drawing/2014/main" id="{FB6D6C2B-BDA0-4744-B330-2592E750990F}"/>
              </a:ext>
            </a:extLst>
          </p:cNvPr>
          <p:cNvSpPr>
            <a:spLocks xmlns:a="http://schemas.openxmlformats.org/drawingml/2006/main" noGrp="1"/>
          </p:cNvSpPr>
          <p:nvPr/>
        </p:nvSpPr>
        <p:spPr>
          <a:xfrm xmlns:a="http://schemas.openxmlformats.org/drawingml/2006/main" flipV="0">
            <a:off x="25400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00" name="sues200_satellite_to_uav_300m/sues200_satellite_to_uav_300m/seed-2/visual/guide-1-2">
            <a:extLst xmlns:a="http://schemas.openxmlformats.org/drawingml/2006/main">
              <a:ext uri="{FF2B5EF4-FFF2-40B4-BE49-F238E27FC236}">
                <a16:creationId xmlns:a16="http://schemas.microsoft.com/office/drawing/2014/main" id="{BBB29B89-D7E5-4F59-B1B3-3AA93FEFF819}"/>
              </a:ext>
            </a:extLst>
          </p:cNvPr>
          <p:cNvSpPr>
            <a:spLocks xmlns:a="http://schemas.openxmlformats.org/drawingml/2006/main" noGrp="1"/>
          </p:cNvSpPr>
          <p:nvPr/>
        </p:nvSpPr>
        <p:spPr>
          <a:xfrm xmlns:a="http://schemas.openxmlformats.org/drawingml/2006/main" flipV="1">
            <a:off x="3340100" y="1988820"/>
            <a:ext cx="400050" cy="30480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1" name="sues200_satellite_to_uav_300m/sues200_satellite_to_uav_300m/seed-2/visual/guide-2-3">
            <a:extLst xmlns:a="http://schemas.openxmlformats.org/drawingml/2006/main">
              <a:ext uri="{FF2B5EF4-FFF2-40B4-BE49-F238E27FC236}">
                <a16:creationId xmlns:a16="http://schemas.microsoft.com/office/drawing/2014/main" id="{CCADCD8A-39EC-4102-95B3-F2C97540848A}"/>
              </a:ext>
            </a:extLst>
          </p:cNvPr>
          <p:cNvSpPr>
            <a:spLocks xmlns:a="http://schemas.openxmlformats.org/drawingml/2006/main" noGrp="1"/>
          </p:cNvSpPr>
          <p:nvPr/>
        </p:nvSpPr>
        <p:spPr>
          <a:xfrm xmlns:a="http://schemas.openxmlformats.org/drawingml/2006/main" flipV="1">
            <a:off x="3740150" y="1785620"/>
            <a:ext cx="240030" cy="20320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2" name="sues200_satellite_to_uav_300m/sues200_satellite_to_uav_300m/seed-2/visual/guide-3-4">
            <a:extLst xmlns:a="http://schemas.openxmlformats.org/drawingml/2006/main">
              <a:ext uri="{FF2B5EF4-FFF2-40B4-BE49-F238E27FC236}">
                <a16:creationId xmlns:a16="http://schemas.microsoft.com/office/drawing/2014/main" id="{991ED616-EFA8-49D9-8839-F168C3F8E4D5}"/>
              </a:ext>
            </a:extLst>
          </p:cNvPr>
          <p:cNvSpPr>
            <a:spLocks xmlns:a="http://schemas.openxmlformats.org/drawingml/2006/main" noGrp="1"/>
          </p:cNvSpPr>
          <p:nvPr/>
        </p:nvSpPr>
        <p:spPr>
          <a:xfrm xmlns:a="http://schemas.openxmlformats.org/drawingml/2006/main" flipV="1">
            <a:off x="3980180" y="1684020"/>
            <a:ext cx="160020" cy="10160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03" name="sues200_satellite_to_uav_300m/sues200_satellite_to_uav_300m/seed-2/visual/point-cov-0.5">
            <a:extLst xmlns:a="http://schemas.openxmlformats.org/drawingml/2006/main">
              <a:ext uri="{FF2B5EF4-FFF2-40B4-BE49-F238E27FC236}">
                <a16:creationId xmlns:a16="http://schemas.microsoft.com/office/drawing/2014/main" id="{02440198-D8C8-467F-A862-A6786827EE36}"/>
              </a:ext>
            </a:extLst>
          </p:cNvPr>
          <p:cNvSpPr>
            <a:spLocks xmlns:a="http://schemas.openxmlformats.org/drawingml/2006/main" noGrp="1"/>
          </p:cNvSpPr>
          <p:nvPr/>
        </p:nvSpPr>
        <p:spPr>
          <a:xfrm xmlns:a="http://schemas.openxmlformats.org/drawingml/2006/main">
            <a:off x="3310255" y="22637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4" name="sues200_satellite_to_uav_300m/sues200_satellite_to_uav_300m/seed-2/visual/point-cov-0.75">
            <a:extLst xmlns:a="http://schemas.openxmlformats.org/drawingml/2006/main">
              <a:ext uri="{FF2B5EF4-FFF2-40B4-BE49-F238E27FC236}">
                <a16:creationId xmlns:a16="http://schemas.microsoft.com/office/drawing/2014/main" id="{52B9F37B-9CC3-4DB2-9D8D-93CB0066D518}"/>
              </a:ext>
            </a:extLst>
          </p:cNvPr>
          <p:cNvSpPr>
            <a:spLocks xmlns:a="http://schemas.openxmlformats.org/drawingml/2006/main" noGrp="1"/>
          </p:cNvSpPr>
          <p:nvPr/>
        </p:nvSpPr>
        <p:spPr>
          <a:xfrm xmlns:a="http://schemas.openxmlformats.org/drawingml/2006/main">
            <a:off x="3710305" y="19589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5" name="sues200_satellite_to_uav_300m/sues200_satellite_to_uav_300m/seed-2/visual/point-cov-0.9">
            <a:extLst xmlns:a="http://schemas.openxmlformats.org/drawingml/2006/main">
              <a:ext uri="{FF2B5EF4-FFF2-40B4-BE49-F238E27FC236}">
                <a16:creationId xmlns:a16="http://schemas.microsoft.com/office/drawing/2014/main" id="{7ABC0FAE-3FC0-4295-94F4-4B1F3F63AC96}"/>
              </a:ext>
            </a:extLst>
          </p:cNvPr>
          <p:cNvSpPr>
            <a:spLocks xmlns:a="http://schemas.openxmlformats.org/drawingml/2006/main" noGrp="1"/>
          </p:cNvSpPr>
          <p:nvPr/>
        </p:nvSpPr>
        <p:spPr>
          <a:xfrm xmlns:a="http://schemas.openxmlformats.org/drawingml/2006/main">
            <a:off x="3950335" y="17557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6" name="sues200_satellite_to_uav_300m/sues200_satellite_to_uav_300m/seed-2/visual/point-cov-1">
            <a:extLst xmlns:a="http://schemas.openxmlformats.org/drawingml/2006/main">
              <a:ext uri="{FF2B5EF4-FFF2-40B4-BE49-F238E27FC236}">
                <a16:creationId xmlns:a16="http://schemas.microsoft.com/office/drawing/2014/main" id="{55B689C5-B0A3-472E-906B-EAFCC1EDEDE6}"/>
              </a:ext>
            </a:extLst>
          </p:cNvPr>
          <p:cNvSpPr>
            <a:spLocks xmlns:a="http://schemas.openxmlformats.org/drawingml/2006/main" noGrp="1"/>
          </p:cNvSpPr>
          <p:nvPr/>
        </p:nvSpPr>
        <p:spPr>
          <a:xfrm xmlns:a="http://schemas.openxmlformats.org/drawingml/2006/main">
            <a:off x="4110355" y="165417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07" name="sues200_satellite_to_uav_300m/sues200_satellite_to_uav_300m/seed-2/full/guide-1-2">
            <a:extLst xmlns:a="http://schemas.openxmlformats.org/drawingml/2006/main">
              <a:ext uri="{FF2B5EF4-FFF2-40B4-BE49-F238E27FC236}">
                <a16:creationId xmlns:a16="http://schemas.microsoft.com/office/drawing/2014/main" id="{C05DDF02-0F20-49FF-B10D-CD783DC397A3}"/>
              </a:ext>
            </a:extLst>
          </p:cNvPr>
          <p:cNvSpPr>
            <a:spLocks xmlns:a="http://schemas.openxmlformats.org/drawingml/2006/main" noGrp="1"/>
          </p:cNvSpPr>
          <p:nvPr/>
        </p:nvSpPr>
        <p:spPr>
          <a:xfrm xmlns:a="http://schemas.openxmlformats.org/drawingml/2006/main" flipV="1">
            <a:off x="3340100" y="2171700"/>
            <a:ext cx="400050" cy="22352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8" name="sues200_satellite_to_uav_300m/sues200_satellite_to_uav_300m/seed-2/full/guide-2-3">
            <a:extLst xmlns:a="http://schemas.openxmlformats.org/drawingml/2006/main">
              <a:ext uri="{FF2B5EF4-FFF2-40B4-BE49-F238E27FC236}">
                <a16:creationId xmlns:a16="http://schemas.microsoft.com/office/drawing/2014/main" id="{BFCF86F0-94F3-4E56-BF1A-D12B5A247C60}"/>
              </a:ext>
            </a:extLst>
          </p:cNvPr>
          <p:cNvSpPr>
            <a:spLocks xmlns:a="http://schemas.openxmlformats.org/drawingml/2006/main" noGrp="1"/>
          </p:cNvSpPr>
          <p:nvPr/>
        </p:nvSpPr>
        <p:spPr>
          <a:xfrm xmlns:a="http://schemas.openxmlformats.org/drawingml/2006/main" flipV="1">
            <a:off x="3740150" y="2009140"/>
            <a:ext cx="240030" cy="1625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09" name="sues200_satellite_to_uav_300m/sues200_satellite_to_uav_300m/seed-2/full/guide-3-4">
            <a:extLst xmlns:a="http://schemas.openxmlformats.org/drawingml/2006/main">
              <a:ext uri="{FF2B5EF4-FFF2-40B4-BE49-F238E27FC236}">
                <a16:creationId xmlns:a16="http://schemas.microsoft.com/office/drawing/2014/main" id="{7ABA1F60-9EE4-4413-92F5-47E11A30FE41}"/>
              </a:ext>
            </a:extLst>
          </p:cNvPr>
          <p:cNvSpPr>
            <a:spLocks xmlns:a="http://schemas.openxmlformats.org/drawingml/2006/main" noGrp="1"/>
          </p:cNvSpPr>
          <p:nvPr/>
        </p:nvSpPr>
        <p:spPr>
          <a:xfrm xmlns:a="http://schemas.openxmlformats.org/drawingml/2006/main" flipV="1">
            <a:off x="3980180" y="1948180"/>
            <a:ext cx="160020" cy="6096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10" name="sues200_satellite_to_uav_300m/sues200_satellite_to_uav_300m/seed-2/full/point-cov-0.5">
            <a:extLst xmlns:a="http://schemas.openxmlformats.org/drawingml/2006/main">
              <a:ext uri="{FF2B5EF4-FFF2-40B4-BE49-F238E27FC236}">
                <a16:creationId xmlns:a16="http://schemas.microsoft.com/office/drawing/2014/main" id="{75087F8A-30F0-4E04-A261-36A3DE9ABA19}"/>
              </a:ext>
            </a:extLst>
          </p:cNvPr>
          <p:cNvSpPr>
            <a:spLocks xmlns:a="http://schemas.openxmlformats.org/drawingml/2006/main" noGrp="1"/>
          </p:cNvSpPr>
          <p:nvPr/>
        </p:nvSpPr>
        <p:spPr>
          <a:xfrm xmlns:a="http://schemas.openxmlformats.org/drawingml/2006/main">
            <a:off x="3315970" y="23710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1" name="sues200_satellite_to_uav_300m/sues200_satellite_to_uav_300m/seed-2/full/point-cov-0.75">
            <a:extLst xmlns:a="http://schemas.openxmlformats.org/drawingml/2006/main">
              <a:ext uri="{FF2B5EF4-FFF2-40B4-BE49-F238E27FC236}">
                <a16:creationId xmlns:a16="http://schemas.microsoft.com/office/drawing/2014/main" id="{EC8F4A14-D01A-44CA-AD25-3D4B42DF0E9D}"/>
              </a:ext>
            </a:extLst>
          </p:cNvPr>
          <p:cNvSpPr>
            <a:spLocks xmlns:a="http://schemas.openxmlformats.org/drawingml/2006/main" noGrp="1"/>
          </p:cNvSpPr>
          <p:nvPr/>
        </p:nvSpPr>
        <p:spPr>
          <a:xfrm xmlns:a="http://schemas.openxmlformats.org/drawingml/2006/main">
            <a:off x="3716020" y="2147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2" name="sues200_satellite_to_uav_300m/sues200_satellite_to_uav_300m/seed-2/full/point-cov-0.9">
            <a:extLst xmlns:a="http://schemas.openxmlformats.org/drawingml/2006/main">
              <a:ext uri="{FF2B5EF4-FFF2-40B4-BE49-F238E27FC236}">
                <a16:creationId xmlns:a16="http://schemas.microsoft.com/office/drawing/2014/main" id="{1C24B00B-6BA7-4049-8FA3-2B8CF1E1FA83}"/>
              </a:ext>
            </a:extLst>
          </p:cNvPr>
          <p:cNvSpPr>
            <a:spLocks xmlns:a="http://schemas.openxmlformats.org/drawingml/2006/main" noGrp="1"/>
          </p:cNvSpPr>
          <p:nvPr/>
        </p:nvSpPr>
        <p:spPr>
          <a:xfrm xmlns:a="http://schemas.openxmlformats.org/drawingml/2006/main">
            <a:off x="3956050" y="198501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3" name="sues200_satellite_to_uav_300m/sues200_satellite_to_uav_300m/seed-2/full/point-cov-1">
            <a:extLst xmlns:a="http://schemas.openxmlformats.org/drawingml/2006/main">
              <a:ext uri="{FF2B5EF4-FFF2-40B4-BE49-F238E27FC236}">
                <a16:creationId xmlns:a16="http://schemas.microsoft.com/office/drawing/2014/main" id="{777F3A1B-68D2-4603-A51E-BF6E28E19E07}"/>
              </a:ext>
            </a:extLst>
          </p:cNvPr>
          <p:cNvSpPr>
            <a:spLocks xmlns:a="http://schemas.openxmlformats.org/drawingml/2006/main" noGrp="1"/>
          </p:cNvSpPr>
          <p:nvPr/>
        </p:nvSpPr>
        <p:spPr>
          <a:xfrm xmlns:a="http://schemas.openxmlformats.org/drawingml/2006/main">
            <a:off x="4116070" y="19240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14" name="sues200_satellite_to_uav_300m/sues200_satellite_to_uav_300m/seed-2/count/N">
            <a:extLst xmlns:a="http://schemas.openxmlformats.org/drawingml/2006/main">
              <a:ext uri="{FF2B5EF4-FFF2-40B4-BE49-F238E27FC236}">
                <a16:creationId xmlns:a16="http://schemas.microsoft.com/office/drawing/2014/main" id="{875C0F92-0836-454B-9728-7F3891B7AFFB}"/>
              </a:ext>
            </a:extLst>
          </p:cNvPr>
          <p:cNvSpPr>
            <a:spLocks xmlns:a="http://schemas.openxmlformats.org/drawingml/2006/main" noGrp="1"/>
          </p:cNvSpPr>
          <p:nvPr/>
        </p:nvSpPr>
        <p:spPr>
          <a:xfrm xmlns:a="http://schemas.openxmlformats.org/drawingml/2006/main">
            <a:off x="29278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115" name="sues200_satellite_to_uav_300m/sues200_satellite_to_uav_300m/seed-2/count/header/requested">
            <a:extLst xmlns:a="http://schemas.openxmlformats.org/drawingml/2006/main">
              <a:ext uri="{FF2B5EF4-FFF2-40B4-BE49-F238E27FC236}">
                <a16:creationId xmlns:a16="http://schemas.microsoft.com/office/drawing/2014/main" id="{8A6F12EA-DACB-489F-A9F3-921826951565}"/>
              </a:ext>
            </a:extLst>
          </p:cNvPr>
          <p:cNvSpPr>
            <a:spLocks xmlns:a="http://schemas.openxmlformats.org/drawingml/2006/main" noGrp="1"/>
          </p:cNvSpPr>
          <p:nvPr/>
        </p:nvSpPr>
        <p:spPr>
          <a:xfrm xmlns:a="http://schemas.openxmlformats.org/drawingml/2006/main">
            <a:off x="24831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16" name="sues200_satellite_to_uav_300m/sues200_satellite_to_uav_300m/seed-2/count/header/kN">
            <a:extLst xmlns:a="http://schemas.openxmlformats.org/drawingml/2006/main">
              <a:ext uri="{FF2B5EF4-FFF2-40B4-BE49-F238E27FC236}">
                <a16:creationId xmlns:a16="http://schemas.microsoft.com/office/drawing/2014/main" id="{E7F33B1E-51DF-48C3-8E78-6BEA0002DE7F}"/>
              </a:ext>
            </a:extLst>
          </p:cNvPr>
          <p:cNvSpPr>
            <a:spLocks xmlns:a="http://schemas.openxmlformats.org/drawingml/2006/main" noGrp="1"/>
          </p:cNvSpPr>
          <p:nvPr/>
        </p:nvSpPr>
        <p:spPr>
          <a:xfrm xmlns:a="http://schemas.openxmlformats.org/drawingml/2006/main">
            <a:off x="30335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17" name="sues200_satellite_to_uav_300m/sues200_satellite_to_uav_300m/seed-2/count/header/overlap">
            <a:extLst xmlns:a="http://schemas.openxmlformats.org/drawingml/2006/main">
              <a:ext uri="{FF2B5EF4-FFF2-40B4-BE49-F238E27FC236}">
                <a16:creationId xmlns:a16="http://schemas.microsoft.com/office/drawing/2014/main" id="{C719E1F9-4FAF-4699-BD07-68668E10E724}"/>
              </a:ext>
            </a:extLst>
          </p:cNvPr>
          <p:cNvSpPr>
            <a:spLocks xmlns:a="http://schemas.openxmlformats.org/drawingml/2006/main" noGrp="1"/>
          </p:cNvSpPr>
          <p:nvPr/>
        </p:nvSpPr>
        <p:spPr>
          <a:xfrm xmlns:a="http://schemas.openxmlformats.org/drawingml/2006/main">
            <a:off x="37559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18" name="sues200_satellite_to_uav_300m/sues200_satellite_to_uav_300m/seed-2/count/header/rule">
            <a:extLst xmlns:a="http://schemas.openxmlformats.org/drawingml/2006/main">
              <a:ext uri="{FF2B5EF4-FFF2-40B4-BE49-F238E27FC236}">
                <a16:creationId xmlns:a16="http://schemas.microsoft.com/office/drawing/2014/main" id="{B141CC84-CD99-4EAC-961B-1F568DD25B0E}"/>
              </a:ext>
            </a:extLst>
          </p:cNvPr>
          <p:cNvSpPr>
            <a:spLocks xmlns:a="http://schemas.openxmlformats.org/drawingml/2006/main" noGrp="1"/>
          </p:cNvSpPr>
          <p:nvPr/>
        </p:nvSpPr>
        <p:spPr>
          <a:xfrm xmlns:a="http://schemas.openxmlformats.org/drawingml/2006/main" flipV="0">
            <a:off x="24638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19" name="sues200_satellite_to_uav_300m/sues200_satellite_to_uav_300m/seed-2/count/cov-0.5/requested">
            <a:extLst xmlns:a="http://schemas.openxmlformats.org/drawingml/2006/main">
              <a:ext uri="{FF2B5EF4-FFF2-40B4-BE49-F238E27FC236}">
                <a16:creationId xmlns:a16="http://schemas.microsoft.com/office/drawing/2014/main" id="{C385BF18-8C54-433D-ABC4-64D1155A1853}"/>
              </a:ext>
            </a:extLst>
          </p:cNvPr>
          <p:cNvSpPr>
            <a:spLocks xmlns:a="http://schemas.openxmlformats.org/drawingml/2006/main" noGrp="1"/>
          </p:cNvSpPr>
          <p:nvPr/>
        </p:nvSpPr>
        <p:spPr>
          <a:xfrm xmlns:a="http://schemas.openxmlformats.org/drawingml/2006/main">
            <a:off x="25677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20" name="sues200_satellite_to_uav_300m/sues200_satellite_to_uav_300m/seed-2/count/cov-0.5/kN">
            <a:extLst xmlns:a="http://schemas.openxmlformats.org/drawingml/2006/main">
              <a:ext uri="{FF2B5EF4-FFF2-40B4-BE49-F238E27FC236}">
                <a16:creationId xmlns:a16="http://schemas.microsoft.com/office/drawing/2014/main" id="{65A75F40-4901-4B52-94F8-FD85227B03EC}"/>
              </a:ext>
            </a:extLst>
          </p:cNvPr>
          <p:cNvSpPr>
            <a:spLocks xmlns:a="http://schemas.openxmlformats.org/drawingml/2006/main" noGrp="1"/>
          </p:cNvSpPr>
          <p:nvPr/>
        </p:nvSpPr>
        <p:spPr>
          <a:xfrm xmlns:a="http://schemas.openxmlformats.org/drawingml/2006/main">
            <a:off x="31829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121" name="sues200_satellite_to_uav_300m/sues200_satellite_to_uav_300m/seed-2/count/cov-0.5/overlap">
            <a:extLst xmlns:a="http://schemas.openxmlformats.org/drawingml/2006/main">
              <a:ext uri="{FF2B5EF4-FFF2-40B4-BE49-F238E27FC236}">
                <a16:creationId xmlns:a16="http://schemas.microsoft.com/office/drawing/2014/main" id="{9F603F46-10AC-4CEF-B17A-E80DA5B1195D}"/>
              </a:ext>
            </a:extLst>
          </p:cNvPr>
          <p:cNvSpPr>
            <a:spLocks xmlns:a="http://schemas.openxmlformats.org/drawingml/2006/main" noGrp="1"/>
          </p:cNvSpPr>
          <p:nvPr/>
        </p:nvSpPr>
        <p:spPr>
          <a:xfrm xmlns:a="http://schemas.openxmlformats.org/drawingml/2006/main">
            <a:off x="38885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24</a:t>
            </a:r>
          </a:p>
        </p:txBody>
      </p:sp>
      <p:sp>
        <p:nvSpPr>
          <p:cNvPr id="122" name="sues200_satellite_to_uav_300m/sues200_satellite_to_uav_300m/seed-2/count/cov-0.75/requested">
            <a:extLst xmlns:a="http://schemas.openxmlformats.org/drawingml/2006/main">
              <a:ext uri="{FF2B5EF4-FFF2-40B4-BE49-F238E27FC236}">
                <a16:creationId xmlns:a16="http://schemas.microsoft.com/office/drawing/2014/main" id="{C521A0F8-FBC4-49FA-918C-3530F9B0FFD4}"/>
              </a:ext>
            </a:extLst>
          </p:cNvPr>
          <p:cNvSpPr>
            <a:spLocks xmlns:a="http://schemas.openxmlformats.org/drawingml/2006/main" noGrp="1"/>
          </p:cNvSpPr>
          <p:nvPr/>
        </p:nvSpPr>
        <p:spPr>
          <a:xfrm xmlns:a="http://schemas.openxmlformats.org/drawingml/2006/main">
            <a:off x="25677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23" name="sues200_satellite_to_uav_300m/sues200_satellite_to_uav_300m/seed-2/count/cov-0.75/kN">
            <a:extLst xmlns:a="http://schemas.openxmlformats.org/drawingml/2006/main">
              <a:ext uri="{FF2B5EF4-FFF2-40B4-BE49-F238E27FC236}">
                <a16:creationId xmlns:a16="http://schemas.microsoft.com/office/drawing/2014/main" id="{A9EA6BC5-C11B-4FA5-A19F-0FCA05173964}"/>
              </a:ext>
            </a:extLst>
          </p:cNvPr>
          <p:cNvSpPr>
            <a:spLocks xmlns:a="http://schemas.openxmlformats.org/drawingml/2006/main" noGrp="1"/>
          </p:cNvSpPr>
          <p:nvPr/>
        </p:nvSpPr>
        <p:spPr>
          <a:xfrm xmlns:a="http://schemas.openxmlformats.org/drawingml/2006/main">
            <a:off x="31829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124" name="sues200_satellite_to_uav_300m/sues200_satellite_to_uav_300m/seed-2/count/cov-0.75/overlap">
            <a:extLst xmlns:a="http://schemas.openxmlformats.org/drawingml/2006/main">
              <a:ext uri="{FF2B5EF4-FFF2-40B4-BE49-F238E27FC236}">
                <a16:creationId xmlns:a16="http://schemas.microsoft.com/office/drawing/2014/main" id="{8C9AEEE1-0C3A-415B-A777-65E569C319D2}"/>
              </a:ext>
            </a:extLst>
          </p:cNvPr>
          <p:cNvSpPr>
            <a:spLocks xmlns:a="http://schemas.openxmlformats.org/drawingml/2006/main" noGrp="1"/>
          </p:cNvSpPr>
          <p:nvPr/>
        </p:nvSpPr>
        <p:spPr>
          <a:xfrm xmlns:a="http://schemas.openxmlformats.org/drawingml/2006/main">
            <a:off x="38885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44</a:t>
            </a:r>
          </a:p>
        </p:txBody>
      </p:sp>
      <p:sp>
        <p:nvSpPr>
          <p:cNvPr id="125" name="sues200_satellite_to_uav_300m/sues200_satellite_to_uav_300m/seed-2/count/cov-0.9/requested">
            <a:extLst xmlns:a="http://schemas.openxmlformats.org/drawingml/2006/main">
              <a:ext uri="{FF2B5EF4-FFF2-40B4-BE49-F238E27FC236}">
                <a16:creationId xmlns:a16="http://schemas.microsoft.com/office/drawing/2014/main" id="{E9B29A33-68CF-4FBA-BB86-52C72759E499}"/>
              </a:ext>
            </a:extLst>
          </p:cNvPr>
          <p:cNvSpPr>
            <a:spLocks xmlns:a="http://schemas.openxmlformats.org/drawingml/2006/main" noGrp="1"/>
          </p:cNvSpPr>
          <p:nvPr/>
        </p:nvSpPr>
        <p:spPr>
          <a:xfrm xmlns:a="http://schemas.openxmlformats.org/drawingml/2006/main">
            <a:off x="25677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26" name="sues200_satellite_to_uav_300m/sues200_satellite_to_uav_300m/seed-2/count/cov-0.9/kN">
            <a:extLst xmlns:a="http://schemas.openxmlformats.org/drawingml/2006/main">
              <a:ext uri="{FF2B5EF4-FFF2-40B4-BE49-F238E27FC236}">
                <a16:creationId xmlns:a16="http://schemas.microsoft.com/office/drawing/2014/main" id="{F69AC34E-3969-46CE-8E44-AFF080F3437D}"/>
              </a:ext>
            </a:extLst>
          </p:cNvPr>
          <p:cNvSpPr>
            <a:spLocks xmlns:a="http://schemas.openxmlformats.org/drawingml/2006/main" noGrp="1"/>
          </p:cNvSpPr>
          <p:nvPr/>
        </p:nvSpPr>
        <p:spPr>
          <a:xfrm xmlns:a="http://schemas.openxmlformats.org/drawingml/2006/main">
            <a:off x="31829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127" name="sues200_satellite_to_uav_300m/sues200_satellite_to_uav_300m/seed-2/count/cov-0.9/overlap">
            <a:extLst xmlns:a="http://schemas.openxmlformats.org/drawingml/2006/main">
              <a:ext uri="{FF2B5EF4-FFF2-40B4-BE49-F238E27FC236}">
                <a16:creationId xmlns:a16="http://schemas.microsoft.com/office/drawing/2014/main" id="{64F6C6BF-6324-4C3A-99E6-1BAA2ADB49C7}"/>
              </a:ext>
            </a:extLst>
          </p:cNvPr>
          <p:cNvSpPr>
            <a:spLocks xmlns:a="http://schemas.openxmlformats.org/drawingml/2006/main" noGrp="1"/>
          </p:cNvSpPr>
          <p:nvPr/>
        </p:nvSpPr>
        <p:spPr>
          <a:xfrm xmlns:a="http://schemas.openxmlformats.org/drawingml/2006/main">
            <a:off x="38885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65</a:t>
            </a:r>
          </a:p>
        </p:txBody>
      </p:sp>
      <p:sp>
        <p:nvSpPr>
          <p:cNvPr id="128" name="sues200_satellite_to_uav_300m/sues200_satellite_to_uav_300m/seed-2/count/cov-1/requested">
            <a:extLst xmlns:a="http://schemas.openxmlformats.org/drawingml/2006/main">
              <a:ext uri="{FF2B5EF4-FFF2-40B4-BE49-F238E27FC236}">
                <a16:creationId xmlns:a16="http://schemas.microsoft.com/office/drawing/2014/main" id="{9004CD31-E697-4CC0-933E-B5E9355DF966}"/>
              </a:ext>
            </a:extLst>
          </p:cNvPr>
          <p:cNvSpPr>
            <a:spLocks xmlns:a="http://schemas.openxmlformats.org/drawingml/2006/main" noGrp="1"/>
          </p:cNvSpPr>
          <p:nvPr/>
        </p:nvSpPr>
        <p:spPr>
          <a:xfrm xmlns:a="http://schemas.openxmlformats.org/drawingml/2006/main">
            <a:off x="25394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29" name="sues200_satellite_to_uav_300m/sues200_satellite_to_uav_300m/seed-2/count/cov-1/kN">
            <a:extLst xmlns:a="http://schemas.openxmlformats.org/drawingml/2006/main">
              <a:ext uri="{FF2B5EF4-FFF2-40B4-BE49-F238E27FC236}">
                <a16:creationId xmlns:a16="http://schemas.microsoft.com/office/drawing/2014/main" id="{5F9C2B96-D498-4BC0-846E-7E7DC2ACC33E}"/>
              </a:ext>
            </a:extLst>
          </p:cNvPr>
          <p:cNvSpPr>
            <a:spLocks xmlns:a="http://schemas.openxmlformats.org/drawingml/2006/main" noGrp="1"/>
          </p:cNvSpPr>
          <p:nvPr/>
        </p:nvSpPr>
        <p:spPr>
          <a:xfrm xmlns:a="http://schemas.openxmlformats.org/drawingml/2006/main">
            <a:off x="31829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130" name="sues200_satellite_to_uav_300m/sues200_satellite_to_uav_300m/seed-2/count/cov-1/overlap">
            <a:extLst xmlns:a="http://schemas.openxmlformats.org/drawingml/2006/main">
              <a:ext uri="{FF2B5EF4-FFF2-40B4-BE49-F238E27FC236}">
                <a16:creationId xmlns:a16="http://schemas.microsoft.com/office/drawing/2014/main" id="{7BE13FB1-5648-4669-B78D-4212F4FDD53C}"/>
              </a:ext>
            </a:extLst>
          </p:cNvPr>
          <p:cNvSpPr>
            <a:spLocks xmlns:a="http://schemas.openxmlformats.org/drawingml/2006/main" noGrp="1"/>
          </p:cNvSpPr>
          <p:nvPr/>
        </p:nvSpPr>
        <p:spPr>
          <a:xfrm xmlns:a="http://schemas.openxmlformats.org/drawingml/2006/main">
            <a:off x="38885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131" name="sues200_satellite_to_uav_300m/sues200_satellite_to_uav_300m/seed-2/success/heading">
            <a:extLst xmlns:a="http://schemas.openxmlformats.org/drawingml/2006/main">
              <a:ext uri="{FF2B5EF4-FFF2-40B4-BE49-F238E27FC236}">
                <a16:creationId xmlns:a16="http://schemas.microsoft.com/office/drawing/2014/main" id="{1DF24DCD-9A66-43D4-BE13-79917AFB0525}"/>
              </a:ext>
            </a:extLst>
          </p:cNvPr>
          <p:cNvSpPr>
            <a:spLocks xmlns:a="http://schemas.openxmlformats.org/drawingml/2006/main" noGrp="1"/>
          </p:cNvSpPr>
          <p:nvPr/>
        </p:nvSpPr>
        <p:spPr>
          <a:xfrm xmlns:a="http://schemas.openxmlformats.org/drawingml/2006/main">
            <a:off x="25313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132" name="sues200_satellite_to_uav_300m/sues200_satellite_to_uav_300m/seed-2/success/cov-0.5/heading">
            <a:extLst xmlns:a="http://schemas.openxmlformats.org/drawingml/2006/main">
              <a:ext uri="{FF2B5EF4-FFF2-40B4-BE49-F238E27FC236}">
                <a16:creationId xmlns:a16="http://schemas.microsoft.com/office/drawing/2014/main" id="{5D71C46D-306F-4068-9207-1D4D35F82D9D}"/>
              </a:ext>
            </a:extLst>
          </p:cNvPr>
          <p:cNvSpPr>
            <a:spLocks xmlns:a="http://schemas.openxmlformats.org/drawingml/2006/main" noGrp="1"/>
          </p:cNvSpPr>
          <p:nvPr/>
        </p:nvSpPr>
        <p:spPr>
          <a:xfrm xmlns:a="http://schemas.openxmlformats.org/drawingml/2006/main">
            <a:off x="26788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33" name="sues200_satellite_to_uav_300m/sues200_satellite_to_uav_300m/seed-2/visual/success-cov-0.5">
            <a:extLst xmlns:a="http://schemas.openxmlformats.org/drawingml/2006/main">
              <a:ext uri="{FF2B5EF4-FFF2-40B4-BE49-F238E27FC236}">
                <a16:creationId xmlns:a16="http://schemas.microsoft.com/office/drawing/2014/main" id="{9A74133E-A6CA-4095-A787-2CA834C269DB}"/>
              </a:ext>
            </a:extLst>
          </p:cNvPr>
          <p:cNvSpPr>
            <a:spLocks xmlns:a="http://schemas.openxmlformats.org/drawingml/2006/main" noGrp="1"/>
          </p:cNvSpPr>
          <p:nvPr/>
        </p:nvSpPr>
        <p:spPr>
          <a:xfrm xmlns:a="http://schemas.openxmlformats.org/drawingml/2006/main">
            <a:off x="25800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36.250</a:t>
            </a:r>
          </a:p>
        </p:txBody>
      </p:sp>
      <p:sp>
        <p:nvSpPr>
          <p:cNvPr id="134" name="sues200_satellite_to_uav_300m/sues200_satellite_to_uav_300m/seed-2/full/success-cov-0.5">
            <a:extLst xmlns:a="http://schemas.openxmlformats.org/drawingml/2006/main">
              <a:ext uri="{FF2B5EF4-FFF2-40B4-BE49-F238E27FC236}">
                <a16:creationId xmlns:a16="http://schemas.microsoft.com/office/drawing/2014/main" id="{5D65F7CC-B47F-4251-A610-8971B7912B2A}"/>
              </a:ext>
            </a:extLst>
          </p:cNvPr>
          <p:cNvSpPr>
            <a:spLocks xmlns:a="http://schemas.openxmlformats.org/drawingml/2006/main" noGrp="1"/>
          </p:cNvSpPr>
          <p:nvPr/>
        </p:nvSpPr>
        <p:spPr>
          <a:xfrm xmlns:a="http://schemas.openxmlformats.org/drawingml/2006/main">
            <a:off x="25800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30.000</a:t>
            </a:r>
          </a:p>
        </p:txBody>
      </p:sp>
      <p:sp>
        <p:nvSpPr>
          <p:cNvPr id="135" name="sues200_satellite_to_uav_300m/sues200_satellite_to_uav_300m/seed-2/success/cov-0.75/heading">
            <a:extLst xmlns:a="http://schemas.openxmlformats.org/drawingml/2006/main">
              <a:ext uri="{FF2B5EF4-FFF2-40B4-BE49-F238E27FC236}">
                <a16:creationId xmlns:a16="http://schemas.microsoft.com/office/drawing/2014/main" id="{0C72705C-471C-4BB3-A734-AC94BFA04DD8}"/>
              </a:ext>
            </a:extLst>
          </p:cNvPr>
          <p:cNvSpPr>
            <a:spLocks xmlns:a="http://schemas.openxmlformats.org/drawingml/2006/main" noGrp="1"/>
          </p:cNvSpPr>
          <p:nvPr/>
        </p:nvSpPr>
        <p:spPr>
          <a:xfrm xmlns:a="http://schemas.openxmlformats.org/drawingml/2006/main">
            <a:off x="30788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36" name="sues200_satellite_to_uav_300m/sues200_satellite_to_uav_300m/seed-2/visual/success-cov-0.75">
            <a:extLst xmlns:a="http://schemas.openxmlformats.org/drawingml/2006/main">
              <a:ext uri="{FF2B5EF4-FFF2-40B4-BE49-F238E27FC236}">
                <a16:creationId xmlns:a16="http://schemas.microsoft.com/office/drawing/2014/main" id="{A883FCEE-788C-46DD-8919-C4CF814AF3B6}"/>
              </a:ext>
            </a:extLst>
          </p:cNvPr>
          <p:cNvSpPr>
            <a:spLocks xmlns:a="http://schemas.openxmlformats.org/drawingml/2006/main" noGrp="1"/>
          </p:cNvSpPr>
          <p:nvPr/>
        </p:nvSpPr>
        <p:spPr>
          <a:xfrm xmlns:a="http://schemas.openxmlformats.org/drawingml/2006/main">
            <a:off x="29801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55.000</a:t>
            </a:r>
          </a:p>
        </p:txBody>
      </p:sp>
      <p:sp>
        <p:nvSpPr>
          <p:cNvPr id="137" name="sues200_satellite_to_uav_300m/sues200_satellite_to_uav_300m/seed-2/full/success-cov-0.75">
            <a:extLst xmlns:a="http://schemas.openxmlformats.org/drawingml/2006/main">
              <a:ext uri="{FF2B5EF4-FFF2-40B4-BE49-F238E27FC236}">
                <a16:creationId xmlns:a16="http://schemas.microsoft.com/office/drawing/2014/main" id="{63150F4F-528F-4BC5-A095-E4886EBF287A}"/>
              </a:ext>
            </a:extLst>
          </p:cNvPr>
          <p:cNvSpPr>
            <a:spLocks xmlns:a="http://schemas.openxmlformats.org/drawingml/2006/main" noGrp="1"/>
          </p:cNvSpPr>
          <p:nvPr/>
        </p:nvSpPr>
        <p:spPr>
          <a:xfrm xmlns:a="http://schemas.openxmlformats.org/drawingml/2006/main">
            <a:off x="29801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43.750</a:t>
            </a:r>
          </a:p>
        </p:txBody>
      </p:sp>
      <p:sp>
        <p:nvSpPr>
          <p:cNvPr id="138" name="sues200_satellite_to_uav_300m/sues200_satellite_to_uav_300m/seed-2/success/cov-0.9/heading">
            <a:extLst xmlns:a="http://schemas.openxmlformats.org/drawingml/2006/main">
              <a:ext uri="{FF2B5EF4-FFF2-40B4-BE49-F238E27FC236}">
                <a16:creationId xmlns:a16="http://schemas.microsoft.com/office/drawing/2014/main" id="{82F762CF-7029-425C-9B2B-F42F19362B3C}"/>
              </a:ext>
            </a:extLst>
          </p:cNvPr>
          <p:cNvSpPr>
            <a:spLocks xmlns:a="http://schemas.openxmlformats.org/drawingml/2006/main" noGrp="1"/>
          </p:cNvSpPr>
          <p:nvPr/>
        </p:nvSpPr>
        <p:spPr>
          <a:xfrm xmlns:a="http://schemas.openxmlformats.org/drawingml/2006/main">
            <a:off x="34789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39" name="sues200_satellite_to_uav_300m/sues200_satellite_to_uav_300m/seed-2/visual/success-cov-0.9">
            <a:extLst xmlns:a="http://schemas.openxmlformats.org/drawingml/2006/main">
              <a:ext uri="{FF2B5EF4-FFF2-40B4-BE49-F238E27FC236}">
                <a16:creationId xmlns:a16="http://schemas.microsoft.com/office/drawing/2014/main" id="{198FEA93-7F67-440C-986C-F00552F13353}"/>
              </a:ext>
            </a:extLst>
          </p:cNvPr>
          <p:cNvSpPr>
            <a:spLocks xmlns:a="http://schemas.openxmlformats.org/drawingml/2006/main" noGrp="1"/>
          </p:cNvSpPr>
          <p:nvPr/>
        </p:nvSpPr>
        <p:spPr>
          <a:xfrm xmlns:a="http://schemas.openxmlformats.org/drawingml/2006/main">
            <a:off x="33801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67.500</a:t>
            </a:r>
          </a:p>
        </p:txBody>
      </p:sp>
      <p:sp>
        <p:nvSpPr>
          <p:cNvPr id="140" name="sues200_satellite_to_uav_300m/sues200_satellite_to_uav_300m/seed-2/full/success-cov-0.9">
            <a:extLst xmlns:a="http://schemas.openxmlformats.org/drawingml/2006/main">
              <a:ext uri="{FF2B5EF4-FFF2-40B4-BE49-F238E27FC236}">
                <a16:creationId xmlns:a16="http://schemas.microsoft.com/office/drawing/2014/main" id="{D2CE6A29-3E8C-4F3F-A65D-87A70B0D0A41}"/>
              </a:ext>
            </a:extLst>
          </p:cNvPr>
          <p:cNvSpPr>
            <a:spLocks xmlns:a="http://schemas.openxmlformats.org/drawingml/2006/main" noGrp="1"/>
          </p:cNvSpPr>
          <p:nvPr/>
        </p:nvSpPr>
        <p:spPr>
          <a:xfrm xmlns:a="http://schemas.openxmlformats.org/drawingml/2006/main">
            <a:off x="33801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53.750</a:t>
            </a:r>
          </a:p>
        </p:txBody>
      </p:sp>
      <p:sp>
        <p:nvSpPr>
          <p:cNvPr id="141" name="sues200_satellite_to_uav_300m/sues200_satellite_to_uav_300m/seed-2/success/cov-1/heading">
            <a:extLst xmlns:a="http://schemas.openxmlformats.org/drawingml/2006/main">
              <a:ext uri="{FF2B5EF4-FFF2-40B4-BE49-F238E27FC236}">
                <a16:creationId xmlns:a16="http://schemas.microsoft.com/office/drawing/2014/main" id="{1C9BF0C9-3C6F-47DA-88E6-0B403CE33AB3}"/>
              </a:ext>
            </a:extLst>
          </p:cNvPr>
          <p:cNvSpPr>
            <a:spLocks xmlns:a="http://schemas.openxmlformats.org/drawingml/2006/main" noGrp="1"/>
          </p:cNvSpPr>
          <p:nvPr/>
        </p:nvSpPr>
        <p:spPr>
          <a:xfrm xmlns:a="http://schemas.openxmlformats.org/drawingml/2006/main">
            <a:off x="38507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42" name="sues200_satellite_to_uav_300m/sues200_satellite_to_uav_300m/seed-2/visual/success-cov-1">
            <a:extLst xmlns:a="http://schemas.openxmlformats.org/drawingml/2006/main">
              <a:ext uri="{FF2B5EF4-FFF2-40B4-BE49-F238E27FC236}">
                <a16:creationId xmlns:a16="http://schemas.microsoft.com/office/drawing/2014/main" id="{1DE0008E-4A85-4CF1-99E5-2B05EC6E6AAD}"/>
              </a:ext>
            </a:extLst>
          </p:cNvPr>
          <p:cNvSpPr>
            <a:spLocks xmlns:a="http://schemas.openxmlformats.org/drawingml/2006/main" noGrp="1"/>
          </p:cNvSpPr>
          <p:nvPr/>
        </p:nvSpPr>
        <p:spPr>
          <a:xfrm xmlns:a="http://schemas.openxmlformats.org/drawingml/2006/main">
            <a:off x="37802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73.750</a:t>
            </a:r>
          </a:p>
        </p:txBody>
      </p:sp>
      <p:sp>
        <p:nvSpPr>
          <p:cNvPr id="143" name="sues200_satellite_to_uav_300m/sues200_satellite_to_uav_300m/seed-2/full/success-cov-1">
            <a:extLst xmlns:a="http://schemas.openxmlformats.org/drawingml/2006/main">
              <a:ext uri="{FF2B5EF4-FFF2-40B4-BE49-F238E27FC236}">
                <a16:creationId xmlns:a16="http://schemas.microsoft.com/office/drawing/2014/main" id="{A89FE643-303E-473F-9338-E59E47C9CFF2}"/>
              </a:ext>
            </a:extLst>
          </p:cNvPr>
          <p:cNvSpPr>
            <a:spLocks xmlns:a="http://schemas.openxmlformats.org/drawingml/2006/main" noGrp="1"/>
          </p:cNvSpPr>
          <p:nvPr/>
        </p:nvSpPr>
        <p:spPr>
          <a:xfrm xmlns:a="http://schemas.openxmlformats.org/drawingml/2006/main">
            <a:off x="37802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57.500</a:t>
            </a:r>
          </a:p>
        </p:txBody>
      </p:sp>
      <p:sp>
        <p:nvSpPr>
          <p:cNvPr id="144" name="sues200_satellite_to_uav_300m/sues200_satellite_to_uav_300m/seed-2/visual/success-prefix">
            <a:extLst xmlns:a="http://schemas.openxmlformats.org/drawingml/2006/main">
              <a:ext uri="{FF2B5EF4-FFF2-40B4-BE49-F238E27FC236}">
                <a16:creationId xmlns:a16="http://schemas.microsoft.com/office/drawing/2014/main" id="{45DD3933-867C-4EDA-85CF-13C73B26ED84}"/>
              </a:ext>
            </a:extLst>
          </p:cNvPr>
          <p:cNvSpPr>
            <a:spLocks xmlns:a="http://schemas.openxmlformats.org/drawingml/2006/main" noGrp="1"/>
          </p:cNvSpPr>
          <p:nvPr/>
        </p:nvSpPr>
        <p:spPr>
          <a:xfrm xmlns:a="http://schemas.openxmlformats.org/drawingml/2006/main">
            <a:off x="23611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145" name="sues200_satellite_to_uav_300m/sues200_satellite_to_uav_300m/seed-2/full/success-prefix">
            <a:extLst xmlns:a="http://schemas.openxmlformats.org/drawingml/2006/main">
              <a:ext uri="{FF2B5EF4-FFF2-40B4-BE49-F238E27FC236}">
                <a16:creationId xmlns:a16="http://schemas.microsoft.com/office/drawing/2014/main" id="{2EDD9FD5-8284-4EA9-9FBB-902B94B15E95}"/>
              </a:ext>
            </a:extLst>
          </p:cNvPr>
          <p:cNvSpPr>
            <a:spLocks xmlns:a="http://schemas.openxmlformats.org/drawingml/2006/main" noGrp="1"/>
          </p:cNvSpPr>
          <p:nvPr/>
        </p:nvSpPr>
        <p:spPr>
          <a:xfrm xmlns:a="http://schemas.openxmlformats.org/drawingml/2006/main">
            <a:off x="23668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146" name="sues200_satellite_to_uav_300m/sues200_satellite_to_uav_300m/seed-3/heading">
            <a:extLst xmlns:a="http://schemas.openxmlformats.org/drawingml/2006/main">
              <a:ext uri="{FF2B5EF4-FFF2-40B4-BE49-F238E27FC236}">
                <a16:creationId xmlns:a16="http://schemas.microsoft.com/office/drawing/2014/main" id="{6648F73C-FFB5-4C49-99F9-4C786C509A6B}"/>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47" name="sues200_satellite_to_uav_300m/sues200_satellite_to_uav_300m/seed-3/y-grid-0">
            <a:extLst xmlns:a="http://schemas.openxmlformats.org/drawingml/2006/main">
              <a:ext uri="{FF2B5EF4-FFF2-40B4-BE49-F238E27FC236}">
                <a16:creationId xmlns:a16="http://schemas.microsoft.com/office/drawing/2014/main" id="{12CBD158-4CE6-4461-9E34-F5C11190674E}"/>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8" name="sues200_satellite_to_uav_300m/sues200_satellite_to_uav_300m/seed-3/y-label-0">
            <a:extLst xmlns:a="http://schemas.openxmlformats.org/drawingml/2006/main">
              <a:ext uri="{FF2B5EF4-FFF2-40B4-BE49-F238E27FC236}">
                <a16:creationId xmlns:a16="http://schemas.microsoft.com/office/drawing/2014/main" id="{A2AEF634-999A-4215-BCB6-9CE12BF5A483}"/>
              </a:ext>
            </a:extLst>
          </p:cNvPr>
          <p:cNvSpPr>
            <a:spLocks xmlns:a="http://schemas.openxmlformats.org/drawingml/2006/main" noGrp="1"/>
          </p:cNvSpPr>
          <p:nvPr/>
        </p:nvSpPr>
        <p:spPr>
          <a:xfrm xmlns:a="http://schemas.openxmlformats.org/drawingml/2006/main">
            <a:off x="4417092" y="28237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9" name="sues200_satellite_to_uav_300m/sues200_satellite_to_uav_300m/seed-3/x-tick-0">
            <a:extLst xmlns:a="http://schemas.openxmlformats.org/drawingml/2006/main">
              <a:ext uri="{FF2B5EF4-FFF2-40B4-BE49-F238E27FC236}">
                <a16:creationId xmlns:a16="http://schemas.microsoft.com/office/drawing/2014/main" id="{1596ED4A-4218-4824-AC00-643792417EE0}"/>
              </a:ext>
            </a:extLst>
          </p:cNvPr>
          <p:cNvSpPr>
            <a:spLocks xmlns:a="http://schemas.openxmlformats.org/drawingml/2006/main" noGrp="1"/>
          </p:cNvSpPr>
          <p:nvPr/>
        </p:nvSpPr>
        <p:spPr>
          <a:xfrm xmlns:a="http://schemas.openxmlformats.org/drawingml/2006/main" flipV="0">
            <a:off x="45466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0" name="sues200_satellite_to_uav_300m/sues200_satellite_to_uav_300m/seed-3/x-label-0">
            <a:extLst xmlns:a="http://schemas.openxmlformats.org/drawingml/2006/main">
              <a:ext uri="{FF2B5EF4-FFF2-40B4-BE49-F238E27FC236}">
                <a16:creationId xmlns:a16="http://schemas.microsoft.com/office/drawing/2014/main" id="{8C2CBFBD-D0DD-45B2-90AA-70E4C4A31D63}"/>
              </a:ext>
            </a:extLst>
          </p:cNvPr>
          <p:cNvSpPr>
            <a:spLocks xmlns:a="http://schemas.openxmlformats.org/drawingml/2006/main" noGrp="1"/>
          </p:cNvSpPr>
          <p:nvPr/>
        </p:nvSpPr>
        <p:spPr>
          <a:xfrm xmlns:a="http://schemas.openxmlformats.org/drawingml/2006/main">
            <a:off x="4513596" y="29672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51" name="sues200_satellite_to_uav_300m/sues200_satellite_to_uav_300m/seed-3/y-grid-25">
            <a:extLst xmlns:a="http://schemas.openxmlformats.org/drawingml/2006/main">
              <a:ext uri="{FF2B5EF4-FFF2-40B4-BE49-F238E27FC236}">
                <a16:creationId xmlns:a16="http://schemas.microsoft.com/office/drawing/2014/main" id="{1539EA83-0DAA-4F16-B105-151FF47B9C43}"/>
              </a:ext>
            </a:extLst>
          </p:cNvPr>
          <p:cNvSpPr>
            <a:spLocks xmlns:a="http://schemas.openxmlformats.org/drawingml/2006/main" noGrp="1"/>
          </p:cNvSpPr>
          <p:nvPr/>
        </p:nvSpPr>
        <p:spPr>
          <a:xfrm xmlns:a="http://schemas.openxmlformats.org/drawingml/2006/main" flipV="0">
            <a:off x="4546600" y="2476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2" name="sues200_satellite_to_uav_300m/sues200_satellite_to_uav_300m/seed-3/y-label-25">
            <a:extLst xmlns:a="http://schemas.openxmlformats.org/drawingml/2006/main">
              <a:ext uri="{FF2B5EF4-FFF2-40B4-BE49-F238E27FC236}">
                <a16:creationId xmlns:a16="http://schemas.microsoft.com/office/drawing/2014/main" id="{A2761E32-8F84-4014-9A85-60829A094C28}"/>
              </a:ext>
            </a:extLst>
          </p:cNvPr>
          <p:cNvSpPr>
            <a:spLocks xmlns:a="http://schemas.openxmlformats.org/drawingml/2006/main" noGrp="1"/>
          </p:cNvSpPr>
          <p:nvPr/>
        </p:nvSpPr>
        <p:spPr>
          <a:xfrm xmlns:a="http://schemas.openxmlformats.org/drawingml/2006/main">
            <a:off x="4360704" y="24173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3" name="sues200_satellite_to_uav_300m/sues200_satellite_to_uav_300m/seed-3/x-tick-25">
            <a:extLst xmlns:a="http://schemas.openxmlformats.org/drawingml/2006/main">
              <a:ext uri="{FF2B5EF4-FFF2-40B4-BE49-F238E27FC236}">
                <a16:creationId xmlns:a16="http://schemas.microsoft.com/office/drawing/2014/main" id="{1442FF67-933A-4A9C-AA41-ABF58E20D8BB}"/>
              </a:ext>
            </a:extLst>
          </p:cNvPr>
          <p:cNvSpPr>
            <a:spLocks xmlns:a="http://schemas.openxmlformats.org/drawingml/2006/main" noGrp="1"/>
          </p:cNvSpPr>
          <p:nvPr/>
        </p:nvSpPr>
        <p:spPr>
          <a:xfrm xmlns:a="http://schemas.openxmlformats.org/drawingml/2006/main" flipV="0">
            <a:off x="49466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4" name="sues200_satellite_to_uav_300m/sues200_satellite_to_uav_300m/seed-3/x-label-25">
            <a:extLst xmlns:a="http://schemas.openxmlformats.org/drawingml/2006/main">
              <a:ext uri="{FF2B5EF4-FFF2-40B4-BE49-F238E27FC236}">
                <a16:creationId xmlns:a16="http://schemas.microsoft.com/office/drawing/2014/main" id="{9F9E8518-0DCB-484E-84A1-7377032D615A}"/>
              </a:ext>
            </a:extLst>
          </p:cNvPr>
          <p:cNvSpPr>
            <a:spLocks xmlns:a="http://schemas.openxmlformats.org/drawingml/2006/main" noGrp="1"/>
          </p:cNvSpPr>
          <p:nvPr/>
        </p:nvSpPr>
        <p:spPr>
          <a:xfrm xmlns:a="http://schemas.openxmlformats.org/drawingml/2006/main">
            <a:off x="48854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5" name="sues200_satellite_to_uav_300m/sues200_satellite_to_uav_300m/seed-3/y-grid-50">
            <a:extLst xmlns:a="http://schemas.openxmlformats.org/drawingml/2006/main">
              <a:ext uri="{FF2B5EF4-FFF2-40B4-BE49-F238E27FC236}">
                <a16:creationId xmlns:a16="http://schemas.microsoft.com/office/drawing/2014/main" id="{0EA4E8B5-654C-4CFD-A312-0F0D2C3A4026}"/>
              </a:ext>
            </a:extLst>
          </p:cNvPr>
          <p:cNvSpPr>
            <a:spLocks xmlns:a="http://schemas.openxmlformats.org/drawingml/2006/main" noGrp="1"/>
          </p:cNvSpPr>
          <p:nvPr/>
        </p:nvSpPr>
        <p:spPr>
          <a:xfrm xmlns:a="http://schemas.openxmlformats.org/drawingml/2006/main" flipV="0">
            <a:off x="4546600" y="2070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6" name="sues200_satellite_to_uav_300m/sues200_satellite_to_uav_300m/seed-3/y-label-50">
            <a:extLst xmlns:a="http://schemas.openxmlformats.org/drawingml/2006/main">
              <a:ext uri="{FF2B5EF4-FFF2-40B4-BE49-F238E27FC236}">
                <a16:creationId xmlns:a16="http://schemas.microsoft.com/office/drawing/2014/main" id="{628A3712-4A3C-4120-B9A0-B7206CA4F344}"/>
              </a:ext>
            </a:extLst>
          </p:cNvPr>
          <p:cNvSpPr>
            <a:spLocks xmlns:a="http://schemas.openxmlformats.org/drawingml/2006/main" noGrp="1"/>
          </p:cNvSpPr>
          <p:nvPr/>
        </p:nvSpPr>
        <p:spPr>
          <a:xfrm xmlns:a="http://schemas.openxmlformats.org/drawingml/2006/main">
            <a:off x="4360704" y="2010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7" name="sues200_satellite_to_uav_300m/sues200_satellite_to_uav_300m/seed-3/x-tick-50">
            <a:extLst xmlns:a="http://schemas.openxmlformats.org/drawingml/2006/main">
              <a:ext uri="{FF2B5EF4-FFF2-40B4-BE49-F238E27FC236}">
                <a16:creationId xmlns:a16="http://schemas.microsoft.com/office/drawing/2014/main" id="{EEA76C3F-8DCF-429D-B287-5988E9FC1A0D}"/>
              </a:ext>
            </a:extLst>
          </p:cNvPr>
          <p:cNvSpPr>
            <a:spLocks xmlns:a="http://schemas.openxmlformats.org/drawingml/2006/main" noGrp="1"/>
          </p:cNvSpPr>
          <p:nvPr/>
        </p:nvSpPr>
        <p:spPr>
          <a:xfrm xmlns:a="http://schemas.openxmlformats.org/drawingml/2006/main" flipV="0">
            <a:off x="53467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satellite_to_uav_300m/sues200_satellite_to_uav_300m/seed-3/x-label-50">
            <a:extLst xmlns:a="http://schemas.openxmlformats.org/drawingml/2006/main">
              <a:ext uri="{FF2B5EF4-FFF2-40B4-BE49-F238E27FC236}">
                <a16:creationId xmlns:a16="http://schemas.microsoft.com/office/drawing/2014/main" id="{0A7AB74D-18E4-4544-A677-033100214DC1}"/>
              </a:ext>
            </a:extLst>
          </p:cNvPr>
          <p:cNvSpPr>
            <a:spLocks xmlns:a="http://schemas.openxmlformats.org/drawingml/2006/main" noGrp="1"/>
          </p:cNvSpPr>
          <p:nvPr/>
        </p:nvSpPr>
        <p:spPr>
          <a:xfrm xmlns:a="http://schemas.openxmlformats.org/drawingml/2006/main">
            <a:off x="528550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59" name="sues200_satellite_to_uav_300m/sues200_satellite_to_uav_300m/seed-3/y-grid-75">
            <a:extLst xmlns:a="http://schemas.openxmlformats.org/drawingml/2006/main">
              <a:ext uri="{FF2B5EF4-FFF2-40B4-BE49-F238E27FC236}">
                <a16:creationId xmlns:a16="http://schemas.microsoft.com/office/drawing/2014/main" id="{C1F844A9-0194-4EA9-BB3D-647F0B4C3D0D}"/>
              </a:ext>
            </a:extLst>
          </p:cNvPr>
          <p:cNvSpPr>
            <a:spLocks xmlns:a="http://schemas.openxmlformats.org/drawingml/2006/main" noGrp="1"/>
          </p:cNvSpPr>
          <p:nvPr/>
        </p:nvSpPr>
        <p:spPr>
          <a:xfrm xmlns:a="http://schemas.openxmlformats.org/drawingml/2006/main" flipV="0">
            <a:off x="4546600" y="1663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0" name="sues200_satellite_to_uav_300m/sues200_satellite_to_uav_300m/seed-3/y-label-75">
            <a:extLst xmlns:a="http://schemas.openxmlformats.org/drawingml/2006/main">
              <a:ext uri="{FF2B5EF4-FFF2-40B4-BE49-F238E27FC236}">
                <a16:creationId xmlns:a16="http://schemas.microsoft.com/office/drawing/2014/main" id="{0F3DC8BF-9254-41D1-B979-540EEC6B9EAD}"/>
              </a:ext>
            </a:extLst>
          </p:cNvPr>
          <p:cNvSpPr>
            <a:spLocks xmlns:a="http://schemas.openxmlformats.org/drawingml/2006/main" noGrp="1"/>
          </p:cNvSpPr>
          <p:nvPr/>
        </p:nvSpPr>
        <p:spPr>
          <a:xfrm xmlns:a="http://schemas.openxmlformats.org/drawingml/2006/main">
            <a:off x="4360704" y="1604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1" name="sues200_satellite_to_uav_300m/sues200_satellite_to_uav_300m/seed-3/x-tick-75">
            <a:extLst xmlns:a="http://schemas.openxmlformats.org/drawingml/2006/main">
              <a:ext uri="{FF2B5EF4-FFF2-40B4-BE49-F238E27FC236}">
                <a16:creationId xmlns:a16="http://schemas.microsoft.com/office/drawing/2014/main" id="{A0B7F3EE-34CB-421F-A73B-720C78EF7199}"/>
              </a:ext>
            </a:extLst>
          </p:cNvPr>
          <p:cNvSpPr>
            <a:spLocks xmlns:a="http://schemas.openxmlformats.org/drawingml/2006/main" noGrp="1"/>
          </p:cNvSpPr>
          <p:nvPr/>
        </p:nvSpPr>
        <p:spPr>
          <a:xfrm xmlns:a="http://schemas.openxmlformats.org/drawingml/2006/main" flipV="0">
            <a:off x="574675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2" name="sues200_satellite_to_uav_300m/sues200_satellite_to_uav_300m/seed-3/x-label-75">
            <a:extLst xmlns:a="http://schemas.openxmlformats.org/drawingml/2006/main">
              <a:ext uri="{FF2B5EF4-FFF2-40B4-BE49-F238E27FC236}">
                <a16:creationId xmlns:a16="http://schemas.microsoft.com/office/drawing/2014/main" id="{02B10CC5-425A-42C4-8BB2-B3B085692B97}"/>
              </a:ext>
            </a:extLst>
          </p:cNvPr>
          <p:cNvSpPr>
            <a:spLocks xmlns:a="http://schemas.openxmlformats.org/drawingml/2006/main" noGrp="1"/>
          </p:cNvSpPr>
          <p:nvPr/>
        </p:nvSpPr>
        <p:spPr>
          <a:xfrm xmlns:a="http://schemas.openxmlformats.org/drawingml/2006/main">
            <a:off x="5685552" y="29672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63" name="sues200_satellite_to_uav_300m/sues200_satellite_to_uav_300m/seed-3/y-grid-100">
            <a:extLst xmlns:a="http://schemas.openxmlformats.org/drawingml/2006/main">
              <a:ext uri="{FF2B5EF4-FFF2-40B4-BE49-F238E27FC236}">
                <a16:creationId xmlns:a16="http://schemas.microsoft.com/office/drawing/2014/main" id="{811F3894-05C3-4EA8-9FFE-F7F99CFB64C0}"/>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64" name="sues200_satellite_to_uav_300m/sues200_satellite_to_uav_300m/seed-3/y-label-100">
            <a:extLst xmlns:a="http://schemas.openxmlformats.org/drawingml/2006/main">
              <a:ext uri="{FF2B5EF4-FFF2-40B4-BE49-F238E27FC236}">
                <a16:creationId xmlns:a16="http://schemas.microsoft.com/office/drawing/2014/main" id="{8CBE3213-3DE1-4122-B8CA-DBBC9A229B5D}"/>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5" name="sues200_satellite_to_uav_300m/sues200_satellite_to_uav_300m/seed-3/x-tick-100">
            <a:extLst xmlns:a="http://schemas.openxmlformats.org/drawingml/2006/main">
              <a:ext uri="{FF2B5EF4-FFF2-40B4-BE49-F238E27FC236}">
                <a16:creationId xmlns:a16="http://schemas.microsoft.com/office/drawing/2014/main" id="{B57DAE5F-0DD6-472D-B631-6C6E3D0E9F58}"/>
              </a:ext>
            </a:extLst>
          </p:cNvPr>
          <p:cNvSpPr>
            <a:spLocks xmlns:a="http://schemas.openxmlformats.org/drawingml/2006/main" noGrp="1"/>
          </p:cNvSpPr>
          <p:nvPr/>
        </p:nvSpPr>
        <p:spPr>
          <a:xfrm xmlns:a="http://schemas.openxmlformats.org/drawingml/2006/main" flipV="0">
            <a:off x="6146800" y="28829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6" name="sues200_satellite_to_uav_300m/sues200_satellite_to_uav_300m/seed-3/x-label-100">
            <a:extLst xmlns:a="http://schemas.openxmlformats.org/drawingml/2006/main">
              <a:ext uri="{FF2B5EF4-FFF2-40B4-BE49-F238E27FC236}">
                <a16:creationId xmlns:a16="http://schemas.microsoft.com/office/drawing/2014/main" id="{2DA8377F-4394-46A6-9E3C-4E11B74264FC}"/>
              </a:ext>
            </a:extLst>
          </p:cNvPr>
          <p:cNvSpPr>
            <a:spLocks xmlns:a="http://schemas.openxmlformats.org/drawingml/2006/main" noGrp="1"/>
          </p:cNvSpPr>
          <p:nvPr/>
        </p:nvSpPr>
        <p:spPr>
          <a:xfrm xmlns:a="http://schemas.openxmlformats.org/drawingml/2006/main">
            <a:off x="6057360" y="29672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67" name="sues200_satellite_to_uav_300m/sues200_satellite_to_uav_300m/seed-3/y-axis">
            <a:extLst xmlns:a="http://schemas.openxmlformats.org/drawingml/2006/main">
              <a:ext uri="{FF2B5EF4-FFF2-40B4-BE49-F238E27FC236}">
                <a16:creationId xmlns:a16="http://schemas.microsoft.com/office/drawing/2014/main" id="{D7E06051-43B0-4FA2-ABAE-2DB186B35662}"/>
              </a:ext>
            </a:extLst>
          </p:cNvPr>
          <p:cNvSpPr>
            <a:spLocks xmlns:a="http://schemas.openxmlformats.org/drawingml/2006/main" noGrp="1"/>
          </p:cNvSpPr>
          <p:nvPr/>
        </p:nvSpPr>
        <p:spPr>
          <a:xfrm xmlns:a="http://schemas.openxmlformats.org/drawingml/2006/main" flipV="0">
            <a:off x="4546600" y="1257300"/>
            <a:ext cx="0" cy="16256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8" name="sues200_satellite_to_uav_300m/sues200_satellite_to_uav_300m/seed-3/x-axis">
            <a:extLst xmlns:a="http://schemas.openxmlformats.org/drawingml/2006/main">
              <a:ext uri="{FF2B5EF4-FFF2-40B4-BE49-F238E27FC236}">
                <a16:creationId xmlns:a16="http://schemas.microsoft.com/office/drawing/2014/main" id="{4F05EF01-9EF1-46B0-A10B-0231D0D46E8E}"/>
              </a:ext>
            </a:extLst>
          </p:cNvPr>
          <p:cNvSpPr>
            <a:spLocks xmlns:a="http://schemas.openxmlformats.org/drawingml/2006/main" noGrp="1"/>
          </p:cNvSpPr>
          <p:nvPr/>
        </p:nvSpPr>
        <p:spPr>
          <a:xfrm xmlns:a="http://schemas.openxmlformats.org/drawingml/2006/main" flipV="0">
            <a:off x="4546600" y="28829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9" name="sues200_satellite_to_uav_300m/sues200_satellite_to_uav_300m/seed-3/visual/guide-1-2">
            <a:extLst xmlns:a="http://schemas.openxmlformats.org/drawingml/2006/main">
              <a:ext uri="{FF2B5EF4-FFF2-40B4-BE49-F238E27FC236}">
                <a16:creationId xmlns:a16="http://schemas.microsoft.com/office/drawing/2014/main" id="{4B0F1B25-97FE-4D64-A906-AD2933E760A3}"/>
              </a:ext>
            </a:extLst>
          </p:cNvPr>
          <p:cNvSpPr>
            <a:spLocks xmlns:a="http://schemas.openxmlformats.org/drawingml/2006/main" noGrp="1"/>
          </p:cNvSpPr>
          <p:nvPr/>
        </p:nvSpPr>
        <p:spPr>
          <a:xfrm xmlns:a="http://schemas.openxmlformats.org/drawingml/2006/main" flipV="1">
            <a:off x="5346700" y="1948180"/>
            <a:ext cx="400050" cy="30480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0" name="sues200_satellite_to_uav_300m/sues200_satellite_to_uav_300m/seed-3/visual/guide-2-3">
            <a:extLst xmlns:a="http://schemas.openxmlformats.org/drawingml/2006/main">
              <a:ext uri="{FF2B5EF4-FFF2-40B4-BE49-F238E27FC236}">
                <a16:creationId xmlns:a16="http://schemas.microsoft.com/office/drawing/2014/main" id="{6A723FE2-DD46-49B7-8E4A-62470ADE9107}"/>
              </a:ext>
            </a:extLst>
          </p:cNvPr>
          <p:cNvSpPr>
            <a:spLocks xmlns:a="http://schemas.openxmlformats.org/drawingml/2006/main" noGrp="1"/>
          </p:cNvSpPr>
          <p:nvPr/>
        </p:nvSpPr>
        <p:spPr>
          <a:xfrm xmlns:a="http://schemas.openxmlformats.org/drawingml/2006/main" flipV="1">
            <a:off x="5746750" y="1724660"/>
            <a:ext cx="240030" cy="22352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1" name="sues200_satellite_to_uav_300m/sues200_satellite_to_uav_300m/seed-3/visual/guide-3-4">
            <a:extLst xmlns:a="http://schemas.openxmlformats.org/drawingml/2006/main">
              <a:ext uri="{FF2B5EF4-FFF2-40B4-BE49-F238E27FC236}">
                <a16:creationId xmlns:a16="http://schemas.microsoft.com/office/drawing/2014/main" id="{ECE3B320-E532-4649-BC25-D591565DD589}"/>
              </a:ext>
            </a:extLst>
          </p:cNvPr>
          <p:cNvSpPr>
            <a:spLocks xmlns:a="http://schemas.openxmlformats.org/drawingml/2006/main" noGrp="1"/>
          </p:cNvSpPr>
          <p:nvPr/>
        </p:nvSpPr>
        <p:spPr>
          <a:xfrm xmlns:a="http://schemas.openxmlformats.org/drawingml/2006/main" flipV="1">
            <a:off x="5986780" y="1623060"/>
            <a:ext cx="160020" cy="101600"/>
          </a:xfrm>
          <a:prstGeom xmlns:a="http://schemas.openxmlformats.org/drawingml/2006/main" prst="line">
            <a:avLst/>
          </a:prstGeom>
          <a:noFill xmlns:a="http://schemas.openxmlformats.org/drawingml/2006/main"/>
          <a:ln xmlns:a="http://schemas.openxmlformats.org/drawingml/2006/main" w="11430">
            <a:solidFill>
              <a:srgbClr val="0072B2"/>
            </a:solidFill>
          </a:ln>
        </p:spPr>
      </p:sp>
      <p:sp>
        <p:nvSpPr>
          <p:cNvPr id="172" name="sues200_satellite_to_uav_300m/sues200_satellite_to_uav_300m/seed-3/visual/point-cov-0.5">
            <a:extLst xmlns:a="http://schemas.openxmlformats.org/drawingml/2006/main">
              <a:ext uri="{FF2B5EF4-FFF2-40B4-BE49-F238E27FC236}">
                <a16:creationId xmlns:a16="http://schemas.microsoft.com/office/drawing/2014/main" id="{A2392CC2-8AB6-4BA6-8D47-412FF89E6A90}"/>
              </a:ext>
            </a:extLst>
          </p:cNvPr>
          <p:cNvSpPr>
            <a:spLocks xmlns:a="http://schemas.openxmlformats.org/drawingml/2006/main" noGrp="1"/>
          </p:cNvSpPr>
          <p:nvPr/>
        </p:nvSpPr>
        <p:spPr>
          <a:xfrm xmlns:a="http://schemas.openxmlformats.org/drawingml/2006/main">
            <a:off x="5316855" y="22231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3" name="sues200_satellite_to_uav_300m/sues200_satellite_to_uav_300m/seed-3/visual/point-cov-0.75">
            <a:extLst xmlns:a="http://schemas.openxmlformats.org/drawingml/2006/main">
              <a:ext uri="{FF2B5EF4-FFF2-40B4-BE49-F238E27FC236}">
                <a16:creationId xmlns:a16="http://schemas.microsoft.com/office/drawing/2014/main" id="{5FFD199B-0C3E-4685-A7A4-84FE608502E4}"/>
              </a:ext>
            </a:extLst>
          </p:cNvPr>
          <p:cNvSpPr>
            <a:spLocks xmlns:a="http://schemas.openxmlformats.org/drawingml/2006/main" noGrp="1"/>
          </p:cNvSpPr>
          <p:nvPr/>
        </p:nvSpPr>
        <p:spPr>
          <a:xfrm xmlns:a="http://schemas.openxmlformats.org/drawingml/2006/main">
            <a:off x="5716905" y="191833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4" name="sues200_satellite_to_uav_300m/sues200_satellite_to_uav_300m/seed-3/visual/point-cov-0.9">
            <a:extLst xmlns:a="http://schemas.openxmlformats.org/drawingml/2006/main">
              <a:ext uri="{FF2B5EF4-FFF2-40B4-BE49-F238E27FC236}">
                <a16:creationId xmlns:a16="http://schemas.microsoft.com/office/drawing/2014/main" id="{C63739E1-D299-40A1-BC07-D0300F5A03EB}"/>
              </a:ext>
            </a:extLst>
          </p:cNvPr>
          <p:cNvSpPr>
            <a:spLocks xmlns:a="http://schemas.openxmlformats.org/drawingml/2006/main" noGrp="1"/>
          </p:cNvSpPr>
          <p:nvPr/>
        </p:nvSpPr>
        <p:spPr>
          <a:xfrm xmlns:a="http://schemas.openxmlformats.org/drawingml/2006/main">
            <a:off x="5956935" y="16948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5" name="sues200_satellite_to_uav_300m/sues200_satellite_to_uav_300m/seed-3/visual/point-cov-1">
            <a:extLst xmlns:a="http://schemas.openxmlformats.org/drawingml/2006/main">
              <a:ext uri="{FF2B5EF4-FFF2-40B4-BE49-F238E27FC236}">
                <a16:creationId xmlns:a16="http://schemas.microsoft.com/office/drawing/2014/main" id="{4DF7A490-47B5-4E93-A3BE-270CBB18A7E3}"/>
              </a:ext>
            </a:extLst>
          </p:cNvPr>
          <p:cNvSpPr>
            <a:spLocks xmlns:a="http://schemas.openxmlformats.org/drawingml/2006/main" noGrp="1"/>
          </p:cNvSpPr>
          <p:nvPr/>
        </p:nvSpPr>
        <p:spPr>
          <a:xfrm xmlns:a="http://schemas.openxmlformats.org/drawingml/2006/main">
            <a:off x="6116955" y="1593215"/>
            <a:ext cx="59690" cy="59690"/>
          </a:xfrm>
          <a:prstGeom xmlns:a="http://schemas.openxmlformats.org/drawingml/2006/main" prst="ellipse">
            <a:avLst/>
          </a:prstGeom>
          <a:solidFill xmlns:a="http://schemas.openxmlformats.org/drawingml/2006/main">
            <a:srgbClr val="FFFFFF"/>
          </a:solidFill>
          <a:ln xmlns:a="http://schemas.openxmlformats.org/drawingml/2006/main" w="11430">
            <a:solidFill>
              <a:srgbClr val="0072B2"/>
            </a:solidFill>
          </a:ln>
        </p:spPr>
      </p:sp>
      <p:sp>
        <p:nvSpPr>
          <p:cNvPr id="176" name="sues200_satellite_to_uav_300m/sues200_satellite_to_uav_300m/seed-3/full/guide-1-2">
            <a:extLst xmlns:a="http://schemas.openxmlformats.org/drawingml/2006/main">
              <a:ext uri="{FF2B5EF4-FFF2-40B4-BE49-F238E27FC236}">
                <a16:creationId xmlns:a16="http://schemas.microsoft.com/office/drawing/2014/main" id="{28C3D31E-6550-4634-90F4-A07E900C2E25}"/>
              </a:ext>
            </a:extLst>
          </p:cNvPr>
          <p:cNvSpPr>
            <a:spLocks xmlns:a="http://schemas.openxmlformats.org/drawingml/2006/main" noGrp="1"/>
          </p:cNvSpPr>
          <p:nvPr/>
        </p:nvSpPr>
        <p:spPr>
          <a:xfrm xmlns:a="http://schemas.openxmlformats.org/drawingml/2006/main" flipV="1">
            <a:off x="5346700" y="2171700"/>
            <a:ext cx="400050" cy="22352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7" name="sues200_satellite_to_uav_300m/sues200_satellite_to_uav_300m/seed-3/full/guide-2-3">
            <a:extLst xmlns:a="http://schemas.openxmlformats.org/drawingml/2006/main">
              <a:ext uri="{FF2B5EF4-FFF2-40B4-BE49-F238E27FC236}">
                <a16:creationId xmlns:a16="http://schemas.microsoft.com/office/drawing/2014/main" id="{E4870ABB-631A-434B-8B2B-A889EC8E6EC8}"/>
              </a:ext>
            </a:extLst>
          </p:cNvPr>
          <p:cNvSpPr>
            <a:spLocks xmlns:a="http://schemas.openxmlformats.org/drawingml/2006/main" noGrp="1"/>
          </p:cNvSpPr>
          <p:nvPr/>
        </p:nvSpPr>
        <p:spPr>
          <a:xfrm xmlns:a="http://schemas.openxmlformats.org/drawingml/2006/main" flipV="1">
            <a:off x="5746750" y="1988820"/>
            <a:ext cx="240030" cy="18288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8" name="sues200_satellite_to_uav_300m/sues200_satellite_to_uav_300m/seed-3/full/guide-3-4">
            <a:extLst xmlns:a="http://schemas.openxmlformats.org/drawingml/2006/main">
              <a:ext uri="{FF2B5EF4-FFF2-40B4-BE49-F238E27FC236}">
                <a16:creationId xmlns:a16="http://schemas.microsoft.com/office/drawing/2014/main" id="{6911177B-0805-4B79-B4CC-B9149C036316}"/>
              </a:ext>
            </a:extLst>
          </p:cNvPr>
          <p:cNvSpPr>
            <a:spLocks xmlns:a="http://schemas.openxmlformats.org/drawingml/2006/main" noGrp="1"/>
          </p:cNvSpPr>
          <p:nvPr/>
        </p:nvSpPr>
        <p:spPr>
          <a:xfrm xmlns:a="http://schemas.openxmlformats.org/drawingml/2006/main" flipV="1">
            <a:off x="5986780" y="1948180"/>
            <a:ext cx="160020" cy="40640"/>
          </a:xfrm>
          <a:prstGeom xmlns:a="http://schemas.openxmlformats.org/drawingml/2006/main" prst="line">
            <a:avLst/>
          </a:prstGeom>
          <a:noFill xmlns:a="http://schemas.openxmlformats.org/drawingml/2006/main"/>
          <a:ln xmlns:a="http://schemas.openxmlformats.org/drawingml/2006/main" w="11430">
            <a:solidFill>
              <a:srgbClr val="D55E00"/>
            </a:solidFill>
          </a:ln>
        </p:spPr>
      </p:sp>
      <p:sp>
        <p:nvSpPr>
          <p:cNvPr id="179" name="sues200_satellite_to_uav_300m/sues200_satellite_to_uav_300m/seed-3/full/point-cov-0.5">
            <a:extLst xmlns:a="http://schemas.openxmlformats.org/drawingml/2006/main">
              <a:ext uri="{FF2B5EF4-FFF2-40B4-BE49-F238E27FC236}">
                <a16:creationId xmlns:a16="http://schemas.microsoft.com/office/drawing/2014/main" id="{48487A3E-6020-45CE-A621-CE0E4C3621BB}"/>
              </a:ext>
            </a:extLst>
          </p:cNvPr>
          <p:cNvSpPr>
            <a:spLocks xmlns:a="http://schemas.openxmlformats.org/drawingml/2006/main" noGrp="1"/>
          </p:cNvSpPr>
          <p:nvPr/>
        </p:nvSpPr>
        <p:spPr>
          <a:xfrm xmlns:a="http://schemas.openxmlformats.org/drawingml/2006/main">
            <a:off x="5322570" y="23710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0" name="sues200_satellite_to_uav_300m/sues200_satellite_to_uav_300m/seed-3/full/point-cov-0.75">
            <a:extLst xmlns:a="http://schemas.openxmlformats.org/drawingml/2006/main">
              <a:ext uri="{FF2B5EF4-FFF2-40B4-BE49-F238E27FC236}">
                <a16:creationId xmlns:a16="http://schemas.microsoft.com/office/drawing/2014/main" id="{3B0F87B1-2AFF-4DBA-B4BA-15C38E2AD0EB}"/>
              </a:ext>
            </a:extLst>
          </p:cNvPr>
          <p:cNvSpPr>
            <a:spLocks xmlns:a="http://schemas.openxmlformats.org/drawingml/2006/main" noGrp="1"/>
          </p:cNvSpPr>
          <p:nvPr/>
        </p:nvSpPr>
        <p:spPr>
          <a:xfrm xmlns:a="http://schemas.openxmlformats.org/drawingml/2006/main">
            <a:off x="5722620" y="214757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1" name="sues200_satellite_to_uav_300m/sues200_satellite_to_uav_300m/seed-3/full/point-cov-0.9">
            <a:extLst xmlns:a="http://schemas.openxmlformats.org/drawingml/2006/main">
              <a:ext uri="{FF2B5EF4-FFF2-40B4-BE49-F238E27FC236}">
                <a16:creationId xmlns:a16="http://schemas.microsoft.com/office/drawing/2014/main" id="{630EF9CF-3136-4E1D-AC85-FB73A2F65332}"/>
              </a:ext>
            </a:extLst>
          </p:cNvPr>
          <p:cNvSpPr>
            <a:spLocks xmlns:a="http://schemas.openxmlformats.org/drawingml/2006/main" noGrp="1"/>
          </p:cNvSpPr>
          <p:nvPr/>
        </p:nvSpPr>
        <p:spPr>
          <a:xfrm xmlns:a="http://schemas.openxmlformats.org/drawingml/2006/main">
            <a:off x="5962650" y="196469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2" name="sues200_satellite_to_uav_300m/sues200_satellite_to_uav_300m/seed-3/full/point-cov-1">
            <a:extLst xmlns:a="http://schemas.openxmlformats.org/drawingml/2006/main">
              <a:ext uri="{FF2B5EF4-FFF2-40B4-BE49-F238E27FC236}">
                <a16:creationId xmlns:a16="http://schemas.microsoft.com/office/drawing/2014/main" id="{6A241BFF-9F88-4C9E-B1BF-05D8D1A4D04D}"/>
              </a:ext>
            </a:extLst>
          </p:cNvPr>
          <p:cNvSpPr>
            <a:spLocks xmlns:a="http://schemas.openxmlformats.org/drawingml/2006/main" noGrp="1"/>
          </p:cNvSpPr>
          <p:nvPr/>
        </p:nvSpPr>
        <p:spPr>
          <a:xfrm xmlns:a="http://schemas.openxmlformats.org/drawingml/2006/main">
            <a:off x="6122670" y="1924050"/>
            <a:ext cx="48260" cy="48260"/>
          </a:xfrm>
          <a:prstGeom xmlns:a="http://schemas.openxmlformats.org/drawingml/2006/main" prst="rect">
            <a:avLst/>
          </a:prstGeom>
          <a:noFill xmlns:a="http://schemas.openxmlformats.org/drawingml/2006/main"/>
          <a:ln xmlns:a="http://schemas.openxmlformats.org/drawingml/2006/main" w="11430">
            <a:solidFill>
              <a:srgbClr val="D55E00"/>
            </a:solidFill>
          </a:ln>
        </p:spPr>
      </p:sp>
      <p:sp>
        <p:nvSpPr>
          <p:cNvPr id="183" name="sues200_satellite_to_uav_300m/sues200_satellite_to_uav_300m/seed-3/count/N">
            <a:extLst xmlns:a="http://schemas.openxmlformats.org/drawingml/2006/main">
              <a:ext uri="{FF2B5EF4-FFF2-40B4-BE49-F238E27FC236}">
                <a16:creationId xmlns:a16="http://schemas.microsoft.com/office/drawing/2014/main" id="{67921267-B2EE-448A-BC3A-8EC97D7BDEFC}"/>
              </a:ext>
            </a:extLst>
          </p:cNvPr>
          <p:cNvSpPr>
            <a:spLocks xmlns:a="http://schemas.openxmlformats.org/drawingml/2006/main" noGrp="1"/>
          </p:cNvSpPr>
          <p:nvPr/>
        </p:nvSpPr>
        <p:spPr>
          <a:xfrm xmlns:a="http://schemas.openxmlformats.org/drawingml/2006/main">
            <a:off x="4934410" y="3500628"/>
            <a:ext cx="8245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Full query N = 80</a:t>
            </a:r>
          </a:p>
        </p:txBody>
      </p:sp>
      <p:sp>
        <p:nvSpPr>
          <p:cNvPr id="184" name="sues200_satellite_to_uav_300m/sues200_satellite_to_uav_300m/seed-3/count/header/requested">
            <a:extLst xmlns:a="http://schemas.openxmlformats.org/drawingml/2006/main">
              <a:ext uri="{FF2B5EF4-FFF2-40B4-BE49-F238E27FC236}">
                <a16:creationId xmlns:a16="http://schemas.microsoft.com/office/drawing/2014/main" id="{08B9D752-72FE-46D2-85D2-126F33C7BABA}"/>
              </a:ext>
            </a:extLst>
          </p:cNvPr>
          <p:cNvSpPr>
            <a:spLocks xmlns:a="http://schemas.openxmlformats.org/drawingml/2006/main" noGrp="1"/>
          </p:cNvSpPr>
          <p:nvPr/>
        </p:nvSpPr>
        <p:spPr>
          <a:xfrm xmlns:a="http://schemas.openxmlformats.org/drawingml/2006/main">
            <a:off x="4489720" y="3716528"/>
            <a:ext cx="2915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Req%</a:t>
            </a:r>
          </a:p>
        </p:txBody>
      </p:sp>
      <p:sp>
        <p:nvSpPr>
          <p:cNvPr id="185" name="sues200_satellite_to_uav_300m/sues200_satellite_to_uav_300m/seed-3/count/header/kN">
            <a:extLst xmlns:a="http://schemas.openxmlformats.org/drawingml/2006/main">
              <a:ext uri="{FF2B5EF4-FFF2-40B4-BE49-F238E27FC236}">
                <a16:creationId xmlns:a16="http://schemas.microsoft.com/office/drawing/2014/main" id="{71BA9CA5-6740-4B0C-AD54-DDD8C8FB8443}"/>
              </a:ext>
            </a:extLst>
          </p:cNvPr>
          <p:cNvSpPr>
            <a:spLocks xmlns:a="http://schemas.openxmlformats.org/drawingml/2006/main" noGrp="1"/>
          </p:cNvSpPr>
          <p:nvPr/>
        </p:nvSpPr>
        <p:spPr>
          <a:xfrm xmlns:a="http://schemas.openxmlformats.org/drawingml/2006/main">
            <a:off x="5040170" y="3716528"/>
            <a:ext cx="56226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Actual k / N</a:t>
            </a:r>
          </a:p>
        </p:txBody>
      </p:sp>
      <p:sp>
        <p:nvSpPr>
          <p:cNvPr id="186" name="sues200_satellite_to_uav_300m/sues200_satellite_to_uav_300m/seed-3/count/header/overlap">
            <a:extLst xmlns:a="http://schemas.openxmlformats.org/drawingml/2006/main">
              <a:ext uri="{FF2B5EF4-FFF2-40B4-BE49-F238E27FC236}">
                <a16:creationId xmlns:a16="http://schemas.microsoft.com/office/drawing/2014/main" id="{605DE4CB-F5D8-4D55-9463-BD628B90B509}"/>
              </a:ext>
            </a:extLst>
          </p:cNvPr>
          <p:cNvSpPr>
            <a:spLocks xmlns:a="http://schemas.openxmlformats.org/drawingml/2006/main" noGrp="1"/>
          </p:cNvSpPr>
          <p:nvPr/>
        </p:nvSpPr>
        <p:spPr>
          <a:xfrm xmlns:a="http://schemas.openxmlformats.org/drawingml/2006/main">
            <a:off x="5762514" y="3716528"/>
            <a:ext cx="3875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Overlap</a:t>
            </a:r>
          </a:p>
        </p:txBody>
      </p:sp>
      <p:sp>
        <p:nvSpPr>
          <p:cNvPr id="187" name="sues200_satellite_to_uav_300m/sues200_satellite_to_uav_300m/seed-3/count/header/rule">
            <a:extLst xmlns:a="http://schemas.openxmlformats.org/drawingml/2006/main">
              <a:ext uri="{FF2B5EF4-FFF2-40B4-BE49-F238E27FC236}">
                <a16:creationId xmlns:a16="http://schemas.microsoft.com/office/drawing/2014/main" id="{A86B631E-67D3-4E65-B5C3-C80C40758075}"/>
              </a:ext>
            </a:extLst>
          </p:cNvPr>
          <p:cNvSpPr>
            <a:spLocks xmlns:a="http://schemas.openxmlformats.org/drawingml/2006/main" noGrp="1"/>
          </p:cNvSpPr>
          <p:nvPr/>
        </p:nvSpPr>
        <p:spPr>
          <a:xfrm xmlns:a="http://schemas.openxmlformats.org/drawingml/2006/main" flipV="0">
            <a:off x="4470400" y="3873500"/>
            <a:ext cx="1739900" cy="0"/>
          </a:xfrm>
          <a:prstGeom xmlns:a="http://schemas.openxmlformats.org/drawingml/2006/main" prst="line">
            <a:avLst/>
          </a:prstGeom>
          <a:noFill xmlns:a="http://schemas.openxmlformats.org/drawingml/2006/main"/>
          <a:ln xmlns:a="http://schemas.openxmlformats.org/drawingml/2006/main" w="6350">
            <a:solidFill>
              <a:srgbClr val="CAD2DA"/>
            </a:solidFill>
          </a:ln>
        </p:spPr>
      </p:sp>
      <p:sp>
        <p:nvSpPr>
          <p:cNvPr id="188" name="sues200_satellite_to_uav_300m/sues200_satellite_to_uav_300m/seed-3/count/cov-0.5/requested">
            <a:extLst xmlns:a="http://schemas.openxmlformats.org/drawingml/2006/main">
              <a:ext uri="{FF2B5EF4-FFF2-40B4-BE49-F238E27FC236}">
                <a16:creationId xmlns:a16="http://schemas.microsoft.com/office/drawing/2014/main" id="{01DE1DC3-F505-45C0-AAB3-3AEC139DFAE2}"/>
              </a:ext>
            </a:extLst>
          </p:cNvPr>
          <p:cNvSpPr>
            <a:spLocks xmlns:a="http://schemas.openxmlformats.org/drawingml/2006/main" noGrp="1"/>
          </p:cNvSpPr>
          <p:nvPr/>
        </p:nvSpPr>
        <p:spPr>
          <a:xfrm xmlns:a="http://schemas.openxmlformats.org/drawingml/2006/main">
            <a:off x="45743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89" name="sues200_satellite_to_uav_300m/sues200_satellite_to_uav_300m/seed-3/count/cov-0.5/kN">
            <a:extLst xmlns:a="http://schemas.openxmlformats.org/drawingml/2006/main">
              <a:ext uri="{FF2B5EF4-FFF2-40B4-BE49-F238E27FC236}">
                <a16:creationId xmlns:a16="http://schemas.microsoft.com/office/drawing/2014/main" id="{C95CD0A0-2918-4ADD-9E0E-72FF02D2B9F5}"/>
              </a:ext>
            </a:extLst>
          </p:cNvPr>
          <p:cNvSpPr>
            <a:spLocks xmlns:a="http://schemas.openxmlformats.org/drawingml/2006/main" noGrp="1"/>
          </p:cNvSpPr>
          <p:nvPr/>
        </p:nvSpPr>
        <p:spPr>
          <a:xfrm xmlns:a="http://schemas.openxmlformats.org/drawingml/2006/main">
            <a:off x="5189522" y="39197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40/80</a:t>
            </a:r>
          </a:p>
        </p:txBody>
      </p:sp>
      <p:sp>
        <p:nvSpPr>
          <p:cNvPr id="190" name="sues200_satellite_to_uav_300m/sues200_satellite_to_uav_300m/seed-3/count/cov-0.5/overlap">
            <a:extLst xmlns:a="http://schemas.openxmlformats.org/drawingml/2006/main">
              <a:ext uri="{FF2B5EF4-FFF2-40B4-BE49-F238E27FC236}">
                <a16:creationId xmlns:a16="http://schemas.microsoft.com/office/drawing/2014/main" id="{BE2F68B3-87A6-4918-95C5-774DE79C92A5}"/>
              </a:ext>
            </a:extLst>
          </p:cNvPr>
          <p:cNvSpPr>
            <a:spLocks xmlns:a="http://schemas.openxmlformats.org/drawingml/2006/main" noGrp="1"/>
          </p:cNvSpPr>
          <p:nvPr/>
        </p:nvSpPr>
        <p:spPr>
          <a:xfrm xmlns:a="http://schemas.openxmlformats.org/drawingml/2006/main">
            <a:off x="5895102" y="39197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23</a:t>
            </a:r>
          </a:p>
        </p:txBody>
      </p:sp>
      <p:sp>
        <p:nvSpPr>
          <p:cNvPr id="191" name="sues200_satellite_to_uav_300m/sues200_satellite_to_uav_300m/seed-3/count/cov-0.75/requested">
            <a:extLst xmlns:a="http://schemas.openxmlformats.org/drawingml/2006/main">
              <a:ext uri="{FF2B5EF4-FFF2-40B4-BE49-F238E27FC236}">
                <a16:creationId xmlns:a16="http://schemas.microsoft.com/office/drawing/2014/main" id="{42647981-A0FB-4CB2-BDB8-CF677CE1CEEA}"/>
              </a:ext>
            </a:extLst>
          </p:cNvPr>
          <p:cNvSpPr>
            <a:spLocks xmlns:a="http://schemas.openxmlformats.org/drawingml/2006/main" noGrp="1"/>
          </p:cNvSpPr>
          <p:nvPr/>
        </p:nvSpPr>
        <p:spPr>
          <a:xfrm xmlns:a="http://schemas.openxmlformats.org/drawingml/2006/main">
            <a:off x="45743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92" name="sues200_satellite_to_uav_300m/sues200_satellite_to_uav_300m/seed-3/count/cov-0.75/kN">
            <a:extLst xmlns:a="http://schemas.openxmlformats.org/drawingml/2006/main">
              <a:ext uri="{FF2B5EF4-FFF2-40B4-BE49-F238E27FC236}">
                <a16:creationId xmlns:a16="http://schemas.microsoft.com/office/drawing/2014/main" id="{53035CC0-1F68-4AE7-8CD5-6A2D34BCF460}"/>
              </a:ext>
            </a:extLst>
          </p:cNvPr>
          <p:cNvSpPr>
            <a:spLocks xmlns:a="http://schemas.openxmlformats.org/drawingml/2006/main" noGrp="1"/>
          </p:cNvSpPr>
          <p:nvPr/>
        </p:nvSpPr>
        <p:spPr>
          <a:xfrm xmlns:a="http://schemas.openxmlformats.org/drawingml/2006/main">
            <a:off x="5189522" y="40975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60/80</a:t>
            </a:r>
          </a:p>
        </p:txBody>
      </p:sp>
      <p:sp>
        <p:nvSpPr>
          <p:cNvPr id="193" name="sues200_satellite_to_uav_300m/sues200_satellite_to_uav_300m/seed-3/count/cov-0.75/overlap">
            <a:extLst xmlns:a="http://schemas.openxmlformats.org/drawingml/2006/main">
              <a:ext uri="{FF2B5EF4-FFF2-40B4-BE49-F238E27FC236}">
                <a16:creationId xmlns:a16="http://schemas.microsoft.com/office/drawing/2014/main" id="{18D9C37E-3AEB-44D3-8237-14A5C56AA310}"/>
              </a:ext>
            </a:extLst>
          </p:cNvPr>
          <p:cNvSpPr>
            <a:spLocks xmlns:a="http://schemas.openxmlformats.org/drawingml/2006/main" noGrp="1"/>
          </p:cNvSpPr>
          <p:nvPr/>
        </p:nvSpPr>
        <p:spPr>
          <a:xfrm xmlns:a="http://schemas.openxmlformats.org/drawingml/2006/main">
            <a:off x="5895102" y="40975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47</a:t>
            </a:r>
          </a:p>
        </p:txBody>
      </p:sp>
      <p:sp>
        <p:nvSpPr>
          <p:cNvPr id="194" name="sues200_satellite_to_uav_300m/sues200_satellite_to_uav_300m/seed-3/count/cov-0.9/requested">
            <a:extLst xmlns:a="http://schemas.openxmlformats.org/drawingml/2006/main">
              <a:ext uri="{FF2B5EF4-FFF2-40B4-BE49-F238E27FC236}">
                <a16:creationId xmlns:a16="http://schemas.microsoft.com/office/drawing/2014/main" id="{E50B2528-8DE2-4EDD-82E9-FEF0A34951AB}"/>
              </a:ext>
            </a:extLst>
          </p:cNvPr>
          <p:cNvSpPr>
            <a:spLocks xmlns:a="http://schemas.openxmlformats.org/drawingml/2006/main" noGrp="1"/>
          </p:cNvSpPr>
          <p:nvPr/>
        </p:nvSpPr>
        <p:spPr>
          <a:xfrm xmlns:a="http://schemas.openxmlformats.org/drawingml/2006/main">
            <a:off x="45743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195" name="sues200_satellite_to_uav_300m/sues200_satellite_to_uav_300m/seed-3/count/cov-0.9/kN">
            <a:extLst xmlns:a="http://schemas.openxmlformats.org/drawingml/2006/main">
              <a:ext uri="{FF2B5EF4-FFF2-40B4-BE49-F238E27FC236}">
                <a16:creationId xmlns:a16="http://schemas.microsoft.com/office/drawing/2014/main" id="{1051A5CF-0FE9-4198-AED2-8C637BADCDF2}"/>
              </a:ext>
            </a:extLst>
          </p:cNvPr>
          <p:cNvSpPr>
            <a:spLocks xmlns:a="http://schemas.openxmlformats.org/drawingml/2006/main" noGrp="1"/>
          </p:cNvSpPr>
          <p:nvPr/>
        </p:nvSpPr>
        <p:spPr>
          <a:xfrm xmlns:a="http://schemas.openxmlformats.org/drawingml/2006/main">
            <a:off x="5189522" y="42753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72/80</a:t>
            </a:r>
          </a:p>
        </p:txBody>
      </p:sp>
      <p:sp>
        <p:nvSpPr>
          <p:cNvPr id="196" name="sues200_satellite_to_uav_300m/sues200_satellite_to_uav_300m/seed-3/count/cov-0.9/overlap">
            <a:extLst xmlns:a="http://schemas.openxmlformats.org/drawingml/2006/main">
              <a:ext uri="{FF2B5EF4-FFF2-40B4-BE49-F238E27FC236}">
                <a16:creationId xmlns:a16="http://schemas.microsoft.com/office/drawing/2014/main" id="{3270D547-3E34-48B1-9205-C92DC824C1F5}"/>
              </a:ext>
            </a:extLst>
          </p:cNvPr>
          <p:cNvSpPr>
            <a:spLocks xmlns:a="http://schemas.openxmlformats.org/drawingml/2006/main" noGrp="1"/>
          </p:cNvSpPr>
          <p:nvPr/>
        </p:nvSpPr>
        <p:spPr>
          <a:xfrm xmlns:a="http://schemas.openxmlformats.org/drawingml/2006/main">
            <a:off x="5895102" y="42753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65</a:t>
            </a:r>
          </a:p>
        </p:txBody>
      </p:sp>
      <p:sp>
        <p:nvSpPr>
          <p:cNvPr id="197" name="sues200_satellite_to_uav_300m/sues200_satellite_to_uav_300m/seed-3/count/cov-1/requested">
            <a:extLst xmlns:a="http://schemas.openxmlformats.org/drawingml/2006/main">
              <a:ext uri="{FF2B5EF4-FFF2-40B4-BE49-F238E27FC236}">
                <a16:creationId xmlns:a16="http://schemas.microsoft.com/office/drawing/2014/main" id="{BFCC8B68-DDD5-47DA-BEE6-006A6E72D6AA}"/>
              </a:ext>
            </a:extLst>
          </p:cNvPr>
          <p:cNvSpPr>
            <a:spLocks xmlns:a="http://schemas.openxmlformats.org/drawingml/2006/main" noGrp="1"/>
          </p:cNvSpPr>
          <p:nvPr/>
        </p:nvSpPr>
        <p:spPr>
          <a:xfrm xmlns:a="http://schemas.openxmlformats.org/drawingml/2006/main">
            <a:off x="4546060" y="44531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98" name="sues200_satellite_to_uav_300m/sues200_satellite_to_uav_300m/seed-3/count/cov-1/kN">
            <a:extLst xmlns:a="http://schemas.openxmlformats.org/drawingml/2006/main">
              <a:ext uri="{FF2B5EF4-FFF2-40B4-BE49-F238E27FC236}">
                <a16:creationId xmlns:a16="http://schemas.microsoft.com/office/drawing/2014/main" id="{8AB4E81C-35AB-4CE2-92D3-058B145FBF63}"/>
              </a:ext>
            </a:extLst>
          </p:cNvPr>
          <p:cNvSpPr>
            <a:spLocks xmlns:a="http://schemas.openxmlformats.org/drawingml/2006/main" noGrp="1"/>
          </p:cNvSpPr>
          <p:nvPr/>
        </p:nvSpPr>
        <p:spPr>
          <a:xfrm xmlns:a="http://schemas.openxmlformats.org/drawingml/2006/main">
            <a:off x="5189522" y="4453128"/>
            <a:ext cx="2635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80/80</a:t>
            </a:r>
          </a:p>
        </p:txBody>
      </p:sp>
      <p:sp>
        <p:nvSpPr>
          <p:cNvPr id="199" name="sues200_satellite_to_uav_300m/sues200_satellite_to_uav_300m/seed-3/count/cov-1/overlap">
            <a:extLst xmlns:a="http://schemas.openxmlformats.org/drawingml/2006/main">
              <a:ext uri="{FF2B5EF4-FFF2-40B4-BE49-F238E27FC236}">
                <a16:creationId xmlns:a16="http://schemas.microsoft.com/office/drawing/2014/main" id="{71ADDDE1-245D-4B39-B108-22D8CC21B599}"/>
              </a:ext>
            </a:extLst>
          </p:cNvPr>
          <p:cNvSpPr>
            <a:spLocks xmlns:a="http://schemas.openxmlformats.org/drawingml/2006/main" noGrp="1"/>
          </p:cNvSpPr>
          <p:nvPr/>
        </p:nvSpPr>
        <p:spPr>
          <a:xfrm xmlns:a="http://schemas.openxmlformats.org/drawingml/2006/main">
            <a:off x="5895102" y="44531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200" name="sues200_satellite_to_uav_300m/sues200_satellite_to_uav_300m/seed-3/success/heading">
            <a:extLst xmlns:a="http://schemas.openxmlformats.org/drawingml/2006/main">
              <a:ext uri="{FF2B5EF4-FFF2-40B4-BE49-F238E27FC236}">
                <a16:creationId xmlns:a16="http://schemas.microsoft.com/office/drawing/2014/main" id="{C084A2C3-7DB3-4143-84B2-CB27F29BDAE3}"/>
              </a:ext>
            </a:extLst>
          </p:cNvPr>
          <p:cNvSpPr>
            <a:spLocks xmlns:a="http://schemas.openxmlformats.org/drawingml/2006/main" noGrp="1"/>
          </p:cNvSpPr>
          <p:nvPr/>
        </p:nvSpPr>
        <p:spPr>
          <a:xfrm xmlns:a="http://schemas.openxmlformats.org/drawingml/2006/main">
            <a:off x="4537980" y="4745228"/>
            <a:ext cx="161744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Success% at requested coverage</a:t>
            </a:r>
          </a:p>
        </p:txBody>
      </p:sp>
      <p:sp>
        <p:nvSpPr>
          <p:cNvPr id="201" name="sues200_satellite_to_uav_300m/sues200_satellite_to_uav_300m/seed-3/success/cov-0.5/heading">
            <a:extLst xmlns:a="http://schemas.openxmlformats.org/drawingml/2006/main">
              <a:ext uri="{FF2B5EF4-FFF2-40B4-BE49-F238E27FC236}">
                <a16:creationId xmlns:a16="http://schemas.microsoft.com/office/drawing/2014/main" id="{1A99F1BD-AC9D-4277-90FF-D130EA873360}"/>
              </a:ext>
            </a:extLst>
          </p:cNvPr>
          <p:cNvSpPr>
            <a:spLocks xmlns:a="http://schemas.openxmlformats.org/drawingml/2006/main" noGrp="1"/>
          </p:cNvSpPr>
          <p:nvPr/>
        </p:nvSpPr>
        <p:spPr>
          <a:xfrm xmlns:a="http://schemas.openxmlformats.org/drawingml/2006/main">
            <a:off x="46854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02" name="sues200_satellite_to_uav_300m/sues200_satellite_to_uav_300m/seed-3/visual/success-cov-0.5">
            <a:extLst xmlns:a="http://schemas.openxmlformats.org/drawingml/2006/main">
              <a:ext uri="{FF2B5EF4-FFF2-40B4-BE49-F238E27FC236}">
                <a16:creationId xmlns:a16="http://schemas.microsoft.com/office/drawing/2014/main" id="{52A31A2D-26FF-4D46-A5F3-265E16BF6B0A}"/>
              </a:ext>
            </a:extLst>
          </p:cNvPr>
          <p:cNvSpPr>
            <a:spLocks xmlns:a="http://schemas.openxmlformats.org/drawingml/2006/main" noGrp="1"/>
          </p:cNvSpPr>
          <p:nvPr/>
        </p:nvSpPr>
        <p:spPr>
          <a:xfrm xmlns:a="http://schemas.openxmlformats.org/drawingml/2006/main">
            <a:off x="45866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38.750</a:t>
            </a:r>
          </a:p>
        </p:txBody>
      </p:sp>
      <p:sp>
        <p:nvSpPr>
          <p:cNvPr id="203" name="sues200_satellite_to_uav_300m/sues200_satellite_to_uav_300m/seed-3/full/success-cov-0.5">
            <a:extLst xmlns:a="http://schemas.openxmlformats.org/drawingml/2006/main">
              <a:ext uri="{FF2B5EF4-FFF2-40B4-BE49-F238E27FC236}">
                <a16:creationId xmlns:a16="http://schemas.microsoft.com/office/drawing/2014/main" id="{7963876E-7D09-4B48-8CEA-73975787CF35}"/>
              </a:ext>
            </a:extLst>
          </p:cNvPr>
          <p:cNvSpPr>
            <a:spLocks xmlns:a="http://schemas.openxmlformats.org/drawingml/2006/main" noGrp="1"/>
          </p:cNvSpPr>
          <p:nvPr/>
        </p:nvSpPr>
        <p:spPr>
          <a:xfrm xmlns:a="http://schemas.openxmlformats.org/drawingml/2006/main">
            <a:off x="45866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30.000</a:t>
            </a:r>
          </a:p>
        </p:txBody>
      </p:sp>
      <p:sp>
        <p:nvSpPr>
          <p:cNvPr id="204" name="sues200_satellite_to_uav_300m/sues200_satellite_to_uav_300m/seed-3/success/cov-0.75/heading">
            <a:extLst xmlns:a="http://schemas.openxmlformats.org/drawingml/2006/main">
              <a:ext uri="{FF2B5EF4-FFF2-40B4-BE49-F238E27FC236}">
                <a16:creationId xmlns:a16="http://schemas.microsoft.com/office/drawing/2014/main" id="{41B82405-20BB-41C9-84D3-E7EB178C540A}"/>
              </a:ext>
            </a:extLst>
          </p:cNvPr>
          <p:cNvSpPr>
            <a:spLocks xmlns:a="http://schemas.openxmlformats.org/drawingml/2006/main" noGrp="1"/>
          </p:cNvSpPr>
          <p:nvPr/>
        </p:nvSpPr>
        <p:spPr>
          <a:xfrm xmlns:a="http://schemas.openxmlformats.org/drawingml/2006/main">
            <a:off x="508547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05" name="sues200_satellite_to_uav_300m/sues200_satellite_to_uav_300m/seed-3/visual/success-cov-0.75">
            <a:extLst xmlns:a="http://schemas.openxmlformats.org/drawingml/2006/main">
              <a:ext uri="{FF2B5EF4-FFF2-40B4-BE49-F238E27FC236}">
                <a16:creationId xmlns:a16="http://schemas.microsoft.com/office/drawing/2014/main" id="{F3D0A2D4-0D7F-4659-85AA-948EB686D9E4}"/>
              </a:ext>
            </a:extLst>
          </p:cNvPr>
          <p:cNvSpPr>
            <a:spLocks xmlns:a="http://schemas.openxmlformats.org/drawingml/2006/main" noGrp="1"/>
          </p:cNvSpPr>
          <p:nvPr/>
        </p:nvSpPr>
        <p:spPr>
          <a:xfrm xmlns:a="http://schemas.openxmlformats.org/drawingml/2006/main">
            <a:off x="49867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57.500</a:t>
            </a:r>
          </a:p>
        </p:txBody>
      </p:sp>
      <p:sp>
        <p:nvSpPr>
          <p:cNvPr id="206" name="sues200_satellite_to_uav_300m/sues200_satellite_to_uav_300m/seed-3/full/success-cov-0.75">
            <a:extLst xmlns:a="http://schemas.openxmlformats.org/drawingml/2006/main">
              <a:ext uri="{FF2B5EF4-FFF2-40B4-BE49-F238E27FC236}">
                <a16:creationId xmlns:a16="http://schemas.microsoft.com/office/drawing/2014/main" id="{DBB9907D-FCCE-4F45-AB77-CD49EF6BDE4F}"/>
              </a:ext>
            </a:extLst>
          </p:cNvPr>
          <p:cNvSpPr>
            <a:spLocks xmlns:a="http://schemas.openxmlformats.org/drawingml/2006/main" noGrp="1"/>
          </p:cNvSpPr>
          <p:nvPr/>
        </p:nvSpPr>
        <p:spPr>
          <a:xfrm xmlns:a="http://schemas.openxmlformats.org/drawingml/2006/main">
            <a:off x="49867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43.750</a:t>
            </a:r>
          </a:p>
        </p:txBody>
      </p:sp>
      <p:sp>
        <p:nvSpPr>
          <p:cNvPr id="207" name="sues200_satellite_to_uav_300m/sues200_satellite_to_uav_300m/seed-3/success/cov-0.9/heading">
            <a:extLst xmlns:a="http://schemas.openxmlformats.org/drawingml/2006/main">
              <a:ext uri="{FF2B5EF4-FFF2-40B4-BE49-F238E27FC236}">
                <a16:creationId xmlns:a16="http://schemas.microsoft.com/office/drawing/2014/main" id="{4EEE7A67-4304-4485-8395-9395A9C83B63}"/>
              </a:ext>
            </a:extLst>
          </p:cNvPr>
          <p:cNvSpPr>
            <a:spLocks xmlns:a="http://schemas.openxmlformats.org/drawingml/2006/main" noGrp="1"/>
          </p:cNvSpPr>
          <p:nvPr/>
        </p:nvSpPr>
        <p:spPr>
          <a:xfrm xmlns:a="http://schemas.openxmlformats.org/drawingml/2006/main">
            <a:off x="5485527" y="49230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90</a:t>
            </a:r>
          </a:p>
        </p:txBody>
      </p:sp>
      <p:sp>
        <p:nvSpPr>
          <p:cNvPr id="208" name="sues200_satellite_to_uav_300m/sues200_satellite_to_uav_300m/seed-3/visual/success-cov-0.9">
            <a:extLst xmlns:a="http://schemas.openxmlformats.org/drawingml/2006/main">
              <a:ext uri="{FF2B5EF4-FFF2-40B4-BE49-F238E27FC236}">
                <a16:creationId xmlns:a16="http://schemas.microsoft.com/office/drawing/2014/main" id="{91D89A99-B32A-4906-8783-FA7AE952BB62}"/>
              </a:ext>
            </a:extLst>
          </p:cNvPr>
          <p:cNvSpPr>
            <a:spLocks xmlns:a="http://schemas.openxmlformats.org/drawingml/2006/main" noGrp="1"/>
          </p:cNvSpPr>
          <p:nvPr/>
        </p:nvSpPr>
        <p:spPr>
          <a:xfrm xmlns:a="http://schemas.openxmlformats.org/drawingml/2006/main">
            <a:off x="538675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71.250</a:t>
            </a:r>
          </a:p>
        </p:txBody>
      </p:sp>
      <p:sp>
        <p:nvSpPr>
          <p:cNvPr id="209" name="sues200_satellite_to_uav_300m/sues200_satellite_to_uav_300m/seed-3/full/success-cov-0.9">
            <a:extLst xmlns:a="http://schemas.openxmlformats.org/drawingml/2006/main">
              <a:ext uri="{FF2B5EF4-FFF2-40B4-BE49-F238E27FC236}">
                <a16:creationId xmlns:a16="http://schemas.microsoft.com/office/drawing/2014/main" id="{063538B8-7CD8-4BFF-996F-04A3F4BB7830}"/>
              </a:ext>
            </a:extLst>
          </p:cNvPr>
          <p:cNvSpPr>
            <a:spLocks xmlns:a="http://schemas.openxmlformats.org/drawingml/2006/main" noGrp="1"/>
          </p:cNvSpPr>
          <p:nvPr/>
        </p:nvSpPr>
        <p:spPr>
          <a:xfrm xmlns:a="http://schemas.openxmlformats.org/drawingml/2006/main">
            <a:off x="538675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55.000</a:t>
            </a:r>
          </a:p>
        </p:txBody>
      </p:sp>
      <p:sp>
        <p:nvSpPr>
          <p:cNvPr id="210" name="sues200_satellite_to_uav_300m/sues200_satellite_to_uav_300m/seed-3/success/cov-1/heading">
            <a:extLst xmlns:a="http://schemas.openxmlformats.org/drawingml/2006/main">
              <a:ext uri="{FF2B5EF4-FFF2-40B4-BE49-F238E27FC236}">
                <a16:creationId xmlns:a16="http://schemas.microsoft.com/office/drawing/2014/main" id="{CAE4A323-0490-456B-BA9F-56119A76AED5}"/>
              </a:ext>
            </a:extLst>
          </p:cNvPr>
          <p:cNvSpPr>
            <a:spLocks xmlns:a="http://schemas.openxmlformats.org/drawingml/2006/main" noGrp="1"/>
          </p:cNvSpPr>
          <p:nvPr/>
        </p:nvSpPr>
        <p:spPr>
          <a:xfrm xmlns:a="http://schemas.openxmlformats.org/drawingml/2006/main">
            <a:off x="5857335" y="49230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11" name="sues200_satellite_to_uav_300m/sues200_satellite_to_uav_300m/seed-3/visual/success-cov-1">
            <a:extLst xmlns:a="http://schemas.openxmlformats.org/drawingml/2006/main">
              <a:ext uri="{FF2B5EF4-FFF2-40B4-BE49-F238E27FC236}">
                <a16:creationId xmlns:a16="http://schemas.microsoft.com/office/drawing/2014/main" id="{7E4F9584-12F0-4678-AB5E-A55C0B696992}"/>
              </a:ext>
            </a:extLst>
          </p:cNvPr>
          <p:cNvSpPr>
            <a:spLocks xmlns:a="http://schemas.openxmlformats.org/drawingml/2006/main" noGrp="1"/>
          </p:cNvSpPr>
          <p:nvPr/>
        </p:nvSpPr>
        <p:spPr>
          <a:xfrm xmlns:a="http://schemas.openxmlformats.org/drawingml/2006/main">
            <a:off x="5786803" y="50881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77.500</a:t>
            </a:r>
          </a:p>
        </p:txBody>
      </p:sp>
      <p:sp>
        <p:nvSpPr>
          <p:cNvPr id="212" name="sues200_satellite_to_uav_300m/sues200_satellite_to_uav_300m/seed-3/full/success-cov-1">
            <a:extLst xmlns:a="http://schemas.openxmlformats.org/drawingml/2006/main">
              <a:ext uri="{FF2B5EF4-FFF2-40B4-BE49-F238E27FC236}">
                <a16:creationId xmlns:a16="http://schemas.microsoft.com/office/drawing/2014/main" id="{ECE64EEC-7E7B-4DB7-8B9E-FE8DDA2251A2}"/>
              </a:ext>
            </a:extLst>
          </p:cNvPr>
          <p:cNvSpPr>
            <a:spLocks xmlns:a="http://schemas.openxmlformats.org/drawingml/2006/main" noGrp="1"/>
          </p:cNvSpPr>
          <p:nvPr/>
        </p:nvSpPr>
        <p:spPr>
          <a:xfrm xmlns:a="http://schemas.openxmlformats.org/drawingml/2006/main">
            <a:off x="5786803" y="5253228"/>
            <a:ext cx="31994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57.500</a:t>
            </a:r>
          </a:p>
        </p:txBody>
      </p:sp>
      <p:sp>
        <p:nvSpPr>
          <p:cNvPr id="213" name="sues200_satellite_to_uav_300m/sues200_satellite_to_uav_300m/seed-3/visual/success-prefix">
            <a:extLst xmlns:a="http://schemas.openxmlformats.org/drawingml/2006/main">
              <a:ext uri="{FF2B5EF4-FFF2-40B4-BE49-F238E27FC236}">
                <a16:creationId xmlns:a16="http://schemas.microsoft.com/office/drawing/2014/main" id="{F803EA4E-E2D3-4F70-9EDD-AA7C5627CCD5}"/>
              </a:ext>
            </a:extLst>
          </p:cNvPr>
          <p:cNvSpPr>
            <a:spLocks xmlns:a="http://schemas.openxmlformats.org/drawingml/2006/main" noGrp="1"/>
          </p:cNvSpPr>
          <p:nvPr/>
        </p:nvSpPr>
        <p:spPr>
          <a:xfrm xmlns:a="http://schemas.openxmlformats.org/drawingml/2006/main">
            <a:off x="4367752" y="5088128"/>
            <a:ext cx="7724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0072B2"/>
                </a:solidFill>
                <a:latin typeface="Arial"/>
                <a:ea typeface="Arial"/>
                <a:cs typeface="Arial"/>
              </a:defRPr>
            </a:pPr>
            <a:r>
              <a:rPr sz="800" b="1">
                <a:solidFill>
                  <a:srgbClr val="0072B2"/>
                </a:solidFill>
                <a:latin typeface="Arial"/>
                <a:ea typeface="Arial"/>
                <a:cs typeface="Arial"/>
              </a:rPr>
              <a:t>V</a:t>
            </a:r>
          </a:p>
        </p:txBody>
      </p:sp>
      <p:sp>
        <p:nvSpPr>
          <p:cNvPr id="214" name="sues200_satellite_to_uav_300m/sues200_satellite_to_uav_300m/seed-3/full/success-prefix">
            <a:extLst xmlns:a="http://schemas.openxmlformats.org/drawingml/2006/main">
              <a:ext uri="{FF2B5EF4-FFF2-40B4-BE49-F238E27FC236}">
                <a16:creationId xmlns:a16="http://schemas.microsoft.com/office/drawing/2014/main" id="{3DB0D5B2-F2CC-473E-9CF5-749025CDBDB8}"/>
              </a:ext>
            </a:extLst>
          </p:cNvPr>
          <p:cNvSpPr>
            <a:spLocks xmlns:a="http://schemas.openxmlformats.org/drawingml/2006/main" noGrp="1"/>
          </p:cNvSpPr>
          <p:nvPr/>
        </p:nvSpPr>
        <p:spPr>
          <a:xfrm xmlns:a="http://schemas.openxmlformats.org/drawingml/2006/main">
            <a:off x="4373467" y="5253228"/>
            <a:ext cx="7153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1">
                <a:solidFill>
                  <a:srgbClr val="D55E00"/>
                </a:solidFill>
                <a:latin typeface="Arial"/>
                <a:ea typeface="Arial"/>
                <a:cs typeface="Arial"/>
              </a:defRPr>
            </a:pPr>
            <a:r>
              <a:rPr sz="800" b="1">
                <a:solidFill>
                  <a:srgbClr val="D55E00"/>
                </a:solidFill>
                <a:latin typeface="Arial"/>
                <a:ea typeface="Arial"/>
                <a:cs typeface="Arial"/>
              </a:rPr>
              <a:t>F</a:t>
            </a:r>
          </a:p>
        </p:txBody>
      </p:sp>
      <p:sp>
        <p:nvSpPr>
          <p:cNvPr id="215" name="sues200_satellite_to_uav_300m/x-axis-label">
            <a:extLst xmlns:a="http://schemas.openxmlformats.org/drawingml/2006/main">
              <a:ext uri="{FF2B5EF4-FFF2-40B4-BE49-F238E27FC236}">
                <a16:creationId xmlns:a16="http://schemas.microsoft.com/office/drawing/2014/main" id="{FDE84787-4F1D-42AB-A051-1544128263BF}"/>
              </a:ext>
            </a:extLst>
          </p:cNvPr>
          <p:cNvSpPr>
            <a:spLocks xmlns:a="http://schemas.openxmlformats.org/drawingml/2006/main" noGrp="1"/>
          </p:cNvSpPr>
          <p:nvPr/>
        </p:nvSpPr>
        <p:spPr>
          <a:xfrm xmlns:a="http://schemas.openxmlformats.org/drawingml/2006/main">
            <a:off x="2390756" y="3208528"/>
            <a:ext cx="176688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selected coverage = k / N (%)</a:t>
            </a:r>
          </a:p>
        </p:txBody>
      </p:sp>
      <p:sp>
        <p:nvSpPr>
          <p:cNvPr id="216" name="sues200_satellite_to_uav_300m/footnote-1">
            <a:extLst xmlns:a="http://schemas.openxmlformats.org/drawingml/2006/main">
              <a:ext uri="{FF2B5EF4-FFF2-40B4-BE49-F238E27FC236}">
                <a16:creationId xmlns:a16="http://schemas.microsoft.com/office/drawing/2014/main" id="{63028660-13D5-4255-9F4C-FF57935BBCF7}"/>
              </a:ext>
            </a:extLst>
          </p:cNvPr>
          <p:cNvSpPr>
            <a:spLocks xmlns:a="http://schemas.openxmlformats.org/drawingml/2006/main" noGrp="1"/>
          </p:cNvSpPr>
          <p:nvPr/>
        </p:nvSpPr>
        <p:spPr>
          <a:xfrm xmlns:a="http://schemas.openxmlformats.org/drawingml/2006/main">
            <a:off x="190500" y="5596128"/>
            <a:ext cx="36034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Success uses all N queries as denominator, not accuracy among the selected k.</a:t>
            </a:r>
          </a:p>
        </p:txBody>
      </p:sp>
      <p:sp>
        <p:nvSpPr>
          <p:cNvPr id="217" name="sues200_satellite_to_uav_300m/footnote-2">
            <a:extLst xmlns:a="http://schemas.openxmlformats.org/drawingml/2006/main">
              <a:ext uri="{FF2B5EF4-FFF2-40B4-BE49-F238E27FC236}">
                <a16:creationId xmlns:a16="http://schemas.microsoft.com/office/drawing/2014/main" id="{5480669D-B514-4442-8D1C-C1FA4133C877}"/>
              </a:ext>
            </a:extLst>
          </p:cNvPr>
          <p:cNvSpPr>
            <a:spLocks xmlns:a="http://schemas.openxmlformats.org/drawingml/2006/main" noGrp="1"/>
          </p:cNvSpPr>
          <p:nvPr/>
        </p:nvSpPr>
        <p:spPr>
          <a:xfrm xmlns:a="http://schemas.openxmlformats.org/drawingml/2006/main">
            <a:off x="190500" y="5761228"/>
            <a:ext cx="378209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Variants select their own queries by margin; equal k does not mean equal members.</a:t>
            </a:r>
          </a:p>
        </p:txBody>
      </p:sp>
      <p:sp>
        <p:nvSpPr>
          <p:cNvPr id="218" name="sues200_satellite_to_uav_300m/footnote-3">
            <a:extLst xmlns:a="http://schemas.openxmlformats.org/drawingml/2006/main">
              <a:ext uri="{FF2B5EF4-FFF2-40B4-BE49-F238E27FC236}">
                <a16:creationId xmlns:a16="http://schemas.microsoft.com/office/drawing/2014/main" id="{BCF85106-DDB3-40E7-BCF7-A025BB629A9A}"/>
              </a:ext>
            </a:extLst>
          </p:cNvPr>
          <p:cNvSpPr>
            <a:spLocks xmlns:a="http://schemas.openxmlformats.org/drawingml/2006/main" noGrp="1"/>
          </p:cNvSpPr>
          <p:nvPr/>
        </p:nvSpPr>
        <p:spPr>
          <a:xfrm xmlns:a="http://schemas.openxmlformats.org/drawingml/2006/main">
            <a:off x="190500" y="5926328"/>
            <a:ext cx="330984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Overlap counts shared selected members, not shared correct predictions.</a:t>
            </a:r>
          </a:p>
        </p:txBody>
      </p:sp>
      <p:sp>
        <p:nvSpPr>
          <p:cNvPr id="219" name="sues200_satellite_to_uav_300m/footnote-4">
            <a:extLst xmlns:a="http://schemas.openxmlformats.org/drawingml/2006/main">
              <a:ext uri="{FF2B5EF4-FFF2-40B4-BE49-F238E27FC236}">
                <a16:creationId xmlns:a16="http://schemas.microsoft.com/office/drawing/2014/main" id="{214D7AAA-F2AD-4E14-B298-7C0EE3D4138D}"/>
              </a:ext>
            </a:extLst>
          </p:cNvPr>
          <p:cNvSpPr>
            <a:spLocks xmlns:a="http://schemas.openxmlformats.org/drawingml/2006/main" noGrp="1"/>
          </p:cNvSpPr>
          <p:nvPr/>
        </p:nvSpPr>
        <p:spPr>
          <a:xfrm xmlns:a="http://schemas.openxmlformats.org/drawingml/2006/main">
            <a:off x="190500" y="6091428"/>
            <a:ext cx="369970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Four saved coverage points only; connecting lines guide the eye. No added origin.</a:t>
            </a:r>
          </a:p>
        </p:txBody>
      </p:sp>
      <p:sp>
        <p:nvSpPr>
          <p:cNvPr id="220" name="sues200_satellite_to_uav_300m/footnote-5">
            <a:extLst xmlns:a="http://schemas.openxmlformats.org/drawingml/2006/main">
              <a:ext uri="{FF2B5EF4-FFF2-40B4-BE49-F238E27FC236}">
                <a16:creationId xmlns:a16="http://schemas.microsoft.com/office/drawing/2014/main" id="{0D3D3013-88AC-4FA1-8540-67BAF153ED23}"/>
              </a:ext>
            </a:extLst>
          </p:cNvPr>
          <p:cNvSpPr>
            <a:spLocks xmlns:a="http://schemas.openxmlformats.org/drawingml/2006/main" noGrp="1"/>
          </p:cNvSpPr>
          <p:nvPr/>
        </p:nvSpPr>
        <p:spPr>
          <a:xfrm xmlns:a="http://schemas.openxmlformats.org/drawingml/2006/main">
            <a:off x="190500" y="6256528"/>
            <a:ext cx="377828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Higher coverage admits more queries; rising success need not mean better ranking.</a:t>
            </a:r>
          </a:p>
        </p:txBody>
      </p:sp>
      <p:sp>
        <p:nvSpPr>
          <p:cNvPr id="221" name="sues200_satellite_to_uav_300m/footnote-6">
            <a:extLst xmlns:a="http://schemas.openxmlformats.org/drawingml/2006/main">
              <a:ext uri="{FF2B5EF4-FFF2-40B4-BE49-F238E27FC236}">
                <a16:creationId xmlns:a16="http://schemas.microsoft.com/office/drawing/2014/main" id="{2780FA44-96EB-4536-9F69-D4E7FF9B06CE}"/>
              </a:ext>
            </a:extLst>
          </p:cNvPr>
          <p:cNvSpPr>
            <a:spLocks xmlns:a="http://schemas.openxmlformats.org/drawingml/2006/main" noGrp="1"/>
          </p:cNvSpPr>
          <p:nvPr/>
        </p:nvSpPr>
        <p:spPr>
          <a:xfrm xmlns:a="http://schemas.openxmlformats.org/drawingml/2006/main">
            <a:off x="190500" y="6421628"/>
            <a:ext cx="385152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Seeds/tasks stay separate. No pooled statistics, SD, CI, bootstrap or p-values shown.</a:t>
            </a:r>
          </a:p>
        </p:txBody>
      </p:sp>
    </p:spTree>
    <p:extLst>
      <p:ext uri="{BB962C8B-B14F-4D97-AF65-F5344CB8AC3E}">
        <p14:creationId xmlns:p14="http://schemas.microsoft.com/office/powerpoint/2010/main" val="19744387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2026-09-29T21:02:36.7540000Z</dcterms:created>
  <dcterms:modified xsi:type="dcterms:W3CDTF">2026-09-29T21:02:36.7540000Z</dcterms:modified>
</coreProperties>
</file>