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a66735cb8a4c3f" /><Relationship Type="http://schemas.openxmlformats.org/officeDocument/2006/relationships/extended-properties" Target="/docProps/app.xml" Id="R2ad40e83aa414586" /><Relationship Type="http://schemas.openxmlformats.org/officeDocument/2006/relationships/officeDocument" Target="/ppt/presentation.xml" Id="Rbb41dfac1bbb4651" /></Relationships>
</file>

<file path=ppt/presentation.xml><?xml version="1.0" encoding="utf-8"?>
<p:presentation xmlns:p="http://schemas.openxmlformats.org/presentationml/2006/main">
  <p:sldMasterIdLst>
    <p:sldMasterId xmlns:r="http://schemas.openxmlformats.org/officeDocument/2006/relationships" id="2147483648" r:id="Rf6576baa1c124265"/>
  </p:sldMasterIdLst>
  <p:notesMasterIdLst>
    <p:notesMasterId xmlns:r="http://schemas.openxmlformats.org/officeDocument/2006/relationships" r:id="R576f4df353ae4a92"/>
  </p:notesMasterIdLst>
  <p:sldIdLst>
    <p:sldId xmlns:r="http://schemas.openxmlformats.org/officeDocument/2006/relationships" id="256" r:id="R4bee473a12424eec"/>
    <p:sldId xmlns:r="http://schemas.openxmlformats.org/officeDocument/2006/relationships" id="257" r:id="R090f87e6a4054be1"/>
    <p:sldId xmlns:r="http://schemas.openxmlformats.org/officeDocument/2006/relationships" id="258" r:id="Rab68d01a413341ac"/>
    <p:sldId xmlns:r="http://schemas.openxmlformats.org/officeDocument/2006/relationships" id="259" r:id="R7ca5cf03db624077"/>
    <p:sldId xmlns:r="http://schemas.openxmlformats.org/officeDocument/2006/relationships" id="260" r:id="Rb8ac2fd83ca84ce5"/>
    <p:sldId xmlns:r="http://schemas.openxmlformats.org/officeDocument/2006/relationships" id="261" r:id="R3f03283deffb448d"/>
    <p:sldId xmlns:r="http://schemas.openxmlformats.org/officeDocument/2006/relationships" id="262" r:id="R7bd5928095bc43af"/>
    <p:sldId xmlns:r="http://schemas.openxmlformats.org/officeDocument/2006/relationships" id="263" r:id="R798340fcdfdb4b99"/>
    <p:sldId xmlns:r="http://schemas.openxmlformats.org/officeDocument/2006/relationships" id="264" r:id="Reb1a296547fa4976"/>
    <p:sldId xmlns:r="http://schemas.openxmlformats.org/officeDocument/2006/relationships" id="265" r:id="Rc8b35cbe8fd442cb"/>
    <p:sldId xmlns:r="http://schemas.openxmlformats.org/officeDocument/2006/relationships" id="266" r:id="Re7f3bafa969449a0"/>
  </p:sldIdLst>
  <p:sldSz cx="6548400" cy="48641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91d47dcf0954fb7" /><Relationship Type="http://schemas.openxmlformats.org/officeDocument/2006/relationships/slideMaster" Target="/ppt/slideMasters/slideMaster1.xml" Id="Rf6576baa1c124265" /><Relationship Type="http://schemas.openxmlformats.org/officeDocument/2006/relationships/notesMaster" Target="/ppt/notesMasters/notesMaster1.xml" Id="R576f4df353ae4a92" /><Relationship Type="http://schemas.openxmlformats.org/officeDocument/2006/relationships/presProps" Target="/ppt/presProps.xml" Id="R0d5bcb28531b40b9" /><Relationship Type="http://schemas.openxmlformats.org/officeDocument/2006/relationships/tableStyles" Target="/ppt/tableStyles.xml" Id="R097719526f234e59" /><Relationship Type="http://schemas.openxmlformats.org/officeDocument/2006/relationships/slide" Target="/ppt/slides/slide1.xml" Id="R4bee473a12424eec" /><Relationship Type="http://schemas.openxmlformats.org/officeDocument/2006/relationships/slide" Target="/ppt/slides/slide2.xml" Id="R090f87e6a4054be1" /><Relationship Type="http://schemas.openxmlformats.org/officeDocument/2006/relationships/slide" Target="/ppt/slides/slide3.xml" Id="Rab68d01a413341ac" /><Relationship Type="http://schemas.openxmlformats.org/officeDocument/2006/relationships/slide" Target="/ppt/slides/slide4.xml" Id="R7ca5cf03db624077" /><Relationship Type="http://schemas.openxmlformats.org/officeDocument/2006/relationships/slide" Target="/ppt/slides/slide5.xml" Id="Rb8ac2fd83ca84ce5" /><Relationship Type="http://schemas.openxmlformats.org/officeDocument/2006/relationships/slide" Target="/ppt/slides/slide6.xml" Id="R3f03283deffb448d" /><Relationship Type="http://schemas.openxmlformats.org/officeDocument/2006/relationships/slide" Target="/ppt/slides/slide7.xml" Id="R7bd5928095bc43af" /><Relationship Type="http://schemas.openxmlformats.org/officeDocument/2006/relationships/slide" Target="/ppt/slides/slide8.xml" Id="R798340fcdfdb4b99" /><Relationship Type="http://schemas.openxmlformats.org/officeDocument/2006/relationships/slide" Target="/ppt/slides/slide9.xml" Id="Reb1a296547fa4976" /><Relationship Type="http://schemas.openxmlformats.org/officeDocument/2006/relationships/slide" Target="/ppt/slides/slide10.xml" Id="Rc8b35cbe8fd442cb" /><Relationship Type="http://schemas.openxmlformats.org/officeDocument/2006/relationships/slide" Target="/ppt/slides/slide11.xml" Id="Re7f3bafa969449a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145e376d802471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0f7d08ff47a484d" /><Relationship Type="http://schemas.openxmlformats.org/officeDocument/2006/relationships/notesMaster" Target="/ppt/notesMasters/notesMaster1.xml" Id="Rdd185e05397245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922c1d113f0485e" /><Relationship Type="http://schemas.openxmlformats.org/officeDocument/2006/relationships/notesMaster" Target="/ppt/notesMasters/notesMaster1.xml" Id="R0c3455fe998b40d4"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03fbb48d5e4653" /><Relationship Type="http://schemas.openxmlformats.org/officeDocument/2006/relationships/notesMaster" Target="/ppt/notesMasters/notesMaster1.xml" Id="R7f8ccd095aea4fb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351f41eab54816" /><Relationship Type="http://schemas.openxmlformats.org/officeDocument/2006/relationships/notesMaster" Target="/ppt/notesMasters/notesMaster1.xml" Id="R88e3f28d557d4c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38aaa9b8824831" /><Relationship Type="http://schemas.openxmlformats.org/officeDocument/2006/relationships/notesMaster" Target="/ppt/notesMasters/notesMaster1.xml" Id="R1187314745e5450a" /></Relationships>
</file>

<file path=ppt/notesSlides/_rels/notesSlide6.xml.rels>&#65279;<?xml version="1.0" encoding="utf-8"?><Relationships xmlns="http://schemas.openxmlformats.org/package/2006/relationships"><Relationship Type="http://schemas.openxmlformats.org/officeDocument/2006/relationships/slide" Target="/ppt/slides/slide6.xml" Id="R833403a6866745a3" /><Relationship Type="http://schemas.openxmlformats.org/officeDocument/2006/relationships/notesMaster" Target="/ppt/notesMasters/notesMaster1.xml" Id="R02569c54814a4222"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51fb3f78c64e4b" /><Relationship Type="http://schemas.openxmlformats.org/officeDocument/2006/relationships/notesMaster" Target="/ppt/notesMasters/notesMaster1.xml" Id="R925da2e3bd674513" /></Relationships>
</file>

<file path=ppt/notesSlides/_rels/notesSlide8.xml.rels>&#65279;<?xml version="1.0" encoding="utf-8"?><Relationships xmlns="http://schemas.openxmlformats.org/package/2006/relationships"><Relationship Type="http://schemas.openxmlformats.org/officeDocument/2006/relationships/slide" Target="/ppt/slides/slide8.xml" Id="Re2aefbf7cc094ee0" /><Relationship Type="http://schemas.openxmlformats.org/officeDocument/2006/relationships/notesMaster" Target="/ppt/notesMasters/notesMaster1.xml" Id="Rcf9c24d0df7a41c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d0071b97a96461d" /><Relationship Type="http://schemas.openxmlformats.org/officeDocument/2006/relationships/notesMaster" Target="/ppt/notesMasters/notesMaster1.xml" Id="Reda541dcd2b842e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5aa412007294991" /><Relationship Type="http://schemas.openxmlformats.org/officeDocument/2006/relationships/notesMaster" Target="/ppt/notesMasters/notesMaster1.xml" Id="Rfd1c7b5061df4bf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3eefae0ee874235" /><Relationship Type="http://schemas.openxmlformats.org/officeDocument/2006/relationships/notesMaster" Target="/ppt/notesMasters/notesMaster1.xml" Id="R4d0726d87f394e2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University-1652: Drone → satellite.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N=37855.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university1652,university1652_drone_to_satellite,1,visual,37855,1,0.1,3786,0.10001320829480914,0.8888008452192288,0.11119915478077125,0.395781519993478,d66087cdc8700b60359995c5da4f13341267ec4c6276d7208f71f2f9d8db4371,0114ae7b69f5fd115ce7133355a1908f20a61087b66aec38e4f20683cf8774ce,033b6eaea71b3084ca043902f6ba03b6487bf1762a9180963357103097d172cc</a:t>
            </a:r>
          </a:p>
          <a:p xmlns:a="http://schemas.openxmlformats.org/drawingml/2006/main">
            <a:r>
              <a:t>university1652,university1652_drone_to_satellite,1,visual,37855,2,0.2,7571,0.2,0.7786289789988112,0.22137102100118877,0.395781519993478,d66087cdc8700b60359995c5da4f13341267ec4c6276d7208f71f2f9d8db4371,1c66e2183fe16596c15f3bcc85dec1dd1082806d96b02c554033ea581d389c38,033b6eaea71b3084ca043902f6ba03b6487bf1762a9180963357103097d172cc</a:t>
            </a:r>
          </a:p>
          <a:p xmlns:a="http://schemas.openxmlformats.org/drawingml/2006/main">
            <a:r>
              <a:t>university1652,university1652_drone_to_satellite,1,visual,37855,3,0.3,11357,0.30001320829480915,0.6875055032138769,0.31249449678612307,0.395781519993478,d66087cdc8700b60359995c5da4f13341267ec4c6276d7208f71f2f9d8db4371,e846a78e3fcd484931e744ce41e0f254f3ce9b610826c1d5fc60eaf445e6e2fa,033b6eaea71b3084ca043902f6ba03b6487bf1762a9180963357103097d172cc</a:t>
            </a:r>
          </a:p>
          <a:p xmlns:a="http://schemas.openxmlformats.org/drawingml/2006/main">
            <a:r>
              <a:t>university1652,university1652_drone_to_satellite,1,visual,37855,4,0.4,15142,0.4,0.613855501254788,0.38614449874521195,0.395781519993478,d66087cdc8700b60359995c5da4f13341267ec4c6276d7208f71f2f9d8db4371,88763832921632194276356163c31970fa0072dcb9cbe4191a0e8c24649db670,033b6eaea71b3084ca043902f6ba03b6487bf1762a9180963357103097d172cc</a:t>
            </a:r>
          </a:p>
          <a:p xmlns:a="http://schemas.openxmlformats.org/drawingml/2006/main">
            <a:r>
              <a:t>university1652,university1652_drone_to_satellite,1,visual,37855,5,0.5,18928,0.5000132082948091,0.5570583262890956,0.4429416737109044,0.395781519993478,d66087cdc8700b60359995c5da4f13341267ec4c6276d7208f71f2f9d8db4371,86f242d032dc17cc22be910bbc0337d20a828f7e45cf37b8cc3207e203a83d8d,033b6eaea71b3084ca043902f6ba03b6487bf1762a9180963357103097d172cc</a:t>
            </a:r>
          </a:p>
          <a:p xmlns:a="http://schemas.openxmlformats.org/drawingml/2006/main">
            <a:r>
              <a:t>university1652,university1652_drone_to_satellite,1,visual,37855,6,0.6,22713,0.6,0.5090917095936248,0.4909082904063752,0.395781519993478,d66087cdc8700b60359995c5da4f13341267ec4c6276d7208f71f2f9d8db4371,0bd556ea7a82578d6096ca4a9274ed6267bc0efd2da4cb23541cc74ec0d8a19f,033b6eaea71b3084ca043902f6ba03b6487bf1762a9180963357103097d172cc</a:t>
            </a:r>
          </a:p>
          <a:p xmlns:a="http://schemas.openxmlformats.org/drawingml/2006/main">
            <a:r>
              <a:t>university1652,university1652_drone_to_satellite,1,visual,37855,7,0.7,26499,0.7000132082948092,0.4693762028755802,0.5306237971244199,0.395781519993478,d66087cdc8700b60359995c5da4f13341267ec4c6276d7208f71f2f9d8db4371,3540fb50bd951ec8496c0b53003679815a4bdb844a1e668917bdf7f87c90242c,033b6eaea71b3084ca043902f6ba03b6487bf1762a9180963357103097d172cc</a:t>
            </a:r>
          </a:p>
          <a:p xmlns:a="http://schemas.openxmlformats.org/drawingml/2006/main">
            <a:r>
              <a:t>university1652,university1652_drone_to_satellite,1,visual,37855,8,0.8,30284,0.8,0.4366992471271959,0.5633007528728041,0.395781519993478,d66087cdc8700b60359995c5da4f13341267ec4c6276d7208f71f2f9d8db4371,c7c74193b68cd154aef92e127e3dca52360bc1c7f263c150d23a411df9724e49,033b6eaea71b3084ca043902f6ba03b6487bf1762a9180963357103097d172cc</a:t>
            </a:r>
          </a:p>
          <a:p xmlns:a="http://schemas.openxmlformats.org/drawingml/2006/main">
            <a:r>
              <a:t>university1652,university1652_drone_to_satellite,1,visual,37855,9,0.9,34070,0.9000132082948091,0.4101262107425888,0.5898737892574112,0.395781519993478,d66087cdc8700b60359995c5da4f13341267ec4c6276d7208f71f2f9d8db4371,ff3f0cbcef909d903366fe2f669163de0be0640fde45f9a08c216d51a1ac8c1a,033b6eaea71b3084ca043902f6ba03b6487bf1762a9180963357103097d172cc</a:t>
            </a:r>
          </a:p>
          <a:p xmlns:a="http://schemas.openxmlformats.org/drawingml/2006/main">
            <a:r>
              <a:t>university1652,university1652_drone_to_satellite,1,visual,37855,10,1,37855,1,0.3855501254788007,0.6144498745211993,0.395781519993478,d66087cdc8700b60359995c5da4f13341267ec4c6276d7208f71f2f9d8db4371,4b541f7743af34b6bab195959e00a3a97b491e316a19ab3e5175ad50abed3feb,033b6eaea71b3084ca043902f6ba03b6487bf1762a9180963357103097d172cc</a:t>
            </a:r>
          </a:p>
          <a:p xmlns:a="http://schemas.openxmlformats.org/drawingml/2006/main">
            <a:r>
              <a:t>university1652,university1652_drone_to_satellite,1,full,37855,1,0.1,3786,0.10001320829480914,0.7490755414685684,0.25092445853143164,0.5040662830204696,d66087cdc8700b60359995c5da4f13341267ec4c6276d7208f71f2f9d8db4371,e8dfe91e0f64fa6dc659487550a9e607453e05a534a274a28310e11711c052a1,033b6eaea71b3084ca043902f6ba03b6487bf1762a9180963357103097d172cc</a:t>
            </a:r>
          </a:p>
          <a:p xmlns:a="http://schemas.openxmlformats.org/drawingml/2006/main">
            <a:r>
              <a:t>university1652,university1652_drone_to_satellite,1,full,37855,2,0.2,7571,0.2,0.6272619204860652,0.3727380795139348,0.5040662830204696,d66087cdc8700b60359995c5da4f13341267ec4c6276d7208f71f2f9d8db4371,db7af8b38131bc6748f2e5829916e179f5151b5b694d58c9316d1839aebd8cad,033b6eaea71b3084ca043902f6ba03b6487bf1762a9180963357103097d172cc</a:t>
            </a:r>
          </a:p>
          <a:p xmlns:a="http://schemas.openxmlformats.org/drawingml/2006/main">
            <a:r>
              <a:t>university1652,university1652_drone_to_satellite,1,full,37855,3,0.3,11357,0.30001320829480915,0.5496169763141675,0.4503830236858325,0.5040662830204696,d66087cdc8700b60359995c5da4f13341267ec4c6276d7208f71f2f9d8db4371,fd4bbb0089523f82a315a7b8cdcbd4af3b5a6662cd5c3bea878e32f085a38dac,033b6eaea71b3084ca043902f6ba03b6487bf1762a9180963357103097d172cc</a:t>
            </a:r>
          </a:p>
          <a:p xmlns:a="http://schemas.openxmlformats.org/drawingml/2006/main">
            <a:r>
              <a:t>university1652,university1652_drone_to_satellite,1,full,37855,4,0.4,15142,0.4,0.48864086646413946,0.5113591335358605,0.5040662830204696,d66087cdc8700b60359995c5da4f13341267ec4c6276d7208f71f2f9d8db4371,dabc6b03ffecee78c579e0eef9a7995396f03e8938ae4bdc7543cc34a62bd260,033b6eaea71b3084ca043902f6ba03b6487bf1762a9180963357103097d172cc</a:t>
            </a:r>
          </a:p>
          <a:p xmlns:a="http://schemas.openxmlformats.org/drawingml/2006/main">
            <a:r>
              <a:t>university1652,university1652_drone_to_satellite,1,full,37855,5,0.5,18928,0.5000132082948091,0.4431001690617075,0.5568998309382924,0.5040662830204696,d66087cdc8700b60359995c5da4f13341267ec4c6276d7208f71f2f9d8db4371,35f555b67257b0da28a2915adf9d901b907bd7d4fa02330427988b14994cfc69,033b6eaea71b3084ca043902f6ba03b6487bf1762a9180963357103097d172cc</a:t>
            </a:r>
          </a:p>
          <a:p xmlns:a="http://schemas.openxmlformats.org/drawingml/2006/main">
            <a:r>
              <a:t>university1652,university1652_drone_to_satellite,1,full,37855,6,0.6,22713,0.6,0.4066833971734249,0.5933166028265751,0.5040662830204696,d66087cdc8700b60359995c5da4f13341267ec4c6276d7208f71f2f9d8db4371,dae58c6322a7507af53a9501ab00a2e70ed5af8f33c63007d0714750cfddf60b,033b6eaea71b3084ca043902f6ba03b6487bf1762a9180963357103097d172cc</a:t>
            </a:r>
          </a:p>
          <a:p xmlns:a="http://schemas.openxmlformats.org/drawingml/2006/main">
            <a:r>
              <a:t>university1652,university1652_drone_to_satellite,1,full,37855,7,0.7,26499,0.7000132082948092,0.3792973319747915,0.6207026680252086,0.5040662830204696,d66087cdc8700b60359995c5da4f13341267ec4c6276d7208f71f2f9d8db4371,75b788bd83430c3196f805d56b51d782468102df4b40cdd0e677579fd5c93c0b,033b6eaea71b3084ca043902f6ba03b6487bf1762a9180963357103097d172cc</a:t>
            </a:r>
          </a:p>
          <a:p xmlns:a="http://schemas.openxmlformats.org/drawingml/2006/main">
            <a:r>
              <a:t>university1652,university1652_drone_to_satellite,1,full,37855,8,0.8,30284,0.8,0.3560956280544182,0.6439043719455818,0.5040662830204696,d66087cdc8700b60359995c5da4f13341267ec4c6276d7208f71f2f9d8db4371,4757c908dadb289419cea9250b60602d39b71d873e4dc224e6aeb295fd96aa89,033b6eaea71b3084ca043902f6ba03b6487bf1762a9180963357103097d172cc</a:t>
            </a:r>
          </a:p>
          <a:p xmlns:a="http://schemas.openxmlformats.org/drawingml/2006/main">
            <a:r>
              <a:t>university1652,university1652_drone_to_satellite,1,full,37855,9,0.9,34070,0.9000132082948091,0.33577927795714707,0.6642207220428529,0.5040662830204696,d66087cdc8700b60359995c5da4f13341267ec4c6276d7208f71f2f9d8db4371,4427734a702e0e62afe72dcf23af34ac9dae8660e6d16dc20dfa347101b3522e,033b6eaea71b3084ca043902f6ba03b6487bf1762a9180963357103097d172cc</a:t>
            </a:r>
          </a:p>
          <a:p xmlns:a="http://schemas.openxmlformats.org/drawingml/2006/main">
            <a:r>
              <a:t>university1652,university1652_drone_to_satellite,1,full,37855,10,1,37855,1,0.31905956940958924,0.6809404305904108,0.5040662830204696,d66087cdc8700b60359995c5da4f13341267ec4c6276d7208f71f2f9d8db4371,4b541f7743af34b6bab195959e00a3a97b491e316a19ab3e5175ad50abed3feb,033b6eaea71b3084ca043902f6ba03b6487bf1762a9180963357103097d172cc</a:t>
            </a:r>
          </a:p>
          <a:p xmlns:a="http://schemas.openxmlformats.org/drawingml/2006/main">
            <a:r>
              <a:t>university1652,university1652_drone_to_satellite,2,visual,37855,1,0.1,3786,0.10001320829480914,0.8803486529318542,0.11965134706814584,0.41693635991410394,d66087cdc8700b60359995c5da4f13341267ec4c6276d7208f71f2f9d8db4371,ca9435dcf28817b97211b59dac1842f8b1663f4b213b5b6f6c45ba1017d4a4ee,033b6eaea71b3084ca043902f6ba03b6487bf1762a9180963357103097d172cc</a:t>
            </a:r>
          </a:p>
          <a:p xmlns:a="http://schemas.openxmlformats.org/drawingml/2006/main">
            <a:r>
              <a:t>university1652,university1652_drone_to_satellite,2,visual,37855,2,0.2,7571,0.2,0.7524765552767138,0.24752344472328625,0.41693635991410394,d66087cdc8700b60359995c5da4f13341267ec4c6276d7208f71f2f9d8db4371,e4d8b7eb2a14076da4457558659e7cb2c7cd2a3d35e57bd91fe3d7779e45d3fa,033b6eaea71b3084ca043902f6ba03b6487bf1762a9180963357103097d172cc</a:t>
            </a:r>
          </a:p>
          <a:p xmlns:a="http://schemas.openxmlformats.org/drawingml/2006/main">
            <a:r>
              <a:t>university1652,university1652_drone_to_satellite,2,visual,37855,3,0.3,11357,0.30001320829480915,0.658976842476006,0.34102315752399404,0.41693635991410394,d66087cdc8700b60359995c5da4f13341267ec4c6276d7208f71f2f9d8db4371,82a4b9b398aef440e71688c4c235ff3f12caf01a9b8a05dd7bff03609ee31603,033b6eaea71b3084ca043902f6ba03b6487bf1762a9180963357103097d172cc</a:t>
            </a:r>
          </a:p>
          <a:p xmlns:a="http://schemas.openxmlformats.org/drawingml/2006/main">
            <a:r>
              <a:t>university1652,university1652_drone_to_satellite,2,visual,37855,4,0.4,15142,0.4,0.5878351604807819,0.4121648395192181,0.41693635991410394,d66087cdc8700b60359995c5da4f13341267ec4c6276d7208f71f2f9d8db4371,78d512233110e17fc722ef86b8321375d60b11ccc667d6b79f493f0c586acbeb,033b6eaea71b3084ca043902f6ba03b6487bf1762a9180963357103097d172cc</a:t>
            </a:r>
          </a:p>
          <a:p xmlns:a="http://schemas.openxmlformats.org/drawingml/2006/main">
            <a:r>
              <a:t>university1652,university1652_drone_to_satellite,2,visual,37855,5,0.5,18928,0.5000132082948091,0.5326500422654269,0.4673499577345731,0.41693635991410394,d66087cdc8700b60359995c5da4f13341267ec4c6276d7208f71f2f9d8db4371,78b8cbd9f9b8f8364c496772338fdbc453351c7cc01e2f2a1eb0258de9c4d46c,033b6eaea71b3084ca043902f6ba03b6487bf1762a9180963357103097d172cc</a:t>
            </a:r>
          </a:p>
          <a:p xmlns:a="http://schemas.openxmlformats.org/drawingml/2006/main">
            <a:r>
              <a:t>university1652,university1652_drone_to_satellite,2,visual,37855,6,0.6,22713,0.6,0.4860212213269933,0.5139787786730067,0.41693635991410394,d66087cdc8700b60359995c5da4f13341267ec4c6276d7208f71f2f9d8db4371,5c4f7e3b61b7df456d9f5d52c8232fba0f1b0beed4bc5788321c44c4b87b4028,033b6eaea71b3084ca043902f6ba03b6487bf1762a9180963357103097d172cc</a:t>
            </a:r>
          </a:p>
          <a:p xmlns:a="http://schemas.openxmlformats.org/drawingml/2006/main">
            <a:r>
              <a:t>university1652,university1652_drone_to_satellite,2,visual,37855,7,0.7,26499,0.7000132082948092,0.4481678553907695,0.5518321446092305,0.41693635991410394,d66087cdc8700b60359995c5da4f13341267ec4c6276d7208f71f2f9d8db4371,aec33a0d52d41c6bc42e05611d1abbb7ce6c562fe6a35b3f21b92490c2e1bead,033b6eaea71b3084ca043902f6ba03b6487bf1762a9180963357103097d172cc</a:t>
            </a:r>
          </a:p>
          <a:p xmlns:a="http://schemas.openxmlformats.org/drawingml/2006/main">
            <a:r>
              <a:t>university1652,university1652_drone_to_satellite,2,visual,37855,8,0.8,30284,0.8,0.4169198256505085,0.5830801743494916,0.41693635991410394,d66087cdc8700b60359995c5da4f13341267ec4c6276d7208f71f2f9d8db4371,884d40bad7e899bc41a9021164d500f96118c835646c0d35d5f2485b3fc398e3,033b6eaea71b3084ca043902f6ba03b6487bf1762a9180963357103097d172cc</a:t>
            </a:r>
          </a:p>
          <a:p xmlns:a="http://schemas.openxmlformats.org/drawingml/2006/main">
            <a:r>
              <a:t>university1652,university1652_drone_to_satellite,2,visual,37855,9,0.9,34070,0.9000132082948091,0.39034341062518346,0.6096565893748165,0.41693635991410394,d66087cdc8700b60359995c5da4f13341267ec4c6276d7208f71f2f9d8db4371,c37633cf2ecdec378e0ea776daf107d850e035ef476d1b349e7f858736c4fb55,033b6eaea71b3084ca043902f6ba03b6487bf1762a9180963357103097d172cc</a:t>
            </a:r>
          </a:p>
          <a:p xmlns:a="http://schemas.openxmlformats.org/drawingml/2006/main">
            <a:r>
              <a:t>university1652,university1652_drone_to_satellite,2,visual,37855,10,1,37855,1,0.3670320961563862,0.6329679038436138,0.41693635991410394,d66087cdc8700b60359995c5da4f13341267ec4c6276d7208f71f2f9d8db4371,4b541f7743af34b6bab195959e00a3a97b491e316a19ab3e5175ad50abed3feb,033b6eaea71b3084ca043902f6ba03b6487bf1762a9180963357103097d172cc</a:t>
            </a:r>
          </a:p>
          <a:p xmlns:a="http://schemas.openxmlformats.org/drawingml/2006/main">
            <a:r>
              <a:t>university1652,university1652_drone_to_satellite,2,full,37855,1,0.1,3786,0.10001320829480914,0.7260961436872689,0.27390385631273106,0.5006319855587447,d66087cdc8700b60359995c5da4f13341267ec4c6276d7208f71f2f9d8db4371,762ac798affa4525623d3a33564cde6fb710818ae1fef82e49a90c9edb52c8c7,033b6eaea71b3084ca043902f6ba03b6487bf1762a9180963357103097d172cc</a:t>
            </a:r>
          </a:p>
          <a:p xmlns:a="http://schemas.openxmlformats.org/drawingml/2006/main">
            <a:r>
              <a:t>university1652,university1652_drone_to_satellite,2,full,37855,2,0.2,7571,0.2,0.625544842160877,0.374455157839123,0.5006319855587447,d66087cdc8700b60359995c5da4f13341267ec4c6276d7208f71f2f9d8db4371,ae220208857327bda2dbdd48a037949a8c3f79657b7358b89d06dc1ccaa7059b,033b6eaea71b3084ca043902f6ba03b6487bf1762a9180963357103097d172cc</a:t>
            </a:r>
          </a:p>
          <a:p xmlns:a="http://schemas.openxmlformats.org/drawingml/2006/main">
            <a:r>
              <a:t>university1652,university1652_drone_to_satellite,2,full,37855,3,0.3,11357,0.30001320829480915,0.5536673417275689,0.44633265827243107,0.5006319855587447,d66087cdc8700b60359995c5da4f13341267ec4c6276d7208f71f2f9d8db4371,c179c498fe8f05a92f8311d3d661fb5b4ebbeb71a366dd51f6c0e34d1acb4401,033b6eaea71b3084ca043902f6ba03b6487bf1762a9180963357103097d172cc</a:t>
            </a:r>
          </a:p>
          <a:p xmlns:a="http://schemas.openxmlformats.org/drawingml/2006/main">
            <a:r>
              <a:t>university1652,university1652_drone_to_satellite,2,full,37855,4,0.4,15142,0.4,0.4991414608374059,0.5008585391625942,0.5006319855587447,d66087cdc8700b60359995c5da4f13341267ec4c6276d7208f71f2f9d8db4371,4c3ee7077f6db4a8e155e2f9805c153a23e64e9c18567d112a631ad5dceb764c,033b6eaea71b3084ca043902f6ba03b6487bf1762a9180963357103097d172cc</a:t>
            </a:r>
          </a:p>
          <a:p xmlns:a="http://schemas.openxmlformats.org/drawingml/2006/main">
            <a:r>
              <a:t>university1652,university1652_drone_to_satellite,2,full,37855,5,0.5,18928,0.5000132082948091,0.4547759932375317,0.5452240067624683,0.5006319855587447,d66087cdc8700b60359995c5da4f13341267ec4c6276d7208f71f2f9d8db4371,073c6621b5127cbffef278ac0eac992600b5e042de1e9f200f3dd6cd818c5fad,033b6eaea71b3084ca043902f6ba03b6487bf1762a9180963357103097d172cc</a:t>
            </a:r>
          </a:p>
          <a:p xmlns:a="http://schemas.openxmlformats.org/drawingml/2006/main">
            <a:r>
              <a:t>university1652,university1652_drone_to_satellite,2,full,37855,6,0.6,22713,0.6,0.4184828072029234,0.5815171927970766,0.5006319855587447,d66087cdc8700b60359995c5da4f13341267ec4c6276d7208f71f2f9d8db4371,04aacdc335331a52755fd93e711e846e74e95b3a321f0719ac8078333d26582e,033b6eaea71b3084ca043902f6ba03b6487bf1762a9180963357103097d172cc</a:t>
            </a:r>
          </a:p>
          <a:p xmlns:a="http://schemas.openxmlformats.org/drawingml/2006/main">
            <a:r>
              <a:t>university1652,university1652_drone_to_satellite,2,full,37855,7,0.7,26499,0.7000132082948092,0.388505226612325,0.611494773387675,0.5006319855587447,d66087cdc8700b60359995c5da4f13341267ec4c6276d7208f71f2f9d8db4371,a00dc96fddb2817ba1b8ec6148403ed9b35c381a7dc11c216433848299ace8ed,033b6eaea71b3084ca043902f6ba03b6487bf1762a9180963357103097d172cc</a:t>
            </a:r>
          </a:p>
          <a:p xmlns:a="http://schemas.openxmlformats.org/drawingml/2006/main">
            <a:r>
              <a:t>university1652,university1652_drone_to_satellite,2,full,37855,8,0.8,30284,0.8,0.3652753929467706,0.6347246070532294,0.5006319855587447,d66087cdc8700b60359995c5da4f13341267ec4c6276d7208f71f2f9d8db4371,a470151cf61bbd5a6dcee1aa51f98c1751405214b64e2c76c38906a628c8219c,033b6eaea71b3084ca043902f6ba03b6487bf1762a9180963357103097d172cc</a:t>
            </a:r>
          </a:p>
          <a:p xmlns:a="http://schemas.openxmlformats.org/drawingml/2006/main">
            <a:r>
              <a:t>university1652,university1652_drone_to_satellite,2,full,37855,9,0.9,34070,0.9000132082948091,0.34341062518344584,0.6565893748165541,0.5006319855587447,d66087cdc8700b60359995c5da4f13341267ec4c6276d7208f71f2f9d8db4371,302101ce6a791acdd73ea4d657cffcc1d45a7846df76dd2684bb87cabbfc55be,033b6eaea71b3084ca043902f6ba03b6487bf1762a9180963357103097d172cc</a:t>
            </a:r>
          </a:p>
          <a:p xmlns:a="http://schemas.openxmlformats.org/drawingml/2006/main">
            <a:r>
              <a:t>university1652,university1652_drone_to_satellite,2,full,37855,10,1,37855,1,0.32555805045568614,0.6744419495443139,0.5006319855587447,d66087cdc8700b60359995c5da4f13341267ec4c6276d7208f71f2f9d8db4371,4b541f7743af34b6bab195959e00a3a97b491e316a19ab3e5175ad50abed3feb,033b6eaea71b3084ca043902f6ba03b6487bf1762a9180963357103097d172cc</a:t>
            </a:r>
          </a:p>
          <a:p xmlns:a="http://schemas.openxmlformats.org/drawingml/2006/main">
            <a:r>
              <a:t>university1652,university1652_drone_to_satellite,3,visual,37855,1,0.1,3786,0.10001320829480914,0.8922345483359746,0.1077654516640254,0.4028141922471154,d66087cdc8700b60359995c5da4f13341267ec4c6276d7208f71f2f9d8db4371,b36352aca138190a7a1366859944c4eff1bdb84d7c4a4074854ee73a6b6fb4b6,033b6eaea71b3084ca043902f6ba03b6487bf1762a9180963357103097d172cc</a:t>
            </a:r>
          </a:p>
          <a:p xmlns:a="http://schemas.openxmlformats.org/drawingml/2006/main">
            <a:r>
              <a:t>university1652,university1652_drone_to_satellite,3,visual,37855,2,0.2,7571,0.2,0.7696473385285959,0.2303526614714041,0.4028141922471154,d66087cdc8700b60359995c5da4f13341267ec4c6276d7208f71f2f9d8db4371,56043f4dae7b241b3e99a5c67f81158ded68ec34ffc555cd8f00da16c3f3bea5,033b6eaea71b3084ca043902f6ba03b6487bf1762a9180963357103097d172cc</a:t>
            </a:r>
          </a:p>
          <a:p xmlns:a="http://schemas.openxmlformats.org/drawingml/2006/main">
            <a:r>
              <a:t>university1652,university1652_drone_to_satellite,3,visual,37855,3,0.3,11357,0.30001320829480915,0.6757066126617944,0.32429338733820556,0.4028141922471154,d66087cdc8700b60359995c5da4f13341267ec4c6276d7208f71f2f9d8db4371,de29026510b1acc48fb4914ccb03c58a1780f97e967150b833ebe61ec48ca6e2,033b6eaea71b3084ca043902f6ba03b6487bf1762a9180963357103097d172cc</a:t>
            </a:r>
          </a:p>
          <a:p xmlns:a="http://schemas.openxmlformats.org/drawingml/2006/main">
            <a:r>
              <a:t>university1652,university1652_drone_to_satellite,3,visual,37855,4,0.4,15142,0.4,0.6016378285563334,0.3983621714436666,0.4028141922471154,d66087cdc8700b60359995c5da4f13341267ec4c6276d7208f71f2f9d8db4371,5ab8c7c89e268bc5a575118cb6284aae6ac26fb1a502edf9a9d64f1065639cc0,033b6eaea71b3084ca043902f6ba03b6487bf1762a9180963357103097d172cc</a:t>
            </a:r>
          </a:p>
          <a:p xmlns:a="http://schemas.openxmlformats.org/drawingml/2006/main">
            <a:r>
              <a:t>university1652,university1652_drone_to_satellite,3,visual,37855,5,0.5,18928,0.5000132082948091,0.5438503803888419,0.4561496196111581,0.4028141922471154,d66087cdc8700b60359995c5da4f13341267ec4c6276d7208f71f2f9d8db4371,bef991c6917be13389d28c46caf655acccca5fdfb127eb0ed247c892d8ab30fd,033b6eaea71b3084ca043902f6ba03b6487bf1762a9180963357103097d172cc</a:t>
            </a:r>
          </a:p>
          <a:p xmlns:a="http://schemas.openxmlformats.org/drawingml/2006/main">
            <a:r>
              <a:t>university1652,university1652_drone_to_satellite,3,visual,37855,6,0.6,22713,0.6,0.5001981244221371,0.49980187557786293,0.4028141922471154,d66087cdc8700b60359995c5da4f13341267ec4c6276d7208f71f2f9d8db4371,cd2c6ef945254767e033258f4a4c37096bf0f996c17bd545c953d2938760a9ff,033b6eaea71b3084ca043902f6ba03b6487bf1762a9180963357103097d172cc</a:t>
            </a:r>
          </a:p>
          <a:p xmlns:a="http://schemas.openxmlformats.org/drawingml/2006/main">
            <a:r>
              <a:t>university1652,university1652_drone_to_satellite,3,visual,37855,7,0.7,26499,0.7000132082948092,0.46333823917883693,0.536661760821163,0.4028141922471154,d66087cdc8700b60359995c5da4f13341267ec4c6276d7208f71f2f9d8db4371,bcf09cb221b68f876306f6ad4f1d166c3309c3634fc3bae323a682b0c7356eae,033b6eaea71b3084ca043902f6ba03b6487bf1762a9180963357103097d172cc</a:t>
            </a:r>
          </a:p>
          <a:p xmlns:a="http://schemas.openxmlformats.org/drawingml/2006/main">
            <a:r>
              <a:t>university1652,university1652_drone_to_satellite,3,visual,37855,8,0.8,30284,0.8,0.43158103288865407,0.568418967111346,0.4028141922471154,d66087cdc8700b60359995c5da4f13341267ec4c6276d7208f71f2f9d8db4371,dafbaba47e8906650b3e7ac1106fe1fbaefc555aea0604f19d4a21267ccb740a,033b6eaea71b3084ca043902f6ba03b6487bf1762a9180963357103097d172cc</a:t>
            </a:r>
          </a:p>
          <a:p xmlns:a="http://schemas.openxmlformats.org/drawingml/2006/main">
            <a:r>
              <a:t>university1652,university1652_drone_to_satellite,3,visual,37855,9,0.9,34070,0.9000132082948091,0.4053712943938949,0.594628705606105,0.4028141922471154,d66087cdc8700b60359995c5da4f13341267ec4c6276d7208f71f2f9d8db4371,739f198d94531134490ae1fb07cdd83e01b503f1289299c2c4adf1b758fcdb77,033b6eaea71b3084ca043902f6ba03b6487bf1762a9180963357103097d172cc</a:t>
            </a:r>
          </a:p>
          <a:p xmlns:a="http://schemas.openxmlformats.org/drawingml/2006/main">
            <a:r>
              <a:t>university1652,university1652_drone_to_satellite,3,visual,37855,10,1,37855,1,0.38333113195086516,0.6166688680491348,0.4028141922471154,d66087cdc8700b60359995c5da4f13341267ec4c6276d7208f71f2f9d8db4371,4b541f7743af34b6bab195959e00a3a97b491e316a19ab3e5175ad50abed3feb,033b6eaea71b3084ca043902f6ba03b6487bf1762a9180963357103097d172cc</a:t>
            </a:r>
          </a:p>
          <a:p xmlns:a="http://schemas.openxmlformats.org/drawingml/2006/main">
            <a:r>
              <a:t>university1652,university1652_drone_to_satellite,3,full,37855,1,0.1,3786,0.10001320829480914,0.7630744849445324,0.23692551505546755,0.49383543846739986,d66087cdc8700b60359995c5da4f13341267ec4c6276d7208f71f2f9d8db4371,9c4d7942967ed6a56bedc5a9f4865ddee7b24c8d7667d42a13c3a5939da77e92,033b6eaea71b3084ca043902f6ba03b6487bf1762a9180963357103097d172cc</a:t>
            </a:r>
          </a:p>
          <a:p xmlns:a="http://schemas.openxmlformats.org/drawingml/2006/main">
            <a:r>
              <a:t>university1652,university1652_drone_to_satellite,3,full,37855,2,0.2,7571,0.2,0.6424514595165765,0.35754854048342355,0.49383543846739986,d66087cdc8700b60359995c5da4f13341267ec4c6276d7208f71f2f9d8db4371,a1397ff6a04a390922bdf064a5896cc759c7b1ac1f23c01aba07846d424db964,033b6eaea71b3084ca043902f6ba03b6487bf1762a9180963357103097d172cc</a:t>
            </a:r>
          </a:p>
          <a:p xmlns:a="http://schemas.openxmlformats.org/drawingml/2006/main">
            <a:r>
              <a:t>university1652,university1652_drone_to_satellite,3,full,37855,3,0.3,11357,0.30001320829480915,0.5571893986087876,0.4428106013912124,0.49383543846739986,d66087cdc8700b60359995c5da4f13341267ec4c6276d7208f71f2f9d8db4371,1b705389d7299bffbfa827edcdfc0fca36079f94fe51739c822f96f0100da55b,033b6eaea71b3084ca043902f6ba03b6487bf1762a9180963357103097d172cc</a:t>
            </a:r>
          </a:p>
          <a:p xmlns:a="http://schemas.openxmlformats.org/drawingml/2006/main">
            <a:r>
              <a:t>university1652,university1652_drone_to_satellite,3,full,37855,4,0.4,15142,0.4,0.49881125346717736,0.5011887465328226,0.49383543846739986,d66087cdc8700b60359995c5da4f13341267ec4c6276d7208f71f2f9d8db4371,16a046526b354333512c5dbc32ddef904e456cb7aeb313399db15338a79f205d,033b6eaea71b3084ca043902f6ba03b6487bf1762a9180963357103097d172cc</a:t>
            </a:r>
          </a:p>
          <a:p xmlns:a="http://schemas.openxmlformats.org/drawingml/2006/main">
            <a:r>
              <a:t>university1652,university1652_drone_to_satellite,3,full,37855,5,0.5,18928,0.5000132082948091,0.4551458157227388,0.5448541842772612,0.49383543846739986,d66087cdc8700b60359995c5da4f13341267ec4c6276d7208f71f2f9d8db4371,771b36e805e1f025c996d955c3e2ddb358c6bd676024f1f085ad79e803401495,033b6eaea71b3084ca043902f6ba03b6487bf1762a9180963357103097d172cc</a:t>
            </a:r>
          </a:p>
          <a:p xmlns:a="http://schemas.openxmlformats.org/drawingml/2006/main">
            <a:r>
              <a:t>university1652,university1652_drone_to_satellite,3,full,37855,6,0.6,22713,0.6,0.41852683485228726,0.5814731651477127,0.49383543846739986,d66087cdc8700b60359995c5da4f13341267ec4c6276d7208f71f2f9d8db4371,e8839c3372bf1525607a71a6d735905777e87e233d2c275ebe020a9b99279075,033b6eaea71b3084ca043902f6ba03b6487bf1762a9180963357103097d172cc</a:t>
            </a:r>
          </a:p>
          <a:p xmlns:a="http://schemas.openxmlformats.org/drawingml/2006/main">
            <a:r>
              <a:t>university1652,university1652_drone_to_satellite,3,full,37855,7,0.7,26499,0.7000132082948092,0.3900147175365108,0.6099852824634893,0.49383543846739986,d66087cdc8700b60359995c5da4f13341267ec4c6276d7208f71f2f9d8db4371,0941d49af5427ed8d5e4ad1829a2ef4689d11462c4cd22c0223a7daa97d7198b,033b6eaea71b3084ca043902f6ba03b6487bf1762a9180963357103097d172cc</a:t>
            </a:r>
          </a:p>
          <a:p xmlns:a="http://schemas.openxmlformats.org/drawingml/2006/main">
            <a:r>
              <a:t>university1652,university1652_drone_to_satellite,3,full,37855,8,0.8,30284,0.8,0.3647800818914278,0.6352199181085723,0.49383543846739986,d66087cdc8700b60359995c5da4f13341267ec4c6276d7208f71f2f9d8db4371,ce1f1a2d8c2c1c4dc510c7cc540d21d74b311f9220adef43ebb93adc8780c1f9,033b6eaea71b3084ca043902f6ba03b6487bf1762a9180963357103097d172cc</a:t>
            </a:r>
          </a:p>
          <a:p xmlns:a="http://schemas.openxmlformats.org/drawingml/2006/main">
            <a:r>
              <a:t>university1652,university1652_drone_to_satellite,3,full,37855,9,0.9,34070,0.9000132082948091,0.34291165248018785,0.6570883475198122,0.49383543846739986,d66087cdc8700b60359995c5da4f13341267ec4c6276d7208f71f2f9d8db4371,9ef3796c0bad8148ce0130873fba1919f5fb775ef2c6e17a593d33a9d9a8c6f1,033b6eaea71b3084ca043902f6ba03b6487bf1762a9180963357103097d172cc</a:t>
            </a:r>
          </a:p>
          <a:p xmlns:a="http://schemas.openxmlformats.org/drawingml/2006/main">
            <a:r>
              <a:t>university1652,university1652_drone_to_satellite,3,full,37855,10,1,37855,1,0.32439572051248183,0.6756042794875181,0.49383543846739986,d66087cdc8700b60359995c5da4f13341267ec4c6276d7208f71f2f9d8db4371,4b541f7743af34b6bab195959e00a3a97b491e316a19ab3e5175ad50abed3feb,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University-1652: Satellite → drone.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N=701.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university1652,university1652_satellite_to_drone,1,visual,701,1,0.1,71,0.10128388017118402,0.5633802816901409,0.43661971830985913,0.4209904024468978,e4607da9f50a694dc9277c628d9f1b284533923e32987e687d9348e5bda71d02,47a5ddf13b6156199d494cd6da3ac77aff138f1450c5f81362cdc1b74a3c2f92,033b6eaea71b3084ca043902f6ba03b6487bf1762a9180963357103097d172cc</a:t>
            </a:r>
          </a:p>
          <a:p xmlns:a="http://schemas.openxmlformats.org/drawingml/2006/main">
            <a:r>
              <a:t>university1652,university1652_satellite_to_drone,1,visual,701,2,0.2,141,0.20114122681883023,0.6099290780141844,0.3900709219858156,0.4209904024468978,e4607da9f50a694dc9277c628d9f1b284533923e32987e687d9348e5bda71d02,7c03a13c3ef947836ab4fb07c8df46e9a53d40b429a81f8090ecb91e5a03fdc0,033b6eaea71b3084ca043902f6ba03b6487bf1762a9180963357103097d172cc</a:t>
            </a:r>
          </a:p>
          <a:p xmlns:a="http://schemas.openxmlformats.org/drawingml/2006/main">
            <a:r>
              <a:t>university1652,university1652_satellite_to_drone,1,visual,701,3,0.3,211,0.30099857346647646,0.6066350710900474,0.39336492890995256,0.4209904024468978,e4607da9f50a694dc9277c628d9f1b284533923e32987e687d9348e5bda71d02,74be76901cd422086cedc49171c8da25919d131c7f45a6d9ce0d0b5e76efaae8,033b6eaea71b3084ca043902f6ba03b6487bf1762a9180963357103097d172cc</a:t>
            </a:r>
          </a:p>
          <a:p xmlns:a="http://schemas.openxmlformats.org/drawingml/2006/main">
            <a:r>
              <a:t>university1652,university1652_satellite_to_drone,1,visual,701,4,0.4,281,0.4008559201141227,0.5658362989323843,0.4341637010676157,0.4209904024468978,e4607da9f50a694dc9277c628d9f1b284533923e32987e687d9348e5bda71d02,58708aa6651a3a01209867716ae9dc9858b158bb40a98ecb144f86550a156ab0,033b6eaea71b3084ca043902f6ba03b6487bf1762a9180963357103097d172cc</a:t>
            </a:r>
          </a:p>
          <a:p xmlns:a="http://schemas.openxmlformats.org/drawingml/2006/main">
            <a:r>
              <a:t>university1652,university1652_satellite_to_drone,1,visual,701,5,0.5,351,0.5007132667617689,0.5669515669515669,0.4330484330484331,0.4209904024468978,e4607da9f50a694dc9277c628d9f1b284533923e32987e687d9348e5bda71d02,538bcb34e45fa637ed5bd64d70231f9aa714426b4fcf7d705e1cec9030843016,033b6eaea71b3084ca043902f6ba03b6487bf1762a9180963357103097d172cc</a:t>
            </a:r>
          </a:p>
          <a:p xmlns:a="http://schemas.openxmlformats.org/drawingml/2006/main">
            <a:r>
              <a:t>university1652,university1652_satellite_to_drone,1,visual,701,6,0.6,421,0.6005706134094151,0.5724465558194775,0.42755344418052255,0.4209904024468978,e4607da9f50a694dc9277c628d9f1b284533923e32987e687d9348e5bda71d02,26d4f44db037c7bc3bc78699f52c9764c9ffbcef437711b5d39dc0917d44844b,033b6eaea71b3084ca043902f6ba03b6487bf1762a9180963357103097d172cc</a:t>
            </a:r>
          </a:p>
          <a:p xmlns:a="http://schemas.openxmlformats.org/drawingml/2006/main">
            <a:r>
              <a:t>university1652,university1652_satellite_to_drone,1,visual,701,7,0.7,491,0.7004279600570613,0.5865580448065173,0.4134419551934827,0.4209904024468978,e4607da9f50a694dc9277c628d9f1b284533923e32987e687d9348e5bda71d02,9ec1e7dbe15002d540d65a3ab8b1944c3c2c38ab67df23bf15fb1373c04ba923,033b6eaea71b3084ca043902f6ba03b6487bf1762a9180963357103097d172cc</a:t>
            </a:r>
          </a:p>
          <a:p xmlns:a="http://schemas.openxmlformats.org/drawingml/2006/main">
            <a:r>
              <a:t>university1652,university1652_satellite_to_drone,1,visual,701,8,0.8,561,0.8002853067047075,0.5775401069518716,0.42245989304812837,0.4209904024468978,e4607da9f50a694dc9277c628d9f1b284533923e32987e687d9348e5bda71d02,374e79696c2261053630aa099c5161834441bf7ad4e6d70cec21faf1528fe1d4,033b6eaea71b3084ca043902f6ba03b6487bf1762a9180963357103097d172cc</a:t>
            </a:r>
          </a:p>
          <a:p xmlns:a="http://schemas.openxmlformats.org/drawingml/2006/main">
            <a:r>
              <a:t>university1652,university1652_satellite_to_drone,1,visual,701,9,0.9,631,0.9001426533523538,0.572107765451664,0.427892234548336,0.4209904024468978,e4607da9f50a694dc9277c628d9f1b284533923e32987e687d9348e5bda71d02,4c8d15bbd29b3b86be62567dd0dc9fe64b952f86cdc229e2a014898be2c58932,033b6eaea71b3084ca043902f6ba03b6487bf1762a9180963357103097d172cc</a:t>
            </a:r>
          </a:p>
          <a:p xmlns:a="http://schemas.openxmlformats.org/drawingml/2006/main">
            <a:r>
              <a:t>university1652,university1652_satellite_to_drone,1,visual,701,10,1,701,1,0.5649072753209701,0.43509272467902993,0.4209904024468978,e4607da9f50a694dc9277c628d9f1b284533923e32987e687d9348e5bda71d02,144032bc7f6d71b02124da0617c41a6a5f34e8ac67282933e251665ce4499eb1,033b6eaea71b3084ca043902f6ba03b6487bf1762a9180963357103097d172cc</a:t>
            </a:r>
          </a:p>
          <a:p xmlns:a="http://schemas.openxmlformats.org/drawingml/2006/main">
            <a:r>
              <a:t>university1652,university1652_satellite_to_drone,1,full,701,1,0.1,71,0.10128388017118402,0.4225352112676056,0.5774647887323944,0.5621450450775446,e4607da9f50a694dc9277c628d9f1b284533923e32987e687d9348e5bda71d02,c3edd5d38a92431a8cb6879b8f446440f03e129e59a36083e15de915827e2c00,033b6eaea71b3084ca043902f6ba03b6487bf1762a9180963357103097d172cc</a:t>
            </a:r>
          </a:p>
          <a:p xmlns:a="http://schemas.openxmlformats.org/drawingml/2006/main">
            <a:r>
              <a:t>university1652,university1652_satellite_to_drone,1,full,701,2,0.2,141,0.20114122681883023,0.41843971631205673,0.5815602836879432,0.5621450450775446,e4607da9f50a694dc9277c628d9f1b284533923e32987e687d9348e5bda71d02,71e1b313134b23ae2c2fde64470e6164dfca47e2501b77029836492d14d1ed11,033b6eaea71b3084ca043902f6ba03b6487bf1762a9180963357103097d172cc</a:t>
            </a:r>
          </a:p>
          <a:p xmlns:a="http://schemas.openxmlformats.org/drawingml/2006/main">
            <a:r>
              <a:t>university1652,university1652_satellite_to_drone,1,full,701,3,0.3,211,0.30099857346647646,0.44075829383886256,0.5592417061611374,0.5621450450775446,e4607da9f50a694dc9277c628d9f1b284533923e32987e687d9348e5bda71d02,254a3db7121765512040f3be8b52b87c6652ab8697e65586f7f528c036b3216f,033b6eaea71b3084ca043902f6ba03b6487bf1762a9180963357103097d172cc</a:t>
            </a:r>
          </a:p>
          <a:p xmlns:a="http://schemas.openxmlformats.org/drawingml/2006/main">
            <a:r>
              <a:t>university1652,university1652_satellite_to_drone,1,full,701,4,0.4,281,0.4008559201141227,0.43416370106761565,0.5658362989323844,0.5621450450775446,e4607da9f50a694dc9277c628d9f1b284533923e32987e687d9348e5bda71d02,68c824ff58be4f6efb3357d6e53bca0ebb1a153f1967cacb073ff1cc09f16875,033b6eaea71b3084ca043902f6ba03b6487bf1762a9180963357103097d172cc</a:t>
            </a:r>
          </a:p>
          <a:p xmlns:a="http://schemas.openxmlformats.org/drawingml/2006/main">
            <a:r>
              <a:t>university1652,university1652_satellite_to_drone,1,full,701,5,0.5,351,0.5007132667617689,0.42450142450142453,0.5754985754985755,0.5621450450775446,e4607da9f50a694dc9277c628d9f1b284533923e32987e687d9348e5bda71d02,a499ea9e6b45b35642bd8c1cf5c7315a4f27c7f3ad9a800e7fbc69b23baa44b0,033b6eaea71b3084ca043902f6ba03b6487bf1762a9180963357103097d172cc</a:t>
            </a:r>
          </a:p>
          <a:p xmlns:a="http://schemas.openxmlformats.org/drawingml/2006/main">
            <a:r>
              <a:t>university1652,university1652_satellite_to_drone,1,full,701,6,0.6,421,0.6005706134094151,0.42280285035629456,0.5771971496437054,0.5621450450775446,e4607da9f50a694dc9277c628d9f1b284533923e32987e687d9348e5bda71d02,a623686775b3808ec686622c021b7b4510ed727944a187d346360f28aa1c9587,033b6eaea71b3084ca043902f6ba03b6487bf1762a9180963357103097d172cc</a:t>
            </a:r>
          </a:p>
          <a:p xmlns:a="http://schemas.openxmlformats.org/drawingml/2006/main">
            <a:r>
              <a:t>university1652,university1652_satellite_to_drone,1,full,701,7,0.7,491,0.7004279600570613,0.4378818737270876,0.5621181262729125,0.5621450450775446,e4607da9f50a694dc9277c628d9f1b284533923e32987e687d9348e5bda71d02,ecc4ba13a09c7a84cdb0d35a01b28f306a899f3e4b48d598e315d95ff4ac1e1f,033b6eaea71b3084ca043902f6ba03b6487bf1762a9180963357103097d172cc</a:t>
            </a:r>
          </a:p>
          <a:p xmlns:a="http://schemas.openxmlformats.org/drawingml/2006/main">
            <a:r>
              <a:t>university1652,university1652_satellite_to_drone,1,full,701,8,0.8,561,0.8002853067047075,0.44563279857397503,0.554367201426025,0.5621450450775446,e4607da9f50a694dc9277c628d9f1b284533923e32987e687d9348e5bda71d02,d58fe9de683c24c130e924be454f9ab00f5d915a42fb3e07f6e1bf243bdd6618,033b6eaea71b3084ca043902f6ba03b6487bf1762a9180963357103097d172cc</a:t>
            </a:r>
          </a:p>
          <a:p xmlns:a="http://schemas.openxmlformats.org/drawingml/2006/main">
            <a:r>
              <a:t>university1652,university1652_satellite_to_drone,1,full,701,9,0.9,631,0.9001426533523538,0.45641838351822506,0.5435816164817749,0.5621450450775446,e4607da9f50a694dc9277c628d9f1b284533923e32987e687d9348e5bda71d02,9c20ed1d093a01a6ac1de3477f74ecb84d6bbbf9fae2945a65c39040b13b9e16,033b6eaea71b3084ca043902f6ba03b6487bf1762a9180963357103097d172cc</a:t>
            </a:r>
          </a:p>
          <a:p xmlns:a="http://schemas.openxmlformats.org/drawingml/2006/main">
            <a:r>
              <a:t>university1652,university1652_satellite_to_drone,1,full,701,10,1,701,1,0.4593437945791726,0.5406562054208274,0.5621450450775446,e4607da9f50a694dc9277c628d9f1b284533923e32987e687d9348e5bda71d02,144032bc7f6d71b02124da0617c41a6a5f34e8ac67282933e251665ce4499eb1,033b6eaea71b3084ca043902f6ba03b6487bf1762a9180963357103097d172cc</a:t>
            </a:r>
          </a:p>
          <a:p xmlns:a="http://schemas.openxmlformats.org/drawingml/2006/main">
            <a:r>
              <a:t>university1652,university1652_satellite_to_drone,2,visual,701,1,0.1,71,0.10128388017118402,0.43661971830985913,0.5633802816901409,0.5041489560601946,e4607da9f50a694dc9277c628d9f1b284533923e32987e687d9348e5bda71d02,128fe4d3e60dc94a94c595e866011841d7942872f2c5e03ffc30b588a9507b3d,033b6eaea71b3084ca043902f6ba03b6487bf1762a9180963357103097d172cc</a:t>
            </a:r>
          </a:p>
          <a:p xmlns:a="http://schemas.openxmlformats.org/drawingml/2006/main">
            <a:r>
              <a:t>university1652,university1652_satellite_to_drone,2,visual,701,2,0.2,141,0.20114122681883023,0.475177304964539,0.524822695035461,0.5041489560601946,e4607da9f50a694dc9277c628d9f1b284533923e32987e687d9348e5bda71d02,0c60e81a97b9d7f8447a950a40f652fd06bd2f504725b78ae256a6009263e0a3,033b6eaea71b3084ca043902f6ba03b6487bf1762a9180963357103097d172cc</a:t>
            </a:r>
          </a:p>
          <a:p xmlns:a="http://schemas.openxmlformats.org/drawingml/2006/main">
            <a:r>
              <a:t>university1652,university1652_satellite_to_drone,2,visual,701,3,0.3,211,0.30099857346647646,0.46919431279620855,0.5308056872037914,0.5041489560601946,e4607da9f50a694dc9277c628d9f1b284533923e32987e687d9348e5bda71d02,b9e3c15ca1d40ddcd5841c5aee4053a158ad056c210bed0372ea0833417f3e27,033b6eaea71b3084ca043902f6ba03b6487bf1762a9180963357103097d172cc</a:t>
            </a:r>
          </a:p>
          <a:p xmlns:a="http://schemas.openxmlformats.org/drawingml/2006/main">
            <a:r>
              <a:t>university1652,university1652_satellite_to_drone,2,visual,701,4,0.4,281,0.4008559201141227,0.49466192170818507,0.5053380782918149,0.5041489560601946,e4607da9f50a694dc9277c628d9f1b284533923e32987e687d9348e5bda71d02,6a26a6e2377a60c35c8a676a4e9919341af4a5ba9f0f82cb436d3a14a5fd5016,033b6eaea71b3084ca043902f6ba03b6487bf1762a9180963357103097d172cc</a:t>
            </a:r>
          </a:p>
          <a:p xmlns:a="http://schemas.openxmlformats.org/drawingml/2006/main">
            <a:r>
              <a:t>university1652,university1652_satellite_to_drone,2,visual,701,5,0.5,351,0.5007132667617689,0.5185185185185185,0.4814814814814815,0.5041489560601946,e4607da9f50a694dc9277c628d9f1b284533923e32987e687d9348e5bda71d02,7d2cc1f303cc6b20c713ea9b1a3d6c98d8122cb21e158404565f87b8f138411a,033b6eaea71b3084ca043902f6ba03b6487bf1762a9180963357103097d172cc</a:t>
            </a:r>
          </a:p>
          <a:p xmlns:a="http://schemas.openxmlformats.org/drawingml/2006/main">
            <a:r>
              <a:t>university1652,university1652_satellite_to_drone,2,visual,701,6,0.6,421,0.6005706134094151,0.501187648456057,0.498812351543943,0.5041489560601946,e4607da9f50a694dc9277c628d9f1b284533923e32987e687d9348e5bda71d02,af3c05ccd6f9fb4d118d6a52ba8f49cf4def22f988b75633493409ddc509c5c5,033b6eaea71b3084ca043902f6ba03b6487bf1762a9180963357103097d172cc</a:t>
            </a:r>
          </a:p>
          <a:p xmlns:a="http://schemas.openxmlformats.org/drawingml/2006/main">
            <a:r>
              <a:t>university1652,university1652_satellite_to_drone,2,visual,701,7,0.7,491,0.7004279600570613,0.4989816700610998,0.5010183299389002,0.5041489560601946,e4607da9f50a694dc9277c628d9f1b284533923e32987e687d9348e5bda71d02,31ae23c59a096f9b2353e41fd4587152218136faddc23b64a0f4b5b3e334474b,033b6eaea71b3084ca043902f6ba03b6487bf1762a9180963357103097d172cc</a:t>
            </a:r>
          </a:p>
          <a:p xmlns:a="http://schemas.openxmlformats.org/drawingml/2006/main">
            <a:r>
              <a:t>university1652,university1652_satellite_to_drone,2,visual,701,8,0.8,561,0.8002853067047075,0.5008912655971479,0.4991087344028521,0.5041489560601946,e4607da9f50a694dc9277c628d9f1b284533923e32987e687d9348e5bda71d02,8bc230a0c64a1d59b57c0cd72cd3f8020bfaa9d4dbedcd162e9301dc62720cac,033b6eaea71b3084ca043902f6ba03b6487bf1762a9180963357103097d172cc</a:t>
            </a:r>
          </a:p>
          <a:p xmlns:a="http://schemas.openxmlformats.org/drawingml/2006/main">
            <a:r>
              <a:t>university1652,university1652_satellite_to_drone,2,visual,701,9,0.9,631,0.9001426533523538,0.5023771790808241,0.49762282091917587,0.5041489560601946,e4607da9f50a694dc9277c628d9f1b284533923e32987e687d9348e5bda71d02,d340a8b12b858b3da9796397808af29f60526e561834dd825f13503f99118b76,033b6eaea71b3084ca043902f6ba03b6487bf1762a9180963357103097d172cc</a:t>
            </a:r>
          </a:p>
          <a:p xmlns:a="http://schemas.openxmlformats.org/drawingml/2006/main">
            <a:r>
              <a:t>university1652,university1652_satellite_to_drone,2,visual,701,10,1,701,1,0.5035663338088445,0.4964336661911555,0.5041489560601946,e4607da9f50a694dc9277c628d9f1b284533923e32987e687d9348e5bda71d02,144032bc7f6d71b02124da0617c41a6a5f34e8ac67282933e251665ce4499eb1,033b6eaea71b3084ca043902f6ba03b6487bf1762a9180963357103097d172cc</a:t>
            </a:r>
          </a:p>
          <a:p xmlns:a="http://schemas.openxmlformats.org/drawingml/2006/main">
            <a:r>
              <a:t>university1652,university1652_satellite_to_drone,2,full,701,1,0.1,71,0.10128388017118402,0.38028169014084506,0.619718309859155,0.5829504273523309,e4607da9f50a694dc9277c628d9f1b284533923e32987e687d9348e5bda71d02,d7ff62c5280f34c64540eb47d7b0d059b6964eb849309b3765fdde65598bb43f,033b6eaea71b3084ca043902f6ba03b6487bf1762a9180963357103097d172cc</a:t>
            </a:r>
          </a:p>
          <a:p xmlns:a="http://schemas.openxmlformats.org/drawingml/2006/main">
            <a:r>
              <a:t>university1652,university1652_satellite_to_drone,2,full,701,2,0.2,141,0.20114122681883023,0.41843971631205673,0.5815602836879432,0.5829504273523309,e4607da9f50a694dc9277c628d9f1b284533923e32987e687d9348e5bda71d02,f895d5e49b3d0d60268f16350e0d1f46606f6712479d5d8d5a2db5a3f9908ad4,033b6eaea71b3084ca043902f6ba03b6487bf1762a9180963357103097d172cc</a:t>
            </a:r>
          </a:p>
          <a:p xmlns:a="http://schemas.openxmlformats.org/drawingml/2006/main">
            <a:r>
              <a:t>university1652,university1652_satellite_to_drone,2,full,701,3,0.3,211,0.30099857346647646,0.43601895734597157,0.5639810426540284,0.5829504273523309,e4607da9f50a694dc9277c628d9f1b284533923e32987e687d9348e5bda71d02,a3b8665d7064ac8028ad3c2111b8c811d2675a8db3d26499ce2e46da75098096,033b6eaea71b3084ca043902f6ba03b6487bf1762a9180963357103097d172cc</a:t>
            </a:r>
          </a:p>
          <a:p xmlns:a="http://schemas.openxmlformats.org/drawingml/2006/main">
            <a:r>
              <a:t>university1652,university1652_satellite_to_drone,2,full,701,4,0.4,281,0.4008559201141227,0.44483985765124556,0.5551601423487544,0.5829504273523309,e4607da9f50a694dc9277c628d9f1b284533923e32987e687d9348e5bda71d02,77d2e4129269e31cb4d7cf37cd605c39b2f5ac29f92ac846a5abd64b3c7834c5,033b6eaea71b3084ca043902f6ba03b6487bf1762a9180963357103097d172cc</a:t>
            </a:r>
          </a:p>
          <a:p xmlns:a="http://schemas.openxmlformats.org/drawingml/2006/main">
            <a:r>
              <a:t>university1652,university1652_satellite_to_drone,2,full,701,5,0.5,351,0.5007132667617689,0.4301994301994302,0.5698005698005698,0.5829504273523309,e4607da9f50a694dc9277c628d9f1b284533923e32987e687d9348e5bda71d02,2d9414cfbd39c9f4f2c5c6b93a6b6f1a768af7888d5790ace6d63a0b673ac782,033b6eaea71b3084ca043902f6ba03b6487bf1762a9180963357103097d172cc</a:t>
            </a:r>
          </a:p>
          <a:p xmlns:a="http://schemas.openxmlformats.org/drawingml/2006/main">
            <a:r>
              <a:t>university1652,university1652_satellite_to_drone,2,full,701,6,0.6,421,0.6005706134094151,0.4251781472684085,0.5748218527315915,0.5829504273523309,e4607da9f50a694dc9277c628d9f1b284533923e32987e687d9348e5bda71d02,cf17c0d2c9f7d502b1930ee06eaa1fe59069761ce95d67266263b37a784b0d64,033b6eaea71b3084ca043902f6ba03b6487bf1762a9180963357103097d172cc</a:t>
            </a:r>
          </a:p>
          <a:p xmlns:a="http://schemas.openxmlformats.org/drawingml/2006/main">
            <a:r>
              <a:t>university1652,university1652_satellite_to_drone,2,full,701,7,0.7,491,0.7004279600570613,0.4256619144602851,0.5743380855397149,0.5829504273523309,e4607da9f50a694dc9277c628d9f1b284533923e32987e687d9348e5bda71d02,f3711eb4e255110f99c8b4fb5d7971251fb2c67765436b9dd00acadbb192b253,033b6eaea71b3084ca043902f6ba03b6487bf1762a9180963357103097d172cc</a:t>
            </a:r>
          </a:p>
          <a:p xmlns:a="http://schemas.openxmlformats.org/drawingml/2006/main">
            <a:r>
              <a:t>university1652,university1652_satellite_to_drone,2,full,701,8,0.8,561,0.8002853067047075,0.4206773618538324,0.5793226381461676,0.5829504273523309,e4607da9f50a694dc9277c628d9f1b284533923e32987e687d9348e5bda71d02,2811398797743e9965dde1377f2a31e0f701127531aa88259bf6d314fa40a578,033b6eaea71b3084ca043902f6ba03b6487bf1762a9180963357103097d172cc</a:t>
            </a:r>
          </a:p>
          <a:p xmlns:a="http://schemas.openxmlformats.org/drawingml/2006/main">
            <a:r>
              <a:t>university1652,university1652_satellite_to_drone,2,full,701,9,0.9,631,0.9001426533523538,0.42789223454833597,0.572107765451664,0.5829504273523309,e4607da9f50a694dc9277c628d9f1b284533923e32987e687d9348e5bda71d02,b91bb893e2d947915a3825b129ed5eeadd055f4e6e093129b77fea2120c48508,033b6eaea71b3084ca043902f6ba03b6487bf1762a9180963357103097d172cc</a:t>
            </a:r>
          </a:p>
          <a:p xmlns:a="http://schemas.openxmlformats.org/drawingml/2006/main">
            <a:r>
              <a:t>university1652,university1652_satellite_to_drone,2,full,701,10,1,701,1,0.43081312410841655,0.5691868758915835,0.5829504273523309,e4607da9f50a694dc9277c628d9f1b284533923e32987e687d9348e5bda71d02,144032bc7f6d71b02124da0617c41a6a5f34e8ac67282933e251665ce4499eb1,033b6eaea71b3084ca043902f6ba03b6487bf1762a9180963357103097d172cc</a:t>
            </a:r>
          </a:p>
          <a:p xmlns:a="http://schemas.openxmlformats.org/drawingml/2006/main">
            <a:r>
              <a:t>university1652,university1652_satellite_to_drone,3,visual,701,1,0.1,71,0.10128388017118402,0.5492957746478874,0.45070422535211263,0.4413793916542514,e4607da9f50a694dc9277c628d9f1b284533923e32987e687d9348e5bda71d02,c357a1665e63324f334901e9531fdd2ae7128adb7234f32310d0d5116fda360e,033b6eaea71b3084ca043902f6ba03b6487bf1762a9180963357103097d172cc</a:t>
            </a:r>
          </a:p>
          <a:p xmlns:a="http://schemas.openxmlformats.org/drawingml/2006/main">
            <a:r>
              <a:t>university1652,university1652_satellite_to_drone,3,visual,701,2,0.2,141,0.20114122681883023,0.5886524822695035,0.4113475177304965,0.4413793916542514,e4607da9f50a694dc9277c628d9f1b284533923e32987e687d9348e5bda71d02,2cefa6ebe6bbff4aa5e14d86e5df0d8e1e0d17f1219680ca3ef611bd167535a4,033b6eaea71b3084ca043902f6ba03b6487bf1762a9180963357103097d172cc</a:t>
            </a:r>
          </a:p>
          <a:p xmlns:a="http://schemas.openxmlformats.org/drawingml/2006/main">
            <a:r>
              <a:t>university1652,university1652_satellite_to_drone,3,visual,701,3,0.3,211,0.30099857346647646,0.5592417061611374,0.44075829383886256,0.4413793916542514,e4607da9f50a694dc9277c628d9f1b284533923e32987e687d9348e5bda71d02,bdb48627a1e69e88cac79aada3f72793e23404e7c014490eba58cb3ed0993a02,033b6eaea71b3084ca043902f6ba03b6487bf1762a9180963357103097d172cc</a:t>
            </a:r>
          </a:p>
          <a:p xmlns:a="http://schemas.openxmlformats.org/drawingml/2006/main">
            <a:r>
              <a:t>university1652,university1652_satellite_to_drone,3,visual,701,4,0.4,281,0.4008559201141227,0.5516014234875445,0.4483985765124555,0.4413793916542514,e4607da9f50a694dc9277c628d9f1b284533923e32987e687d9348e5bda71d02,f7fbfd25bc5a3c219f886f4b130076c028eda6f91fc0513f50c88b1afa6e78cd,033b6eaea71b3084ca043902f6ba03b6487bf1762a9180963357103097d172cc</a:t>
            </a:r>
          </a:p>
          <a:p xmlns:a="http://schemas.openxmlformats.org/drawingml/2006/main">
            <a:r>
              <a:t>university1652,university1652_satellite_to_drone,3,visual,701,5,0.5,351,0.5007132667617689,0.5555555555555556,0.4444444444444444,0.4413793916542514,e4607da9f50a694dc9277c628d9f1b284533923e32987e687d9348e5bda71d02,14334707a70e55520254e981680e1eafad3ce6a0a36d3ea35f5f3ea2b60eb27c,033b6eaea71b3084ca043902f6ba03b6487bf1762a9180963357103097d172cc</a:t>
            </a:r>
          </a:p>
          <a:p xmlns:a="http://schemas.openxmlformats.org/drawingml/2006/main">
            <a:r>
              <a:t>university1652,university1652_satellite_to_drone,3,visual,701,6,0.6,421,0.6005706134094151,0.5605700712589073,0.43942992874109266,0.4413793916542514,e4607da9f50a694dc9277c628d9f1b284533923e32987e687d9348e5bda71d02,863ffb91ff85f24b18501f68d480a93b204b2d3272e009d06955153ff268c206,033b6eaea71b3084ca043902f6ba03b6487bf1762a9180963357103097d172cc</a:t>
            </a:r>
          </a:p>
          <a:p xmlns:a="http://schemas.openxmlformats.org/drawingml/2006/main">
            <a:r>
              <a:t>university1652,university1652_satellite_to_drone,3,visual,701,7,0.7,491,0.7004279600570613,0.5661914460285132,0.43380855397148677,0.4413793916542514,e4607da9f50a694dc9277c628d9f1b284533923e32987e687d9348e5bda71d02,8f734ba0bb010e495d18d79007c654349c1c08d485b2af8b16e03a06900af71d,033b6eaea71b3084ca043902f6ba03b6487bf1762a9180963357103097d172cc</a:t>
            </a:r>
          </a:p>
          <a:p xmlns:a="http://schemas.openxmlformats.org/drawingml/2006/main">
            <a:r>
              <a:t>university1652,university1652_satellite_to_drone,3,visual,701,8,0.8,561,0.8002853067047075,0.5650623885918004,0.43493761140819964,0.4413793916542514,e4607da9f50a694dc9277c628d9f1b284533923e32987e687d9348e5bda71d02,0cc4207b90da6a75b420f367393e20dbd972deb2e9db4254136c61e496dc6919,033b6eaea71b3084ca043902f6ba03b6487bf1762a9180963357103097d172cc</a:t>
            </a:r>
          </a:p>
          <a:p xmlns:a="http://schemas.openxmlformats.org/drawingml/2006/main">
            <a:r>
              <a:t>university1652,university1652_satellite_to_drone,3,visual,701,9,0.9,631,0.9001426533523538,0.5625990491283677,0.43740095087163233,0.4413793916542514,e4607da9f50a694dc9277c628d9f1b284533923e32987e687d9348e5bda71d02,a6bce25829dcab0bcf470d12ede8bb06f6e99d59e440f8156209b7501cfba653,033b6eaea71b3084ca043902f6ba03b6487bf1762a9180963357103097d172cc</a:t>
            </a:r>
          </a:p>
          <a:p xmlns:a="http://schemas.openxmlformats.org/drawingml/2006/main">
            <a:r>
              <a:t>university1652,university1652_satellite_to_drone,3,visual,701,10,1,701,1,0.5606276747503567,0.4393723252496433,0.4413793916542514,e4607da9f50a694dc9277c628d9f1b284533923e32987e687d9348e5bda71d02,144032bc7f6d71b02124da0617c41a6a5f34e8ac67282933e251665ce4499eb1,033b6eaea71b3084ca043902f6ba03b6487bf1762a9180963357103097d172cc</a:t>
            </a:r>
          </a:p>
          <a:p xmlns:a="http://schemas.openxmlformats.org/drawingml/2006/main">
            <a:r>
              <a:t>university1652,university1652_satellite_to_drone,3,full,701,1,0.1,71,0.10128388017118402,0.4084507042253521,0.5915492957746479,0.5834967049311724,e4607da9f50a694dc9277c628d9f1b284533923e32987e687d9348e5bda71d02,ce0b3e328e7dd48fd5ca1d26e05f93defd0a735f8bff0de2479eadc956ba910b,033b6eaea71b3084ca043902f6ba03b6487bf1762a9180963357103097d172cc</a:t>
            </a:r>
          </a:p>
          <a:p xmlns:a="http://schemas.openxmlformats.org/drawingml/2006/main">
            <a:r>
              <a:t>university1652,university1652_satellite_to_drone,3,full,701,2,0.2,141,0.20114122681883023,0.425531914893617,0.574468085106383,0.5834967049311724,e4607da9f50a694dc9277c628d9f1b284533923e32987e687d9348e5bda71d02,d67127121f682dd5bbe49ba0d482ab9a89a23dbb7c34ecb24113cc3ca91314d8,033b6eaea71b3084ca043902f6ba03b6487bf1762a9180963357103097d172cc</a:t>
            </a:r>
          </a:p>
          <a:p xmlns:a="http://schemas.openxmlformats.org/drawingml/2006/main">
            <a:r>
              <a:t>university1652,university1652_satellite_to_drone,3,full,701,3,0.3,211,0.30099857346647646,0.44549763033175355,0.5545023696682465,0.5834967049311724,e4607da9f50a694dc9277c628d9f1b284533923e32987e687d9348e5bda71d02,3727cff5aed9b54a9f1694a62657725aa984ecb330646e0b862e8eaf07f56ee5,033b6eaea71b3084ca043902f6ba03b6487bf1762a9180963357103097d172cc</a:t>
            </a:r>
          </a:p>
          <a:p xmlns:a="http://schemas.openxmlformats.org/drawingml/2006/main">
            <a:r>
              <a:t>university1652,university1652_satellite_to_drone,3,full,701,4,0.4,281,0.4008559201141227,0.4234875444839858,0.5765124555160142,0.5834967049311724,e4607da9f50a694dc9277c628d9f1b284533923e32987e687d9348e5bda71d02,e2828e7ae15fd4ef43a281d229ddeca6bc4afe7d1903bffbdb7dd97dbc122879,033b6eaea71b3084ca043902f6ba03b6487bf1762a9180963357103097d172cc</a:t>
            </a:r>
          </a:p>
          <a:p xmlns:a="http://schemas.openxmlformats.org/drawingml/2006/main">
            <a:r>
              <a:t>university1652,university1652_satellite_to_drone,3,full,701,5,0.5,351,0.5007132667617689,0.4188034188034188,0.5811965811965811,0.5834967049311724,e4607da9f50a694dc9277c628d9f1b284533923e32987e687d9348e5bda71d02,db0fa1c90d8f771a54959b0ce0fb846cecd3b311012f1727d5978d4647c1a08f,033b6eaea71b3084ca043902f6ba03b6487bf1762a9180963357103097d172cc</a:t>
            </a:r>
          </a:p>
          <a:p xmlns:a="http://schemas.openxmlformats.org/drawingml/2006/main">
            <a:r>
              <a:t>university1652,university1652_satellite_to_drone,3,full,701,6,0.6,421,0.6005706134094151,0.43705463182897863,0.5629453681710214,0.5834967049311724,e4607da9f50a694dc9277c628d9f1b284533923e32987e687d9348e5bda71d02,4fa9621a33f8586e038aefb475076d4c56ce99db67d17f636854ea2a984d0000,033b6eaea71b3084ca043902f6ba03b6487bf1762a9180963357103097d172cc</a:t>
            </a:r>
          </a:p>
          <a:p xmlns:a="http://schemas.openxmlformats.org/drawingml/2006/main">
            <a:r>
              <a:t>university1652,university1652_satellite_to_drone,3,full,701,7,0.7,491,0.7004279600570613,0.42973523421588594,0.570264765784114,0.5834967049311724,e4607da9f50a694dc9277c628d9f1b284533923e32987e687d9348e5bda71d02,24f93259d07d1469c0cac6653a999e12989d7e5a0d16fdeb36af4468e2d1b216,033b6eaea71b3084ca043902f6ba03b6487bf1762a9180963357103097d172cc</a:t>
            </a:r>
          </a:p>
          <a:p xmlns:a="http://schemas.openxmlformats.org/drawingml/2006/main">
            <a:r>
              <a:t>university1652,university1652_satellite_to_drone,3,full,701,8,0.8,561,0.8002853067047075,0.42424242424242425,0.5757575757575757,0.5834967049311724,e4607da9f50a694dc9277c628d9f1b284533923e32987e687d9348e5bda71d02,a54164281ee364d5c5ac204f71e6862014c1ec2f5d462f1ee2819d871b08ec0f,033b6eaea71b3084ca043902f6ba03b6487bf1762a9180963357103097d172cc</a:t>
            </a:r>
          </a:p>
          <a:p xmlns:a="http://schemas.openxmlformats.org/drawingml/2006/main">
            <a:r>
              <a:t>university1652,university1652_satellite_to_drone,3,full,701,9,0.9,631,0.9001426533523538,0.43740095087163233,0.5625990491283677,0.5834967049311724,e4607da9f50a694dc9277c628d9f1b284533923e32987e687d9348e5bda71d02,0e14e09a123ede62b20ab6ec2651be5779bb2e8fba2cd2dfa951fd37f86c05eb,033b6eaea71b3084ca043902f6ba03b6487bf1762a9180963357103097d172cc</a:t>
            </a:r>
          </a:p>
          <a:p xmlns:a="http://schemas.openxmlformats.org/drawingml/2006/main">
            <a:r>
              <a:t>university1652,university1652_satellite_to_drone,3,full,701,10,1,701,1,0.43509272467902993,0.5649072753209701,0.5834967049311724,e4607da9f50a694dc9277c628d9f1b284533923e32987e687d9348e5bda71d02,144032bc7f6d71b02124da0617c41a6a5f34e8ac67282933e251665ce4499eb1,033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University-1652: Street → satellite.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N=2579.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university1652,university1652_street_to_satellite,1,visual,2579,1,0.1,258,0.10003877471888328,0.003875968992248062,0.9961240310077519,0.9958381221196138,7a9c2d19c8e46fbd0315d8a22ee640fd64cd987a66fa4e28b9ab005c8e51fc17,639c246f9489f0d66d40f54c3e4e6de687f9e4d311266da971ffe7ba204da57d,033b6eaea71b3084ca043902f6ba03b6487bf1762a9180963357103097d172cc</a:t>
            </a:r>
          </a:p>
          <a:p xmlns:a="http://schemas.openxmlformats.org/drawingml/2006/main">
            <a:r>
              <a:t>university1652,university1652_street_to_satellite,1,visual,2579,2,0.2,516,0.20007754943776657,0.003875968992248062,0.9961240310077519,0.9958381221196138,7a9c2d19c8e46fbd0315d8a22ee640fd64cd987a66fa4e28b9ab005c8e51fc17,5a59d85360dc76ccc75982c0da34317688472020be50049ec067e810102e7f9e,033b6eaea71b3084ca043902f6ba03b6487bf1762a9180963357103097d172cc</a:t>
            </a:r>
          </a:p>
          <a:p xmlns:a="http://schemas.openxmlformats.org/drawingml/2006/main">
            <a:r>
              <a:t>university1652,university1652_street_to_satellite,1,visual,2579,3,0.3,774,0.30011632415664985,0.00516795865633075,0.9948320413436692,0.9958381221196138,7a9c2d19c8e46fbd0315d8a22ee640fd64cd987a66fa4e28b9ab005c8e51fc17,fe393a526261810c073ae2dbf53cce6b29981d8568c15794939a203e199a54f9,033b6eaea71b3084ca043902f6ba03b6487bf1762a9180963357103097d172cc</a:t>
            </a:r>
          </a:p>
          <a:p xmlns:a="http://schemas.openxmlformats.org/drawingml/2006/main">
            <a:r>
              <a:t>university1652,university1652_street_to_satellite,1,visual,2579,4,0.4,1032,0.40015509887553313,0.0048449612403100775,0.9951550387596899,0.9958381221196138,7a9c2d19c8e46fbd0315d8a22ee640fd64cd987a66fa4e28b9ab005c8e51fc17,9b3293869ddd3a4e683dbbff15f5ef89ff9952c5dd8eb0420dfe244530ce1eca,033b6eaea71b3084ca043902f6ba03b6487bf1762a9180963357103097d172cc</a:t>
            </a:r>
          </a:p>
          <a:p xmlns:a="http://schemas.openxmlformats.org/drawingml/2006/main">
            <a:r>
              <a:t>university1652,university1652_street_to_satellite,1,visual,2579,5,0.5,1290,0.5001938735944165,0.004651162790697674,0.9953488372093023,0.9958381221196138,7a9c2d19c8e46fbd0315d8a22ee640fd64cd987a66fa4e28b9ab005c8e51fc17,d8defcb15cb28b4f8bfb77240d6b804f3f07d7babae84585f0ae2fbe54948684,033b6eaea71b3084ca043902f6ba03b6487bf1762a9180963357103097d172cc</a:t>
            </a:r>
          </a:p>
          <a:p xmlns:a="http://schemas.openxmlformats.org/drawingml/2006/main">
            <a:r>
              <a:t>university1652,university1652_street_to_satellite,1,visual,2579,6,0.6,1548,0.6002326483132997,0.003875968992248062,0.9961240310077519,0.9958381221196138,7a9c2d19c8e46fbd0315d8a22ee640fd64cd987a66fa4e28b9ab005c8e51fc17,6d0acb50c93d6541683b31be057335cce90cc4c798d17510fb23fbda85b37885,033b6eaea71b3084ca043902f6ba03b6487bf1762a9180963357103097d172cc</a:t>
            </a:r>
          </a:p>
          <a:p xmlns:a="http://schemas.openxmlformats.org/drawingml/2006/main">
            <a:r>
              <a:t>university1652,university1652_street_to_satellite,1,visual,2579,7,0.7,1806,0.700271423032183,0.0049833887043189366,0.9950166112956811,0.9958381221196138,7a9c2d19c8e46fbd0315d8a22ee640fd64cd987a66fa4e28b9ab005c8e51fc17,24dbd6371ad328ab23958ab27a06ab25a21aad50fa1fe0a2b462aab188322749,033b6eaea71b3084ca043902f6ba03b6487bf1762a9180963357103097d172cc</a:t>
            </a:r>
          </a:p>
          <a:p xmlns:a="http://schemas.openxmlformats.org/drawingml/2006/main">
            <a:r>
              <a:t>university1652,university1652_street_to_satellite,1,visual,2579,8,0.8,2064,0.8003101977510663,0.00436046511627907,0.9956395348837209,0.9958381221196138,7a9c2d19c8e46fbd0315d8a22ee640fd64cd987a66fa4e28b9ab005c8e51fc17,25db05f4e065319e75236b617605e2b3a0c8bf164d962e876deeda799eb19225,033b6eaea71b3084ca043902f6ba03b6487bf1762a9180963357103097d172cc</a:t>
            </a:r>
          </a:p>
          <a:p xmlns:a="http://schemas.openxmlformats.org/drawingml/2006/main">
            <a:r>
              <a:t>university1652,university1652_street_to_satellite,1,visual,2579,9,0.9,2322,0.9003489724699496,0.004306632213608958,0.9956933677863911,0.9958381221196138,7a9c2d19c8e46fbd0315d8a22ee640fd64cd987a66fa4e28b9ab005c8e51fc17,e7405b9ea29c98bd469a3e3303815b1db9f36fc74d8f9f1824af7c218c87a94b,033b6eaea71b3084ca043902f6ba03b6487bf1762a9180963357103097d172cc</a:t>
            </a:r>
          </a:p>
          <a:p xmlns:a="http://schemas.openxmlformats.org/drawingml/2006/main">
            <a:r>
              <a:t>university1652,university1652_street_to_satellite,1,visual,2579,10,1,2579,1,0.005428460643660334,0.9945715393563397,0.9958381221196138,7a9c2d19c8e46fbd0315d8a22ee640fd64cd987a66fa4e28b9ab005c8e51fc17,d495c2fb83010da9f67f7078a6f861d1cdf388d8a5f0493bc61b38309eca8651,033b6eaea71b3084ca043902f6ba03b6487bf1762a9180963357103097d172cc</a:t>
            </a:r>
          </a:p>
          <a:p xmlns:a="http://schemas.openxmlformats.org/drawingml/2006/main">
            <a:r>
              <a:t>university1652,university1652_street_to_satellite,1,full,2579,1,0.1,258,0.10003877471888328,0.015503875968992248,0.9844961240310077,0.989618066389436,7a9c2d19c8e46fbd0315d8a22ee640fd64cd987a66fa4e28b9ab005c8e51fc17,82612fc73ad1a930a5fdbba563128b9122e1d2ea9fa88e5295c6c47b37a3faa5,033b6eaea71b3084ca043902f6ba03b6487bf1762a9180963357103097d172cc</a:t>
            </a:r>
          </a:p>
          <a:p xmlns:a="http://schemas.openxmlformats.org/drawingml/2006/main">
            <a:r>
              <a:t>university1652,university1652_street_to_satellite,1,full,2579,2,0.2,516,0.20007754943776657,0.009689922480620155,0.9903100775193798,0.989618066389436,7a9c2d19c8e46fbd0315d8a22ee640fd64cd987a66fa4e28b9ab005c8e51fc17,f1e171efb5e7a0565078caef9d8e2dcba65cf142eda57759bde35896babde66d,033b6eaea71b3084ca043902f6ba03b6487bf1762a9180963357103097d172cc</a:t>
            </a:r>
          </a:p>
          <a:p xmlns:a="http://schemas.openxmlformats.org/drawingml/2006/main">
            <a:r>
              <a:t>university1652,university1652_street_to_satellite,1,full,2579,3,0.3,774,0.30011632415664985,0.0103359173126615,0.9896640826873385,0.989618066389436,7a9c2d19c8e46fbd0315d8a22ee640fd64cd987a66fa4e28b9ab005c8e51fc17,ea8a7fe3e07d352a55832c37c5607bf4f3e3729f85112f76c7d1e2dd049c2821,033b6eaea71b3084ca043902f6ba03b6487bf1762a9180963357103097d172cc</a:t>
            </a:r>
          </a:p>
          <a:p xmlns:a="http://schemas.openxmlformats.org/drawingml/2006/main">
            <a:r>
              <a:t>university1652,university1652_street_to_satellite,1,full,2579,4,0.4,1032,0.40015509887553313,0.01065891472868217,0.9893410852713178,0.989618066389436,7a9c2d19c8e46fbd0315d8a22ee640fd64cd987a66fa4e28b9ab005c8e51fc17,fdb9856c69f075b4e9de885a7d5f89582f0747a76a7169020312bd3bdc16cc78,033b6eaea71b3084ca043902f6ba03b6487bf1762a9180963357103097d172cc</a:t>
            </a:r>
          </a:p>
          <a:p xmlns:a="http://schemas.openxmlformats.org/drawingml/2006/main">
            <a:r>
              <a:t>university1652,university1652_street_to_satellite,1,full,2579,5,0.5,1290,0.5001938735944165,0.011627906976744186,0.9883720930232558,0.989618066389436,7a9c2d19c8e46fbd0315d8a22ee640fd64cd987a66fa4e28b9ab005c8e51fc17,151c32bdfe41d21449078eca5ddbd7a326240fcc8d9ce323b2e3e427b0030936,033b6eaea71b3084ca043902f6ba03b6487bf1762a9180963357103097d172cc</a:t>
            </a:r>
          </a:p>
          <a:p xmlns:a="http://schemas.openxmlformats.org/drawingml/2006/main">
            <a:r>
              <a:t>university1652,university1652_street_to_satellite,1,full,2579,6,0.6,1548,0.6002326483132997,0.011627906976744186,0.9883720930232558,0.989618066389436,7a9c2d19c8e46fbd0315d8a22ee640fd64cd987a66fa4e28b9ab005c8e51fc17,b8716e761554ea1e70d06f18e41d020aab2fd6bc2fb4f85e2e84bf686db9f8d3,033b6eaea71b3084ca043902f6ba03b6487bf1762a9180963357103097d172cc</a:t>
            </a:r>
          </a:p>
          <a:p xmlns:a="http://schemas.openxmlformats.org/drawingml/2006/main">
            <a:r>
              <a:t>university1652,university1652_street_to_satellite,1,full,2579,7,0.7,1806,0.700271423032183,0.010520487264673311,0.9894795127353266,0.989618066389436,7a9c2d19c8e46fbd0315d8a22ee640fd64cd987a66fa4e28b9ab005c8e51fc17,ac9f6109e0328292f849c919a89068813833bc8c7e10558d515039727a9b9926,033b6eaea71b3084ca043902f6ba03b6487bf1762a9180963357103097d172cc</a:t>
            </a:r>
          </a:p>
          <a:p xmlns:a="http://schemas.openxmlformats.org/drawingml/2006/main">
            <a:r>
              <a:t>university1652,university1652_street_to_satellite,1,full,2579,8,0.8,2064,0.8003101977510663,0.009689922480620155,0.9903100775193798,0.989618066389436,7a9c2d19c8e46fbd0315d8a22ee640fd64cd987a66fa4e28b9ab005c8e51fc17,af8d2dd522fd0139a8c7c303008c86d98bc0d257d0a12bff0ef492a780ee0c92,033b6eaea71b3084ca043902f6ba03b6487bf1762a9180963357103097d172cc</a:t>
            </a:r>
          </a:p>
          <a:p xmlns:a="http://schemas.openxmlformats.org/drawingml/2006/main">
            <a:r>
              <a:t>university1652,university1652_street_to_satellite,1,full,2579,9,0.9,2322,0.9003489724699496,0.009474590869939707,0.9905254091300603,0.989618066389436,7a9c2d19c8e46fbd0315d8a22ee640fd64cd987a66fa4e28b9ab005c8e51fc17,40dea0fcd1ecb59f357c341136f20584f5e42b63f5498f9d7d818c4044ee1d7c,033b6eaea71b3084ca043902f6ba03b6487bf1762a9180963357103097d172cc</a:t>
            </a:r>
          </a:p>
          <a:p xmlns:a="http://schemas.openxmlformats.org/drawingml/2006/main">
            <a:r>
              <a:t>university1652,university1652_street_to_satellite,1,full,2579,10,1,2579,1,0.009305932531989143,0.9906940674680108,0.989618066389436,7a9c2d19c8e46fbd0315d8a22ee640fd64cd987a66fa4e28b9ab005c8e51fc17,d495c2fb83010da9f67f7078a6f861d1cdf388d8a5f0493bc61b38309eca8651,033b6eaea71b3084ca043902f6ba03b6487bf1762a9180963357103097d172cc</a:t>
            </a:r>
          </a:p>
          <a:p xmlns:a="http://schemas.openxmlformats.org/drawingml/2006/main">
            <a:r>
              <a:t>university1652,university1652_street_to_satellite,2,visual,2579,1,0.1,258,0.10003877471888328,0.003875968992248062,0.9961240310077519,0.9920645851913051,7a9c2d19c8e46fbd0315d8a22ee640fd64cd987a66fa4e28b9ab005c8e51fc17,57376165da694af85927a6c4692ec25415fa372ec5653ebdf6a5b330059cda2f,033b6eaea71b3084ca043902f6ba03b6487bf1762a9180963357103097d172cc</a:t>
            </a:r>
          </a:p>
          <a:p xmlns:a="http://schemas.openxmlformats.org/drawingml/2006/main">
            <a:r>
              <a:t>university1652,university1652_street_to_satellite,2,visual,2579,2,0.2,516,0.20007754943776657,0.007751937984496124,0.9922480620155039,0.9920645851913051,7a9c2d19c8e46fbd0315d8a22ee640fd64cd987a66fa4e28b9ab005c8e51fc17,9df3d1b657bde5cf4c40eb7d01a7dd2377b2f0c7a20da2219325b1832e43dac0,033b6eaea71b3084ca043902f6ba03b6487bf1762a9180963357103097d172cc</a:t>
            </a:r>
          </a:p>
          <a:p xmlns:a="http://schemas.openxmlformats.org/drawingml/2006/main">
            <a:r>
              <a:t>university1652,university1652_street_to_satellite,2,visual,2579,3,0.3,774,0.30011632415664985,0.00904392764857881,0.9909560723514211,0.9920645851913051,7a9c2d19c8e46fbd0315d8a22ee640fd64cd987a66fa4e28b9ab005c8e51fc17,6e41080179a051e7f15618f60418108e0dae1dc16ffd2be23f6f5f4548c2f36d,033b6eaea71b3084ca043902f6ba03b6487bf1762a9180963357103097d172cc</a:t>
            </a:r>
          </a:p>
          <a:p xmlns:a="http://schemas.openxmlformats.org/drawingml/2006/main">
            <a:r>
              <a:t>university1652,university1652_street_to_satellite,2,visual,2579,4,0.4,1032,0.40015509887553313,0.009689922480620155,0.9903100775193798,0.9920645851913051,7a9c2d19c8e46fbd0315d8a22ee640fd64cd987a66fa4e28b9ab005c8e51fc17,0a9ca084e9fa168ae52b67903a5c1f00534a3edbe0e4169c782bdab6070eae8b,033b6eaea71b3084ca043902f6ba03b6487bf1762a9180963357103097d172cc</a:t>
            </a:r>
          </a:p>
          <a:p xmlns:a="http://schemas.openxmlformats.org/drawingml/2006/main">
            <a:r>
              <a:t>university1652,university1652_street_to_satellite,2,visual,2579,5,0.5,1290,0.5001938735944165,0.009302325581395349,0.9906976744186047,0.9920645851913051,7a9c2d19c8e46fbd0315d8a22ee640fd64cd987a66fa4e28b9ab005c8e51fc17,27bb1377ec1c5035765bff7f8863d7c4d96f651d8550d753a7fed10587d4c05f,033b6eaea71b3084ca043902f6ba03b6487bf1762a9180963357103097d172cc</a:t>
            </a:r>
          </a:p>
          <a:p xmlns:a="http://schemas.openxmlformats.org/drawingml/2006/main">
            <a:r>
              <a:t>university1652,university1652_street_to_satellite,2,visual,2579,6,0.6,1548,0.6002326483132997,0.009689922480620155,0.9903100775193798,0.9920645851913051,7a9c2d19c8e46fbd0315d8a22ee640fd64cd987a66fa4e28b9ab005c8e51fc17,c55c99c052ff7796ce751f991ed807dd1fc3e242c2e886ba174d9f9df1b21e5c,033b6eaea71b3084ca043902f6ba03b6487bf1762a9180963357103097d172cc</a:t>
            </a:r>
          </a:p>
          <a:p xmlns:a="http://schemas.openxmlformats.org/drawingml/2006/main">
            <a:r>
              <a:t>university1652,university1652_street_to_satellite,2,visual,2579,7,0.7,1806,0.700271423032183,0.008305647840531562,0.9916943521594684,0.9920645851913051,7a9c2d19c8e46fbd0315d8a22ee640fd64cd987a66fa4e28b9ab005c8e51fc17,fcd56a6d15e89a9da2f17948afff37d33c84c053e602fbccba1ba4d75252e9cd,033b6eaea71b3084ca043902f6ba03b6487bf1762a9180963357103097d172cc</a:t>
            </a:r>
          </a:p>
          <a:p xmlns:a="http://schemas.openxmlformats.org/drawingml/2006/main">
            <a:r>
              <a:t>university1652,university1652_street_to_satellite,2,visual,2579,8,0.8,2064,0.8003101977510663,0.00872093023255814,0.9912790697674418,0.9920645851913051,7a9c2d19c8e46fbd0315d8a22ee640fd64cd987a66fa4e28b9ab005c8e51fc17,32bb61cc9557298019d4bf56867a406fcc2793f7596ef8b4fb661bc2b9f93462,033b6eaea71b3084ca043902f6ba03b6487bf1762a9180963357103097d172cc</a:t>
            </a:r>
          </a:p>
          <a:p xmlns:a="http://schemas.openxmlformats.org/drawingml/2006/main">
            <a:r>
              <a:t>university1652,university1652_street_to_satellite,2,visual,2579,9,0.9,2322,0.9003489724699496,0.00818260120585702,0.991817398794143,0.9920645851913051,7a9c2d19c8e46fbd0315d8a22ee640fd64cd987a66fa4e28b9ab005c8e51fc17,22f521b0335ecb9fe1f723d35a3c30643f36e012807473b16a07f431dc52b8a7,033b6eaea71b3084ca043902f6ba03b6487bf1762a9180963357103097d172cc</a:t>
            </a:r>
          </a:p>
          <a:p xmlns:a="http://schemas.openxmlformats.org/drawingml/2006/main">
            <a:r>
              <a:t>university1652,university1652_street_to_satellite,2,visual,2579,10,1,2579,1,0.0081426909654905,0.9918573090345095,0.9920645851913051,7a9c2d19c8e46fbd0315d8a22ee640fd64cd987a66fa4e28b9ab005c8e51fc17,d495c2fb83010da9f67f7078a6f861d1cdf388d8a5f0493bc61b38309eca8651,033b6eaea71b3084ca043902f6ba03b6487bf1762a9180963357103097d172cc</a:t>
            </a:r>
          </a:p>
          <a:p xmlns:a="http://schemas.openxmlformats.org/drawingml/2006/main">
            <a:r>
              <a:t>university1652,university1652_street_to_satellite,2,full,2579,1,0.1,258,0.10003877471888328,0.015503875968992248,0.9844961240310077,0.9892659767228483,7a9c2d19c8e46fbd0315d8a22ee640fd64cd987a66fa4e28b9ab005c8e51fc17,cd9aa26898ebeb98ea797ad02f74c7ccdebcb616889d8443eb7e379a0c9c3060,033b6eaea71b3084ca043902f6ba03b6487bf1762a9180963357103097d172cc</a:t>
            </a:r>
          </a:p>
          <a:p xmlns:a="http://schemas.openxmlformats.org/drawingml/2006/main">
            <a:r>
              <a:t>university1652,university1652_street_to_satellite,2,full,2579,2,0.2,516,0.20007754943776657,0.011627906976744186,0.9883720930232558,0.9892659767228483,7a9c2d19c8e46fbd0315d8a22ee640fd64cd987a66fa4e28b9ab005c8e51fc17,9beabf0d0fd09b6bfb805261b9d64a6908fc102dc82f0cd079328f6840347617,033b6eaea71b3084ca043902f6ba03b6487bf1762a9180963357103097d172cc</a:t>
            </a:r>
          </a:p>
          <a:p xmlns:a="http://schemas.openxmlformats.org/drawingml/2006/main">
            <a:r>
              <a:t>university1652,university1652_street_to_satellite,2,full,2579,3,0.3,774,0.30011632415664985,0.00904392764857881,0.9909560723514211,0.9892659767228483,7a9c2d19c8e46fbd0315d8a22ee640fd64cd987a66fa4e28b9ab005c8e51fc17,cfb02444eadb88e048aac5465e3bf2194a3d3947344878dd872b774143e8fed5,033b6eaea71b3084ca043902f6ba03b6487bf1762a9180963357103097d172cc</a:t>
            </a:r>
          </a:p>
          <a:p xmlns:a="http://schemas.openxmlformats.org/drawingml/2006/main">
            <a:r>
              <a:t>university1652,university1652_street_to_satellite,2,full,2579,4,0.4,1032,0.40015509887553313,0.007751937984496124,0.9922480620155039,0.9892659767228483,7a9c2d19c8e46fbd0315d8a22ee640fd64cd987a66fa4e28b9ab005c8e51fc17,3fdff2faa352c8c48b5463f2d14c73e3b7ad8a248e23ec1f8c4a2f5d4c674456,033b6eaea71b3084ca043902f6ba03b6487bf1762a9180963357103097d172cc</a:t>
            </a:r>
          </a:p>
          <a:p xmlns:a="http://schemas.openxmlformats.org/drawingml/2006/main">
            <a:r>
              <a:t>university1652,university1652_street_to_satellite,2,full,2579,5,0.5,1290,0.5001938735944165,0.006201550387596899,0.993798449612403,0.9892659767228483,7a9c2d19c8e46fbd0315d8a22ee640fd64cd987a66fa4e28b9ab005c8e51fc17,49f504d8f6b34ad9efd4ad99e749cf2bbe815c421259962591cbbcd779acb8c5,033b6eaea71b3084ca043902f6ba03b6487bf1762a9180963357103097d172cc</a:t>
            </a:r>
          </a:p>
          <a:p xmlns:a="http://schemas.openxmlformats.org/drawingml/2006/main">
            <a:r>
              <a:t>university1652,university1652_street_to_satellite,2,full,2579,6,0.6,1548,0.6002326483132997,0.006459948320413436,0.9935400516795866,0.9892659767228483,7a9c2d19c8e46fbd0315d8a22ee640fd64cd987a66fa4e28b9ab005c8e51fc17,53a8d29e8a9e5a63647a408ed9c62162072283ae860c4433da11a14ff70743fd,033b6eaea71b3084ca043902f6ba03b6487bf1762a9180963357103097d172cc</a:t>
            </a:r>
          </a:p>
          <a:p xmlns:a="http://schemas.openxmlformats.org/drawingml/2006/main">
            <a:r>
              <a:t>university1652,university1652_street_to_satellite,2,full,2579,7,0.7,1806,0.700271423032183,0.006090808416389812,0.9939091915836102,0.9892659767228483,7a9c2d19c8e46fbd0315d8a22ee640fd64cd987a66fa4e28b9ab005c8e51fc17,2e60d5296fed5411038ef69560e766c7d72e7827cd3c0a8dfa44ebcf8c85f97b,033b6eaea71b3084ca043902f6ba03b6487bf1762a9180963357103097d172cc</a:t>
            </a:r>
          </a:p>
          <a:p xmlns:a="http://schemas.openxmlformats.org/drawingml/2006/main">
            <a:r>
              <a:t>university1652,university1652_street_to_satellite,2,full,2579,8,0.8,2064,0.8003101977510663,0.007751937984496124,0.9922480620155039,0.9892659767228483,7a9c2d19c8e46fbd0315d8a22ee640fd64cd987a66fa4e28b9ab005c8e51fc17,dd9531164f0baeba0344ba68840546c494960e7f0d25502b6621f4d08f609b28,033b6eaea71b3084ca043902f6ba03b6487bf1762a9180963357103097d172cc</a:t>
            </a:r>
          </a:p>
          <a:p xmlns:a="http://schemas.openxmlformats.org/drawingml/2006/main">
            <a:r>
              <a:t>university1652,university1652_street_to_satellite,2,full,2579,9,0.9,2322,0.9003489724699496,0.00818260120585702,0.991817398794143,0.9892659767228483,7a9c2d19c8e46fbd0315d8a22ee640fd64cd987a66fa4e28b9ab005c8e51fc17,93c4e01f17c29cdede1ded16c6c493117c1ee49dc8aee306f0e9db4233f65229,033b6eaea71b3084ca043902f6ba03b6487bf1762a9180963357103097d172cc</a:t>
            </a:r>
          </a:p>
          <a:p xmlns:a="http://schemas.openxmlformats.org/drawingml/2006/main">
            <a:r>
              <a:t>university1652,university1652_street_to_satellite,2,full,2579,10,1,2579,1,0.009693679720822024,0.990306320279178,0.9892659767228483,7a9c2d19c8e46fbd0315d8a22ee640fd64cd987a66fa4e28b9ab005c8e51fc17,d495c2fb83010da9f67f7078a6f861d1cdf388d8a5f0493bc61b38309eca8651,033b6eaea71b3084ca043902f6ba03b6487bf1762a9180963357103097d172cc</a:t>
            </a:r>
          </a:p>
          <a:p xmlns:a="http://schemas.openxmlformats.org/drawingml/2006/main">
            <a:r>
              <a:t>university1652,university1652_street_to_satellite,3,visual,2579,1,0.1,258,0.10003877471888328,0.01937984496124031,0.9806201550387597,0.987886195819964,7a9c2d19c8e46fbd0315d8a22ee640fd64cd987a66fa4e28b9ab005c8e51fc17,d9a74e5a26020331b21f3cdba13d94854cc2a11e1bc06dea294204e60ff72cad,033b6eaea71b3084ca043902f6ba03b6487bf1762a9180963357103097d172cc</a:t>
            </a:r>
          </a:p>
          <a:p xmlns:a="http://schemas.openxmlformats.org/drawingml/2006/main">
            <a:r>
              <a:t>university1652,university1652_street_to_satellite,3,visual,2579,2,0.2,516,0.20007754943776657,0.011627906976744186,0.9883720930232558,0.987886195819964,7a9c2d19c8e46fbd0315d8a22ee640fd64cd987a66fa4e28b9ab005c8e51fc17,43639c1f0ef2bcf46202bb0741324b5f8ea6e77db793e9bb0aa1d823ee2a8044,033b6eaea71b3084ca043902f6ba03b6487bf1762a9180963357103097d172cc</a:t>
            </a:r>
          </a:p>
          <a:p xmlns:a="http://schemas.openxmlformats.org/drawingml/2006/main">
            <a:r>
              <a:t>university1652,university1652_street_to_satellite,3,visual,2579,3,0.3,774,0.30011632415664985,0.0103359173126615,0.9896640826873385,0.987886195819964,7a9c2d19c8e46fbd0315d8a22ee640fd64cd987a66fa4e28b9ab005c8e51fc17,75aa2daf55cde5bdd9baab2f9d0cd91ef752d35c7bf8c5072585023167ce35e8,033b6eaea71b3084ca043902f6ba03b6487bf1762a9180963357103097d172cc</a:t>
            </a:r>
          </a:p>
          <a:p xmlns:a="http://schemas.openxmlformats.org/drawingml/2006/main">
            <a:r>
              <a:t>university1652,university1652_street_to_satellite,3,visual,2579,4,0.4,1032,0.40015509887553313,0.01065891472868217,0.9893410852713178,0.987886195819964,7a9c2d19c8e46fbd0315d8a22ee640fd64cd987a66fa4e28b9ab005c8e51fc17,b4eef0838185dc1595692e9f6573123cc066a75cbc3fdb7c000c7880307465c3,033b6eaea71b3084ca043902f6ba03b6487bf1762a9180963357103097d172cc</a:t>
            </a:r>
          </a:p>
          <a:p xmlns:a="http://schemas.openxmlformats.org/drawingml/2006/main">
            <a:r>
              <a:t>university1652,university1652_street_to_satellite,3,visual,2579,5,0.5,1290,0.5001938735944165,0.01317829457364341,0.9868217054263566,0.987886195819964,7a9c2d19c8e46fbd0315d8a22ee640fd64cd987a66fa4e28b9ab005c8e51fc17,0d499310f8d4b16f7b2f44afbdfd276acf5381a93024052a3dac4af45bd25f6d,033b6eaea71b3084ca043902f6ba03b6487bf1762a9180963357103097d172cc</a:t>
            </a:r>
          </a:p>
          <a:p xmlns:a="http://schemas.openxmlformats.org/drawingml/2006/main">
            <a:r>
              <a:t>university1652,university1652_street_to_satellite,3,visual,2579,6,0.6,1548,0.6002326483132997,0.01227390180878553,0.9877260981912145,0.987886195819964,7a9c2d19c8e46fbd0315d8a22ee640fd64cd987a66fa4e28b9ab005c8e51fc17,d4c942f238bfdc1e4f6b320104ab08dd2dddfca31982a7e737456a2e3851c902,033b6eaea71b3084ca043902f6ba03b6487bf1762a9180963357103097d172cc</a:t>
            </a:r>
          </a:p>
          <a:p xmlns:a="http://schemas.openxmlformats.org/drawingml/2006/main">
            <a:r>
              <a:t>university1652,university1652_street_to_satellite,3,visual,2579,7,0.7,1806,0.700271423032183,0.011627906976744186,0.9883720930232558,0.987886195819964,7a9c2d19c8e46fbd0315d8a22ee640fd64cd987a66fa4e28b9ab005c8e51fc17,0ae4490707606ee4eac17b97eb3a05b2352872481a6c2f9de4dfa217a3bfe345,033b6eaea71b3084ca043902f6ba03b6487bf1762a9180963357103097d172cc</a:t>
            </a:r>
          </a:p>
          <a:p xmlns:a="http://schemas.openxmlformats.org/drawingml/2006/main">
            <a:r>
              <a:t>university1652,university1652_street_to_satellite,3,visual,2579,8,0.8,2064,0.8003101977510663,0.010174418604651164,0.9898255813953488,0.987886195819964,7a9c2d19c8e46fbd0315d8a22ee640fd64cd987a66fa4e28b9ab005c8e51fc17,c6775f752c767c354c8dee7a032f0baa2062349af9dd501414b41fe1da29c1b1,033b6eaea71b3084ca043902f6ba03b6487bf1762a9180963357103097d172cc</a:t>
            </a:r>
          </a:p>
          <a:p xmlns:a="http://schemas.openxmlformats.org/drawingml/2006/main">
            <a:r>
              <a:t>university1652,university1652_street_to_satellite,3,visual,2579,9,0.9,2322,0.9003489724699496,0.009905254091300603,0.9900947459086994,0.987886195819964,7a9c2d19c8e46fbd0315d8a22ee640fd64cd987a66fa4e28b9ab005c8e51fc17,0daa52fbf061326b9f3238b97befe94bed5b2b2813b72304431c32769055e371,033b6eaea71b3084ca043902f6ba03b6487bf1762a9180963357103097d172cc</a:t>
            </a:r>
          </a:p>
          <a:p xmlns:a="http://schemas.openxmlformats.org/drawingml/2006/main">
            <a:r>
              <a:t>university1652,university1652_street_to_satellite,3,visual,2579,10,1,2579,1,0.010081426909654904,0.9899185730903451,0.987886195819964,7a9c2d19c8e46fbd0315d8a22ee640fd64cd987a66fa4e28b9ab005c8e51fc17,d495c2fb83010da9f67f7078a6f861d1cdf388d8a5f0493bc61b38309eca8651,033b6eaea71b3084ca043902f6ba03b6487bf1762a9180963357103097d172cc</a:t>
            </a:r>
          </a:p>
          <a:p xmlns:a="http://schemas.openxmlformats.org/drawingml/2006/main">
            <a:r>
              <a:t>university1652,university1652_street_to_satellite,3,full,2579,1,0.1,258,0.10003877471888328,0.007751937984496124,0.9922480620155039,0.990858537398467,7a9c2d19c8e46fbd0315d8a22ee640fd64cd987a66fa4e28b9ab005c8e51fc17,fcf794316000bc8f3890223bc4a0566331287d41b99eb4858a3e1a7b51078119,033b6eaea71b3084ca043902f6ba03b6487bf1762a9180963357103097d172cc</a:t>
            </a:r>
          </a:p>
          <a:p xmlns:a="http://schemas.openxmlformats.org/drawingml/2006/main">
            <a:r>
              <a:t>university1652,university1652_street_to_satellite,3,full,2579,2,0.2,516,0.20007754943776657,0.009689922480620155,0.9903100775193798,0.990858537398467,7a9c2d19c8e46fbd0315d8a22ee640fd64cd987a66fa4e28b9ab005c8e51fc17,28aa12de4a866158b2011ade51734f6f83fc49f9d5423048d635152048f3601c,033b6eaea71b3084ca043902f6ba03b6487bf1762a9180963357103097d172cc</a:t>
            </a:r>
          </a:p>
          <a:p xmlns:a="http://schemas.openxmlformats.org/drawingml/2006/main">
            <a:r>
              <a:t>university1652,university1652_street_to_satellite,3,full,2579,3,0.3,774,0.30011632415664985,0.007751937984496124,0.9922480620155039,0.990858537398467,7a9c2d19c8e46fbd0315d8a22ee640fd64cd987a66fa4e28b9ab005c8e51fc17,3b5c11641f52dfcab382d277805b8c0710590a8d37ed877e5585313052ca1b96,033b6eaea71b3084ca043902f6ba03b6487bf1762a9180963357103097d172cc</a:t>
            </a:r>
          </a:p>
          <a:p xmlns:a="http://schemas.openxmlformats.org/drawingml/2006/main">
            <a:r>
              <a:t>university1652,university1652_street_to_satellite,3,full,2579,4,0.4,1032,0.40015509887553313,0.012596899224806201,0.9874031007751938,0.990858537398467,7a9c2d19c8e46fbd0315d8a22ee640fd64cd987a66fa4e28b9ab005c8e51fc17,653da5288ac9e156532cb3d6cc8cb1ff06ae41f406de396c520fa1cad60422fe,033b6eaea71b3084ca043902f6ba03b6487bf1762a9180963357103097d172cc</a:t>
            </a:r>
          </a:p>
          <a:p xmlns:a="http://schemas.openxmlformats.org/drawingml/2006/main">
            <a:r>
              <a:t>university1652,university1652_street_to_satellite,3,full,2579,5,0.5,1290,0.5001938735944165,0.010077519379844961,0.9899224806201551,0.990858537398467,7a9c2d19c8e46fbd0315d8a22ee640fd64cd987a66fa4e28b9ab005c8e51fc17,b6d8f180c5952b08441e2d5171694f85068c26e384ced0462cfab619f1d22c08,033b6eaea71b3084ca043902f6ba03b6487bf1762a9180963357103097d172cc</a:t>
            </a:r>
          </a:p>
          <a:p xmlns:a="http://schemas.openxmlformats.org/drawingml/2006/main">
            <a:r>
              <a:t>university1652,university1652_street_to_satellite,3,full,2579,6,0.6,1548,0.6002326483132997,0.00904392764857881,0.9909560723514211,0.990858537398467,7a9c2d19c8e46fbd0315d8a22ee640fd64cd987a66fa4e28b9ab005c8e51fc17,0a0987aa98840c81a73d9665a87f0ed23eaa5513ecd7a6fb12d2717b4e4b9363,033b6eaea71b3084ca043902f6ba03b6487bf1762a9180963357103097d172cc</a:t>
            </a:r>
          </a:p>
          <a:p xmlns:a="http://schemas.openxmlformats.org/drawingml/2006/main">
            <a:r>
              <a:t>university1652,university1652_street_to_satellite,3,full,2579,7,0.7,1806,0.700271423032183,0.009413067552602437,0.9905869324473976,0.990858537398467,7a9c2d19c8e46fbd0315d8a22ee640fd64cd987a66fa4e28b9ab005c8e51fc17,8c2876661deaca457a1d0bd83301f0066b8970dab44a26a83758608bba5c0e00,033b6eaea71b3084ca043902f6ba03b6487bf1762a9180963357103097d172cc</a:t>
            </a:r>
          </a:p>
          <a:p xmlns:a="http://schemas.openxmlformats.org/drawingml/2006/main">
            <a:r>
              <a:t>university1652,university1652_street_to_satellite,3,full,2579,8,0.8,2064,0.8003101977510663,0.009205426356589148,0.9907945736434108,0.990858537398467,7a9c2d19c8e46fbd0315d8a22ee640fd64cd987a66fa4e28b9ab005c8e51fc17,7aa945a7788d11da4b9e374d36c25820f3f6b078a207d22d315eb741fc1ca3c9,033b6eaea71b3084ca043902f6ba03b6487bf1762a9180963357103097d172cc</a:t>
            </a:r>
          </a:p>
          <a:p xmlns:a="http://schemas.openxmlformats.org/drawingml/2006/main">
            <a:r>
              <a:t>university1652,university1652_street_to_satellite,3,full,2579,9,0.9,2322,0.9003489724699496,0.0103359173126615,0.9896640826873385,0.990858537398467,7a9c2d19c8e46fbd0315d8a22ee640fd64cd987a66fa4e28b9ab005c8e51fc17,36f57beb12b7cb1f26e3830485598d37c022721b718cd7da4c22b08456b90c7e,033b6eaea71b3084ca043902f6ba03b6487bf1762a9180963357103097d172cc</a:t>
            </a:r>
          </a:p>
          <a:p xmlns:a="http://schemas.openxmlformats.org/drawingml/2006/main">
            <a:r>
              <a:t>university1652,university1652_street_to_satellite,3,full,2579,10,1,2579,1,0.010081426909654904,0.9899185730903451,0.990858537398467,7a9c2d19c8e46fbd0315d8a22ee640fd64cd987a66fa4e28b9ab005c8e51fc17,d495c2fb83010da9f67f7078a6f861d1cdf388d8a5f0493bc61b38309eca8651,033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150 m → satellite.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N=4000.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sues200,sues200_uav_150m_to_satellite,1,visual,4000,1,0.1,400,0.1,0.55,0.44999999999999996,0.5484578645750969,57dc33cac810a66f1c276b8dc68466a2562826bfa3d96a19a4e94af56fd0392a,f820aafcef20f264d1d1f18651ff52a7888ca75b7965006c779bec0d105e5483,033b6eaea71b3084ca043902f6ba03b6487bf1762a9180963357103097d172cc</a:t>
            </a:r>
          </a:p>
          <a:p xmlns:a="http://schemas.openxmlformats.org/drawingml/2006/main">
            <a:r>
              <a:t>sues200,sues200_uav_150m_to_satellite,1,visual,4000,2,0.2,800,0.2,0.52625,0.47375,0.5484578645750969,57dc33cac810a66f1c276b8dc68466a2562826bfa3d96a19a4e94af56fd0392a,92ced74b48096ae09481f05a9451aeb0844957d830ba5a657f3d3c2d8c1e8ec9,033b6eaea71b3084ca043902f6ba03b6487bf1762a9180963357103097d172cc</a:t>
            </a:r>
          </a:p>
          <a:p xmlns:a="http://schemas.openxmlformats.org/drawingml/2006/main">
            <a:r>
              <a:t>sues200,sues200_uav_150m_to_satellite,1,visual,4000,3,0.3,1200,0.3,0.49916666666666665,0.5008333333333334,0.5484578645750969,57dc33cac810a66f1c276b8dc68466a2562826bfa3d96a19a4e94af56fd0392a,fab399f8f9791418f9914c39f775410fe65c583cefa05fb60655469c00668867,033b6eaea71b3084ca043902f6ba03b6487bf1762a9180963357103097d172cc</a:t>
            </a:r>
          </a:p>
          <a:p xmlns:a="http://schemas.openxmlformats.org/drawingml/2006/main">
            <a:r>
              <a:t>sues200,sues200_uav_150m_to_satellite,1,visual,4000,4,0.4,1600,0.4,0.479375,0.520625,0.5484578645750969,57dc33cac810a66f1c276b8dc68466a2562826bfa3d96a19a4e94af56fd0392a,ace3f13e4e49a00de4e7b31113b4bdc4a77a485ddd3645b1de1436e1f897bc27,033b6eaea71b3084ca043902f6ba03b6487bf1762a9180963357103097d172cc</a:t>
            </a:r>
          </a:p>
          <a:p xmlns:a="http://schemas.openxmlformats.org/drawingml/2006/main">
            <a:r>
              <a:t>sues200,sues200_uav_150m_to_satellite,1,visual,4000,5,0.5,2000,0.5,0.4425,0.5575,0.5484578645750969,57dc33cac810a66f1c276b8dc68466a2562826bfa3d96a19a4e94af56fd0392a,d0d13fde29a2975beefacd87b1c4f8339a23a9879527642a115c96acf2cd2710,033b6eaea71b3084ca043902f6ba03b6487bf1762a9180963357103097d172cc</a:t>
            </a:r>
          </a:p>
          <a:p xmlns:a="http://schemas.openxmlformats.org/drawingml/2006/main">
            <a:r>
              <a:t>sues200,sues200_uav_150m_to_satellite,1,visual,4000,6,0.6,2400,0.6,0.415,0.585,0.5484578645750969,57dc33cac810a66f1c276b8dc68466a2562826bfa3d96a19a4e94af56fd0392a,336f93e0e654bbeb9b76953089057cc8f88794f62b2b929655b839d7225d43ac,033b6eaea71b3084ca043902f6ba03b6487bf1762a9180963357103097d172cc</a:t>
            </a:r>
          </a:p>
          <a:p xmlns:a="http://schemas.openxmlformats.org/drawingml/2006/main">
            <a:r>
              <a:t>sues200,sues200_uav_150m_to_satellite,1,visual,4000,7,0.7,2800,0.7,0.3960714285714286,0.6039285714285714,0.5484578645750969,57dc33cac810a66f1c276b8dc68466a2562826bfa3d96a19a4e94af56fd0392a,732a4e2d91c9c81617a377f5aa964f1c465666afb32496c97593efc06db6962d,033b6eaea71b3084ca043902f6ba03b6487bf1762a9180963357103097d172cc</a:t>
            </a:r>
          </a:p>
          <a:p xmlns:a="http://schemas.openxmlformats.org/drawingml/2006/main">
            <a:r>
              <a:t>sues200,sues200_uav_150m_to_satellite,1,visual,4000,8,0.8,3200,0.8,0.3753125,0.6246875000000001,0.5484578645750969,57dc33cac810a66f1c276b8dc68466a2562826bfa3d96a19a4e94af56fd0392a,5e3872a008314ebd5350e585559f66b8ff442f8c3fe150096b1a0d577234c5b8,033b6eaea71b3084ca043902f6ba03b6487bf1762a9180963357103097d172cc</a:t>
            </a:r>
          </a:p>
          <a:p xmlns:a="http://schemas.openxmlformats.org/drawingml/2006/main">
            <a:r>
              <a:t>sues200,sues200_uav_150m_to_satellite,1,visual,4000,9,0.9,3600,0.9,0.36194444444444446,0.6380555555555556,0.5484578645750969,57dc33cac810a66f1c276b8dc68466a2562826bfa3d96a19a4e94af56fd0392a,ef44febe6ba6baff33835954dcca2544b93539927b2e52dc58e17742066ea97e,033b6eaea71b3084ca043902f6ba03b6487bf1762a9180963357103097d172cc</a:t>
            </a:r>
          </a:p>
          <a:p xmlns:a="http://schemas.openxmlformats.org/drawingml/2006/main">
            <a:r>
              <a:t>sues200,sues200_uav_150m_to_satellite,1,visual,4000,10,1,4000,1,0.34075,0.65925,0.5484578645750969,57dc33cac810a66f1c276b8dc68466a2562826bfa3d96a19a4e94af56fd0392a,18f249550056a5934e3496623374de2abe89f37bf6a22061d596251bd7d4c6b7,033b6eaea71b3084ca043902f6ba03b6487bf1762a9180963357103097d172cc</a:t>
            </a:r>
          </a:p>
          <a:p xmlns:a="http://schemas.openxmlformats.org/drawingml/2006/main">
            <a:r>
              <a:t>sues200,sues200_uav_150m_to_satellite,1,full,4000,1,0.1,400,0.1,0.4375,0.5625,0.6403168826703068,57dc33cac810a66f1c276b8dc68466a2562826bfa3d96a19a4e94af56fd0392a,1a070c7b884225ee1882236e6ee928813ebad2708253d7a1365ea448524bcfd0,033b6eaea71b3084ca043902f6ba03b6487bf1762a9180963357103097d172cc</a:t>
            </a:r>
          </a:p>
          <a:p xmlns:a="http://schemas.openxmlformats.org/drawingml/2006/main">
            <a:r>
              <a:t>sues200,sues200_uav_150m_to_satellite,1,full,4000,2,0.2,800,0.2,0.425,0.575,0.6403168826703068,57dc33cac810a66f1c276b8dc68466a2562826bfa3d96a19a4e94af56fd0392a,7d468ba068811ef2480cf87c62ed5f81ce2afcb9bfb1e8e74f1aad5bcfc3339a,033b6eaea71b3084ca043902f6ba03b6487bf1762a9180963357103097d172cc</a:t>
            </a:r>
          </a:p>
          <a:p xmlns:a="http://schemas.openxmlformats.org/drawingml/2006/main">
            <a:r>
              <a:t>sues200,sues200_uav_150m_to_satellite,1,full,4000,3,0.3,1200,0.3,0.415,0.585,0.6403168826703068,57dc33cac810a66f1c276b8dc68466a2562826bfa3d96a19a4e94af56fd0392a,1d38baf6e5972103b7441e1760d96ba3a594054ca8711e7ed35344aa6ce7bc67,033b6eaea71b3084ca043902f6ba03b6487bf1762a9180963357103097d172cc</a:t>
            </a:r>
          </a:p>
          <a:p xmlns:a="http://schemas.openxmlformats.org/drawingml/2006/main">
            <a:r>
              <a:t>sues200,sues200_uav_150m_to_satellite,1,full,4000,4,0.4,1600,0.4,0.3825,0.6174999999999999,0.6403168826703068,57dc33cac810a66f1c276b8dc68466a2562826bfa3d96a19a4e94af56fd0392a,75e3ce92a075b105d24f854c0918d380eadf8bdd8ac89191685e5cd94aeff334,033b6eaea71b3084ca043902f6ba03b6487bf1762a9180963357103097d172cc</a:t>
            </a:r>
          </a:p>
          <a:p xmlns:a="http://schemas.openxmlformats.org/drawingml/2006/main">
            <a:r>
              <a:t>sues200,sues200_uav_150m_to_satellite,1,full,4000,5,0.5,2000,0.5,0.3625,0.6375,0.6403168826703068,57dc33cac810a66f1c276b8dc68466a2562826bfa3d96a19a4e94af56fd0392a,7d54f4882cc178591c751cae61d07ff5f0083dd4c5bd1caac24839c7fa923c53,033b6eaea71b3084ca043902f6ba03b6487bf1762a9180963357103097d172cc</a:t>
            </a:r>
          </a:p>
          <a:p xmlns:a="http://schemas.openxmlformats.org/drawingml/2006/main">
            <a:r>
              <a:t>sues200,sues200_uav_150m_to_satellite,1,full,4000,6,0.6,2400,0.6,0.34541666666666665,0.6545833333333333,0.6403168826703068,57dc33cac810a66f1c276b8dc68466a2562826bfa3d96a19a4e94af56fd0392a,9d4389ed10d2dfac368b6f8c8cdf9694b8035322f996fb71a5946391531de3c9,033b6eaea71b3084ca043902f6ba03b6487bf1762a9180963357103097d172cc</a:t>
            </a:r>
          </a:p>
          <a:p xmlns:a="http://schemas.openxmlformats.org/drawingml/2006/main">
            <a:r>
              <a:t>sues200,sues200_uav_150m_to_satellite,1,full,4000,7,0.7,2800,0.7,0.32535714285714284,0.6746428571428571,0.6403168826703068,57dc33cac810a66f1c276b8dc68466a2562826bfa3d96a19a4e94af56fd0392a,b9313d68a4f1a971068cc0c257f2d53d7af71baeefdcefce5187116e1f6b4992,033b6eaea71b3084ca043902f6ba03b6487bf1762a9180963357103097d172cc</a:t>
            </a:r>
          </a:p>
          <a:p xmlns:a="http://schemas.openxmlformats.org/drawingml/2006/main">
            <a:r>
              <a:t>sues200,sues200_uav_150m_to_satellite,1,full,4000,8,0.8,3200,0.8,0.3153125,0.6846875,0.6403168826703068,57dc33cac810a66f1c276b8dc68466a2562826bfa3d96a19a4e94af56fd0392a,710dfb3f49191d3f8286e8dbc8882fe881c8e7fb7ca3ad427751723a8569adfa,033b6eaea71b3084ca043902f6ba03b6487bf1762a9180963357103097d172cc</a:t>
            </a:r>
          </a:p>
          <a:p xmlns:a="http://schemas.openxmlformats.org/drawingml/2006/main">
            <a:r>
              <a:t>sues200,sues200_uav_150m_to_satellite,1,full,4000,9,0.9,3600,0.9,0.30194444444444446,0.6980555555555555,0.6403168826703068,57dc33cac810a66f1c276b8dc68466a2562826bfa3d96a19a4e94af56fd0392a,3bd0e139327347f513547ac87b0a800c5a1be1bcea3cf6a9a35109c4d9e24a3e,033b6eaea71b3084ca043902f6ba03b6487bf1762a9180963357103097d172cc</a:t>
            </a:r>
          </a:p>
          <a:p xmlns:a="http://schemas.openxmlformats.org/drawingml/2006/main">
            <a:r>
              <a:t>sues200,sues200_uav_150m_to_satellite,1,full,4000,10,1,4000,1,0.287,0.7130000000000001,0.6403168826703068,57dc33cac810a66f1c276b8dc68466a2562826bfa3d96a19a4e94af56fd0392a,18f249550056a5934e3496623374de2abe89f37bf6a22061d596251bd7d4c6b7,033b6eaea71b3084ca043902f6ba03b6487bf1762a9180963357103097d172cc</a:t>
            </a:r>
          </a:p>
          <a:p xmlns:a="http://schemas.openxmlformats.org/drawingml/2006/main">
            <a:r>
              <a:t>sues200,sues200_uav_150m_to_satellite,2,visual,4000,1,0.1,400,0.1,0.5475,0.4525,0.5596042492796269,57dc33cac810a66f1c276b8dc68466a2562826bfa3d96a19a4e94af56fd0392a,7945fabfe79292905331e730fefc8eb798ed2258d327c190b2db24adca71017c,033b6eaea71b3084ca043902f6ba03b6487bf1762a9180963357103097d172cc</a:t>
            </a:r>
          </a:p>
          <a:p xmlns:a="http://schemas.openxmlformats.org/drawingml/2006/main">
            <a:r>
              <a:t>sues200,sues200_uav_150m_to_satellite,2,visual,4000,2,0.2,800,0.2,0.51625,0.48375,0.5596042492796269,57dc33cac810a66f1c276b8dc68466a2562826bfa3d96a19a4e94af56fd0392a,7983548794760cd25daaa29a8d376fc89d88ccf48cafd6b5f2b85a57c540446c,033b6eaea71b3084ca043902f6ba03b6487bf1762a9180963357103097d172cc</a:t>
            </a:r>
          </a:p>
          <a:p xmlns:a="http://schemas.openxmlformats.org/drawingml/2006/main">
            <a:r>
              <a:t>sues200,sues200_uav_150m_to_satellite,2,visual,4000,3,0.3,1200,0.3,0.5016666666666667,0.4983333333333333,0.5596042492796269,57dc33cac810a66f1c276b8dc68466a2562826bfa3d96a19a4e94af56fd0392a,25df452abee154e5566379721418c892d9f5f07978c2f8cd64412dbe699d181a,033b6eaea71b3084ca043902f6ba03b6487bf1762a9180963357103097d172cc</a:t>
            </a:r>
          </a:p>
          <a:p xmlns:a="http://schemas.openxmlformats.org/drawingml/2006/main">
            <a:r>
              <a:t>sues200,sues200_uav_150m_to_satellite,2,visual,4000,4,0.4,1600,0.4,0.474375,0.525625,0.5596042492796269,57dc33cac810a66f1c276b8dc68466a2562826bfa3d96a19a4e94af56fd0392a,e3b25eb504fc24e3790660f941791a01fda5b757d9c3499c6069181b9c36b7ae,033b6eaea71b3084ca043902f6ba03b6487bf1762a9180963357103097d172cc</a:t>
            </a:r>
          </a:p>
          <a:p xmlns:a="http://schemas.openxmlformats.org/drawingml/2006/main">
            <a:r>
              <a:t>sues200,sues200_uav_150m_to_satellite,2,visual,4000,5,0.5,2000,0.5,0.4445,0.5555,0.5596042492796269,57dc33cac810a66f1c276b8dc68466a2562826bfa3d96a19a4e94af56fd0392a,78ec52ee53ef4f42a591ba8c966c616cee4544bce041d7b5282e3704c24c27a9,033b6eaea71b3084ca043902f6ba03b6487bf1762a9180963357103097d172cc</a:t>
            </a:r>
          </a:p>
          <a:p xmlns:a="http://schemas.openxmlformats.org/drawingml/2006/main">
            <a:r>
              <a:t>sues200,sues200_uav_150m_to_satellite,2,visual,4000,6,0.6,2400,0.6,0.4216666666666667,0.5783333333333334,0.5596042492796269,57dc33cac810a66f1c276b8dc68466a2562826bfa3d96a19a4e94af56fd0392a,d22df5856efcdd6b925902dba13222fd41882e88fb07dc1f8a67826d327282db,033b6eaea71b3084ca043902f6ba03b6487bf1762a9180963357103097d172cc</a:t>
            </a:r>
          </a:p>
          <a:p xmlns:a="http://schemas.openxmlformats.org/drawingml/2006/main">
            <a:r>
              <a:t>sues200,sues200_uav_150m_to_satellite,2,visual,4000,7,0.7,2800,0.7,0.3917857142857143,0.6082142857142857,0.5596042492796269,57dc33cac810a66f1c276b8dc68466a2562826bfa3d96a19a4e94af56fd0392a,8d2df0080c3966917382358991cf092fe777c4a476df936db2dfe3c9f59590f4,033b6eaea71b3084ca043902f6ba03b6487bf1762a9180963357103097d172cc</a:t>
            </a:r>
          </a:p>
          <a:p xmlns:a="http://schemas.openxmlformats.org/drawingml/2006/main">
            <a:r>
              <a:t>sues200,sues200_uav_150m_to_satellite,2,visual,4000,8,0.8,3200,0.8,0.3721875,0.6278125,0.5596042492796269,57dc33cac810a66f1c276b8dc68466a2562826bfa3d96a19a4e94af56fd0392a,671fca6ec66c142a4c9f6957442f00ddcb161b5cd4e278149050fcd48f672f21,033b6eaea71b3084ca043902f6ba03b6487bf1762a9180963357103097d172cc</a:t>
            </a:r>
          </a:p>
          <a:p xmlns:a="http://schemas.openxmlformats.org/drawingml/2006/main">
            <a:r>
              <a:t>sues200,sues200_uav_150m_to_satellite,2,visual,4000,9,0.9,3600,0.9,0.3552777777777778,0.6447222222222222,0.5596042492796269,57dc33cac810a66f1c276b8dc68466a2562826bfa3d96a19a4e94af56fd0392a,5ffd6eadafc2ca8c643f2e42f4a91cddf4220addcf93d5ee9b66cf66ae7e6078,033b6eaea71b3084ca043902f6ba03b6487bf1762a9180963357103097d172cc</a:t>
            </a:r>
          </a:p>
          <a:p xmlns:a="http://schemas.openxmlformats.org/drawingml/2006/main">
            <a:r>
              <a:t>sues200,sues200_uav_150m_to_satellite,2,visual,4000,10,1,4000,1,0.3385,0.6615,0.5596042492796269,57dc33cac810a66f1c276b8dc68466a2562826bfa3d96a19a4e94af56fd0392a,18f249550056a5934e3496623374de2abe89f37bf6a22061d596251bd7d4c6b7,033b6eaea71b3084ca043902f6ba03b6487bf1762a9180963357103097d172cc</a:t>
            </a:r>
          </a:p>
          <a:p xmlns:a="http://schemas.openxmlformats.org/drawingml/2006/main">
            <a:r>
              <a:t>sues200,sues200_uav_150m_to_satellite,2,full,4000,1,0.1,400,0.1,0.455,0.5449999999999999,0.6450122832686199,57dc33cac810a66f1c276b8dc68466a2562826bfa3d96a19a4e94af56fd0392a,d7c7f3a5865d1d4dc84e87b73263b74449e94868dacb66241eefa2e4bf98735b,033b6eaea71b3084ca043902f6ba03b6487bf1762a9180963357103097d172cc</a:t>
            </a:r>
          </a:p>
          <a:p xmlns:a="http://schemas.openxmlformats.org/drawingml/2006/main">
            <a:r>
              <a:t>sues200,sues200_uav_150m_to_satellite,2,full,4000,2,0.2,800,0.2,0.44,0.56,0.6450122832686199,57dc33cac810a66f1c276b8dc68466a2562826bfa3d96a19a4e94af56fd0392a,852e993cd66445647f9109b326b8e3f20ed65d82f612eefc2232cf638d2f58a0,033b6eaea71b3084ca043902f6ba03b6487bf1762a9180963357103097d172cc</a:t>
            </a:r>
          </a:p>
          <a:p xmlns:a="http://schemas.openxmlformats.org/drawingml/2006/main">
            <a:r>
              <a:t>sues200,sues200_uav_150m_to_satellite,2,full,4000,3,0.3,1200,0.3,0.4083333333333333,0.5916666666666667,0.6450122832686199,57dc33cac810a66f1c276b8dc68466a2562826bfa3d96a19a4e94af56fd0392a,75170987f93311ed69ad478f0cba8da4a1fa03391e608b97e2ceeaaa6f4785f7,033b6eaea71b3084ca043902f6ba03b6487bf1762a9180963357103097d172cc</a:t>
            </a:r>
          </a:p>
          <a:p xmlns:a="http://schemas.openxmlformats.org/drawingml/2006/main">
            <a:r>
              <a:t>sues200,sues200_uav_150m_to_satellite,2,full,4000,4,0.4,1600,0.4,0.371875,0.628125,0.6450122832686199,57dc33cac810a66f1c276b8dc68466a2562826bfa3d96a19a4e94af56fd0392a,4ddcc722784deed43280d9d7a33d505f8aa9866f69406b305d748909b0b7ced5,033b6eaea71b3084ca043902f6ba03b6487bf1762a9180963357103097d172cc</a:t>
            </a:r>
          </a:p>
          <a:p xmlns:a="http://schemas.openxmlformats.org/drawingml/2006/main">
            <a:r>
              <a:t>sues200,sues200_uav_150m_to_satellite,2,full,4000,5,0.5,2000,0.5,0.351,0.649,0.6450122832686199,57dc33cac810a66f1c276b8dc68466a2562826bfa3d96a19a4e94af56fd0392a,111b2af49c9247f771135ba004e46d2d8b18236f4c1255bc6686f6a115b3418c,033b6eaea71b3084ca043902f6ba03b6487bf1762a9180963357103097d172cc</a:t>
            </a:r>
          </a:p>
          <a:p xmlns:a="http://schemas.openxmlformats.org/drawingml/2006/main">
            <a:r>
              <a:t>sues200,sues200_uav_150m_to_satellite,2,full,4000,6,0.6,2400,0.6,0.3275,0.6725,0.6450122832686199,57dc33cac810a66f1c276b8dc68466a2562826bfa3d96a19a4e94af56fd0392a,a2f5cf5c3cd5e80aff4e3076a36883e9e6ec5f3d55d0660192d2e5cb37039c04,033b6eaea71b3084ca043902f6ba03b6487bf1762a9180963357103097d172cc</a:t>
            </a:r>
          </a:p>
          <a:p xmlns:a="http://schemas.openxmlformats.org/drawingml/2006/main">
            <a:r>
              <a:t>sues200,sues200_uav_150m_to_satellite,2,full,4000,7,0.7,2800,0.7,0.31857142857142856,0.6814285714285715,0.6450122832686199,57dc33cac810a66f1c276b8dc68466a2562826bfa3d96a19a4e94af56fd0392a,28a7eba961df7f25406e34c98d229532f7732e48597a456ec4d76c7dd7caa6ea,033b6eaea71b3084ca043902f6ba03b6487bf1762a9180963357103097d172cc</a:t>
            </a:r>
          </a:p>
          <a:p xmlns:a="http://schemas.openxmlformats.org/drawingml/2006/main">
            <a:r>
              <a:t>sues200,sues200_uav_150m_to_satellite,2,full,4000,8,0.8,3200,0.8,0.3003125,0.6996875,0.6450122832686199,57dc33cac810a66f1c276b8dc68466a2562826bfa3d96a19a4e94af56fd0392a,150be1088b4feec13839dd8e085b570494fd9c62498078ee4a8629edc5a42182,033b6eaea71b3084ca043902f6ba03b6487bf1762a9180963357103097d172cc</a:t>
            </a:r>
          </a:p>
          <a:p xmlns:a="http://schemas.openxmlformats.org/drawingml/2006/main">
            <a:r>
              <a:t>sues200,sues200_uav_150m_to_satellite,2,full,4000,9,0.9,3600,0.9,0.2847222222222222,0.7152777777777778,0.6450122832686199,57dc33cac810a66f1c276b8dc68466a2562826bfa3d96a19a4e94af56fd0392a,eb9bf5bf68a281e1e6232af72677c4e28e5f902471afb0a0265f4dfe2e70c615,033b6eaea71b3084ca043902f6ba03b6487bf1762a9180963357103097d172cc</a:t>
            </a:r>
          </a:p>
          <a:p xmlns:a="http://schemas.openxmlformats.org/drawingml/2006/main">
            <a:r>
              <a:t>sues200,sues200_uav_150m_to_satellite,2,full,4000,10,1,4000,1,0.2685,0.7315,0.6450122832686199,57dc33cac810a66f1c276b8dc68466a2562826bfa3d96a19a4e94af56fd0392a,18f249550056a5934e3496623374de2abe89f37bf6a22061d596251bd7d4c6b7,033b6eaea71b3084ca043902f6ba03b6487bf1762a9180963357103097d172cc</a:t>
            </a:r>
          </a:p>
          <a:p xmlns:a="http://schemas.openxmlformats.org/drawingml/2006/main">
            <a:r>
              <a:t>sues200,sues200_uav_150m_to_satellite,3,visual,4000,1,0.1,400,0.1,0.71,0.29000000000000004,0.4634146880216576,57dc33cac810a66f1c276b8dc68466a2562826bfa3d96a19a4e94af56fd0392a,b8c8e208920898293f7739a5ceb96a3bba9c2eb7e1e7c2cd81687cf1265df79b,033b6eaea71b3084ca043902f6ba03b6487bf1762a9180963357103097d172cc</a:t>
            </a:r>
          </a:p>
          <a:p xmlns:a="http://schemas.openxmlformats.org/drawingml/2006/main">
            <a:r>
              <a:t>sues200,sues200_uav_150m_to_satellite,3,visual,4000,2,0.2,800,0.2,0.64375,0.35624999999999996,0.4634146880216576,57dc33cac810a66f1c276b8dc68466a2562826bfa3d96a19a4e94af56fd0392a,e5e9b280aeaf6795ab00c2ee2e265867945a9d0a3cb23c60e01ff49b3dff4ace,033b6eaea71b3084ca043902f6ba03b6487bf1762a9180963357103097d172cc</a:t>
            </a:r>
          </a:p>
          <a:p xmlns:a="http://schemas.openxmlformats.org/drawingml/2006/main">
            <a:r>
              <a:t>sues200,sues200_uav_150m_to_satellite,3,visual,4000,3,0.3,1200,0.3,0.6125,0.38749999999999996,0.4634146880216576,57dc33cac810a66f1c276b8dc68466a2562826bfa3d96a19a4e94af56fd0392a,2a913f2292e855bd5cd71a84cdcaf4a5e6442125ac63b445abf641017fc6ff33,033b6eaea71b3084ca043902f6ba03b6487bf1762a9180963357103097d172cc</a:t>
            </a:r>
          </a:p>
          <a:p xmlns:a="http://schemas.openxmlformats.org/drawingml/2006/main">
            <a:r>
              <a:t>sues200,sues200_uav_150m_to_satellite,3,visual,4000,4,0.4,1600,0.4,0.565625,0.43437499999999996,0.4634146880216576,57dc33cac810a66f1c276b8dc68466a2562826bfa3d96a19a4e94af56fd0392a,f184549313a37b2f3b4a735e538e63be03996f37e20e4f0032837a6c460120d4,033b6eaea71b3084ca043902f6ba03b6487bf1762a9180963357103097d172cc</a:t>
            </a:r>
          </a:p>
          <a:p xmlns:a="http://schemas.openxmlformats.org/drawingml/2006/main">
            <a:r>
              <a:t>sues200,sues200_uav_150m_to_satellite,3,visual,4000,5,0.5,2000,0.5,0.5285,0.47150000000000003,0.4634146880216576,57dc33cac810a66f1c276b8dc68466a2562826bfa3d96a19a4e94af56fd0392a,944d6cfb56aa35a9748d28433b66a60e73802c306c94a658ea297d933cb6177a,033b6eaea71b3084ca043902f6ba03b6487bf1762a9180963357103097d172cc</a:t>
            </a:r>
          </a:p>
          <a:p xmlns:a="http://schemas.openxmlformats.org/drawingml/2006/main">
            <a:r>
              <a:t>sues200,sues200_uav_150m_to_satellite,3,visual,4000,6,0.6,2400,0.6,0.4866666666666667,0.5133333333333333,0.4634146880216576,57dc33cac810a66f1c276b8dc68466a2562826bfa3d96a19a4e94af56fd0392a,db97742895c76dc7fc0adac2d9bde8d4c85347e65c5107d619a12c4a28a5ad5a,033b6eaea71b3084ca043902f6ba03b6487bf1762a9180963357103097d172cc</a:t>
            </a:r>
          </a:p>
          <a:p xmlns:a="http://schemas.openxmlformats.org/drawingml/2006/main">
            <a:r>
              <a:t>sues200,sues200_uav_150m_to_satellite,3,visual,4000,7,0.7,2800,0.7,0.455,0.5449999999999999,0.4634146880216576,57dc33cac810a66f1c276b8dc68466a2562826bfa3d96a19a4e94af56fd0392a,e6aa8fcffa76001d49dd9fa684be2a617313c3b8c384af9bbb629d09b94cc5da,033b6eaea71b3084ca043902f6ba03b6487bf1762a9180963357103097d172cc</a:t>
            </a:r>
          </a:p>
          <a:p xmlns:a="http://schemas.openxmlformats.org/drawingml/2006/main">
            <a:r>
              <a:t>sues200,sues200_uav_150m_to_satellite,3,visual,4000,8,0.8,3200,0.8,0.4309375,0.5690625,0.4634146880216576,57dc33cac810a66f1c276b8dc68466a2562826bfa3d96a19a4e94af56fd0392a,32b5d2992837b2fee0af5459f2822e54e386a59fa8e95f9eb0ed613704785f15,033b6eaea71b3084ca043902f6ba03b6487bf1762a9180963357103097d172cc</a:t>
            </a:r>
          </a:p>
          <a:p xmlns:a="http://schemas.openxmlformats.org/drawingml/2006/main">
            <a:r>
              <a:t>sues200,sues200_uav_150m_to_satellite,3,visual,4000,9,0.9,3600,0.9,0.4116666666666667,0.5883333333333334,0.4634146880216576,57dc33cac810a66f1c276b8dc68466a2562826bfa3d96a19a4e94af56fd0392a,b7df41e13c9b68575dae978fa706212c25e720646671758b06984312d99a400d,033b6eaea71b3084ca043902f6ba03b6487bf1762a9180963357103097d172cc</a:t>
            </a:r>
          </a:p>
          <a:p xmlns:a="http://schemas.openxmlformats.org/drawingml/2006/main">
            <a:r>
              <a:t>sues200,sues200_uav_150m_to_satellite,3,visual,4000,10,1,4000,1,0.3875,0.6125,0.4634146880216576,57dc33cac810a66f1c276b8dc68466a2562826bfa3d96a19a4e94af56fd0392a,18f249550056a5934e3496623374de2abe89f37bf6a22061d596251bd7d4c6b7,033b6eaea71b3084ca043902f6ba03b6487bf1762a9180963357103097d172cc</a:t>
            </a:r>
          </a:p>
          <a:p xmlns:a="http://schemas.openxmlformats.org/drawingml/2006/main">
            <a:r>
              <a:t>sues200,sues200_uav_150m_to_satellite,3,full,4000,1,0.1,400,0.1,0.5725,0.4275,0.5917190512703048,57dc33cac810a66f1c276b8dc68466a2562826bfa3d96a19a4e94af56fd0392a,d7dc15423127e54e4b2e1edcd42d223a7d053a71bd3f83a69b561a3351660d74,033b6eaea71b3084ca043902f6ba03b6487bf1762a9180963357103097d172cc</a:t>
            </a:r>
          </a:p>
          <a:p xmlns:a="http://schemas.openxmlformats.org/drawingml/2006/main">
            <a:r>
              <a:t>sues200,sues200_uav_150m_to_satellite,3,full,4000,2,0.2,800,0.2,0.5,0.5,0.5917190512703048,57dc33cac810a66f1c276b8dc68466a2562826bfa3d96a19a4e94af56fd0392a,83eb89e1ba21795a30622a5ce5e4d560665c141d350dca1270a81f6080ea9579,033b6eaea71b3084ca043902f6ba03b6487bf1762a9180963357103097d172cc</a:t>
            </a:r>
          </a:p>
          <a:p xmlns:a="http://schemas.openxmlformats.org/drawingml/2006/main">
            <a:r>
              <a:t>sues200,sues200_uav_150m_to_satellite,3,full,4000,3,0.3,1200,0.3,0.4633333333333333,0.5366666666666666,0.5917190512703048,57dc33cac810a66f1c276b8dc68466a2562826bfa3d96a19a4e94af56fd0392a,538a85a23efbc7986f6ec5214218d357c51cf96c6b1a423cc9824d1298e68724,033b6eaea71b3084ca043902f6ba03b6487bf1762a9180963357103097d172cc</a:t>
            </a:r>
          </a:p>
          <a:p xmlns:a="http://schemas.openxmlformats.org/drawingml/2006/main">
            <a:r>
              <a:t>sues200,sues200_uav_150m_to_satellite,3,full,4000,4,0.4,1600,0.4,0.419375,0.580625,0.5917190512703048,57dc33cac810a66f1c276b8dc68466a2562826bfa3d96a19a4e94af56fd0392a,48b051286cb432964be065550974fabe4583396934952ad6c11c00b8c03439f7,033b6eaea71b3084ca043902f6ba03b6487bf1762a9180963357103097d172cc</a:t>
            </a:r>
          </a:p>
          <a:p xmlns:a="http://schemas.openxmlformats.org/drawingml/2006/main">
            <a:r>
              <a:t>sues200,sues200_uav_150m_to_satellite,3,full,4000,5,0.5,2000,0.5,0.3885,0.6114999999999999,0.5917190512703048,57dc33cac810a66f1c276b8dc68466a2562826bfa3d96a19a4e94af56fd0392a,e719db589f0cf0c9e9f4759873f2d0b1685aa5ecde6bd00fb4712b549e383b87,033b6eaea71b3084ca043902f6ba03b6487bf1762a9180963357103097d172cc</a:t>
            </a:r>
          </a:p>
          <a:p xmlns:a="http://schemas.openxmlformats.org/drawingml/2006/main">
            <a:r>
              <a:t>sues200,sues200_uav_150m_to_satellite,3,full,4000,6,0.6,2400,0.6,0.36916666666666664,0.6308333333333334,0.5917190512703048,57dc33cac810a66f1c276b8dc68466a2562826bfa3d96a19a4e94af56fd0392a,78901b8c337b3ea68e7871b009dae6128b8b5b7717d770466015a27adbbac80c,033b6eaea71b3084ca043902f6ba03b6487bf1762a9180963357103097d172cc</a:t>
            </a:r>
          </a:p>
          <a:p xmlns:a="http://schemas.openxmlformats.org/drawingml/2006/main">
            <a:r>
              <a:t>sues200,sues200_uav_150m_to_satellite,3,full,4000,7,0.7,2800,0.7,0.3442857142857143,0.6557142857142857,0.5917190512703048,57dc33cac810a66f1c276b8dc68466a2562826bfa3d96a19a4e94af56fd0392a,3dd1629cdc31aad87bdf5d8d569501b42923226fa93a557689910ef8e2f3f3a3,033b6eaea71b3084ca043902f6ba03b6487bf1762a9180963357103097d172cc</a:t>
            </a:r>
          </a:p>
          <a:p xmlns:a="http://schemas.openxmlformats.org/drawingml/2006/main">
            <a:r>
              <a:t>sues200,sues200_uav_150m_to_satellite,3,full,4000,8,0.8,3200,0.8,0.329375,0.670625,0.5917190512703048,57dc33cac810a66f1c276b8dc68466a2562826bfa3d96a19a4e94af56fd0392a,a764974797b24bcabe309975e9360b7f9e9fc161eefb68c2b1bcf9eeb3c66859,033b6eaea71b3084ca043902f6ba03b6487bf1762a9180963357103097d172cc</a:t>
            </a:r>
          </a:p>
          <a:p xmlns:a="http://schemas.openxmlformats.org/drawingml/2006/main">
            <a:r>
              <a:t>sues200,sues200_uav_150m_to_satellite,3,full,4000,9,0.9,3600,0.9,0.3125,0.6875,0.5917190512703048,57dc33cac810a66f1c276b8dc68466a2562826bfa3d96a19a4e94af56fd0392a,f9f5e9608b8e01742ecde01340b488370e43a43c7a8b6cd0059feb459527299d,033b6eaea71b3084ca043902f6ba03b6487bf1762a9180963357103097d172cc</a:t>
            </a:r>
          </a:p>
          <a:p xmlns:a="http://schemas.openxmlformats.org/drawingml/2006/main">
            <a:r>
              <a:t>sues200,sues200_uav_150m_to_satellite,3,full,4000,10,1,4000,1,0.2975,0.7025,0.5917190512703048,57dc33cac810a66f1c276b8dc68466a2562826bfa3d96a19a4e94af56fd0392a,18f249550056a5934e3496623374de2abe89f37bf6a22061d596251bd7d4c6b7,033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150 m.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N=80.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sues200,sues200_satellite_to_uav_150m,1,visual,80,1,0.1,8,0.1,0.5,0.5,0.45146986381581833,a0024554fabfdcd03efe8d46da3c80414baa16d26cf6a40d05e521ce55eeaddc,e52c205720f03ebc255be670fdb21e3b960194adfdc9399ec50f8081cdd88917,033b6eaea71b3084ca043902f6ba03b6487bf1762a9180963357103097d172cc</a:t>
            </a:r>
          </a:p>
          <a:p xmlns:a="http://schemas.openxmlformats.org/drawingml/2006/main">
            <a:r>
              <a:t>sues200,sues200_satellite_to_uav_150m,1,visual,80,2,0.2,16,0.2,0.5,0.5,0.45146986381581833,a0024554fabfdcd03efe8d46da3c80414baa16d26cf6a40d05e521ce55eeaddc,46fa0c7f36740ff75f46220211c3b77d1aec4a185c9f85657d2457485e52104a,033b6eaea71b3084ca043902f6ba03b6487bf1762a9180963357103097d172cc</a:t>
            </a:r>
          </a:p>
          <a:p xmlns:a="http://schemas.openxmlformats.org/drawingml/2006/main">
            <a:r>
              <a:t>sues200,sues200_satellite_to_uav_150m,1,visual,80,3,0.3,24,0.3,0.5416666666666666,0.45833333333333337,0.45146986381581833,a0024554fabfdcd03efe8d46da3c80414baa16d26cf6a40d05e521ce55eeaddc,5b1384857ac6c660b82dc2eab56008fd0661ba9eeaaa5f59f056ef18b37a8426,033b6eaea71b3084ca043902f6ba03b6487bf1762a9180963357103097d172cc</a:t>
            </a:r>
          </a:p>
          <a:p xmlns:a="http://schemas.openxmlformats.org/drawingml/2006/main">
            <a:r>
              <a:t>sues200,sues200_satellite_to_uav_150m,1,visual,80,4,0.4,32,0.4,0.59375,0.40625,0.45146986381581833,a0024554fabfdcd03efe8d46da3c80414baa16d26cf6a40d05e521ce55eeaddc,6a0b8c1919ac614ecaa704a5d70c2465b29451d9092385c34b7fe090b0a3255c,033b6eaea71b3084ca043902f6ba03b6487bf1762a9180963357103097d172cc</a:t>
            </a:r>
          </a:p>
          <a:p xmlns:a="http://schemas.openxmlformats.org/drawingml/2006/main">
            <a:r>
              <a:t>sues200,sues200_satellite_to_uav_150m,1,visual,80,5,0.5,40,0.5,0.575,0.42500000000000004,0.45146986381581833,a0024554fabfdcd03efe8d46da3c80414baa16d26cf6a40d05e521ce55eeaddc,e6de4583188110186739870f2264081f6ff10eeefa439714bb09ab5b274e28c4,033b6eaea71b3084ca043902f6ba03b6487bf1762a9180963357103097d172cc</a:t>
            </a:r>
          </a:p>
          <a:p xmlns:a="http://schemas.openxmlformats.org/drawingml/2006/main">
            <a:r>
              <a:t>sues200,sues200_satellite_to_uav_150m,1,visual,80,6,0.6,48,0.6,0.5833333333333334,0.41666666666666663,0.45146986381581833,a0024554fabfdcd03efe8d46da3c80414baa16d26cf6a40d05e521ce55eeaddc,739d24eddbdeee1057485c38c74b3ce67029f258ced87bdbce9ecce4b30abdbc,033b6eaea71b3084ca043902f6ba03b6487bf1762a9180963357103097d172cc</a:t>
            </a:r>
          </a:p>
          <a:p xmlns:a="http://schemas.openxmlformats.org/drawingml/2006/main">
            <a:r>
              <a:t>sues200,sues200_satellite_to_uav_150m,1,visual,80,7,0.7,56,0.7,0.5714285714285714,0.4285714285714286,0.45146986381581833,a0024554fabfdcd03efe8d46da3c80414baa16d26cf6a40d05e521ce55eeaddc,48a894c8beea82f8aba1189437785b5fd0eb1ec603c28466d7b23623d1547119,033b6eaea71b3084ca043902f6ba03b6487bf1762a9180963357103097d172cc</a:t>
            </a:r>
          </a:p>
          <a:p xmlns:a="http://schemas.openxmlformats.org/drawingml/2006/main">
            <a:r>
              <a:t>sues200,sues200_satellite_to_uav_150m,1,visual,80,8,0.8,64,0.8,0.5625,0.4375,0.45146986381581833,a0024554fabfdcd03efe8d46da3c80414baa16d26cf6a40d05e521ce55eeaddc,c0a1fc8a7705023e34554bcffe96e3e463705ef1cbe30940e674d13e84bbb85d,033b6eaea71b3084ca043902f6ba03b6487bf1762a9180963357103097d172cc</a:t>
            </a:r>
          </a:p>
          <a:p xmlns:a="http://schemas.openxmlformats.org/drawingml/2006/main">
            <a:r>
              <a:t>sues200,sues200_satellite_to_uav_150m,1,visual,80,9,0.9,72,0.9,0.5694444444444444,0.4305555555555556,0.45146986381581833,a0024554fabfdcd03efe8d46da3c80414baa16d26cf6a40d05e521ce55eeaddc,bf72071dd8fdbb8fb4569d8dccaa4c0728aafb6d21ba881e6733326eb3ef184d,033b6eaea71b3084ca043902f6ba03b6487bf1762a9180963357103097d172cc</a:t>
            </a:r>
          </a:p>
          <a:p xmlns:a="http://schemas.openxmlformats.org/drawingml/2006/main">
            <a:r>
              <a:t>sues200,sues200_satellite_to_uav_150m,1,visual,80,10,1,80,1,0.5375,0.4625,0.45146986381581833,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150m,1,full,80,1,0.1,8,0.1,0.375,0.625,0.5470888749808376,a0024554fabfdcd03efe8d46da3c80414baa16d26cf6a40d05e521ce55eeaddc,591b98adc3611184aefdcf21c92320c24c30b98561bae13e80d583ef7d4cf18a,033b6eaea71b3084ca043902f6ba03b6487bf1762a9180963357103097d172cc</a:t>
            </a:r>
          </a:p>
          <a:p xmlns:a="http://schemas.openxmlformats.org/drawingml/2006/main">
            <a:r>
              <a:t>sues200,sues200_satellite_to_uav_150m,1,full,80,2,0.2,16,0.2,0.3125,0.6875,0.5470888749808376,a0024554fabfdcd03efe8d46da3c80414baa16d26cf6a40d05e521ce55eeaddc,3536e308a9474439dd89e199ed7ba583dcf2a920b54778e7c9b4ac5b6a3b8596,033b6eaea71b3084ca043902f6ba03b6487bf1762a9180963357103097d172cc</a:t>
            </a:r>
          </a:p>
          <a:p xmlns:a="http://schemas.openxmlformats.org/drawingml/2006/main">
            <a:r>
              <a:t>sues200,sues200_satellite_to_uav_150m,1,full,80,3,0.3,24,0.3,0.4166666666666667,0.5833333333333333,0.5470888749808376,a0024554fabfdcd03efe8d46da3c80414baa16d26cf6a40d05e521ce55eeaddc,72b712b39dc777a62810a28ebada4e1bcb8bca20ddfc995da084dd8e5e28f2b0,033b6eaea71b3084ca043902f6ba03b6487bf1762a9180963357103097d172cc</a:t>
            </a:r>
          </a:p>
          <a:p xmlns:a="http://schemas.openxmlformats.org/drawingml/2006/main">
            <a:r>
              <a:t>sues200,sues200_satellite_to_uav_150m,1,full,80,4,0.4,32,0.4,0.40625,0.59375,0.5470888749808376,a0024554fabfdcd03efe8d46da3c80414baa16d26cf6a40d05e521ce55eeaddc,59f544b07ec121b109df8f7e88b0828edc0d04e297869d809ae3ee3b054f47d0,033b6eaea71b3084ca043902f6ba03b6487bf1762a9180963357103097d172cc</a:t>
            </a:r>
          </a:p>
          <a:p xmlns:a="http://schemas.openxmlformats.org/drawingml/2006/main">
            <a:r>
              <a:t>sues200,sues200_satellite_to_uav_150m,1,full,80,5,0.5,40,0.5,0.425,0.575,0.5470888749808376,a0024554fabfdcd03efe8d46da3c80414baa16d26cf6a40d05e521ce55eeaddc,f5e51baf01c080e8702f752bcf338a851e36152c32a08e3cf1923d1658164eca,033b6eaea71b3084ca043902f6ba03b6487bf1762a9180963357103097d172cc</a:t>
            </a:r>
          </a:p>
          <a:p xmlns:a="http://schemas.openxmlformats.org/drawingml/2006/main">
            <a:r>
              <a:t>sues200,sues200_satellite_to_uav_150m,1,full,80,6,0.6,48,0.6,0.4375,0.5625,0.5470888749808376,a0024554fabfdcd03efe8d46da3c80414baa16d26cf6a40d05e521ce55eeaddc,ca8e86c28b7f4096f5ffd2860132416747c57260045809adafb4cb8659913058,033b6eaea71b3084ca043902f6ba03b6487bf1762a9180963357103097d172cc</a:t>
            </a:r>
          </a:p>
          <a:p xmlns:a="http://schemas.openxmlformats.org/drawingml/2006/main">
            <a:r>
              <a:t>sues200,sues200_satellite_to_uav_150m,1,full,80,7,0.7,56,0.7,0.4642857142857143,0.5357142857142857,0.5470888749808376,a0024554fabfdcd03efe8d46da3c80414baa16d26cf6a40d05e521ce55eeaddc,bf3bfcbe7f13af9f41470d71e47b4c9267a33f1b8d4e9f04f64432cecfeb1448,033b6eaea71b3084ca043902f6ba03b6487bf1762a9180963357103097d172cc</a:t>
            </a:r>
          </a:p>
          <a:p xmlns:a="http://schemas.openxmlformats.org/drawingml/2006/main">
            <a:r>
              <a:t>sues200,sues200_satellite_to_uav_150m,1,full,80,8,0.8,64,0.8,0.484375,0.515625,0.5470888749808376,a0024554fabfdcd03efe8d46da3c80414baa16d26cf6a40d05e521ce55eeaddc,57c91c987a0ef14a8fbdc9f2cfdf1c85cce803914331870d81f8e39d331771ce,033b6eaea71b3084ca043902f6ba03b6487bf1762a9180963357103097d172cc</a:t>
            </a:r>
          </a:p>
          <a:p xmlns:a="http://schemas.openxmlformats.org/drawingml/2006/main">
            <a:r>
              <a:t>sues200,sues200_satellite_to_uav_150m,1,full,80,9,0.9,72,0.9,0.5,0.5,0.5470888749808376,a0024554fabfdcd03efe8d46da3c80414baa16d26cf6a40d05e521ce55eeaddc,453c94da7b0109f511e820e0dc756eff9dde6167a9a10481030c40eaa76a1e55,033b6eaea71b3084ca043902f6ba03b6487bf1762a9180963357103097d172cc</a:t>
            </a:r>
          </a:p>
          <a:p xmlns:a="http://schemas.openxmlformats.org/drawingml/2006/main">
            <a:r>
              <a:t>sues200,sues200_satellite_to_uav_150m,1,full,80,10,1,80,1,0.475,0.525,0.5470888749808376,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150m,2,visual,80,1,0.1,8,0.1,0.75,0.25,0.4268339891688327,a0024554fabfdcd03efe8d46da3c80414baa16d26cf6a40d05e521ce55eeaddc,a3b299015daa6d20d4c18cb5b94f538737900450764a8cf993bee5991d7326dc,033b6eaea71b3084ca043902f6ba03b6487bf1762a9180963357103097d172cc</a:t>
            </a:r>
          </a:p>
          <a:p xmlns:a="http://schemas.openxmlformats.org/drawingml/2006/main">
            <a:r>
              <a:t>sues200,sues200_satellite_to_uav_150m,2,visual,80,2,0.2,16,0.2,0.5625,0.4375,0.4268339891688327,a0024554fabfdcd03efe8d46da3c80414baa16d26cf6a40d05e521ce55eeaddc,f3a9ea634aa3cc434735afb02d31e3df1cae1e26a33f0e42f1c74d8d2ce9e580,033b6eaea71b3084ca043902f6ba03b6487bf1762a9180963357103097d172cc</a:t>
            </a:r>
          </a:p>
          <a:p xmlns:a="http://schemas.openxmlformats.org/drawingml/2006/main">
            <a:r>
              <a:t>sues200,sues200_satellite_to_uav_150m,2,visual,80,3,0.3,24,0.3,0.625,0.375,0.4268339891688327,a0024554fabfdcd03efe8d46da3c80414baa16d26cf6a40d05e521ce55eeaddc,4591c2d5719bdfaca841224b9cb41360caf76a3da4eff3de1bb5cb520c2588a0,033b6eaea71b3084ca043902f6ba03b6487bf1762a9180963357103097d172cc</a:t>
            </a:r>
          </a:p>
          <a:p xmlns:a="http://schemas.openxmlformats.org/drawingml/2006/main">
            <a:r>
              <a:t>sues200,sues200_satellite_to_uav_150m,2,visual,80,4,0.4,32,0.4,0.5,0.5,0.4268339891688327,a0024554fabfdcd03efe8d46da3c80414baa16d26cf6a40d05e521ce55eeaddc,b94bf18cdbbf850668dafecc2b168788932b1094cf5cfccc257980a5ea0feca3,033b6eaea71b3084ca043902f6ba03b6487bf1762a9180963357103097d172cc</a:t>
            </a:r>
          </a:p>
          <a:p xmlns:a="http://schemas.openxmlformats.org/drawingml/2006/main">
            <a:r>
              <a:t>sues200,sues200_satellite_to_uav_150m,2,visual,80,5,0.5,40,0.5,0.55,0.44999999999999996,0.4268339891688327,a0024554fabfdcd03efe8d46da3c80414baa16d26cf6a40d05e521ce55eeaddc,6fee6432eb4c01940008f6fe74514859f8be39fc5f170bf7f5d0bc3cc7f623c2,033b6eaea71b3084ca043902f6ba03b6487bf1762a9180963357103097d172cc</a:t>
            </a:r>
          </a:p>
          <a:p xmlns:a="http://schemas.openxmlformats.org/drawingml/2006/main">
            <a:r>
              <a:t>sues200,sues200_satellite_to_uav_150m,2,visual,80,6,0.6,48,0.6,0.5833333333333334,0.41666666666666663,0.4268339891688327,a0024554fabfdcd03efe8d46da3c80414baa16d26cf6a40d05e521ce55eeaddc,e44906bcacc56e616a9afef493fe1f4c090b6f131e0bff4cdacae032b7837c2b,033b6eaea71b3084ca043902f6ba03b6487bf1762a9180963357103097d172cc</a:t>
            </a:r>
          </a:p>
          <a:p xmlns:a="http://schemas.openxmlformats.org/drawingml/2006/main">
            <a:r>
              <a:t>sues200,sues200_satellite_to_uav_150m,2,visual,80,7,0.7,56,0.7,0.5714285714285714,0.4285714285714286,0.4268339891688327,a0024554fabfdcd03efe8d46da3c80414baa16d26cf6a40d05e521ce55eeaddc,fa424d45cc3e6566379a411e359443c8f4033b1c5857b9e03b75efe983501f5d,033b6eaea71b3084ca043902f6ba03b6487bf1762a9180963357103097d172cc</a:t>
            </a:r>
          </a:p>
          <a:p xmlns:a="http://schemas.openxmlformats.org/drawingml/2006/main">
            <a:r>
              <a:t>sues200,sues200_satellite_to_uav_150m,2,visual,80,8,0.8,64,0.8,0.5625,0.4375,0.4268339891688327,a0024554fabfdcd03efe8d46da3c80414baa16d26cf6a40d05e521ce55eeaddc,86823b6fc55f55dc6d5390f5e6dffcb6331923a46a4f380833ca6edac5e408ae,033b6eaea71b3084ca043902f6ba03b6487bf1762a9180963357103097d172cc</a:t>
            </a:r>
          </a:p>
          <a:p xmlns:a="http://schemas.openxmlformats.org/drawingml/2006/main">
            <a:r>
              <a:t>sues200,sues200_satellite_to_uav_150m,2,visual,80,9,0.9,72,0.9,0.5833333333333334,0.41666666666666663,0.4268339891688327,a0024554fabfdcd03efe8d46da3c80414baa16d26cf6a40d05e521ce55eeaddc,eca6845c47c63b34bfd957951d6f183b5ac3b9ef96c1461cb4168a1f1db672e5,033b6eaea71b3084ca043902f6ba03b6487bf1762a9180963357103097d172cc</a:t>
            </a:r>
          </a:p>
          <a:p xmlns:a="http://schemas.openxmlformats.org/drawingml/2006/main">
            <a:r>
              <a:t>sues200,sues200_satellite_to_uav_150m,2,visual,80,10,1,80,1,0.575,0.42500000000000004,0.4268339891688327,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150m,2,full,80,1,0.1,8,0.1,0.625,0.375,0.4473109667540382,a0024554fabfdcd03efe8d46da3c80414baa16d26cf6a40d05e521ce55eeaddc,3ce8411392d3275763c4505179350bf273a52f60360115e938634f7013a413d6,033b6eaea71b3084ca043902f6ba03b6487bf1762a9180963357103097d172cc</a:t>
            </a:r>
          </a:p>
          <a:p xmlns:a="http://schemas.openxmlformats.org/drawingml/2006/main">
            <a:r>
              <a:t>sues200,sues200_satellite_to_uav_150m,2,full,80,2,0.2,16,0.2,0.5,0.5,0.4473109667540382,a0024554fabfdcd03efe8d46da3c80414baa16d26cf6a40d05e521ce55eeaddc,6635d3ca07dc6a89f3d5edb2893852faecd9722c8018f3c43e4cf153ae4cf6f5,033b6eaea71b3084ca043902f6ba03b6487bf1762a9180963357103097d172cc</a:t>
            </a:r>
          </a:p>
          <a:p xmlns:a="http://schemas.openxmlformats.org/drawingml/2006/main">
            <a:r>
              <a:t>sues200,sues200_satellite_to_uav_150m,2,full,80,3,0.3,24,0.3,0.5416666666666666,0.45833333333333337,0.4473109667540382,a0024554fabfdcd03efe8d46da3c80414baa16d26cf6a40d05e521ce55eeaddc,79f537083adbd4b7586c241c0a813c6c41f8a1882817127b4a32d40669eb3a5e,033b6eaea71b3084ca043902f6ba03b6487bf1762a9180963357103097d172cc</a:t>
            </a:r>
          </a:p>
          <a:p xmlns:a="http://schemas.openxmlformats.org/drawingml/2006/main">
            <a:r>
              <a:t>sues200,sues200_satellite_to_uav_150m,2,full,80,4,0.4,32,0.4,0.5625,0.4375,0.4473109667540382,a0024554fabfdcd03efe8d46da3c80414baa16d26cf6a40d05e521ce55eeaddc,d50458dac92ed283252fce974398dabff03eb0179aca25dbd9794f2fb80e0a41,033b6eaea71b3084ca043902f6ba03b6487bf1762a9180963357103097d172cc</a:t>
            </a:r>
          </a:p>
          <a:p xmlns:a="http://schemas.openxmlformats.org/drawingml/2006/main">
            <a:r>
              <a:t>sues200,sues200_satellite_to_uav_150m,2,full,80,5,0.5,40,0.5,0.55,0.44999999999999996,0.4473109667540382,a0024554fabfdcd03efe8d46da3c80414baa16d26cf6a40d05e521ce55eeaddc,329aaddadae1d791e18277c26d2c3895f3c5ebc5e65ec48e3f257bb44956c085,033b6eaea71b3084ca043902f6ba03b6487bf1762a9180963357103097d172cc</a:t>
            </a:r>
          </a:p>
          <a:p xmlns:a="http://schemas.openxmlformats.org/drawingml/2006/main">
            <a:r>
              <a:t>sues200,sues200_satellite_to_uav_150m,2,full,80,6,0.6,48,0.6,0.5416666666666666,0.45833333333333337,0.4473109667540382,a0024554fabfdcd03efe8d46da3c80414baa16d26cf6a40d05e521ce55eeaddc,83ca107d7148a4845fc61136bebea17a846e38afb26e068b27517ae4777ec4b4,033b6eaea71b3084ca043902f6ba03b6487bf1762a9180963357103097d172cc</a:t>
            </a:r>
          </a:p>
          <a:p xmlns:a="http://schemas.openxmlformats.org/drawingml/2006/main">
            <a:r>
              <a:t>sues200,sues200_satellite_to_uav_150m,2,full,80,7,0.7,56,0.7,0.5178571428571429,0.4821428571428571,0.4473109667540382,a0024554fabfdcd03efe8d46da3c80414baa16d26cf6a40d05e521ce55eeaddc,39e061dd584c90a42d61f168a360c4a5475fdfada3cd061eb10badfd7feeed59,033b6eaea71b3084ca043902f6ba03b6487bf1762a9180963357103097d172cc</a:t>
            </a:r>
          </a:p>
          <a:p xmlns:a="http://schemas.openxmlformats.org/drawingml/2006/main">
            <a:r>
              <a:t>sues200,sues200_satellite_to_uav_150m,2,full,80,8,0.8,64,0.8,0.5,0.5,0.4473109667540382,a0024554fabfdcd03efe8d46da3c80414baa16d26cf6a40d05e521ce55eeaddc,38805f2e33ddce89f730e751cfc4c46438f472a1b7411df318f827eff071560c,033b6eaea71b3084ca043902f6ba03b6487bf1762a9180963357103097d172cc</a:t>
            </a:r>
          </a:p>
          <a:p xmlns:a="http://schemas.openxmlformats.org/drawingml/2006/main">
            <a:r>
              <a:t>sues200,sues200_satellite_to_uav_150m,2,full,80,9,0.9,72,0.9,0.5,0.5,0.4473109667540382,a0024554fabfdcd03efe8d46da3c80414baa16d26cf6a40d05e521ce55eeaddc,96946b257c08ffd89ee1526870253bcdd15abc169047a8b1038211fdd73dc781,033b6eaea71b3084ca043902f6ba03b6487bf1762a9180963357103097d172cc</a:t>
            </a:r>
          </a:p>
          <a:p xmlns:a="http://schemas.openxmlformats.org/drawingml/2006/main">
            <a:r>
              <a:t>sues200,sues200_satellite_to_uav_150m,2,full,80,10,1,80,1,0.475,0.525,0.4473109667540382,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150m,3,visual,80,1,0.1,8,0.1,0.5,0.5,0.4129950239293608,a0024554fabfdcd03efe8d46da3c80414baa16d26cf6a40d05e521ce55eeaddc,906e2882af1a5db684df4fd33668754a5d7906ce435bea226d5653bf0187bcd9,033b6eaea71b3084ca043902f6ba03b6487bf1762a9180963357103097d172cc</a:t>
            </a:r>
          </a:p>
          <a:p xmlns:a="http://schemas.openxmlformats.org/drawingml/2006/main">
            <a:r>
              <a:t>sues200,sues200_satellite_to_uav_150m,3,visual,80,2,0.2,16,0.2,0.5625,0.4375,0.4129950239293608,a0024554fabfdcd03efe8d46da3c80414baa16d26cf6a40d05e521ce55eeaddc,28277ebd130b3fd0b16f6080c33624e9f33dee8ee0c6ca85a9b4de2da8007165,033b6eaea71b3084ca043902f6ba03b6487bf1762a9180963357103097d172cc</a:t>
            </a:r>
          </a:p>
          <a:p xmlns:a="http://schemas.openxmlformats.org/drawingml/2006/main">
            <a:r>
              <a:t>sues200,sues200_satellite_to_uav_150m,3,visual,80,3,0.3,24,0.3,0.5833333333333334,0.41666666666666663,0.4129950239293608,a0024554fabfdcd03efe8d46da3c80414baa16d26cf6a40d05e521ce55eeaddc,b00cfd85ffb3123181534df7479a77c76f33ccf3c1b3f0cba07e464a2cc849fa,033b6eaea71b3084ca043902f6ba03b6487bf1762a9180963357103097d172cc</a:t>
            </a:r>
          </a:p>
          <a:p xmlns:a="http://schemas.openxmlformats.org/drawingml/2006/main">
            <a:r>
              <a:t>sues200,sues200_satellite_to_uav_150m,3,visual,80,4,0.4,32,0.4,0.59375,0.40625,0.4129950239293608,a0024554fabfdcd03efe8d46da3c80414baa16d26cf6a40d05e521ce55eeaddc,88c94df8504b880e809b232e919f1dbb0fcbc03cce017b88b4c48f100a891b9a,033b6eaea71b3084ca043902f6ba03b6487bf1762a9180963357103097d172cc</a:t>
            </a:r>
          </a:p>
          <a:p xmlns:a="http://schemas.openxmlformats.org/drawingml/2006/main">
            <a:r>
              <a:t>sues200,sues200_satellite_to_uav_150m,3,visual,80,5,0.5,40,0.5,0.575,0.42500000000000004,0.4129950239293608,a0024554fabfdcd03efe8d46da3c80414baa16d26cf6a40d05e521ce55eeaddc,0bcccea510db7db6eef9de110a47e22a31cd459cfdb9abd7abea5ddc1dad2c20,033b6eaea71b3084ca043902f6ba03b6487bf1762a9180963357103097d172cc</a:t>
            </a:r>
          </a:p>
          <a:p xmlns:a="http://schemas.openxmlformats.org/drawingml/2006/main">
            <a:r>
              <a:t>sues200,sues200_satellite_to_uav_150m,3,visual,80,6,0.6,48,0.6,0.625,0.375,0.4129950239293608,a0024554fabfdcd03efe8d46da3c80414baa16d26cf6a40d05e521ce55eeaddc,f8991da759360418bc37f052c08ef7ea4d8052cc89ff412a790c7dddf1a3e4ac,033b6eaea71b3084ca043902f6ba03b6487bf1762a9180963357103097d172cc</a:t>
            </a:r>
          </a:p>
          <a:p xmlns:a="http://schemas.openxmlformats.org/drawingml/2006/main">
            <a:r>
              <a:t>sues200,sues200_satellite_to_uav_150m,3,visual,80,7,0.7,56,0.7,0.6607142857142857,0.3392857142857143,0.4129950239293608,a0024554fabfdcd03efe8d46da3c80414baa16d26cf6a40d05e521ce55eeaddc,14ace55e54b295dfd54e4b02ad311ed74dcc3605e272ad6d906202f627c59f44,033b6eaea71b3084ca043902f6ba03b6487bf1762a9180963357103097d172cc</a:t>
            </a:r>
          </a:p>
          <a:p xmlns:a="http://schemas.openxmlformats.org/drawingml/2006/main">
            <a:r>
              <a:t>sues200,sues200_satellite_to_uav_150m,3,visual,80,8,0.8,64,0.8,0.625,0.375,0.4129950239293608,a0024554fabfdcd03efe8d46da3c80414baa16d26cf6a40d05e521ce55eeaddc,d06b7d58f0e68295b0cdaba5d4659c42432494fb6d3aeaa4acf5be780a02037f,033b6eaea71b3084ca043902f6ba03b6487bf1762a9180963357103097d172cc</a:t>
            </a:r>
          </a:p>
          <a:p xmlns:a="http://schemas.openxmlformats.org/drawingml/2006/main">
            <a:r>
              <a:t>sues200,sues200_satellite_to_uav_150m,3,visual,80,9,0.9,72,0.9,0.625,0.375,0.4129950239293608,a0024554fabfdcd03efe8d46da3c80414baa16d26cf6a40d05e521ce55eeaddc,be0f4091e174815fd20efb2924f8a65032f16cf44f0c7a30b2589bd31fc89138,033b6eaea71b3084ca043902f6ba03b6487bf1762a9180963357103097d172cc</a:t>
            </a:r>
          </a:p>
          <a:p xmlns:a="http://schemas.openxmlformats.org/drawingml/2006/main">
            <a:r>
              <a:t>sues200,sues200_satellite_to_uav_150m,3,visual,80,10,1,80,1,0.6125,0.38749999999999996,0.4129950239293608,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150m,3,full,80,1,0.1,8,0.1,0.625,0.375,0.45208858250856,a0024554fabfdcd03efe8d46da3c80414baa16d26cf6a40d05e521ce55eeaddc,4419334215f461f50092d2f3d8bac9966a26adeb4ee12edbd38b71e29aebebe9,033b6eaea71b3084ca043902f6ba03b6487bf1762a9180963357103097d172cc</a:t>
            </a:r>
          </a:p>
          <a:p xmlns:a="http://schemas.openxmlformats.org/drawingml/2006/main">
            <a:r>
              <a:t>sues200,sues200_satellite_to_uav_150m,3,full,80,2,0.2,16,0.2,0.625,0.375,0.45208858250856,a0024554fabfdcd03efe8d46da3c80414baa16d26cf6a40d05e521ce55eeaddc,a855640130ff9e428449d89b8058d790216cb1bb3927b2eb9d5f9049f02a20bb,033b6eaea71b3084ca043902f6ba03b6487bf1762a9180963357103097d172cc</a:t>
            </a:r>
          </a:p>
          <a:p xmlns:a="http://schemas.openxmlformats.org/drawingml/2006/main">
            <a:r>
              <a:t>sues200,sues200_satellite_to_uav_150m,3,full,80,3,0.3,24,0.3,0.625,0.375,0.45208858250856,a0024554fabfdcd03efe8d46da3c80414baa16d26cf6a40d05e521ce55eeaddc,92cd85ae70c3755af4b9ed98c83ada34406836578fa3da00dde14a0ac5cae4d3,033b6eaea71b3084ca043902f6ba03b6487bf1762a9180963357103097d172cc</a:t>
            </a:r>
          </a:p>
          <a:p xmlns:a="http://schemas.openxmlformats.org/drawingml/2006/main">
            <a:r>
              <a:t>sues200,sues200_satellite_to_uav_150m,3,full,80,4,0.4,32,0.4,0.5625,0.4375,0.45208858250856,a0024554fabfdcd03efe8d46da3c80414baa16d26cf6a40d05e521ce55eeaddc,34cd5316dbe8a4ad7351c1d68d32e734b237712b9504bfde2c1758b2ea3fd5b5,033b6eaea71b3084ca043902f6ba03b6487bf1762a9180963357103097d172cc</a:t>
            </a:r>
          </a:p>
          <a:p xmlns:a="http://schemas.openxmlformats.org/drawingml/2006/main">
            <a:r>
              <a:t>sues200,sues200_satellite_to_uav_150m,3,full,80,5,0.5,40,0.5,0.525,0.475,0.45208858250856,a0024554fabfdcd03efe8d46da3c80414baa16d26cf6a40d05e521ce55eeaddc,1fd5e59e805a0497d69e438ab299b1e498701063874a0427896bafc8da385d35,033b6eaea71b3084ca043902f6ba03b6487bf1762a9180963357103097d172cc</a:t>
            </a:r>
          </a:p>
          <a:p xmlns:a="http://schemas.openxmlformats.org/drawingml/2006/main">
            <a:r>
              <a:t>sues200,sues200_satellite_to_uav_150m,3,full,80,6,0.6,48,0.6,0.5,0.5,0.45208858250856,a0024554fabfdcd03efe8d46da3c80414baa16d26cf6a40d05e521ce55eeaddc,39931f92b51ceb49c1fee26dae361b05ec61cc87fa96ba7d22200983a1df31a1,033b6eaea71b3084ca043902f6ba03b6487bf1762a9180963357103097d172cc</a:t>
            </a:r>
          </a:p>
          <a:p xmlns:a="http://schemas.openxmlformats.org/drawingml/2006/main">
            <a:r>
              <a:t>sues200,sues200_satellite_to_uav_150m,3,full,80,7,0.7,56,0.7,0.4642857142857143,0.5357142857142857,0.45208858250856,a0024554fabfdcd03efe8d46da3c80414baa16d26cf6a40d05e521ce55eeaddc,d330fea1eb04761625ba9f2bcd35a900a121f3063c71fe2fb24a1fe595625cc6,033b6eaea71b3084ca043902f6ba03b6487bf1762a9180963357103097d172cc</a:t>
            </a:r>
          </a:p>
          <a:p xmlns:a="http://schemas.openxmlformats.org/drawingml/2006/main">
            <a:r>
              <a:t>sues200,sues200_satellite_to_uav_150m,3,full,80,8,0.8,64,0.8,0.484375,0.515625,0.45208858250856,a0024554fabfdcd03efe8d46da3c80414baa16d26cf6a40d05e521ce55eeaddc,75a03091c1ea42637d1c31c6a8f2180245ecf4166eda090e0e397d74b5da8428,033b6eaea71b3084ca043902f6ba03b6487bf1762a9180963357103097d172cc</a:t>
            </a:r>
          </a:p>
          <a:p xmlns:a="http://schemas.openxmlformats.org/drawingml/2006/main">
            <a:r>
              <a:t>sues200,sues200_satellite_to_uav_150m,3,full,80,9,0.9,72,0.9,0.4861111111111111,0.5138888888888888,0.45208858250856,a0024554fabfdcd03efe8d46da3c80414baa16d26cf6a40d05e521ce55eeaddc,e012d68400484a13047f8112ce651aa5118baf4460f97d8f6521bbf8c29033e1,033b6eaea71b3084ca043902f6ba03b6487bf1762a9180963357103097d172cc</a:t>
            </a:r>
          </a:p>
          <a:p xmlns:a="http://schemas.openxmlformats.org/drawingml/2006/main">
            <a:r>
              <a:t>sues200,sues200_satellite_to_uav_150m,3,full,80,10,1,80,1,0.4875,0.5125,0.45208858250856,a0024554fabfdcd03efe8d46da3c80414baa16d26cf6a40d05e521ce55eeaddc,79fa3b3356020254021629e96d31e3f0d5a3a18f7c09b007ca16a9d342694d86,033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200 m → satellite.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N=4000.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sues200,sues200_uav_200m_to_satellite,1,visual,4000,1,0.1,400,0.1,0.6225,0.37749999999999995,0.4713633785790132,1c63f0c6b60ebe4da0355b53ff295adff78f798586c3e712f31f03804171e221,5e885a3bd966ed80d71c8c9ef30662c6bf6faed7cea1eef957132abb367b8801,033b6eaea71b3084ca043902f6ba03b6487bf1762a9180963357103097d172cc</a:t>
            </a:r>
          </a:p>
          <a:p xmlns:a="http://schemas.openxmlformats.org/drawingml/2006/main">
            <a:r>
              <a:t>sues200,sues200_uav_200m_to_satellite,1,visual,4000,2,0.2,800,0.2,0.62625,0.37375,0.4713633785790132,1c63f0c6b60ebe4da0355b53ff295adff78f798586c3e712f31f03804171e221,09b68cc861a6a4ab07185dcb1293b1093c9148e35d92b01b6a7a6f0ce9d8596a,033b6eaea71b3084ca043902f6ba03b6487bf1762a9180963357103097d172cc</a:t>
            </a:r>
          </a:p>
          <a:p xmlns:a="http://schemas.openxmlformats.org/drawingml/2006/main">
            <a:r>
              <a:t>sues200,sues200_uav_200m_to_satellite,1,visual,4000,3,0.3,1200,0.3,0.5916666666666667,0.4083333333333333,0.4713633785790132,1c63f0c6b60ebe4da0355b53ff295adff78f798586c3e712f31f03804171e221,3c5b193bb9aef578c958ea9d12b2cbc7e479ce73e2384b201d409f8ea72eb86a,033b6eaea71b3084ca043902f6ba03b6487bf1762a9180963357103097d172cc</a:t>
            </a:r>
          </a:p>
          <a:p xmlns:a="http://schemas.openxmlformats.org/drawingml/2006/main">
            <a:r>
              <a:t>sues200,sues200_uav_200m_to_satellite,1,visual,4000,4,0.4,1600,0.4,0.56125,0.43875,0.4713633785790132,1c63f0c6b60ebe4da0355b53ff295adff78f798586c3e712f31f03804171e221,c9b05b1c051a1bf8ab94363254bd9eda27f23b79bc1d43588c2a57df5f4ea325,033b6eaea71b3084ca043902f6ba03b6487bf1762a9180963357103097d172cc</a:t>
            </a:r>
          </a:p>
          <a:p xmlns:a="http://schemas.openxmlformats.org/drawingml/2006/main">
            <a:r>
              <a:t>sues200,sues200_uav_200m_to_satellite,1,visual,4000,5,0.5,2000,0.5,0.5315,0.4685,0.4713633785790132,1c63f0c6b60ebe4da0355b53ff295adff78f798586c3e712f31f03804171e221,7153c16d25b799aa8129a9ae8a3a22b5fc89b9158de3eb544026a0cefa42d5fb,033b6eaea71b3084ca043902f6ba03b6487bf1762a9180963357103097d172cc</a:t>
            </a:r>
          </a:p>
          <a:p xmlns:a="http://schemas.openxmlformats.org/drawingml/2006/main">
            <a:r>
              <a:t>sues200,sues200_uav_200m_to_satellite,1,visual,4000,6,0.6,2400,0.6,0.5083333333333333,0.4916666666666667,0.4713633785790132,1c63f0c6b60ebe4da0355b53ff295adff78f798586c3e712f31f03804171e221,8052cd80324d89ea1a0465b35fcbcabd489222c524235f4a297775135a8961dc,033b6eaea71b3084ca043902f6ba03b6487bf1762a9180963357103097d172cc</a:t>
            </a:r>
          </a:p>
          <a:p xmlns:a="http://schemas.openxmlformats.org/drawingml/2006/main">
            <a:r>
              <a:t>sues200,sues200_uav_200m_to_satellite,1,visual,4000,7,0.7,2800,0.7,0.4775,0.5225,0.4713633785790132,1c63f0c6b60ebe4da0355b53ff295adff78f798586c3e712f31f03804171e221,0abe6060f329680043b0e82a7b462bbec6630ef12b3310fd772692f39135f335,033b6eaea71b3084ca043902f6ba03b6487bf1762a9180963357103097d172cc</a:t>
            </a:r>
          </a:p>
          <a:p xmlns:a="http://schemas.openxmlformats.org/drawingml/2006/main">
            <a:r>
              <a:t>sues200,sues200_uav_200m_to_satellite,1,visual,4000,8,0.8,3200,0.8,0.454375,0.545625,0.4713633785790132,1c63f0c6b60ebe4da0355b53ff295adff78f798586c3e712f31f03804171e221,e9bf09af879391571fd4376df35f9ab3201c663794d00ee811eff94165d993fb,033b6eaea71b3084ca043902f6ba03b6487bf1762a9180963357103097d172cc</a:t>
            </a:r>
          </a:p>
          <a:p xmlns:a="http://schemas.openxmlformats.org/drawingml/2006/main">
            <a:r>
              <a:t>sues200,sues200_uav_200m_to_satellite,1,visual,4000,9,0.9,3600,0.9,0.43583333333333335,0.5641666666666667,0.4713633785790132,1c63f0c6b60ebe4da0355b53ff295adff78f798586c3e712f31f03804171e221,19f1b1d6cba7df87a4c0308825e7c9b5f77e1b5bb2f5862240e4e7fb6c0a3250,033b6eaea71b3084ca043902f6ba03b6487bf1762a9180963357103097d172cc</a:t>
            </a:r>
          </a:p>
          <a:p xmlns:a="http://schemas.openxmlformats.org/drawingml/2006/main">
            <a:r>
              <a:t>sues200,sues200_uav_200m_to_satellite,1,visual,4000,10,1,4000,1,0.4145,0.5855,0.4713633785790132,1c63f0c6b60ebe4da0355b53ff295adff78f798586c3e712f31f03804171e221,18f249550056a5934e3496623374de2abe89f37bf6a22061d596251bd7d4c6b7,033b6eaea71b3084ca043902f6ba03b6487bf1762a9180963357103097d172cc</a:t>
            </a:r>
          </a:p>
          <a:p xmlns:a="http://schemas.openxmlformats.org/drawingml/2006/main">
            <a:r>
              <a:t>sues200,sues200_uav_200m_to_satellite,1,full,4000,1,0.1,400,0.1,0.4925,0.5075000000000001,0.5899499320850647,1c63f0c6b60ebe4da0355b53ff295adff78f798586c3e712f31f03804171e221,d4c5b6c7ce47cc18776f59ca44ae83101674934f0e08f42ac1107a05383c9df2,033b6eaea71b3084ca043902f6ba03b6487bf1762a9180963357103097d172cc</a:t>
            </a:r>
          </a:p>
          <a:p xmlns:a="http://schemas.openxmlformats.org/drawingml/2006/main">
            <a:r>
              <a:t>sues200,sues200_uav_200m_to_satellite,1,full,4000,2,0.2,800,0.2,0.5025,0.49750000000000005,0.5899499320850647,1c63f0c6b60ebe4da0355b53ff295adff78f798586c3e712f31f03804171e221,c965abedaa63382dc830fd2ef1b706cc7daf6bc494af10f7ef03489186ee1421,033b6eaea71b3084ca043902f6ba03b6487bf1762a9180963357103097d172cc</a:t>
            </a:r>
          </a:p>
          <a:p xmlns:a="http://schemas.openxmlformats.org/drawingml/2006/main">
            <a:r>
              <a:t>sues200,sues200_uav_200m_to_satellite,1,full,4000,3,0.3,1200,0.3,0.46416666666666667,0.5358333333333334,0.5899499320850647,1c63f0c6b60ebe4da0355b53ff295adff78f798586c3e712f31f03804171e221,9d391b994242170a85bb86d776742e29c66dc6e411b7164b2d0b3ebde409cb53,033b6eaea71b3084ca043902f6ba03b6487bf1762a9180963357103097d172cc</a:t>
            </a:r>
          </a:p>
          <a:p xmlns:a="http://schemas.openxmlformats.org/drawingml/2006/main">
            <a:r>
              <a:t>sues200,sues200_uav_200m_to_satellite,1,full,4000,4,0.4,1600,0.4,0.435,0.565,0.5899499320850647,1c63f0c6b60ebe4da0355b53ff295adff78f798586c3e712f31f03804171e221,5784adc48736380cf72b867524a5befdbe16b576e8022feb1cd50dc13a83418c,033b6eaea71b3084ca043902f6ba03b6487bf1762a9180963357103097d172cc</a:t>
            </a:r>
          </a:p>
          <a:p xmlns:a="http://schemas.openxmlformats.org/drawingml/2006/main">
            <a:r>
              <a:t>sues200,sues200_uav_200m_to_satellite,1,full,4000,5,0.5,2000,0.5,0.4205,0.5795,0.5899499320850647,1c63f0c6b60ebe4da0355b53ff295adff78f798586c3e712f31f03804171e221,cf61ba9a4b8bead1b26ddfe61aedf596a8ae98f946d242aa8912b73c7cf6f57a,033b6eaea71b3084ca043902f6ba03b6487bf1762a9180963357103097d172cc</a:t>
            </a:r>
          </a:p>
          <a:p xmlns:a="http://schemas.openxmlformats.org/drawingml/2006/main">
            <a:r>
              <a:t>sues200,sues200_uav_200m_to_satellite,1,full,4000,6,0.6,2400,0.6,0.39708333333333334,0.6029166666666667,0.5899499320850647,1c63f0c6b60ebe4da0355b53ff295adff78f798586c3e712f31f03804171e221,fc7a53714ad8fc6c0644c3eec592a6810b7b3dc42aad68acb297f89962e2f1a2,033b6eaea71b3084ca043902f6ba03b6487bf1762a9180963357103097d172cc</a:t>
            </a:r>
          </a:p>
          <a:p xmlns:a="http://schemas.openxmlformats.org/drawingml/2006/main">
            <a:r>
              <a:t>sues200,sues200_uav_200m_to_satellite,1,full,4000,7,0.7,2800,0.7,0.37857142857142856,0.6214285714285714,0.5899499320850647,1c63f0c6b60ebe4da0355b53ff295adff78f798586c3e712f31f03804171e221,ae651595f8a191e8694ca7b04888cb83aa8d5454abc63b28343a9c3c14fc4ed3,033b6eaea71b3084ca043902f6ba03b6487bf1762a9180963357103097d172cc</a:t>
            </a:r>
          </a:p>
          <a:p xmlns:a="http://schemas.openxmlformats.org/drawingml/2006/main">
            <a:r>
              <a:t>sues200,sues200_uav_200m_to_satellite,1,full,4000,8,0.8,3200,0.8,0.3653125,0.6346875000000001,0.5899499320850647,1c63f0c6b60ebe4da0355b53ff295adff78f798586c3e712f31f03804171e221,9b223e5f6203d0b1f42cbf0632e6ac84b231125f07d21e68110aac05ccc03d1d,033b6eaea71b3084ca043902f6ba03b6487bf1762a9180963357103097d172cc</a:t>
            </a:r>
          </a:p>
          <a:p xmlns:a="http://schemas.openxmlformats.org/drawingml/2006/main">
            <a:r>
              <a:t>sues200,sues200_uav_200m_to_satellite,1,full,4000,9,0.9,3600,0.9,0.3516666666666667,0.6483333333333333,0.5899499320850647,1c63f0c6b60ebe4da0355b53ff295adff78f798586c3e712f31f03804171e221,a844a38944671b9df1457a0e931636f7dc1251e85ea6fc0ccc190b776275e958,033b6eaea71b3084ca043902f6ba03b6487bf1762a9180963357103097d172cc</a:t>
            </a:r>
          </a:p>
          <a:p xmlns:a="http://schemas.openxmlformats.org/drawingml/2006/main">
            <a:r>
              <a:t>sues200,sues200_uav_200m_to_satellite,1,full,4000,10,1,4000,1,0.3315,0.6685,0.5899499320850647,1c63f0c6b60ebe4da0355b53ff295adff78f798586c3e712f31f03804171e221,18f249550056a5934e3496623374de2abe89f37bf6a22061d596251bd7d4c6b7,033b6eaea71b3084ca043902f6ba03b6487bf1762a9180963357103097d172cc</a:t>
            </a:r>
          </a:p>
          <a:p xmlns:a="http://schemas.openxmlformats.org/drawingml/2006/main">
            <a:r>
              <a:t>sues200,sues200_uav_200m_to_satellite,2,visual,4000,1,0.1,400,0.1,0.625,0.375,0.4625959613924091,1c63f0c6b60ebe4da0355b53ff295adff78f798586c3e712f31f03804171e221,d5195415d812f7134e6c581a835c1db048dd70d11c1e8328c252fe6dabb3e6a5,033b6eaea71b3084ca043902f6ba03b6487bf1762a9180963357103097d172cc</a:t>
            </a:r>
          </a:p>
          <a:p xmlns:a="http://schemas.openxmlformats.org/drawingml/2006/main">
            <a:r>
              <a:t>sues200,sues200_uav_200m_to_satellite,2,visual,4000,2,0.2,800,0.2,0.64,0.36,0.4625959613924091,1c63f0c6b60ebe4da0355b53ff295adff78f798586c3e712f31f03804171e221,d7685176c5257d1cad0929102c6514c4353187d42679d1aa798764dadfa97fe9,033b6eaea71b3084ca043902f6ba03b6487bf1762a9180963357103097d172cc</a:t>
            </a:r>
          </a:p>
          <a:p xmlns:a="http://schemas.openxmlformats.org/drawingml/2006/main">
            <a:r>
              <a:t>sues200,sues200_uav_200m_to_satellite,2,visual,4000,3,0.3,1200,0.3,0.6041666666666666,0.39583333333333337,0.4625959613924091,1c63f0c6b60ebe4da0355b53ff295adff78f798586c3e712f31f03804171e221,0f82f1c9daccc8cfefe54ac4e3f64376691cb89c95a902b5eb34ed5d3012e306,033b6eaea71b3084ca043902f6ba03b6487bf1762a9180963357103097d172cc</a:t>
            </a:r>
          </a:p>
          <a:p xmlns:a="http://schemas.openxmlformats.org/drawingml/2006/main">
            <a:r>
              <a:t>sues200,sues200_uav_200m_to_satellite,2,visual,4000,4,0.4,1600,0.4,0.5725,0.4275,0.4625959613924091,1c63f0c6b60ebe4da0355b53ff295adff78f798586c3e712f31f03804171e221,3854e82c202ec89fa74d69070d9fd8385146de1812b585eb36b15501930e63f0,033b6eaea71b3084ca043902f6ba03b6487bf1762a9180963357103097d172cc</a:t>
            </a:r>
          </a:p>
          <a:p xmlns:a="http://schemas.openxmlformats.org/drawingml/2006/main">
            <a:r>
              <a:t>sues200,sues200_uav_200m_to_satellite,2,visual,4000,5,0.5,2000,0.5,0.5505,0.4495,0.4625959613924091,1c63f0c6b60ebe4da0355b53ff295adff78f798586c3e712f31f03804171e221,9b80d4550884fc094d89bbbc4e036da5eabd12418bbc6724a9aac0f0f7ed2f6d,033b6eaea71b3084ca043902f6ba03b6487bf1762a9180963357103097d172cc</a:t>
            </a:r>
          </a:p>
          <a:p xmlns:a="http://schemas.openxmlformats.org/drawingml/2006/main">
            <a:r>
              <a:t>sues200,sues200_uav_200m_to_satellite,2,visual,4000,6,0.6,2400,0.6,0.5204166666666666,0.47958333333333336,0.4625959613924091,1c63f0c6b60ebe4da0355b53ff295adff78f798586c3e712f31f03804171e221,7f35099a520e978d17f9ca797b955fd622bfda0c871a3b23b3ee0542219736c3,033b6eaea71b3084ca043902f6ba03b6487bf1762a9180963357103097d172cc</a:t>
            </a:r>
          </a:p>
          <a:p xmlns:a="http://schemas.openxmlformats.org/drawingml/2006/main">
            <a:r>
              <a:t>sues200,sues200_uav_200m_to_satellite,2,visual,4000,7,0.7,2800,0.7,0.4975,0.5025,0.4625959613924091,1c63f0c6b60ebe4da0355b53ff295adff78f798586c3e712f31f03804171e221,601350415f5135e3dad93d21f4ade7f103ca253e8e53f89eec625c68c475595e,033b6eaea71b3084ca043902f6ba03b6487bf1762a9180963357103097d172cc</a:t>
            </a:r>
          </a:p>
          <a:p xmlns:a="http://schemas.openxmlformats.org/drawingml/2006/main">
            <a:r>
              <a:t>sues200,sues200_uav_200m_to_satellite,2,visual,4000,8,0.8,3200,0.8,0.4771875,0.5228125,0.4625959613924091,1c63f0c6b60ebe4da0355b53ff295adff78f798586c3e712f31f03804171e221,6eec3584cdd584c380297e630dd456a9465c24d8d5962e0ae20abcf39547d340,033b6eaea71b3084ca043902f6ba03b6487bf1762a9180963357103097d172cc</a:t>
            </a:r>
          </a:p>
          <a:p xmlns:a="http://schemas.openxmlformats.org/drawingml/2006/main">
            <a:r>
              <a:t>sues200,sues200_uav_200m_to_satellite,2,visual,4000,9,0.9,3600,0.9,0.4525,0.5475,0.4625959613924091,1c63f0c6b60ebe4da0355b53ff295adff78f798586c3e712f31f03804171e221,0a9a44d6145d04d82b7bcae609ffeda2c0125f39865a6742ef88d4c52c8060d6,033b6eaea71b3084ca043902f6ba03b6487bf1762a9180963357103097d172cc</a:t>
            </a:r>
          </a:p>
          <a:p xmlns:a="http://schemas.openxmlformats.org/drawingml/2006/main">
            <a:r>
              <a:t>sues200,sues200_uav_200m_to_satellite,2,visual,4000,10,1,4000,1,0.42725,0.57275,0.4625959613924091,1c63f0c6b60ebe4da0355b53ff295adff78f798586c3e712f31f03804171e221,18f249550056a5934e3496623374de2abe89f37bf6a22061d596251bd7d4c6b7,033b6eaea71b3084ca043902f6ba03b6487bf1762a9180963357103097d172cc</a:t>
            </a:r>
          </a:p>
          <a:p xmlns:a="http://schemas.openxmlformats.org/drawingml/2006/main">
            <a:r>
              <a:t>sues200,sues200_uav_200m_to_satellite,2,full,4000,1,0.1,400,0.1,0.515,0.485,0.582845637674643,1c63f0c6b60ebe4da0355b53ff295adff78f798586c3e712f31f03804171e221,3c947f073f6c377de89d5f5545d7498e6f8f2c7ab8bac8584db6d80fe8bf4560,033b6eaea71b3084ca043902f6ba03b6487bf1762a9180963357103097d172cc</a:t>
            </a:r>
          </a:p>
          <a:p xmlns:a="http://schemas.openxmlformats.org/drawingml/2006/main">
            <a:r>
              <a:t>sues200,sues200_uav_200m_to_satellite,2,full,4000,2,0.2,800,0.2,0.4875,0.5125,0.582845637674643,1c63f0c6b60ebe4da0355b53ff295adff78f798586c3e712f31f03804171e221,e47cd4006f3c7b4f27e7f67beb99759531c7a2817b33d703152a620f2ddf2a82,033b6eaea71b3084ca043902f6ba03b6487bf1762a9180963357103097d172cc</a:t>
            </a:r>
          </a:p>
          <a:p xmlns:a="http://schemas.openxmlformats.org/drawingml/2006/main">
            <a:r>
              <a:t>sues200,sues200_uav_200m_to_satellite,2,full,4000,3,0.3,1200,0.3,0.4658333333333333,0.5341666666666667,0.582845637674643,1c63f0c6b60ebe4da0355b53ff295adff78f798586c3e712f31f03804171e221,abaf0deea29f60ef796947b4b5d279c97b99c4429c9a08da0c2e33ce9375b903,033b6eaea71b3084ca043902f6ba03b6487bf1762a9180963357103097d172cc</a:t>
            </a:r>
          </a:p>
          <a:p xmlns:a="http://schemas.openxmlformats.org/drawingml/2006/main">
            <a:r>
              <a:t>sues200,sues200_uav_200m_to_satellite,2,full,4000,4,0.4,1600,0.4,0.440625,0.559375,0.582845637674643,1c63f0c6b60ebe4da0355b53ff295adff78f798586c3e712f31f03804171e221,02418c827c93dd7110b9c933c25ba1e0d43bc737179e67b6b7c590d8db095edb,033b6eaea71b3084ca043902f6ba03b6487bf1762a9180963357103097d172cc</a:t>
            </a:r>
          </a:p>
          <a:p xmlns:a="http://schemas.openxmlformats.org/drawingml/2006/main">
            <a:r>
              <a:t>sues200,sues200_uav_200m_to_satellite,2,full,4000,5,0.5,2000,0.5,0.4165,0.5835,0.582845637674643,1c63f0c6b60ebe4da0355b53ff295adff78f798586c3e712f31f03804171e221,49945e8850785f2df1a36bb7041a39c3dc47b2be5270b06ffa19f32293d2b239,033b6eaea71b3084ca043902f6ba03b6487bf1762a9180963357103097d172cc</a:t>
            </a:r>
          </a:p>
          <a:p xmlns:a="http://schemas.openxmlformats.org/drawingml/2006/main">
            <a:r>
              <a:t>sues200,sues200_uav_200m_to_satellite,2,full,4000,6,0.6,2400,0.6,0.39625,0.60375,0.582845637674643,1c63f0c6b60ebe4da0355b53ff295adff78f798586c3e712f31f03804171e221,cd5823d347eeb26b98e91da63113767f1e4617461a455e99d72210431e743ab0,033b6eaea71b3084ca043902f6ba03b6487bf1762a9180963357103097d172cc</a:t>
            </a:r>
          </a:p>
          <a:p xmlns:a="http://schemas.openxmlformats.org/drawingml/2006/main">
            <a:r>
              <a:t>sues200,sues200_uav_200m_to_satellite,2,full,4000,7,0.7,2800,0.7,0.37892857142857145,0.6210714285714285,0.582845637674643,1c63f0c6b60ebe4da0355b53ff295adff78f798586c3e712f31f03804171e221,daee31d458198714be09f85407cc7d37da207617dd3510e0c451f29ee95aee5a,033b6eaea71b3084ca043902f6ba03b6487bf1762a9180963357103097d172cc</a:t>
            </a:r>
          </a:p>
          <a:p xmlns:a="http://schemas.openxmlformats.org/drawingml/2006/main">
            <a:r>
              <a:t>sues200,sues200_uav_200m_to_satellite,2,full,4000,8,0.8,3200,0.8,0.36125,0.6387499999999999,0.582845637674643,1c63f0c6b60ebe4da0355b53ff295adff78f798586c3e712f31f03804171e221,882bcef4d22e611ccd2d1b49c14e268ff27cd91e36e9797591db31dc2e91b16c,033b6eaea71b3084ca043902f6ba03b6487bf1762a9180963357103097d172cc</a:t>
            </a:r>
          </a:p>
          <a:p xmlns:a="http://schemas.openxmlformats.org/drawingml/2006/main">
            <a:r>
              <a:t>sues200,sues200_uav_200m_to_satellite,2,full,4000,9,0.9,3600,0.9,0.3463888888888889,0.6536111111111111,0.582845637674643,1c63f0c6b60ebe4da0355b53ff295adff78f798586c3e712f31f03804171e221,b7b2bfed32b9854014782c4ce4ffe521139dda00145e6fbb153fccd82a9ca257,033b6eaea71b3084ca043902f6ba03b6487bf1762a9180963357103097d172cc</a:t>
            </a:r>
          </a:p>
          <a:p xmlns:a="http://schemas.openxmlformats.org/drawingml/2006/main">
            <a:r>
              <a:t>sues200,sues200_uav_200m_to_satellite,2,full,4000,10,1,4000,1,0.32725,0.67275,0.582845637674643,1c63f0c6b60ebe4da0355b53ff295adff78f798586c3e712f31f03804171e221,18f249550056a5934e3496623374de2abe89f37bf6a22061d596251bd7d4c6b7,033b6eaea71b3084ca043902f6ba03b6487bf1762a9180963357103097d172cc</a:t>
            </a:r>
          </a:p>
          <a:p xmlns:a="http://schemas.openxmlformats.org/drawingml/2006/main">
            <a:r>
              <a:t>sues200,sues200_uav_200m_to_satellite,3,visual,4000,1,0.1,400,0.1,0.76,0.24,0.40162158943879583,1c63f0c6b60ebe4da0355b53ff295adff78f798586c3e712f31f03804171e221,aa2b0f3096fb3291ec34c7d6acea079ad72ac6f46f3a51cd36e81ea32ab6c6bf,033b6eaea71b3084ca043902f6ba03b6487bf1762a9180963357103097d172cc</a:t>
            </a:r>
          </a:p>
          <a:p xmlns:a="http://schemas.openxmlformats.org/drawingml/2006/main">
            <a:r>
              <a:t>sues200,sues200_uav_200m_to_satellite,3,visual,4000,2,0.2,800,0.2,0.71,0.29000000000000004,0.40162158943879583,1c63f0c6b60ebe4da0355b53ff295adff78f798586c3e712f31f03804171e221,41c4dbb3297c148b9ffd16a1415bfc57f3c3e7a7698a6d78d50fa67034e1fc59,033b6eaea71b3084ca043902f6ba03b6487bf1762a9180963357103097d172cc</a:t>
            </a:r>
          </a:p>
          <a:p xmlns:a="http://schemas.openxmlformats.org/drawingml/2006/main">
            <a:r>
              <a:t>sues200,sues200_uav_200m_to_satellite,3,visual,4000,3,0.3,1200,0.3,0.6508333333333334,0.3491666666666666,0.40162158943879583,1c63f0c6b60ebe4da0355b53ff295adff78f798586c3e712f31f03804171e221,b4b3b748aeca29727e76327921a71f1c1110012cf4774b9be766250670e97eb8,033b6eaea71b3084ca043902f6ba03b6487bf1762a9180963357103097d172cc</a:t>
            </a:r>
          </a:p>
          <a:p xmlns:a="http://schemas.openxmlformats.org/drawingml/2006/main">
            <a:r>
              <a:t>sues200,sues200_uav_200m_to_satellite,3,visual,4000,4,0.4,1600,0.4,0.618125,0.38187499999999996,0.40162158943879583,1c63f0c6b60ebe4da0355b53ff295adff78f798586c3e712f31f03804171e221,652ee8fae55e0e88ecb81708d39335941603033ce0dda27d5b717e2c8c2704b2,033b6eaea71b3084ca043902f6ba03b6487bf1762a9180963357103097d172cc</a:t>
            </a:r>
          </a:p>
          <a:p xmlns:a="http://schemas.openxmlformats.org/drawingml/2006/main">
            <a:r>
              <a:t>sues200,sues200_uav_200m_to_satellite,3,visual,4000,5,0.5,2000,0.5,0.58,0.42000000000000004,0.40162158943879583,1c63f0c6b60ebe4da0355b53ff295adff78f798586c3e712f31f03804171e221,d7c43be39a5d6a5016b0f78301e4714ab4505aeecdcdc29a4480143355e0ea3c,033b6eaea71b3084ca043902f6ba03b6487bf1762a9180963357103097d172cc</a:t>
            </a:r>
          </a:p>
          <a:p xmlns:a="http://schemas.openxmlformats.org/drawingml/2006/main">
            <a:r>
              <a:t>sues200,sues200_uav_200m_to_satellite,3,visual,4000,6,0.6,2400,0.6,0.5491666666666667,0.4508333333333333,0.40162158943879583,1c63f0c6b60ebe4da0355b53ff295adff78f798586c3e712f31f03804171e221,2471b102ccd02b5660df105d17a477bc9a55dcc90b96fbc905925a74d13787c4,033b6eaea71b3084ca043902f6ba03b6487bf1762a9180963357103097d172cc</a:t>
            </a:r>
          </a:p>
          <a:p xmlns:a="http://schemas.openxmlformats.org/drawingml/2006/main">
            <a:r>
              <a:t>sues200,sues200_uav_200m_to_satellite,3,visual,4000,7,0.7,2800,0.7,0.5242857142857142,0.47571428571428576,0.40162158943879583,1c63f0c6b60ebe4da0355b53ff295adff78f798586c3e712f31f03804171e221,05c11a7669f4d5d925e436a8abfc951db442ff232511b919aecd463a4984c7a1,033b6eaea71b3084ca043902f6ba03b6487bf1762a9180963357103097d172cc</a:t>
            </a:r>
          </a:p>
          <a:p xmlns:a="http://schemas.openxmlformats.org/drawingml/2006/main">
            <a:r>
              <a:t>sues200,sues200_uav_200m_to_satellite,3,visual,4000,8,0.8,3200,0.8,0.49875,0.50125,0.40162158943879583,1c63f0c6b60ebe4da0355b53ff295adff78f798586c3e712f31f03804171e221,4df96a29729f9cfd8bfdf288c8615fd8309867e9596d4e17476c73c8669cbed3,033b6eaea71b3084ca043902f6ba03b6487bf1762a9180963357103097d172cc</a:t>
            </a:r>
          </a:p>
          <a:p xmlns:a="http://schemas.openxmlformats.org/drawingml/2006/main">
            <a:r>
              <a:t>sues200,sues200_uav_200m_to_satellite,3,visual,4000,9,0.9,3600,0.9,0.47638888888888886,0.5236111111111111,0.40162158943879583,1c63f0c6b60ebe4da0355b53ff295adff78f798586c3e712f31f03804171e221,3c8e99524ee3fd4d3e30c3e385e3429da11ed567eb5dd0cb0e9a559f7044ee89,033b6eaea71b3084ca043902f6ba03b6487bf1762a9180963357103097d172cc</a:t>
            </a:r>
          </a:p>
          <a:p xmlns:a="http://schemas.openxmlformats.org/drawingml/2006/main">
            <a:r>
              <a:t>sues200,sues200_uav_200m_to_satellite,3,visual,4000,10,1,4000,1,0.4475,0.5525,0.40162158943879583,1c63f0c6b60ebe4da0355b53ff295adff78f798586c3e712f31f03804171e221,18f249550056a5934e3496623374de2abe89f37bf6a22061d596251bd7d4c6b7,033b6eaea71b3084ca043902f6ba03b6487bf1762a9180963357103097d172cc</a:t>
            </a:r>
          </a:p>
          <a:p xmlns:a="http://schemas.openxmlformats.org/drawingml/2006/main">
            <a:r>
              <a:t>sues200,sues200_uav_200m_to_satellite,3,full,4000,1,0.1,400,0.1,0.575,0.42500000000000004,0.5317177549503102,1c63f0c6b60ebe4da0355b53ff295adff78f798586c3e712f31f03804171e221,106b86f3086829809dce457b95e6da5ded50af30572dc651ace4d22e60214197,033b6eaea71b3084ca043902f6ba03b6487bf1762a9180963357103097d172cc</a:t>
            </a:r>
          </a:p>
          <a:p xmlns:a="http://schemas.openxmlformats.org/drawingml/2006/main">
            <a:r>
              <a:t>sues200,sues200_uav_200m_to_satellite,3,full,4000,2,0.2,800,0.2,0.56875,0.43125,0.5317177549503102,1c63f0c6b60ebe4da0355b53ff295adff78f798586c3e712f31f03804171e221,c8e3044eba27a94527443d9314255b56ac37e7397ad582ad1dd8f0d7d34a5fd0,033b6eaea71b3084ca043902f6ba03b6487bf1762a9180963357103097d172cc</a:t>
            </a:r>
          </a:p>
          <a:p xmlns:a="http://schemas.openxmlformats.org/drawingml/2006/main">
            <a:r>
              <a:t>sues200,sues200_uav_200m_to_satellite,3,full,4000,3,0.3,1200,0.3,0.5458333333333333,0.4541666666666667,0.5317177549503102,1c63f0c6b60ebe4da0355b53ff295adff78f798586c3e712f31f03804171e221,4591fb0a1193546d1f36d1d188c995f3aa2ef5ef351d841383d0aa624136b883,033b6eaea71b3084ca043902f6ba03b6487bf1762a9180963357103097d172cc</a:t>
            </a:r>
          </a:p>
          <a:p xmlns:a="http://schemas.openxmlformats.org/drawingml/2006/main">
            <a:r>
              <a:t>sues200,sues200_uav_200m_to_satellite,3,full,4000,4,0.4,1600,0.4,0.50625,0.49375,0.5317177549503102,1c63f0c6b60ebe4da0355b53ff295adff78f798586c3e712f31f03804171e221,0579f38a4e90306ebf3f16eecffc259c189ebd98333d8743725f98c1a1c5ca23,033b6eaea71b3084ca043902f6ba03b6487bf1762a9180963357103097d172cc</a:t>
            </a:r>
          </a:p>
          <a:p xmlns:a="http://schemas.openxmlformats.org/drawingml/2006/main">
            <a:r>
              <a:t>sues200,sues200_uav_200m_to_satellite,3,full,4000,5,0.5,2000,0.5,0.475,0.525,0.5317177549503102,1c63f0c6b60ebe4da0355b53ff295adff78f798586c3e712f31f03804171e221,6d995ba19964c936c7ad53761287d9d1dbff92cae38f3b01f1c1f35ef0ed62f3,033b6eaea71b3084ca043902f6ba03b6487bf1762a9180963357103097d172cc</a:t>
            </a:r>
          </a:p>
          <a:p xmlns:a="http://schemas.openxmlformats.org/drawingml/2006/main">
            <a:r>
              <a:t>sues200,sues200_uav_200m_to_satellite,3,full,4000,6,0.6,2400,0.6,0.4429166666666667,0.5570833333333334,0.5317177549503102,1c63f0c6b60ebe4da0355b53ff295adff78f798586c3e712f31f03804171e221,78b8aeed0531dbd14746bfc326c61a7e5abe779fe9bc08b7c648467ca167ff29,033b6eaea71b3084ca043902f6ba03b6487bf1762a9180963357103097d172cc</a:t>
            </a:r>
          </a:p>
          <a:p xmlns:a="http://schemas.openxmlformats.org/drawingml/2006/main">
            <a:r>
              <a:t>sues200,sues200_uav_200m_to_satellite,3,full,4000,7,0.7,2800,0.7,0.41678571428571426,0.5832142857142857,0.5317177549503102,1c63f0c6b60ebe4da0355b53ff295adff78f798586c3e712f31f03804171e221,c550547022791af4a7b9ac3360a16082a20a3c052172dbfbec9fa8e18841148c,033b6eaea71b3084ca043902f6ba03b6487bf1762a9180963357103097d172cc</a:t>
            </a:r>
          </a:p>
          <a:p xmlns:a="http://schemas.openxmlformats.org/drawingml/2006/main">
            <a:r>
              <a:t>sues200,sues200_uav_200m_to_satellite,3,full,4000,8,0.8,3200,0.8,0.3928125,0.6071875,0.5317177549503102,1c63f0c6b60ebe4da0355b53ff295adff78f798586c3e712f31f03804171e221,f29eaa4140e67764a508b46bd9639ff4f7a5ac8b8d72171d72f0e5dc0113c618,033b6eaea71b3084ca043902f6ba03b6487bf1762a9180963357103097d172cc</a:t>
            </a:r>
          </a:p>
          <a:p xmlns:a="http://schemas.openxmlformats.org/drawingml/2006/main">
            <a:r>
              <a:t>sues200,sues200_uav_200m_to_satellite,3,full,4000,9,0.9,3600,0.9,0.37472222222222223,0.6252777777777778,0.5317177549503102,1c63f0c6b60ebe4da0355b53ff295adff78f798586c3e712f31f03804171e221,22623e930dd42ea804456426d634365ce40d3e044d488cd50e01620a5101b14a,033b6eaea71b3084ca043902f6ba03b6487bf1762a9180963357103097d172cc</a:t>
            </a:r>
          </a:p>
          <a:p xmlns:a="http://schemas.openxmlformats.org/drawingml/2006/main">
            <a:r>
              <a:t>sues200,sues200_uav_200m_to_satellite,3,full,4000,10,1,4000,1,0.35,0.65,0.5317177549503102,1c63f0c6b60ebe4da0355b53ff295adff78f798586c3e712f31f03804171e221,18f249550056a5934e3496623374de2abe89f37bf6a22061d596251bd7d4c6b7,033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200 m.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N=80.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sues200,sues200_satellite_to_uav_200m,1,visual,80,1,0.1,8,0.1,0.75,0.25,0.3091777083464426,a0024554fabfdcd03efe8d46da3c80414baa16d26cf6a40d05e521ce55eeaddc,a00a3f86463aa40b7bc142378cad75714c72d9ad186c1b788f064c6670deeb34,033b6eaea71b3084ca043902f6ba03b6487bf1762a9180963357103097d172cc</a:t>
            </a:r>
          </a:p>
          <a:p xmlns:a="http://schemas.openxmlformats.org/drawingml/2006/main">
            <a:r>
              <a:t>sues200,sues200_satellite_to_uav_200m,1,visual,80,2,0.2,16,0.2,0.8125,0.1875,0.3091777083464426,a0024554fabfdcd03efe8d46da3c80414baa16d26cf6a40d05e521ce55eeaddc,c7ef1fb937c4475e54953228e3c19a4810bead412108c6bcfc8935dbd3f46843,033b6eaea71b3084ca043902f6ba03b6487bf1762a9180963357103097d172cc</a:t>
            </a:r>
          </a:p>
          <a:p xmlns:a="http://schemas.openxmlformats.org/drawingml/2006/main">
            <a:r>
              <a:t>sues200,sues200_satellite_to_uav_200m,1,visual,80,3,0.3,24,0.3,0.7916666666666666,0.20833333333333337,0.3091777083464426,a0024554fabfdcd03efe8d46da3c80414baa16d26cf6a40d05e521ce55eeaddc,308e541393b12705425ec5cd31212e379b5c5b0fa43f1ded2c083e6aa5ca3319,033b6eaea71b3084ca043902f6ba03b6487bf1762a9180963357103097d172cc</a:t>
            </a:r>
          </a:p>
          <a:p xmlns:a="http://schemas.openxmlformats.org/drawingml/2006/main">
            <a:r>
              <a:t>sues200,sues200_satellite_to_uav_200m,1,visual,80,4,0.4,32,0.4,0.71875,0.28125,0.3091777083464426,a0024554fabfdcd03efe8d46da3c80414baa16d26cf6a40d05e521ce55eeaddc,82caf30ef66d9e6de84055dcd60756d12fd0b6ec5c1f71aed53b1485901e151b,033b6eaea71b3084ca043902f6ba03b6487bf1762a9180963357103097d172cc</a:t>
            </a:r>
          </a:p>
          <a:p xmlns:a="http://schemas.openxmlformats.org/drawingml/2006/main">
            <a:r>
              <a:t>sues200,sues200_satellite_to_uav_200m,1,visual,80,5,0.5,40,0.5,0.65,0.35,0.3091777083464426,a0024554fabfdcd03efe8d46da3c80414baa16d26cf6a40d05e521ce55eeaddc,77e378d868fb519aa1a4c0ca8cb0546dbec8fe395aa5a5dd6573de0d34089040,033b6eaea71b3084ca043902f6ba03b6487bf1762a9180963357103097d172cc</a:t>
            </a:r>
          </a:p>
          <a:p xmlns:a="http://schemas.openxmlformats.org/drawingml/2006/main">
            <a:r>
              <a:t>sues200,sues200_satellite_to_uav_200m,1,visual,80,6,0.6,48,0.6,0.625,0.375,0.3091777083464426,a0024554fabfdcd03efe8d46da3c80414baa16d26cf6a40d05e521ce55eeaddc,33ce6135fa45eaf2e23ac6892b48fca3f85059a953d1c252be1c84b3e07c8fd4,033b6eaea71b3084ca043902f6ba03b6487bf1762a9180963357103097d172cc</a:t>
            </a:r>
          </a:p>
          <a:p xmlns:a="http://schemas.openxmlformats.org/drawingml/2006/main">
            <a:r>
              <a:t>sues200,sues200_satellite_to_uav_200m,1,visual,80,7,0.7,56,0.7,0.6071428571428571,0.3928571428571429,0.3091777083464426,a0024554fabfdcd03efe8d46da3c80414baa16d26cf6a40d05e521ce55eeaddc,eb272ca206188f95e232fbc44f4ecb65b1e3ff8790216a4227ca78e6e2d6b069,033b6eaea71b3084ca043902f6ba03b6487bf1762a9180963357103097d172cc</a:t>
            </a:r>
          </a:p>
          <a:p xmlns:a="http://schemas.openxmlformats.org/drawingml/2006/main">
            <a:r>
              <a:t>sues200,sues200_satellite_to_uav_200m,1,visual,80,8,0.8,64,0.8,0.59375,0.40625,0.3091777083464426,a0024554fabfdcd03efe8d46da3c80414baa16d26cf6a40d05e521ce55eeaddc,7d301baf7227f5fcdfaa642942c20a06a762eb62e2e456f761099970e88ccb3c,033b6eaea71b3084ca043902f6ba03b6487bf1762a9180963357103097d172cc</a:t>
            </a:r>
          </a:p>
          <a:p xmlns:a="http://schemas.openxmlformats.org/drawingml/2006/main">
            <a:r>
              <a:t>sues200,sues200_satellite_to_uav_200m,1,visual,80,9,0.9,72,0.9,0.625,0.375,0.3091777083464426,a0024554fabfdcd03efe8d46da3c80414baa16d26cf6a40d05e521ce55eeaddc,fd11d2d12ca75db376615eb7e5650ffbc18fbd45aeca85e5659dc4d00dd58e70,033b6eaea71b3084ca043902f6ba03b6487bf1762a9180963357103097d172cc</a:t>
            </a:r>
          </a:p>
          <a:p xmlns:a="http://schemas.openxmlformats.org/drawingml/2006/main">
            <a:r>
              <a:t>sues200,sues200_satellite_to_uav_200m,1,visual,80,10,1,80,1,0.6125,0.38749999999999996,0.3091777083464426,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200m,1,full,80,1,0.1,8,0.1,0.75,0.25,0.3166319936661994,a0024554fabfdcd03efe8d46da3c80414baa16d26cf6a40d05e521ce55eeaddc,d6ed2475f07c8f1610f3a9354f0d94caacce2bb302a433341484d7ab5b753b33,033b6eaea71b3084ca043902f6ba03b6487bf1762a9180963357103097d172cc</a:t>
            </a:r>
          </a:p>
          <a:p xmlns:a="http://schemas.openxmlformats.org/drawingml/2006/main">
            <a:r>
              <a:t>sues200,sues200_satellite_to_uav_200m,1,full,80,2,0.2,16,0.2,0.75,0.25,0.3166319936661994,a0024554fabfdcd03efe8d46da3c80414baa16d26cf6a40d05e521ce55eeaddc,02c6f3c4d54facd3c57a34411d4c125a1761c381284ea44e20628ec952266ea6,033b6eaea71b3084ca043902f6ba03b6487bf1762a9180963357103097d172cc</a:t>
            </a:r>
          </a:p>
          <a:p xmlns:a="http://schemas.openxmlformats.org/drawingml/2006/main">
            <a:r>
              <a:t>sues200,sues200_satellite_to_uav_200m,1,full,80,3,0.3,24,0.3,0.7083333333333334,0.29166666666666663,0.3166319936661994,a0024554fabfdcd03efe8d46da3c80414baa16d26cf6a40d05e521ce55eeaddc,ac911e20504e6970f1245690634c01a1dd4cc6640d26631d7ebd923f8ec9262e,033b6eaea71b3084ca043902f6ba03b6487bf1762a9180963357103097d172cc</a:t>
            </a:r>
          </a:p>
          <a:p xmlns:a="http://schemas.openxmlformats.org/drawingml/2006/main">
            <a:r>
              <a:t>sues200,sues200_satellite_to_uav_200m,1,full,80,4,0.4,32,0.4,0.6875,0.3125,0.3166319936661994,a0024554fabfdcd03efe8d46da3c80414baa16d26cf6a40d05e521ce55eeaddc,cb1b80e7fabbdaa80cb2e4b1c9cdac45aab6d3a7a9fbb126714c5282c7432d93,033b6eaea71b3084ca043902f6ba03b6487bf1762a9180963357103097d172cc</a:t>
            </a:r>
          </a:p>
          <a:p xmlns:a="http://schemas.openxmlformats.org/drawingml/2006/main">
            <a:r>
              <a:t>sues200,sues200_satellite_to_uav_200m,1,full,80,5,0.5,40,0.5,0.6,0.4,0.3166319936661994,a0024554fabfdcd03efe8d46da3c80414baa16d26cf6a40d05e521ce55eeaddc,5c6f8d573b00ace57081b9817592fee9f86467af0eb1e3c2cced602ec82147b7,033b6eaea71b3084ca043902f6ba03b6487bf1762a9180963357103097d172cc</a:t>
            </a:r>
          </a:p>
          <a:p xmlns:a="http://schemas.openxmlformats.org/drawingml/2006/main">
            <a:r>
              <a:t>sues200,sues200_satellite_to_uav_200m,1,full,80,6,0.6,48,0.6,0.625,0.375,0.3166319936661994,a0024554fabfdcd03efe8d46da3c80414baa16d26cf6a40d05e521ce55eeaddc,2ae9d4be57ba2ac74a1575dc358648da2aea8e6b8754d75302f4f7bbfa7ba612,033b6eaea71b3084ca043902f6ba03b6487bf1762a9180963357103097d172cc</a:t>
            </a:r>
          </a:p>
          <a:p xmlns:a="http://schemas.openxmlformats.org/drawingml/2006/main">
            <a:r>
              <a:t>sues200,sues200_satellite_to_uav_200m,1,full,80,7,0.7,56,0.7,0.6428571428571429,0.3571428571428571,0.3166319936661994,a0024554fabfdcd03efe8d46da3c80414baa16d26cf6a40d05e521ce55eeaddc,6a0b6f2fd8b1df6c7c54c6d7320e2a5589e5897850c48366604637ba0fd50322,033b6eaea71b3084ca043902f6ba03b6487bf1762a9180963357103097d172cc</a:t>
            </a:r>
          </a:p>
          <a:p xmlns:a="http://schemas.openxmlformats.org/drawingml/2006/main">
            <a:r>
              <a:t>sues200,sues200_satellite_to_uav_200m,1,full,80,8,0.8,64,0.8,0.65625,0.34375,0.3166319936661994,a0024554fabfdcd03efe8d46da3c80414baa16d26cf6a40d05e521ce55eeaddc,467fb8a18dedacda85d5d0cd6aa25f89af8b900aa8f6d0b03f93a36cc2153f0a,033b6eaea71b3084ca043902f6ba03b6487bf1762a9180963357103097d172cc</a:t>
            </a:r>
          </a:p>
          <a:p xmlns:a="http://schemas.openxmlformats.org/drawingml/2006/main">
            <a:r>
              <a:t>sues200,sues200_satellite_to_uav_200m,1,full,80,9,0.9,72,0.9,0.625,0.375,0.3166319936661994,a0024554fabfdcd03efe8d46da3c80414baa16d26cf6a40d05e521ce55eeaddc,7ddeb4e3cb47116bfd04c49e2f43adfc7a0272ff84191d28823aedca2cfae5ee,033b6eaea71b3084ca043902f6ba03b6487bf1762a9180963357103097d172cc</a:t>
            </a:r>
          </a:p>
          <a:p xmlns:a="http://schemas.openxmlformats.org/drawingml/2006/main">
            <a:r>
              <a:t>sues200,sues200_satellite_to_uav_200m,1,full,80,10,1,80,1,0.6125,0.38749999999999996,0.3166319936661994,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200m,2,visual,80,1,0.1,8,0.1,0.625,0.375,0.2814277602229378,a0024554fabfdcd03efe8d46da3c80414baa16d26cf6a40d05e521ce55eeaddc,3aacf2dad67264027011b0b90ae657a1180c3ab7a4b6e6e7e79ffccdaed8b263,033b6eaea71b3084ca043902f6ba03b6487bf1762a9180963357103097d172cc</a:t>
            </a:r>
          </a:p>
          <a:p xmlns:a="http://schemas.openxmlformats.org/drawingml/2006/main">
            <a:r>
              <a:t>sues200,sues200_satellite_to_uav_200m,2,visual,80,2,0.2,16,0.2,0.75,0.25,0.2814277602229378,a0024554fabfdcd03efe8d46da3c80414baa16d26cf6a40d05e521ce55eeaddc,2e133aa5787db702ddb523d762490660d2719485906d2e33303eaa481b29672d,033b6eaea71b3084ca043902f6ba03b6487bf1762a9180963357103097d172cc</a:t>
            </a:r>
          </a:p>
          <a:p xmlns:a="http://schemas.openxmlformats.org/drawingml/2006/main">
            <a:r>
              <a:t>sues200,sues200_satellite_to_uav_200m,2,visual,80,3,0.3,24,0.3,0.7916666666666666,0.20833333333333337,0.2814277602229378,a0024554fabfdcd03efe8d46da3c80414baa16d26cf6a40d05e521ce55eeaddc,a40062b3e35f1a08bfe4405ebe41a935fe55832c2cd540b56c0d38ef9c3ad6b2,033b6eaea71b3084ca043902f6ba03b6487bf1762a9180963357103097d172cc</a:t>
            </a:r>
          </a:p>
          <a:p xmlns:a="http://schemas.openxmlformats.org/drawingml/2006/main">
            <a:r>
              <a:t>sues200,sues200_satellite_to_uav_200m,2,visual,80,4,0.4,32,0.4,0.75,0.25,0.2814277602229378,a0024554fabfdcd03efe8d46da3c80414baa16d26cf6a40d05e521ce55eeaddc,7a0b3229bce0cd4f26ba9ced288b2d71e1b9257a503df0fa5331b0ee7aafc939,033b6eaea71b3084ca043902f6ba03b6487bf1762a9180963357103097d172cc</a:t>
            </a:r>
          </a:p>
          <a:p xmlns:a="http://schemas.openxmlformats.org/drawingml/2006/main">
            <a:r>
              <a:t>sues200,sues200_satellite_to_uav_200m,2,visual,80,5,0.5,40,0.5,0.725,0.275,0.2814277602229378,a0024554fabfdcd03efe8d46da3c80414baa16d26cf6a40d05e521ce55eeaddc,4a95981dd2743a4c4edc442daedbc6bd38e08bc3f064e97c1bdcafecc2c03de9,033b6eaea71b3084ca043902f6ba03b6487bf1762a9180963357103097d172cc</a:t>
            </a:r>
          </a:p>
          <a:p xmlns:a="http://schemas.openxmlformats.org/drawingml/2006/main">
            <a:r>
              <a:t>sues200,sues200_satellite_to_uav_200m,2,visual,80,6,0.6,48,0.6,0.7291666666666666,0.27083333333333337,0.2814277602229378,a0024554fabfdcd03efe8d46da3c80414baa16d26cf6a40d05e521ce55eeaddc,afefb3aba4fb622840cf98a730a988346a61ccc26bc05e29fcf65abd0ea92687,033b6eaea71b3084ca043902f6ba03b6487bf1762a9180963357103097d172cc</a:t>
            </a:r>
          </a:p>
          <a:p xmlns:a="http://schemas.openxmlformats.org/drawingml/2006/main">
            <a:r>
              <a:t>sues200,sues200_satellite_to_uav_200m,2,visual,80,7,0.7,56,0.7,0.6964285714285714,0.3035714285714286,0.2814277602229378,a0024554fabfdcd03efe8d46da3c80414baa16d26cf6a40d05e521ce55eeaddc,938989ad6df788927c083f719729e930c9e00a9d1663f8023efccef5b895c2c0,033b6eaea71b3084ca043902f6ba03b6487bf1762a9180963357103097d172cc</a:t>
            </a:r>
          </a:p>
          <a:p xmlns:a="http://schemas.openxmlformats.org/drawingml/2006/main">
            <a:r>
              <a:t>sues200,sues200_satellite_to_uav_200m,2,visual,80,8,0.8,64,0.8,0.703125,0.296875,0.2814277602229378,a0024554fabfdcd03efe8d46da3c80414baa16d26cf6a40d05e521ce55eeaddc,fa53fc9c9fc81c6d306b09a149458a0cf398ed9e3ccf4562c340504d9f8c11c8,033b6eaea71b3084ca043902f6ba03b6487bf1762a9180963357103097d172cc</a:t>
            </a:r>
          </a:p>
          <a:p xmlns:a="http://schemas.openxmlformats.org/drawingml/2006/main">
            <a:r>
              <a:t>sues200,sues200_satellite_to_uav_200m,2,visual,80,9,0.9,72,0.9,0.6944444444444444,0.3055555555555556,0.2814277602229378,a0024554fabfdcd03efe8d46da3c80414baa16d26cf6a40d05e521ce55eeaddc,0ee50f1a08f29ad500cfab683c9f1e11910ebac2541c0fcf6479db292beeeafd,033b6eaea71b3084ca043902f6ba03b6487bf1762a9180963357103097d172cc</a:t>
            </a:r>
          </a:p>
          <a:p xmlns:a="http://schemas.openxmlformats.org/drawingml/2006/main">
            <a:r>
              <a:t>sues200,sues200_satellite_to_uav_200m,2,visual,80,10,1,80,1,0.6625,0.3375,0.2814277602229378,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200m,2,full,80,1,0.1,8,0.1,0.375,0.625,0.5797594960775377,a0024554fabfdcd03efe8d46da3c80414baa16d26cf6a40d05e521ce55eeaddc,7777c5dcef9b44690375e5100ce73c38623a2e1ebb3c41ce373aa1b0fa1a27fc,033b6eaea71b3084ca043902f6ba03b6487bf1762a9180963357103097d172cc</a:t>
            </a:r>
          </a:p>
          <a:p xmlns:a="http://schemas.openxmlformats.org/drawingml/2006/main">
            <a:r>
              <a:t>sues200,sues200_satellite_to_uav_200m,2,full,80,2,0.2,16,0.2,0.25,0.75,0.5797594960775377,a0024554fabfdcd03efe8d46da3c80414baa16d26cf6a40d05e521ce55eeaddc,da6a00188847e8d661f786d3459dcd727e989b53b6de08e71611c9ada24e7c4d,033b6eaea71b3084ca043902f6ba03b6487bf1762a9180963357103097d172cc</a:t>
            </a:r>
          </a:p>
          <a:p xmlns:a="http://schemas.openxmlformats.org/drawingml/2006/main">
            <a:r>
              <a:t>sues200,sues200_satellite_to_uav_200m,2,full,80,3,0.3,24,0.3,0.375,0.625,0.5797594960775377,a0024554fabfdcd03efe8d46da3c80414baa16d26cf6a40d05e521ce55eeaddc,944897f872af1dec0e5af8f38ff4f0997675db6bf57d58993c62a9ba0a5efa81,033b6eaea71b3084ca043902f6ba03b6487bf1762a9180963357103097d172cc</a:t>
            </a:r>
          </a:p>
          <a:p xmlns:a="http://schemas.openxmlformats.org/drawingml/2006/main">
            <a:r>
              <a:t>sues200,sues200_satellite_to_uav_200m,2,full,80,4,0.4,32,0.4,0.4375,0.5625,0.5797594960775377,a0024554fabfdcd03efe8d46da3c80414baa16d26cf6a40d05e521ce55eeaddc,062de8573d875f19b55f38f37f9733122729f8cbec1e39b2825601b856268407,033b6eaea71b3084ca043902f6ba03b6487bf1762a9180963357103097d172cc</a:t>
            </a:r>
          </a:p>
          <a:p xmlns:a="http://schemas.openxmlformats.org/drawingml/2006/main">
            <a:r>
              <a:t>sues200,sues200_satellite_to_uav_200m,2,full,80,5,0.5,40,0.5,0.45,0.55,0.5797594960775377,a0024554fabfdcd03efe8d46da3c80414baa16d26cf6a40d05e521ce55eeaddc,6819209cefbf274d3b7b7ef031857e285da112a45f8f4d2daf87d86da7339066,033b6eaea71b3084ca043902f6ba03b6487bf1762a9180963357103097d172cc</a:t>
            </a:r>
          </a:p>
          <a:p xmlns:a="http://schemas.openxmlformats.org/drawingml/2006/main">
            <a:r>
              <a:t>sues200,sues200_satellite_to_uav_200m,2,full,80,6,0.6,48,0.6,0.4791666666666667,0.5208333333333333,0.5797594960775377,a0024554fabfdcd03efe8d46da3c80414baa16d26cf6a40d05e521ce55eeaddc,3b586ee0b509ea9ff39cd75f9f8cfbeba3e6a9d9f2bddcb53c68bbaaf4beb14e,033b6eaea71b3084ca043902f6ba03b6487bf1762a9180963357103097d172cc</a:t>
            </a:r>
          </a:p>
          <a:p xmlns:a="http://schemas.openxmlformats.org/drawingml/2006/main">
            <a:r>
              <a:t>sues200,sues200_satellite_to_uav_200m,2,full,80,7,0.7,56,0.7,0.5178571428571429,0.4821428571428571,0.5797594960775377,a0024554fabfdcd03efe8d46da3c80414baa16d26cf6a40d05e521ce55eeaddc,089192148d3dc4f6d50762b47d268c24bce90e8c9b13e3b70cc68b5b30dddc0f,033b6eaea71b3084ca043902f6ba03b6487bf1762a9180963357103097d172cc</a:t>
            </a:r>
          </a:p>
          <a:p xmlns:a="http://schemas.openxmlformats.org/drawingml/2006/main">
            <a:r>
              <a:t>sues200,sues200_satellite_to_uav_200m,2,full,80,8,0.8,64,0.8,0.53125,0.46875,0.5797594960775377,a0024554fabfdcd03efe8d46da3c80414baa16d26cf6a40d05e521ce55eeaddc,645d7606e313dbf1c240ca47af4795fffffd54676391f6ddf957f20b6f558bbc,033b6eaea71b3084ca043902f6ba03b6487bf1762a9180963357103097d172cc</a:t>
            </a:r>
          </a:p>
          <a:p xmlns:a="http://schemas.openxmlformats.org/drawingml/2006/main">
            <a:r>
              <a:t>sues200,sues200_satellite_to_uav_200m,2,full,80,9,0.9,72,0.9,0.5416666666666666,0.45833333333333337,0.5797594960775377,a0024554fabfdcd03efe8d46da3c80414baa16d26cf6a40d05e521ce55eeaddc,e03f29b1197c19f0e2d16196f95c4a2c32338494634ecbb2048f1713cfd37b6e,033b6eaea71b3084ca043902f6ba03b6487bf1762a9180963357103097d172cc</a:t>
            </a:r>
          </a:p>
          <a:p xmlns:a="http://schemas.openxmlformats.org/drawingml/2006/main">
            <a:r>
              <a:t>sues200,sues200_satellite_to_uav_200m,2,full,80,10,1,80,1,0.525,0.475,0.5797594960775377,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200m,3,visual,80,1,0.1,8,0.1,0.75,0.25,0.3448579673801839,a0024554fabfdcd03efe8d46da3c80414baa16d26cf6a40d05e521ce55eeaddc,edec9ce462d6e0f174acc520346f6c388417f3dc56a73b0c22e1917f1cee7393,033b6eaea71b3084ca043902f6ba03b6487bf1762a9180963357103097d172cc</a:t>
            </a:r>
          </a:p>
          <a:p xmlns:a="http://schemas.openxmlformats.org/drawingml/2006/main">
            <a:r>
              <a:t>sues200,sues200_satellite_to_uav_200m,3,visual,80,2,0.2,16,0.2,0.6875,0.3125,0.3448579673801839,a0024554fabfdcd03efe8d46da3c80414baa16d26cf6a40d05e521ce55eeaddc,aabb326d6d388d26f4b6113253e1a72bd7e15a2acd82d06d6144c585f365551d,033b6eaea71b3084ca043902f6ba03b6487bf1762a9180963357103097d172cc</a:t>
            </a:r>
          </a:p>
          <a:p xmlns:a="http://schemas.openxmlformats.org/drawingml/2006/main">
            <a:r>
              <a:t>sues200,sues200_satellite_to_uav_200m,3,visual,80,3,0.3,24,0.3,0.625,0.375,0.3448579673801839,a0024554fabfdcd03efe8d46da3c80414baa16d26cf6a40d05e521ce55eeaddc,e21b8ac1c5f6a795ea385b45736e76fbace17e9266a764aa40ff721f299601bb,033b6eaea71b3084ca043902f6ba03b6487bf1762a9180963357103097d172cc</a:t>
            </a:r>
          </a:p>
          <a:p xmlns:a="http://schemas.openxmlformats.org/drawingml/2006/main">
            <a:r>
              <a:t>sues200,sues200_satellite_to_uav_200m,3,visual,80,4,0.4,32,0.4,0.65625,0.34375,0.3448579673801839,a0024554fabfdcd03efe8d46da3c80414baa16d26cf6a40d05e521ce55eeaddc,03f4f8be76da556bb3fbd02c8df6ef27797fbe0c30ed9251eaad0bc549c58b5c,033b6eaea71b3084ca043902f6ba03b6487bf1762a9180963357103097d172cc</a:t>
            </a:r>
          </a:p>
          <a:p xmlns:a="http://schemas.openxmlformats.org/drawingml/2006/main">
            <a:r>
              <a:t>sues200,sues200_satellite_to_uav_200m,3,visual,80,5,0.5,40,0.5,0.65,0.35,0.3448579673801839,a0024554fabfdcd03efe8d46da3c80414baa16d26cf6a40d05e521ce55eeaddc,ee7c189a56fd4e80b90ac148962987459eeb151aa888009cfa44487389f3bc88,033b6eaea71b3084ca043902f6ba03b6487bf1762a9180963357103097d172cc</a:t>
            </a:r>
          </a:p>
          <a:p xmlns:a="http://schemas.openxmlformats.org/drawingml/2006/main">
            <a:r>
              <a:t>sues200,sues200_satellite_to_uav_200m,3,visual,80,6,0.6,48,0.6,0.5833333333333334,0.41666666666666663,0.3448579673801839,a0024554fabfdcd03efe8d46da3c80414baa16d26cf6a40d05e521ce55eeaddc,9b3f9b9934c82b0b3ef912dedc9cdb59f28aa7dfef596a070f77aec662a86d37,033b6eaea71b3084ca043902f6ba03b6487bf1762a9180963357103097d172cc</a:t>
            </a:r>
          </a:p>
          <a:p xmlns:a="http://schemas.openxmlformats.org/drawingml/2006/main">
            <a:r>
              <a:t>sues200,sues200_satellite_to_uav_200m,3,visual,80,7,0.7,56,0.7,0.6071428571428571,0.3928571428571429,0.3448579673801839,a0024554fabfdcd03efe8d46da3c80414baa16d26cf6a40d05e521ce55eeaddc,d6883123ff965652ffeaeae404ee9f41711664b9a4e637f1d7190028c59bbdde,033b6eaea71b3084ca043902f6ba03b6487bf1762a9180963357103097d172cc</a:t>
            </a:r>
          </a:p>
          <a:p xmlns:a="http://schemas.openxmlformats.org/drawingml/2006/main">
            <a:r>
              <a:t>sues200,sues200_satellite_to_uav_200m,3,visual,80,8,0.8,64,0.8,0.59375,0.40625,0.3448579673801839,a0024554fabfdcd03efe8d46da3c80414baa16d26cf6a40d05e521ce55eeaddc,a05a00dd334c3175713bc0d1cf028d3bfe770f708250c05ac8bb7d5d7d0f1a96,033b6eaea71b3084ca043902f6ba03b6487bf1762a9180963357103097d172cc</a:t>
            </a:r>
          </a:p>
          <a:p xmlns:a="http://schemas.openxmlformats.org/drawingml/2006/main">
            <a:r>
              <a:t>sues200,sues200_satellite_to_uav_200m,3,visual,80,9,0.9,72,0.9,0.5972222222222222,0.4027777777777778,0.3448579673801839,a0024554fabfdcd03efe8d46da3c80414baa16d26cf6a40d05e521ce55eeaddc,ae041d27021c57e78465eeb8bc1ea508c4052c4db4c7e8ab735f1fa53fbcc24c,033b6eaea71b3084ca043902f6ba03b6487bf1762a9180963357103097d172cc</a:t>
            </a:r>
          </a:p>
          <a:p xmlns:a="http://schemas.openxmlformats.org/drawingml/2006/main">
            <a:r>
              <a:t>sues200,sues200_satellite_to_uav_200m,3,visual,80,10,1,80,1,0.625,0.375,0.3448579673801839,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200m,3,full,80,1,0.1,8,0.1,0.375,0.625,0.5162229114438116,a0024554fabfdcd03efe8d46da3c80414baa16d26cf6a40d05e521ce55eeaddc,79ea1358d42275244c7b2a7687587e255b123c4f384df2f5361af1eb895ac511,033b6eaea71b3084ca043902f6ba03b6487bf1762a9180963357103097d172cc</a:t>
            </a:r>
          </a:p>
          <a:p xmlns:a="http://schemas.openxmlformats.org/drawingml/2006/main">
            <a:r>
              <a:t>sues200,sues200_satellite_to_uav_200m,3,full,80,2,0.2,16,0.2,0.5,0.5,0.5162229114438116,a0024554fabfdcd03efe8d46da3c80414baa16d26cf6a40d05e521ce55eeaddc,cfe91adee347ccb3253b75ac52be9835b9bb7d5e105e9bea34ef85c1a49b4213,033b6eaea71b3084ca043902f6ba03b6487bf1762a9180963357103097d172cc</a:t>
            </a:r>
          </a:p>
          <a:p xmlns:a="http://schemas.openxmlformats.org/drawingml/2006/main">
            <a:r>
              <a:t>sues200,sues200_satellite_to_uav_200m,3,full,80,3,0.3,24,0.3,0.5,0.5,0.5162229114438116,a0024554fabfdcd03efe8d46da3c80414baa16d26cf6a40d05e521ce55eeaddc,4f0361e47a1d8bf67bbd2319334dd23101fe0c93404bcee814bb24fc50374323,033b6eaea71b3084ca043902f6ba03b6487bf1762a9180963357103097d172cc</a:t>
            </a:r>
          </a:p>
          <a:p xmlns:a="http://schemas.openxmlformats.org/drawingml/2006/main">
            <a:r>
              <a:t>sues200,sues200_satellite_to_uav_200m,3,full,80,4,0.4,32,0.4,0.5,0.5,0.5162229114438116,a0024554fabfdcd03efe8d46da3c80414baa16d26cf6a40d05e521ce55eeaddc,6e2ec5d835431cc7da696df585f3ca02d640f4d766b4398af28fcc60bf5835e9,033b6eaea71b3084ca043902f6ba03b6487bf1762a9180963357103097d172cc</a:t>
            </a:r>
          </a:p>
          <a:p xmlns:a="http://schemas.openxmlformats.org/drawingml/2006/main">
            <a:r>
              <a:t>sues200,sues200_satellite_to_uav_200m,3,full,80,5,0.5,40,0.5,0.475,0.525,0.5162229114438116,a0024554fabfdcd03efe8d46da3c80414baa16d26cf6a40d05e521ce55eeaddc,bbc7dd0bafbbceb339cbcb21f09d5d1a63b75509cd8eb553cf06c536d08a98c1,033b6eaea71b3084ca043902f6ba03b6487bf1762a9180963357103097d172cc</a:t>
            </a:r>
          </a:p>
          <a:p xmlns:a="http://schemas.openxmlformats.org/drawingml/2006/main">
            <a:r>
              <a:t>sues200,sues200_satellite_to_uav_200m,3,full,80,6,0.6,48,0.6,0.5625,0.4375,0.5162229114438116,a0024554fabfdcd03efe8d46da3c80414baa16d26cf6a40d05e521ce55eeaddc,c9545e7f3f97d0f4c4c04506b52552f3cb8907edea593c00d3f95d798eb7b431,033b6eaea71b3084ca043902f6ba03b6487bf1762a9180963357103097d172cc</a:t>
            </a:r>
          </a:p>
          <a:p xmlns:a="http://schemas.openxmlformats.org/drawingml/2006/main">
            <a:r>
              <a:t>sues200,sues200_satellite_to_uav_200m,3,full,80,7,0.7,56,0.7,0.5357142857142857,0.4642857142857143,0.5162229114438116,a0024554fabfdcd03efe8d46da3c80414baa16d26cf6a40d05e521ce55eeaddc,6ec95f9306e48b08799dda12d747c5afa7a13e80b2cfe75b0b04d0946c76af37,033b6eaea71b3084ca043902f6ba03b6487bf1762a9180963357103097d172cc</a:t>
            </a:r>
          </a:p>
          <a:p xmlns:a="http://schemas.openxmlformats.org/drawingml/2006/main">
            <a:r>
              <a:t>sues200,sues200_satellite_to_uav_200m,3,full,80,8,0.8,64,0.8,0.546875,0.453125,0.5162229114438116,a0024554fabfdcd03efe8d46da3c80414baa16d26cf6a40d05e521ce55eeaddc,408fffe22715d79b6fac7893cf4766ff99d6ff188ac80dadaf2db6c64a529b13,033b6eaea71b3084ca043902f6ba03b6487bf1762a9180963357103097d172cc</a:t>
            </a:r>
          </a:p>
          <a:p xmlns:a="http://schemas.openxmlformats.org/drawingml/2006/main">
            <a:r>
              <a:t>sues200,sues200_satellite_to_uav_200m,3,full,80,9,0.9,72,0.9,0.5277777777777778,0.4722222222222222,0.5162229114438116,a0024554fabfdcd03efe8d46da3c80414baa16d26cf6a40d05e521ce55eeaddc,dfa2559dc5b849c3830224c516c541fb7aee4aa3e9bc0a377f259ddaa3243d9d,033b6eaea71b3084ca043902f6ba03b6487bf1762a9180963357103097d172cc</a:t>
            </a:r>
          </a:p>
          <a:p xmlns:a="http://schemas.openxmlformats.org/drawingml/2006/main">
            <a:r>
              <a:t>sues200,sues200_satellite_to_uav_200m,3,full,80,10,1,80,1,0.5125,0.48750000000000004,0.5162229114438116,a0024554fabfdcd03efe8d46da3c80414baa16d26cf6a40d05e521ce55eeaddc,79fa3b3356020254021629e96d31e3f0d5a3a18f7c09b007ca16a9d342694d86,033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250 m → satellite.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N=4000.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sues200,sues200_uav_250m_to_satellite,1,visual,4000,1,0.1,400,0.1,0.6975,0.3025,0.3931429704180373,df64ad73d2ea80e1dd0b23fc8074aecd3cbd909b0f4363e60e11a61eb4ffbff8,84309a7659cfe6a4db85286036373bce9c7c2ebe4ea78809806ea815b66bdb3c,033b6eaea71b3084ca043902f6ba03b6487bf1762a9180963357103097d172cc</a:t>
            </a:r>
          </a:p>
          <a:p xmlns:a="http://schemas.openxmlformats.org/drawingml/2006/main">
            <a:r>
              <a:t>sues200,sues200_uav_250m_to_satellite,1,visual,4000,2,0.2,800,0.2,0.6925,0.3075,0.3931429704180373,df64ad73d2ea80e1dd0b23fc8074aecd3cbd909b0f4363e60e11a61eb4ffbff8,e90ced45d8b829d4a1f52cba8763f141570c8c84601e6fd810a211982c95f65e,033b6eaea71b3084ca043902f6ba03b6487bf1762a9180963357103097d172cc</a:t>
            </a:r>
          </a:p>
          <a:p xmlns:a="http://schemas.openxmlformats.org/drawingml/2006/main">
            <a:r>
              <a:t>sues200,sues200_uav_250m_to_satellite,1,visual,4000,3,0.3,1200,0.3,0.6708333333333333,0.3291666666666667,0.3931429704180373,df64ad73d2ea80e1dd0b23fc8074aecd3cbd909b0f4363e60e11a61eb4ffbff8,107f2ec7992486894b5860a97baf12f56674a37186f5f4343ae1c4c45e086544,033b6eaea71b3084ca043902f6ba03b6487bf1762a9180963357103097d172cc</a:t>
            </a:r>
          </a:p>
          <a:p xmlns:a="http://schemas.openxmlformats.org/drawingml/2006/main">
            <a:r>
              <a:t>sues200,sues200_uav_250m_to_satellite,1,visual,4000,4,0.4,1600,0.4,0.643125,0.35687500000000005,0.3931429704180373,df64ad73d2ea80e1dd0b23fc8074aecd3cbd909b0f4363e60e11a61eb4ffbff8,09c6c91749252e7cfeb6627634dd7a9d4a0b96a718ef1907682ef9b594424a1c,033b6eaea71b3084ca043902f6ba03b6487bf1762a9180963357103097d172cc</a:t>
            </a:r>
          </a:p>
          <a:p xmlns:a="http://schemas.openxmlformats.org/drawingml/2006/main">
            <a:r>
              <a:t>sues200,sues200_uav_250m_to_satellite,1,visual,4000,5,0.5,2000,0.5,0.6135,0.38649999999999995,0.3931429704180373,df64ad73d2ea80e1dd0b23fc8074aecd3cbd909b0f4363e60e11a61eb4ffbff8,d21cd99fbac59c7ba2bce0c4d79d44b2cad8ba3aeaacf88b5b98ae052c97b9e0,033b6eaea71b3084ca043902f6ba03b6487bf1762a9180963357103097d172cc</a:t>
            </a:r>
          </a:p>
          <a:p xmlns:a="http://schemas.openxmlformats.org/drawingml/2006/main">
            <a:r>
              <a:t>sues200,sues200_uav_250m_to_satellite,1,visual,4000,6,0.6,2400,0.6,0.5825,0.4175,0.3931429704180373,df64ad73d2ea80e1dd0b23fc8074aecd3cbd909b0f4363e60e11a61eb4ffbff8,f061ec48409f1f396b1037257d41c6de299220de744cb6352c7d0b68b7792033,033b6eaea71b3084ca043902f6ba03b6487bf1762a9180963357103097d172cc</a:t>
            </a:r>
          </a:p>
          <a:p xmlns:a="http://schemas.openxmlformats.org/drawingml/2006/main">
            <a:r>
              <a:t>sues200,sues200_uav_250m_to_satellite,1,visual,4000,7,0.7,2800,0.7,0.5542857142857143,0.44571428571428573,0.3931429704180373,df64ad73d2ea80e1dd0b23fc8074aecd3cbd909b0f4363e60e11a61eb4ffbff8,e944fb9c77e3795a97836d198640c804a082e5b368c5ffbdf0f72f54527bb8db,033b6eaea71b3084ca043902f6ba03b6487bf1762a9180963357103097d172cc</a:t>
            </a:r>
          </a:p>
          <a:p xmlns:a="http://schemas.openxmlformats.org/drawingml/2006/main">
            <a:r>
              <a:t>sues200,sues200_uav_250m_to_satellite,1,visual,4000,8,0.8,3200,0.8,0.5328125,0.4671875,0.3931429704180373,df64ad73d2ea80e1dd0b23fc8074aecd3cbd909b0f4363e60e11a61eb4ffbff8,b57e6ddbdc4d851569958834231ce20f281454832f37ae5832c0e3e35e236de9,033b6eaea71b3084ca043902f6ba03b6487bf1762a9180963357103097d172cc</a:t>
            </a:r>
          </a:p>
          <a:p xmlns:a="http://schemas.openxmlformats.org/drawingml/2006/main">
            <a:r>
              <a:t>sues200,sues200_uav_250m_to_satellite,1,visual,4000,9,0.9,3600,0.9,0.5083333333333333,0.4916666666666667,0.3931429704180373,df64ad73d2ea80e1dd0b23fc8074aecd3cbd909b0f4363e60e11a61eb4ffbff8,73b4b3c2cd70da94854fe8f92312267f5789836931524f4f996d97b5b74d9c5a,033b6eaea71b3084ca043902f6ba03b6487bf1762a9180963357103097d172cc</a:t>
            </a:r>
          </a:p>
          <a:p xmlns:a="http://schemas.openxmlformats.org/drawingml/2006/main">
            <a:r>
              <a:t>sues200,sues200_uav_250m_to_satellite,1,visual,4000,10,1,4000,1,0.481,0.519,0.3931429704180373,df64ad73d2ea80e1dd0b23fc8074aecd3cbd909b0f4363e60e11a61eb4ffbff8,18f249550056a5934e3496623374de2abe89f37bf6a22061d596251bd7d4c6b7,033b6eaea71b3084ca043902f6ba03b6487bf1762a9180963357103097d172cc</a:t>
            </a:r>
          </a:p>
          <a:p xmlns:a="http://schemas.openxmlformats.org/drawingml/2006/main">
            <a:r>
              <a:t>sues200,sues200_uav_250m_to_satellite,1,full,4000,1,0.1,400,0.1,0.5175,0.48250000000000004,0.5547856798302876,df64ad73d2ea80e1dd0b23fc8074aecd3cbd909b0f4363e60e11a61eb4ffbff8,b52d107b48a36b61e72c49cfdd3e6a10e221f0e0b1ad75ce99d4d2e21b80a287,033b6eaea71b3084ca043902f6ba03b6487bf1762a9180963357103097d172cc</a:t>
            </a:r>
          </a:p>
          <a:p xmlns:a="http://schemas.openxmlformats.org/drawingml/2006/main">
            <a:r>
              <a:t>sues200,sues200_uav_250m_to_satellite,1,full,4000,2,0.2,800,0.2,0.5075,0.49250000000000005,0.5547856798302876,df64ad73d2ea80e1dd0b23fc8074aecd3cbd909b0f4363e60e11a61eb4ffbff8,62fa8706732280ef5d03225b9b0a88737b2881459fb8927fd864c2854369b329,033b6eaea71b3084ca043902f6ba03b6487bf1762a9180963357103097d172cc</a:t>
            </a:r>
          </a:p>
          <a:p xmlns:a="http://schemas.openxmlformats.org/drawingml/2006/main">
            <a:r>
              <a:t>sues200,sues200_uav_250m_to_satellite,1,full,4000,3,0.3,1200,0.3,0.4866666666666667,0.5133333333333333,0.5547856798302876,df64ad73d2ea80e1dd0b23fc8074aecd3cbd909b0f4363e60e11a61eb4ffbff8,2ce3a32c98eb3d1857ead72f9a8d9b8807aa2ff5543316a07ce22978694aba8d,033b6eaea71b3084ca043902f6ba03b6487bf1762a9180963357103097d172cc</a:t>
            </a:r>
          </a:p>
          <a:p xmlns:a="http://schemas.openxmlformats.org/drawingml/2006/main">
            <a:r>
              <a:t>sues200,sues200_uav_250m_to_satellite,1,full,4000,4,0.4,1600,0.4,0.45625,0.54375,0.5547856798302876,df64ad73d2ea80e1dd0b23fc8074aecd3cbd909b0f4363e60e11a61eb4ffbff8,19d88ce7828a258009c288117149a54dc5e6dec3d853b9135d4a0013aa4320cf,033b6eaea71b3084ca043902f6ba03b6487bf1762a9180963357103097d172cc</a:t>
            </a:r>
          </a:p>
          <a:p xmlns:a="http://schemas.openxmlformats.org/drawingml/2006/main">
            <a:r>
              <a:t>sues200,sues200_uav_250m_to_satellite,1,full,4000,5,0.5,2000,0.5,0.441,0.5589999999999999,0.5547856798302876,df64ad73d2ea80e1dd0b23fc8074aecd3cbd909b0f4363e60e11a61eb4ffbff8,240defbc376aaef6c4d984a6a5853ca295661f7aedc4c1b4ecb6b639c2c3266c,033b6eaea71b3084ca043902f6ba03b6487bf1762a9180963357103097d172cc</a:t>
            </a:r>
          </a:p>
          <a:p xmlns:a="http://schemas.openxmlformats.org/drawingml/2006/main">
            <a:r>
              <a:t>sues200,sues200_uav_250m_to_satellite,1,full,4000,6,0.6,2400,0.6,0.42541666666666667,0.5745833333333333,0.5547856798302876,df64ad73d2ea80e1dd0b23fc8074aecd3cbd909b0f4363e60e11a61eb4ffbff8,1d49486e3f1299062451de40dd8fabb61f3ce5ec65022bb01540438abc6121c7,033b6eaea71b3084ca043902f6ba03b6487bf1762a9180963357103097d172cc</a:t>
            </a:r>
          </a:p>
          <a:p xmlns:a="http://schemas.openxmlformats.org/drawingml/2006/main">
            <a:r>
              <a:t>sues200,sues200_uav_250m_to_satellite,1,full,4000,7,0.7,2800,0.7,0.4157142857142857,0.5842857142857143,0.5547856798302876,df64ad73d2ea80e1dd0b23fc8074aecd3cbd909b0f4363e60e11a61eb4ffbff8,9569dbff63e2c7056165f419e4a4217689956cd46f11f4d1f238f36ba7ff831f,033b6eaea71b3084ca043902f6ba03b6487bf1762a9180963357103097d172cc</a:t>
            </a:r>
          </a:p>
          <a:p xmlns:a="http://schemas.openxmlformats.org/drawingml/2006/main">
            <a:r>
              <a:t>sues200,sues200_uav_250m_to_satellite,1,full,4000,8,0.8,3200,0.8,0.3965625,0.6034375000000001,0.5547856798302876,df64ad73d2ea80e1dd0b23fc8074aecd3cbd909b0f4363e60e11a61eb4ffbff8,4db030c1bdf16789a2af773dfd809b2d072de38a90548abcdc4bcbda2f574b36,033b6eaea71b3084ca043902f6ba03b6487bf1762a9180963357103097d172cc</a:t>
            </a:r>
          </a:p>
          <a:p xmlns:a="http://schemas.openxmlformats.org/drawingml/2006/main">
            <a:r>
              <a:t>sues200,sues200_uav_250m_to_satellite,1,full,4000,9,0.9,3600,0.9,0.37555555555555553,0.6244444444444445,0.5547856798302876,df64ad73d2ea80e1dd0b23fc8074aecd3cbd909b0f4363e60e11a61eb4ffbff8,6dbdd00e63ec5daaac562521ec904e1fa912fbc9f9f02014db6eb7030503615c,033b6eaea71b3084ca043902f6ba03b6487bf1762a9180963357103097d172cc</a:t>
            </a:r>
          </a:p>
          <a:p xmlns:a="http://schemas.openxmlformats.org/drawingml/2006/main">
            <a:r>
              <a:t>sues200,sues200_uav_250m_to_satellite,1,full,4000,10,1,4000,1,0.35975,0.64025,0.5547856798302876,df64ad73d2ea80e1dd0b23fc8074aecd3cbd909b0f4363e60e11a61eb4ffbff8,18f249550056a5934e3496623374de2abe89f37bf6a22061d596251bd7d4c6b7,033b6eaea71b3084ca043902f6ba03b6487bf1762a9180963357103097d172cc</a:t>
            </a:r>
          </a:p>
          <a:p xmlns:a="http://schemas.openxmlformats.org/drawingml/2006/main">
            <a:r>
              <a:t>sues200,sues200_uav_250m_to_satellite,2,visual,4000,1,0.1,400,0.1,0.7225,0.27749999999999997,0.3966618035749516,df64ad73d2ea80e1dd0b23fc8074aecd3cbd909b0f4363e60e11a61eb4ffbff8,984924336c5d496d693dc51ba8897de70e3a29b4e2809f8e43b804acf234aceb,033b6eaea71b3084ca043902f6ba03b6487bf1762a9180963357103097d172cc</a:t>
            </a:r>
          </a:p>
          <a:p xmlns:a="http://schemas.openxmlformats.org/drawingml/2006/main">
            <a:r>
              <a:t>sues200,sues200_uav_250m_to_satellite,2,visual,4000,2,0.2,800,0.2,0.72375,0.27625,0.3966618035749516,df64ad73d2ea80e1dd0b23fc8074aecd3cbd909b0f4363e60e11a61eb4ffbff8,9911c587256d0a016c454baecd5be9daf767986373c1332faf6f1b99a7c30d1d,033b6eaea71b3084ca043902f6ba03b6487bf1762a9180963357103097d172cc</a:t>
            </a:r>
          </a:p>
          <a:p xmlns:a="http://schemas.openxmlformats.org/drawingml/2006/main">
            <a:r>
              <a:t>sues200,sues200_uav_250m_to_satellite,2,visual,4000,3,0.3,1200,0.3,0.6966666666666667,0.30333333333333334,0.3966618035749516,df64ad73d2ea80e1dd0b23fc8074aecd3cbd909b0f4363e60e11a61eb4ffbff8,39a4ba9bb7a767e37b46feee9f3aa14a617b70bd8795ae783ce965981f9cdc5f,033b6eaea71b3084ca043902f6ba03b6487bf1762a9180963357103097d172cc</a:t>
            </a:r>
          </a:p>
          <a:p xmlns:a="http://schemas.openxmlformats.org/drawingml/2006/main">
            <a:r>
              <a:t>sues200,sues200_uav_250m_to_satellite,2,visual,4000,4,0.4,1600,0.4,0.6425,0.35750000000000004,0.3966618035749516,df64ad73d2ea80e1dd0b23fc8074aecd3cbd909b0f4363e60e11a61eb4ffbff8,b6b6c1cb45330d5ac08a27ec90067d7e300033ec1aead162d19aa4b77f68b9a5,033b6eaea71b3084ca043902f6ba03b6487bf1762a9180963357103097d172cc</a:t>
            </a:r>
          </a:p>
          <a:p xmlns:a="http://schemas.openxmlformats.org/drawingml/2006/main">
            <a:r>
              <a:t>sues200,sues200_uav_250m_to_satellite,2,visual,4000,5,0.5,2000,0.5,0.6055,0.39449999999999996,0.3966618035749516,df64ad73d2ea80e1dd0b23fc8074aecd3cbd909b0f4363e60e11a61eb4ffbff8,36f7484cc7a762d12f2fdd9f1923e14f79679d9f1a4360bf8afb1e1b2579ec17,033b6eaea71b3084ca043902f6ba03b6487bf1762a9180963357103097d172cc</a:t>
            </a:r>
          </a:p>
          <a:p xmlns:a="http://schemas.openxmlformats.org/drawingml/2006/main">
            <a:r>
              <a:t>sues200,sues200_uav_250m_to_satellite,2,visual,4000,6,0.6,2400,0.6,0.5666666666666667,0.43333333333333335,0.3966618035749516,df64ad73d2ea80e1dd0b23fc8074aecd3cbd909b0f4363e60e11a61eb4ffbff8,b4101e7f01f0537b139ee923c202448f95717b229b94632d9c6b2ac4f8a7a1dd,033b6eaea71b3084ca043902f6ba03b6487bf1762a9180963357103097d172cc</a:t>
            </a:r>
          </a:p>
          <a:p xmlns:a="http://schemas.openxmlformats.org/drawingml/2006/main">
            <a:r>
              <a:t>sues200,sues200_uav_250m_to_satellite,2,visual,4000,7,0.7,2800,0.7,0.5357142857142857,0.4642857142857143,0.3966618035749516,df64ad73d2ea80e1dd0b23fc8074aecd3cbd909b0f4363e60e11a61eb4ffbff8,1b2b5ffd9eeb24b8da095f8fe56cdf351081b8f1d73f8a364a4afb765f81ebae,033b6eaea71b3084ca043902f6ba03b6487bf1762a9180963357103097d172cc</a:t>
            </a:r>
          </a:p>
          <a:p xmlns:a="http://schemas.openxmlformats.org/drawingml/2006/main">
            <a:r>
              <a:t>sues200,sues200_uav_250m_to_satellite,2,visual,4000,8,0.8,3200,0.8,0.50625,0.49375,0.3966618035749516,df64ad73d2ea80e1dd0b23fc8074aecd3cbd909b0f4363e60e11a61eb4ffbff8,3a9f6c16bab1aa291ea703e1f13f022702cdc6cfa309a782a1431176558b06c6,033b6eaea71b3084ca043902f6ba03b6487bf1762a9180963357103097d172cc</a:t>
            </a:r>
          </a:p>
          <a:p xmlns:a="http://schemas.openxmlformats.org/drawingml/2006/main">
            <a:r>
              <a:t>sues200,sues200_uav_250m_to_satellite,2,visual,4000,9,0.9,3600,0.9,0.4811111111111111,0.518888888888889,0.3966618035749516,df64ad73d2ea80e1dd0b23fc8074aecd3cbd909b0f4363e60e11a61eb4ffbff8,4103bf8e4f2c67fac18fd7c7db219ee98a8d1626284b09d5af35cb06fd36a9b6,033b6eaea71b3084ca043902f6ba03b6487bf1762a9180963357103097d172cc</a:t>
            </a:r>
          </a:p>
          <a:p xmlns:a="http://schemas.openxmlformats.org/drawingml/2006/main">
            <a:r>
              <a:t>sues200,sues200_uav_250m_to_satellite,2,visual,4000,10,1,4000,1,0.4545,0.5455,0.3966618035749516,df64ad73d2ea80e1dd0b23fc8074aecd3cbd909b0f4363e60e11a61eb4ffbff8,18f249550056a5934e3496623374de2abe89f37bf6a22061d596251bd7d4c6b7,033b6eaea71b3084ca043902f6ba03b6487bf1762a9180963357103097d172cc</a:t>
            </a:r>
          </a:p>
          <a:p xmlns:a="http://schemas.openxmlformats.org/drawingml/2006/main">
            <a:r>
              <a:t>sues200,sues200_uav_250m_to_satellite,2,full,4000,1,0.1,400,0.1,0.5775,0.4225,0.5107682494279221,df64ad73d2ea80e1dd0b23fc8074aecd3cbd909b0f4363e60e11a61eb4ffbff8,bcf84413d8688e44219545832a1661a3c631225dd70bead3a5dfd3efcfcf54b8,033b6eaea71b3084ca043902f6ba03b6487bf1762a9180963357103097d172cc</a:t>
            </a:r>
          </a:p>
          <a:p xmlns:a="http://schemas.openxmlformats.org/drawingml/2006/main">
            <a:r>
              <a:t>sues200,sues200_uav_250m_to_satellite,2,full,4000,2,0.2,800,0.2,0.5725,0.4275,0.5107682494279221,df64ad73d2ea80e1dd0b23fc8074aecd3cbd909b0f4363e60e11a61eb4ffbff8,420fcc418ff1950e61abcc4540d7b0f79608e739c48b452c13bdf502be961e4d,033b6eaea71b3084ca043902f6ba03b6487bf1762a9180963357103097d172cc</a:t>
            </a:r>
          </a:p>
          <a:p xmlns:a="http://schemas.openxmlformats.org/drawingml/2006/main">
            <a:r>
              <a:t>sues200,sues200_uav_250m_to_satellite,2,full,4000,3,0.3,1200,0.3,0.5483333333333333,0.45166666666666666,0.5107682494279221,df64ad73d2ea80e1dd0b23fc8074aecd3cbd909b0f4363e60e11a61eb4ffbff8,84f5232b10b8e3854301036ca92adeded2745872c2ed4e13b226151534d62412,033b6eaea71b3084ca043902f6ba03b6487bf1762a9180963357103097d172cc</a:t>
            </a:r>
          </a:p>
          <a:p xmlns:a="http://schemas.openxmlformats.org/drawingml/2006/main">
            <a:r>
              <a:t>sues200,sues200_uav_250m_to_satellite,2,full,4000,4,0.4,1600,0.4,0.5175,0.48250000000000004,0.5107682494279221,df64ad73d2ea80e1dd0b23fc8074aecd3cbd909b0f4363e60e11a61eb4ffbff8,9140049dbc7fc8b4df9080c8531c4cc1ca3abdbedf5c37a9d49fe8efaa1eebe7,033b6eaea71b3084ca043902f6ba03b6487bf1762a9180963357103097d172cc</a:t>
            </a:r>
          </a:p>
          <a:p xmlns:a="http://schemas.openxmlformats.org/drawingml/2006/main">
            <a:r>
              <a:t>sues200,sues200_uav_250m_to_satellite,2,full,4000,5,0.5,2000,0.5,0.4845,0.5155000000000001,0.5107682494279221,df64ad73d2ea80e1dd0b23fc8074aecd3cbd909b0f4363e60e11a61eb4ffbff8,398109843858252f6d818b42a4e4bd9ff873f633179fc0e622d483c1178da4f1,033b6eaea71b3084ca043902f6ba03b6487bf1762a9180963357103097d172cc</a:t>
            </a:r>
          </a:p>
          <a:p xmlns:a="http://schemas.openxmlformats.org/drawingml/2006/main">
            <a:r>
              <a:t>sues200,sues200_uav_250m_to_satellite,2,full,4000,6,0.6,2400,0.6,0.45958333333333334,0.5404166666666667,0.5107682494279221,df64ad73d2ea80e1dd0b23fc8074aecd3cbd909b0f4363e60e11a61eb4ffbff8,fd2067c1c50cc4269edae4f74780e3f8690509823a0341b223ccc8a2cf5ac7a1,033b6eaea71b3084ca043902f6ba03b6487bf1762a9180963357103097d172cc</a:t>
            </a:r>
          </a:p>
          <a:p xmlns:a="http://schemas.openxmlformats.org/drawingml/2006/main">
            <a:r>
              <a:t>sues200,sues200_uav_250m_to_satellite,2,full,4000,7,0.7,2800,0.7,0.4367857142857143,0.5632142857142857,0.5107682494279221,df64ad73d2ea80e1dd0b23fc8074aecd3cbd909b0f4363e60e11a61eb4ffbff8,7151eb841c84082e05f3558baf63722236c6f1f445376d987c140e6fa85bc14c,033b6eaea71b3084ca043902f6ba03b6487bf1762a9180963357103097d172cc</a:t>
            </a:r>
          </a:p>
          <a:p xmlns:a="http://schemas.openxmlformats.org/drawingml/2006/main">
            <a:r>
              <a:t>sues200,sues200_uav_250m_to_satellite,2,full,4000,8,0.8,3200,0.8,0.4175,0.5825,0.5107682494279221,df64ad73d2ea80e1dd0b23fc8074aecd3cbd909b0f4363e60e11a61eb4ffbff8,cb4272369ec9779a35862c7b7a0f2fb49698837be9b551ee88ad5ee1790d98e9,033b6eaea71b3084ca043902f6ba03b6487bf1762a9180963357103097d172cc</a:t>
            </a:r>
          </a:p>
          <a:p xmlns:a="http://schemas.openxmlformats.org/drawingml/2006/main">
            <a:r>
              <a:t>sues200,sues200_uav_250m_to_satellite,2,full,4000,9,0.9,3600,0.9,0.40194444444444444,0.5980555555555556,0.5107682494279221,df64ad73d2ea80e1dd0b23fc8074aecd3cbd909b0f4363e60e11a61eb4ffbff8,7ae802c7c2d18a0245d87b4e12efabd9603c54a5b028b6e55c511fe5e4205559,033b6eaea71b3084ca043902f6ba03b6487bf1762a9180963357103097d172cc</a:t>
            </a:r>
          </a:p>
          <a:p xmlns:a="http://schemas.openxmlformats.org/drawingml/2006/main">
            <a:r>
              <a:t>sues200,sues200_uav_250m_to_satellite,2,full,4000,10,1,4000,1,0.38575,0.61425,0.5107682494279221,df64ad73d2ea80e1dd0b23fc8074aecd3cbd909b0f4363e60e11a61eb4ffbff8,18f249550056a5934e3496623374de2abe89f37bf6a22061d596251bd7d4c6b7,033b6eaea71b3084ca043902f6ba03b6487bf1762a9180963357103097d172cc</a:t>
            </a:r>
          </a:p>
          <a:p xmlns:a="http://schemas.openxmlformats.org/drawingml/2006/main">
            <a:r>
              <a:t>sues200,sues200_uav_250m_to_satellite,3,visual,4000,1,0.1,400,0.1,0.8675,0.13249999999999995,0.350426223024916,df64ad73d2ea80e1dd0b23fc8074aecd3cbd909b0f4363e60e11a61eb4ffbff8,378bcbef8b9f6ba01862f68e02838dc518bf9946e494885be52f6dc5df955e32,033b6eaea71b3084ca043902f6ba03b6487bf1762a9180963357103097d172cc</a:t>
            </a:r>
          </a:p>
          <a:p xmlns:a="http://schemas.openxmlformats.org/drawingml/2006/main">
            <a:r>
              <a:t>sues200,sues200_uav_250m_to_satellite,3,visual,4000,2,0.2,800,0.2,0.7575,0.24250000000000005,0.350426223024916,df64ad73d2ea80e1dd0b23fc8074aecd3cbd909b0f4363e60e11a61eb4ffbff8,b45de4e07a74e00a7b1988aa017e023419ef3c483b3577bf30458889815f7c22,033b6eaea71b3084ca043902f6ba03b6487bf1762a9180963357103097d172cc</a:t>
            </a:r>
          </a:p>
          <a:p xmlns:a="http://schemas.openxmlformats.org/drawingml/2006/main">
            <a:r>
              <a:t>sues200,sues200_uav_250m_to_satellite,3,visual,4000,3,0.3,1200,0.3,0.7116666666666667,0.28833333333333333,0.350426223024916,df64ad73d2ea80e1dd0b23fc8074aecd3cbd909b0f4363e60e11a61eb4ffbff8,d86da1a422b54f7b8ccf1dc3d5c42ea460d8b6e2f4b3391deec5d1eeb69c14b7,033b6eaea71b3084ca043902f6ba03b6487bf1762a9180963357103097d172cc</a:t>
            </a:r>
          </a:p>
          <a:p xmlns:a="http://schemas.openxmlformats.org/drawingml/2006/main">
            <a:r>
              <a:t>sues200,sues200_uav_250m_to_satellite,3,visual,4000,4,0.4,1600,0.4,0.656875,0.343125,0.350426223024916,df64ad73d2ea80e1dd0b23fc8074aecd3cbd909b0f4363e60e11a61eb4ffbff8,60004a37777d56f9b7d7779f5995cd1790c2fe7ee442393c06ed1eb347ed8eb2,033b6eaea71b3084ca043902f6ba03b6487bf1762a9180963357103097d172cc</a:t>
            </a:r>
          </a:p>
          <a:p xmlns:a="http://schemas.openxmlformats.org/drawingml/2006/main">
            <a:r>
              <a:t>sues200,sues200_uav_250m_to_satellite,3,visual,4000,5,0.5,2000,0.5,0.625,0.375,0.350426223024916,df64ad73d2ea80e1dd0b23fc8074aecd3cbd909b0f4363e60e11a61eb4ffbff8,82ae573b8c93c60aef3554ef795a0d3ee02a8a72737cd7f109b48579780a6675,033b6eaea71b3084ca043902f6ba03b6487bf1762a9180963357103097d172cc</a:t>
            </a:r>
          </a:p>
          <a:p xmlns:a="http://schemas.openxmlformats.org/drawingml/2006/main">
            <a:r>
              <a:t>sues200,sues200_uav_250m_to_satellite,3,visual,4000,6,0.6,2400,0.6,0.5891666666666666,0.4108333333333334,0.350426223024916,df64ad73d2ea80e1dd0b23fc8074aecd3cbd909b0f4363e60e11a61eb4ffbff8,845c80a3270b8fb0f92d723569343250fe93422caa9bd807e2c5596afdf07cb7,033b6eaea71b3084ca043902f6ba03b6487bf1762a9180963357103097d172cc</a:t>
            </a:r>
          </a:p>
          <a:p xmlns:a="http://schemas.openxmlformats.org/drawingml/2006/main">
            <a:r>
              <a:t>sues200,sues200_uav_250m_to_satellite,3,visual,4000,7,0.7,2800,0.7,0.5564285714285714,0.4435714285714286,0.350426223024916,df64ad73d2ea80e1dd0b23fc8074aecd3cbd909b0f4363e60e11a61eb4ffbff8,a0332e25e921a8c628c3f607f6d7c43df7d2a268c77750f075e2655ddca79dbd,033b6eaea71b3084ca043902f6ba03b6487bf1762a9180963357103097d172cc</a:t>
            </a:r>
          </a:p>
          <a:p xmlns:a="http://schemas.openxmlformats.org/drawingml/2006/main">
            <a:r>
              <a:t>sues200,sues200_uav_250m_to_satellite,3,visual,4000,8,0.8,3200,0.8,0.5303125,0.46968750000000004,0.350426223024916,df64ad73d2ea80e1dd0b23fc8074aecd3cbd909b0f4363e60e11a61eb4ffbff8,cf66942e3bb770080a5c04525f2480f0799d1f881aa399a275630541a2d1ad68,033b6eaea71b3084ca043902f6ba03b6487bf1762a9180963357103097d172cc</a:t>
            </a:r>
          </a:p>
          <a:p xmlns:a="http://schemas.openxmlformats.org/drawingml/2006/main">
            <a:r>
              <a:t>sues200,sues200_uav_250m_to_satellite,3,visual,4000,9,0.9,3600,0.9,0.4986111111111111,0.5013888888888889,0.350426223024916,df64ad73d2ea80e1dd0b23fc8074aecd3cbd909b0f4363e60e11a61eb4ffbff8,89dc2133de3b10e0e4b8ba21ade4f2d0b682b929d169b74939a79152f9e63f9e,033b6eaea71b3084ca043902f6ba03b6487bf1762a9180963357103097d172cc</a:t>
            </a:r>
          </a:p>
          <a:p xmlns:a="http://schemas.openxmlformats.org/drawingml/2006/main">
            <a:r>
              <a:t>sues200,sues200_uav_250m_to_satellite,3,visual,4000,10,1,4000,1,0.47325,0.52675,0.350426223024916,df64ad73d2ea80e1dd0b23fc8074aecd3cbd909b0f4363e60e11a61eb4ffbff8,18f249550056a5934e3496623374de2abe89f37bf6a22061d596251bd7d4c6b7,033b6eaea71b3084ca043902f6ba03b6487bf1762a9180963357103097d172cc</a:t>
            </a:r>
          </a:p>
          <a:p xmlns:a="http://schemas.openxmlformats.org/drawingml/2006/main">
            <a:r>
              <a:t>sues200,sues200_uav_250m_to_satellite,3,full,4000,1,0.1,400,0.1,0.615,0.385,0.513968166939283,df64ad73d2ea80e1dd0b23fc8074aecd3cbd909b0f4363e60e11a61eb4ffbff8,92a5e26c414e900038c9f8051ea19d9f116ebefcc066febb09cb8f51e22f07e2,033b6eaea71b3084ca043902f6ba03b6487bf1762a9180963357103097d172cc</a:t>
            </a:r>
          </a:p>
          <a:p xmlns:a="http://schemas.openxmlformats.org/drawingml/2006/main">
            <a:r>
              <a:t>sues200,sues200_uav_250m_to_satellite,3,full,4000,2,0.2,800,0.2,0.615,0.385,0.513968166939283,df64ad73d2ea80e1dd0b23fc8074aecd3cbd909b0f4363e60e11a61eb4ffbff8,0722ec5f79d487438413f90f96e5b58c39a65a7884882a66e7ed3bdb89cf8250,033b6eaea71b3084ca043902f6ba03b6487bf1762a9180963357103097d172cc</a:t>
            </a:r>
          </a:p>
          <a:p xmlns:a="http://schemas.openxmlformats.org/drawingml/2006/main">
            <a:r>
              <a:t>sues200,sues200_uav_250m_to_satellite,3,full,4000,3,0.3,1200,0.3,0.5816666666666667,0.41833333333333333,0.513968166939283,df64ad73d2ea80e1dd0b23fc8074aecd3cbd909b0f4363e60e11a61eb4ffbff8,f90d5a7cbe3c16bb28ec1982c8e176fefc1cb51fce670fb10f99b932d96b3617,033b6eaea71b3084ca043902f6ba03b6487bf1762a9180963357103097d172cc</a:t>
            </a:r>
          </a:p>
          <a:p xmlns:a="http://schemas.openxmlformats.org/drawingml/2006/main">
            <a:r>
              <a:t>sues200,sues200_uav_250m_to_satellite,3,full,4000,4,0.4,1600,0.4,0.534375,0.46562499999999996,0.513968166939283,df64ad73d2ea80e1dd0b23fc8074aecd3cbd909b0f4363e60e11a61eb4ffbff8,5ec850f17ce3da37be9fcfe4a3bdae64453bb2198cf620a6600d04e3c2087c80,033b6eaea71b3084ca043902f6ba03b6487bf1762a9180963357103097d172cc</a:t>
            </a:r>
          </a:p>
          <a:p xmlns:a="http://schemas.openxmlformats.org/drawingml/2006/main">
            <a:r>
              <a:t>sues200,sues200_uav_250m_to_satellite,3,full,4000,5,0.5,2000,0.5,0.491,0.509,0.513968166939283,df64ad73d2ea80e1dd0b23fc8074aecd3cbd909b0f4363e60e11a61eb4ffbff8,96b9f4d5d5ff223e6b8fba99fb09aee0df3b51b5d776e8e3bb473b9a791135a0,033b6eaea71b3084ca043902f6ba03b6487bf1762a9180963357103097d172cc</a:t>
            </a:r>
          </a:p>
          <a:p xmlns:a="http://schemas.openxmlformats.org/drawingml/2006/main">
            <a:r>
              <a:t>sues200,sues200_uav_250m_to_satellite,3,full,4000,6,0.6,2400,0.6,0.465,0.5349999999999999,0.513968166939283,df64ad73d2ea80e1dd0b23fc8074aecd3cbd909b0f4363e60e11a61eb4ffbff8,fabafb1a96e7e2ea92c6f4810a9bf4a34373938691e54451bd81ccc1ec732883,033b6eaea71b3084ca043902f6ba03b6487bf1762a9180963357103097d172cc</a:t>
            </a:r>
          </a:p>
          <a:p xmlns:a="http://schemas.openxmlformats.org/drawingml/2006/main">
            <a:r>
              <a:t>sues200,sues200_uav_250m_to_satellite,3,full,4000,7,0.7,2800,0.7,0.4332142857142857,0.5667857142857142,0.513968166939283,df64ad73d2ea80e1dd0b23fc8074aecd3cbd909b0f4363e60e11a61eb4ffbff8,170bcd824256e46daca1bda0f6dec79062e5b0afaf248e4f4406b024681020df,033b6eaea71b3084ca043902f6ba03b6487bf1762a9180963357103097d172cc</a:t>
            </a:r>
          </a:p>
          <a:p xmlns:a="http://schemas.openxmlformats.org/drawingml/2006/main">
            <a:r>
              <a:t>sues200,sues200_uav_250m_to_satellite,3,full,4000,8,0.8,3200,0.8,0.4040625,0.5959375,0.513968166939283,df64ad73d2ea80e1dd0b23fc8074aecd3cbd909b0f4363e60e11a61eb4ffbff8,9e34426cea5868562a1a47a3a9b7a86cd2592b96933a42654b1f525eee6ccbdc,033b6eaea71b3084ca043902f6ba03b6487bf1762a9180963357103097d172cc</a:t>
            </a:r>
          </a:p>
          <a:p xmlns:a="http://schemas.openxmlformats.org/drawingml/2006/main">
            <a:r>
              <a:t>sues200,sues200_uav_250m_to_satellite,3,full,4000,9,0.9,3600,0.9,0.38027777777777777,0.6197222222222223,0.513968166939283,df64ad73d2ea80e1dd0b23fc8074aecd3cbd909b0f4363e60e11a61eb4ffbff8,89b36c0c5bc348018714903df1c85f2318b935696c9a061d8f6830b2fd8fafec,033b6eaea71b3084ca043902f6ba03b6487bf1762a9180963357103097d172cc</a:t>
            </a:r>
          </a:p>
          <a:p xmlns:a="http://schemas.openxmlformats.org/drawingml/2006/main">
            <a:r>
              <a:t>sues200,sues200_uav_250m_to_satellite,3,full,4000,10,1,4000,1,0.35525,0.6447499999999999,0.513968166939283,df64ad73d2ea80e1dd0b23fc8074aecd3cbd909b0f4363e60e11a61eb4ffbff8,18f249550056a5934e3496623374de2abe89f37bf6a22061d596251bd7d4c6b7,033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250 m.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N=80.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sues200,sues200_satellite_to_uav_250m,1,visual,80,1,0.1,8,0.1,1,0,0.21627069142540542,a0024554fabfdcd03efe8d46da3c80414baa16d26cf6a40d05e521ce55eeaddc,f39edee5feb521d8126dc0a306dc37fac737c873b078785bc08d77914495468c,033b6eaea71b3084ca043902f6ba03b6487bf1762a9180963357103097d172cc</a:t>
            </a:r>
          </a:p>
          <a:p xmlns:a="http://schemas.openxmlformats.org/drawingml/2006/main">
            <a:r>
              <a:t>sues200,sues200_satellite_to_uav_250m,1,visual,80,2,0.2,16,0.2,0.75,0.25,0.21627069142540542,a0024554fabfdcd03efe8d46da3c80414baa16d26cf6a40d05e521ce55eeaddc,311729f7fc628c88a8aadd9aad80ebdf244b71327c4a3b10dd0c0532ac291f05,033b6eaea71b3084ca043902f6ba03b6487bf1762a9180963357103097d172cc</a:t>
            </a:r>
          </a:p>
          <a:p xmlns:a="http://schemas.openxmlformats.org/drawingml/2006/main">
            <a:r>
              <a:t>sues200,sues200_satellite_to_uav_250m,1,visual,80,3,0.3,24,0.3,0.75,0.25,0.21627069142540542,a0024554fabfdcd03efe8d46da3c80414baa16d26cf6a40d05e521ce55eeaddc,e14b58c06f6a9d3cd3dd43709baf9d782433745f911d93d4fe5fb2a8734a7ee3,033b6eaea71b3084ca043902f6ba03b6487bf1762a9180963357103097d172cc</a:t>
            </a:r>
          </a:p>
          <a:p xmlns:a="http://schemas.openxmlformats.org/drawingml/2006/main">
            <a:r>
              <a:t>sues200,sues200_satellite_to_uav_250m,1,visual,80,4,0.4,32,0.4,0.75,0.25,0.21627069142540542,a0024554fabfdcd03efe8d46da3c80414baa16d26cf6a40d05e521ce55eeaddc,6c935b48f61c172404d8ce93600a3515139b6a93b3c72603cddaf855b0695832,033b6eaea71b3084ca043902f6ba03b6487bf1762a9180963357103097d172cc</a:t>
            </a:r>
          </a:p>
          <a:p xmlns:a="http://schemas.openxmlformats.org/drawingml/2006/main">
            <a:r>
              <a:t>sues200,sues200_satellite_to_uav_250m,1,visual,80,5,0.5,40,0.5,0.775,0.22499999999999998,0.21627069142540542,a0024554fabfdcd03efe8d46da3c80414baa16d26cf6a40d05e521ce55eeaddc,ecd3d973a92c01bce79e445d3609fac3985ef2b95b4561a892ea0f7ab5044dd2,033b6eaea71b3084ca043902f6ba03b6487bf1762a9180963357103097d172cc</a:t>
            </a:r>
          </a:p>
          <a:p xmlns:a="http://schemas.openxmlformats.org/drawingml/2006/main">
            <a:r>
              <a:t>sues200,sues200_satellite_to_uav_250m,1,visual,80,6,0.6,48,0.6,0.75,0.25,0.21627069142540542,a0024554fabfdcd03efe8d46da3c80414baa16d26cf6a40d05e521ce55eeaddc,9f3f2c9f0df443b1e8c895a0f0d214bef09bf4536b9e13ad3b55340a2cb72582,033b6eaea71b3084ca043902f6ba03b6487bf1762a9180963357103097d172cc</a:t>
            </a:r>
          </a:p>
          <a:p xmlns:a="http://schemas.openxmlformats.org/drawingml/2006/main">
            <a:r>
              <a:t>sues200,sues200_satellite_to_uav_250m,1,visual,80,7,0.7,56,0.7,0.7321428571428571,0.2678571428571429,0.21627069142540542,a0024554fabfdcd03efe8d46da3c80414baa16d26cf6a40d05e521ce55eeaddc,edf84b9e51f3f70c96e6edf4da37750cfedb2549281c61d7199c4b50c8320cdf,033b6eaea71b3084ca043902f6ba03b6487bf1762a9180963357103097d172cc</a:t>
            </a:r>
          </a:p>
          <a:p xmlns:a="http://schemas.openxmlformats.org/drawingml/2006/main">
            <a:r>
              <a:t>sues200,sues200_satellite_to_uav_250m,1,visual,80,8,0.8,64,0.8,0.734375,0.265625,0.21627069142540542,a0024554fabfdcd03efe8d46da3c80414baa16d26cf6a40d05e521ce55eeaddc,a59d9c7007e6c16527d9b44b759fdcabb60fefcbab6cea785922181054114d26,033b6eaea71b3084ca043902f6ba03b6487bf1762a9180963357103097d172cc</a:t>
            </a:r>
          </a:p>
          <a:p xmlns:a="http://schemas.openxmlformats.org/drawingml/2006/main">
            <a:r>
              <a:t>sues200,sues200_satellite_to_uav_250m,1,visual,80,9,0.9,72,0.9,0.7222222222222222,0.2777777777777778,0.21627069142540542,a0024554fabfdcd03efe8d46da3c80414baa16d26cf6a40d05e521ce55eeaddc,59c340507369d0bd10fb3b66fd81395a2f10c94810b146c55bf3138eef81c62b,033b6eaea71b3084ca043902f6ba03b6487bf1762a9180963357103097d172cc</a:t>
            </a:r>
          </a:p>
          <a:p xmlns:a="http://schemas.openxmlformats.org/drawingml/2006/main">
            <a:r>
              <a:t>sues200,sues200_satellite_to_uav_250m,1,visual,80,10,1,80,1,0.6875,0.3125,0.21627069142540542,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250m,1,full,80,1,0.1,8,0.1,0.625,0.375,0.428065308853971,a0024554fabfdcd03efe8d46da3c80414baa16d26cf6a40d05e521ce55eeaddc,e9f3ffbb8c1d0ba011daceaa5ae8a28523148d3cfc52c5549145146a6d9b93ee,033b6eaea71b3084ca043902f6ba03b6487bf1762a9180963357103097d172cc</a:t>
            </a:r>
          </a:p>
          <a:p xmlns:a="http://schemas.openxmlformats.org/drawingml/2006/main">
            <a:r>
              <a:t>sues200,sues200_satellite_to_uav_250m,1,full,80,2,0.2,16,0.2,0.5,0.5,0.428065308853971,a0024554fabfdcd03efe8d46da3c80414baa16d26cf6a40d05e521ce55eeaddc,f501264ede09b7e61f804af2b91f59363a39e301e4c30b691a1aa6c6c30e7699,033b6eaea71b3084ca043902f6ba03b6487bf1762a9180963357103097d172cc</a:t>
            </a:r>
          </a:p>
          <a:p xmlns:a="http://schemas.openxmlformats.org/drawingml/2006/main">
            <a:r>
              <a:t>sues200,sues200_satellite_to_uav_250m,1,full,80,3,0.3,24,0.3,0.5416666666666666,0.45833333333333337,0.428065308853971,a0024554fabfdcd03efe8d46da3c80414baa16d26cf6a40d05e521ce55eeaddc,ee6c9c6d07fec0803540e645c93c1617446a59c55f0e2d7c375fc2ecc8803907,033b6eaea71b3084ca043902f6ba03b6487bf1762a9180963357103097d172cc</a:t>
            </a:r>
          </a:p>
          <a:p xmlns:a="http://schemas.openxmlformats.org/drawingml/2006/main">
            <a:r>
              <a:t>sues200,sues200_satellite_to_uav_250m,1,full,80,4,0.4,32,0.4,0.53125,0.46875,0.428065308853971,a0024554fabfdcd03efe8d46da3c80414baa16d26cf6a40d05e521ce55eeaddc,c4913f873b631ab04ce120b204e32027992c168478b7b29a2267e68d18986939,033b6eaea71b3084ca043902f6ba03b6487bf1762a9180963357103097d172cc</a:t>
            </a:r>
          </a:p>
          <a:p xmlns:a="http://schemas.openxmlformats.org/drawingml/2006/main">
            <a:r>
              <a:t>sues200,sues200_satellite_to_uav_250m,1,full,80,5,0.5,40,0.5,0.6,0.4,0.428065308853971,a0024554fabfdcd03efe8d46da3c80414baa16d26cf6a40d05e521ce55eeaddc,790493d974f9f5ad7f676369d1e5d3f8254f021ba12bed110c517ffbcd8e650a,033b6eaea71b3084ca043902f6ba03b6487bf1762a9180963357103097d172cc</a:t>
            </a:r>
          </a:p>
          <a:p xmlns:a="http://schemas.openxmlformats.org/drawingml/2006/main">
            <a:r>
              <a:t>sues200,sues200_satellite_to_uav_250m,1,full,80,6,0.6,48,0.6,0.625,0.375,0.428065308853971,a0024554fabfdcd03efe8d46da3c80414baa16d26cf6a40d05e521ce55eeaddc,09f3555b81c3e9505cf08df38e630bb7fbf340c56c5d12c701aa8046f5f96754,033b6eaea71b3084ca043902f6ba03b6487bf1762a9180963357103097d172cc</a:t>
            </a:r>
          </a:p>
          <a:p xmlns:a="http://schemas.openxmlformats.org/drawingml/2006/main">
            <a:r>
              <a:t>sues200,sues200_satellite_to_uav_250m,1,full,80,7,0.7,56,0.7,0.6071428571428571,0.3928571428571429,0.428065308853971,a0024554fabfdcd03efe8d46da3c80414baa16d26cf6a40d05e521ce55eeaddc,d5ad15626c13991e768b21d613ab58361ac20310a3b9eb651043f50ae69837a6,033b6eaea71b3084ca043902f6ba03b6487bf1762a9180963357103097d172cc</a:t>
            </a:r>
          </a:p>
          <a:p xmlns:a="http://schemas.openxmlformats.org/drawingml/2006/main">
            <a:r>
              <a:t>sues200,sues200_satellite_to_uav_250m,1,full,80,8,0.8,64,0.8,0.609375,0.390625,0.428065308853971,a0024554fabfdcd03efe8d46da3c80414baa16d26cf6a40d05e521ce55eeaddc,6538b9509f8c6e16777b81a31bafe5285bb7d8a9503ca386382a26f9cd88d44a,033b6eaea71b3084ca043902f6ba03b6487bf1762a9180963357103097d172cc</a:t>
            </a:r>
          </a:p>
          <a:p xmlns:a="http://schemas.openxmlformats.org/drawingml/2006/main">
            <a:r>
              <a:t>sues200,sues200_satellite_to_uav_250m,1,full,80,9,0.9,72,0.9,0.625,0.375,0.428065308853971,a0024554fabfdcd03efe8d46da3c80414baa16d26cf6a40d05e521ce55eeaddc,7363bb305cde4947bd97174a78d22ec5f39322e1dd4d922d84f3d680fec3a6ee,033b6eaea71b3084ca043902f6ba03b6487bf1762a9180963357103097d172cc</a:t>
            </a:r>
          </a:p>
          <a:p xmlns:a="http://schemas.openxmlformats.org/drawingml/2006/main">
            <a:r>
              <a:t>sues200,sues200_satellite_to_uav_250m,1,full,80,10,1,80,1,0.6,0.4,0.428065308853971,a0024554fabfdcd03efe8d46da3c80414baa16d26cf6a40d05e521ce55eeaddc,79fa3b3356020254021629e96d31e3f0d5a3a18f7c09b007ca16a9d342694d86,033b6eaea71b3084ca043902f6ba03b6487bf1762a9180963357103097d172cc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250m,2,visual,80,1,0.1,8,0.1,0.75,0.25,0.3271733763104236,a0024554fabfdcd03efe8d46da3c80414baa16d26cf6a40d05e521ce55eeaddc,e98c795e7db8ea220170f11b92aeda5a2fcd40df6d54a17c36694f4b2c0f00aa,033b6eaea71b3084ca043902f6ba03b6487bf1762a9180963357103097d172cc</a:t>
            </a:r>
          </a:p>
          <a:p xmlns:a="http://schemas.openxmlformats.org/drawingml/2006/main">
            <a:r>
              <a:t>sues200,sues200_satellite_to_uav_250m,2,visual,80,2,0.2,16,0.2,0.625,0.375,0.3271733763104236,a0024554fabfdcd03efe8d46da3c80414baa16d26cf6a40d05e521ce55eeaddc,4bff877a9c19ae4c206ce72c47abf81a13334ee9a7471cb8aa9daba7d759c4e1,033b6eaea71b3084ca043902f6ba03b6487bf1762a9180963357103097d172cc</a:t>
            </a:r>
          </a:p>
          <a:p xmlns:a="http://schemas.openxmlformats.org/drawingml/2006/main">
            <a:r>
              <a:t>sues200,sues200_satellite_to_uav_250m,2,visual,80,3,0.3,24,0.3,0.6666666666666666,0.33333333333333337,0.3271733763104236,a0024554fabfdcd03efe8d46da3c80414baa16d26cf6a40d05e521ce55eeaddc,67a60755448ce5e4338479c71bf128cad9fbf3b588fbc931d922c3659855013f,033b6eaea71b3084ca043902f6ba03b6487bf1762a9180963357103097d172cc</a:t>
            </a:r>
          </a:p>
          <a:p xmlns:a="http://schemas.openxmlformats.org/drawingml/2006/main">
            <a:r>
              <a:t>sues200,sues200_satellite_to_uav_250m,2,visual,80,4,0.4,32,0.4,0.65625,0.34375,0.3271733763104236,a0024554fabfdcd03efe8d46da3c80414baa16d26cf6a40d05e521ce55eeaddc,2b6a923abb9add3af9e4d4fb42c1dabc58642255cedb8499ea0f3c2a0bd16b42,033b6eaea71b3084ca043902f6ba03b6487bf1762a9180963357103097d172cc</a:t>
            </a:r>
          </a:p>
          <a:p xmlns:a="http://schemas.openxmlformats.org/drawingml/2006/main">
            <a:r>
              <a:t>sues200,sues200_satellite_to_uav_250m,2,visual,80,5,0.5,40,0.5,0.625,0.375,0.3271733763104236,a0024554fabfdcd03efe8d46da3c80414baa16d26cf6a40d05e521ce55eeaddc,7286df42a0ede07709469aa80f8a6402f3634a771db11e16d3dcdad38ce2a12d,033b6eaea71b3084ca043902f6ba03b6487bf1762a9180963357103097d172cc</a:t>
            </a:r>
          </a:p>
          <a:p xmlns:a="http://schemas.openxmlformats.org/drawingml/2006/main">
            <a:r>
              <a:t>sues200,sues200_satellite_to_uav_250m,2,visual,80,6,0.6,48,0.6,0.6666666666666666,0.33333333333333337,0.3271733763104236,a0024554fabfdcd03efe8d46da3c80414baa16d26cf6a40d05e521ce55eeaddc,4acb2e06e84799b9a9cbf56b6863695ab3b343fbdfcac2e8243e9ee16742c290,033b6eaea71b3084ca043902f6ba03b6487bf1762a9180963357103097d172cc</a:t>
            </a:r>
          </a:p>
          <a:p xmlns:a="http://schemas.openxmlformats.org/drawingml/2006/main">
            <a:r>
              <a:t>sues200,sues200_satellite_to_uav_250m,2,visual,80,7,0.7,56,0.7,0.6964285714285714,0.3035714285714286,0.3271733763104236,a0024554fabfdcd03efe8d46da3c80414baa16d26cf6a40d05e521ce55eeaddc,d230f251ec41ee6a59d6ce5fcd3a50ce6164011ff96d1dd55b4d8fc7279cf038,033b6eaea71b3084ca043902f6ba03b6487bf1762a9180963357103097d172cc</a:t>
            </a:r>
          </a:p>
          <a:p xmlns:a="http://schemas.openxmlformats.org/drawingml/2006/main">
            <a:r>
              <a:t>sues200,sues200_satellite_to_uav_250m,2,visual,80,8,0.8,64,0.8,0.703125,0.296875,0.3271733763104236,a0024554fabfdcd03efe8d46da3c80414baa16d26cf6a40d05e521ce55eeaddc,819c9c8af3f37d9cd5ce9bf64d51be3411c367800fb108c3928bb273ce0bf1ba,033b6eaea71b3084ca043902f6ba03b6487bf1762a9180963357103097d172cc</a:t>
            </a:r>
          </a:p>
          <a:p xmlns:a="http://schemas.openxmlformats.org/drawingml/2006/main">
            <a:r>
              <a:t>sues200,sues200_satellite_to_uav_250m,2,visual,80,9,0.9,72,0.9,0.6805555555555556,0.3194444444444444,0.3271733763104236,a0024554fabfdcd03efe8d46da3c80414baa16d26cf6a40d05e521ce55eeaddc,7cc7825d35a1e287a3effe4528aeac57ddec394bff2afd89e57a1f8c55494207,033b6eaea71b3084ca043902f6ba03b6487bf1762a9180963357103097d172cc</a:t>
            </a:r>
          </a:p>
          <a:p xmlns:a="http://schemas.openxmlformats.org/drawingml/2006/main">
            <a:r>
              <a:t>sues200,sues200_satellite_to_uav_250m,2,visual,80,10,1,80,1,0.6625,0.3375,0.3271733763104236,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250m,2,full,80,1,0.1,8,0.1,0.75,0.25,0.3272941982069404,a0024554fabfdcd03efe8d46da3c80414baa16d26cf6a40d05e521ce55eeaddc,681cf54e0157f98f95a8e8ed061fde77a93e6a5bbfec7b67e1b22468cfa93168,033b6eaea71b3084ca043902f6ba03b6487bf1762a9180963357103097d172cc</a:t>
            </a:r>
          </a:p>
          <a:p xmlns:a="http://schemas.openxmlformats.org/drawingml/2006/main">
            <a:r>
              <a:t>sues200,sues200_satellite_to_uav_250m,2,full,80,2,0.2,16,0.2,0.8125,0.1875,0.3272941982069404,a0024554fabfdcd03efe8d46da3c80414baa16d26cf6a40d05e521ce55eeaddc,a80fad75c20ee1beeae2c3e293d5cbb16360b95f71cf2a76adb94b3662cdfc41,033b6eaea71b3084ca043902f6ba03b6487bf1762a9180963357103097d172cc</a:t>
            </a:r>
          </a:p>
          <a:p xmlns:a="http://schemas.openxmlformats.org/drawingml/2006/main">
            <a:r>
              <a:t>sues200,sues200_satellite_to_uav_250m,2,full,80,3,0.3,24,0.3,0.75,0.25,0.3272941982069404,a0024554fabfdcd03efe8d46da3c80414baa16d26cf6a40d05e521ce55eeaddc,f26e4fb804d2f67a96598f0f2f1912a8d8bbd32616ffc9c99c3ffc5eaab54b42,033b6eaea71b3084ca043902f6ba03b6487bf1762a9180963357103097d172cc</a:t>
            </a:r>
          </a:p>
          <a:p xmlns:a="http://schemas.openxmlformats.org/drawingml/2006/main">
            <a:r>
              <a:t>sues200,sues200_satellite_to_uav_250m,2,full,80,4,0.4,32,0.4,0.65625,0.34375,0.3272941982069404,a0024554fabfdcd03efe8d46da3c80414baa16d26cf6a40d05e521ce55eeaddc,11bf3b39f47434ce98fdaf0840bcc521f5f2a718c256c5405ab070ecef00851e,033b6eaea71b3084ca043902f6ba03b6487bf1762a9180963357103097d172cc</a:t>
            </a:r>
          </a:p>
          <a:p xmlns:a="http://schemas.openxmlformats.org/drawingml/2006/main">
            <a:r>
              <a:t>sues200,sues200_satellite_to_uav_250m,2,full,80,5,0.5,40,0.5,0.625,0.375,0.3272941982069404,a0024554fabfdcd03efe8d46da3c80414baa16d26cf6a40d05e521ce55eeaddc,2b9130aa91bd7e31b5d25eefff51a8d7a7b4bdb5e105e62b11037d047c4fb178,033b6eaea71b3084ca043902f6ba03b6487bf1762a9180963357103097d172cc</a:t>
            </a:r>
          </a:p>
          <a:p xmlns:a="http://schemas.openxmlformats.org/drawingml/2006/main">
            <a:r>
              <a:t>sues200,sues200_satellite_to_uav_250m,2,full,80,6,0.6,48,0.6,0.6041666666666666,0.39583333333333337,0.3272941982069404,a0024554fabfdcd03efe8d46da3c80414baa16d26cf6a40d05e521ce55eeaddc,a94ddb402e0bca1d72d90f6af8aceb01c1bd7c71bfc8fc23406c92d2276d3111,033b6eaea71b3084ca043902f6ba03b6487bf1762a9180963357103097d172cc</a:t>
            </a:r>
          </a:p>
          <a:p xmlns:a="http://schemas.openxmlformats.org/drawingml/2006/main">
            <a:r>
              <a:t>sues200,sues200_satellite_to_uav_250m,2,full,80,7,0.7,56,0.7,0.625,0.375,0.3272941982069404,a0024554fabfdcd03efe8d46da3c80414baa16d26cf6a40d05e521ce55eeaddc,a6fd4ba4d72ff52d0a91e6eecf3ff87b408533db44262b102068a57a13268627,033b6eaea71b3084ca043902f6ba03b6487bf1762a9180963357103097d172cc</a:t>
            </a:r>
          </a:p>
          <a:p xmlns:a="http://schemas.openxmlformats.org/drawingml/2006/main">
            <a:r>
              <a:t>sues200,sues200_satellite_to_uav_250m,2,full,80,8,0.8,64,0.8,0.640625,0.359375,0.3272941982069404,a0024554fabfdcd03efe8d46da3c80414baa16d26cf6a40d05e521ce55eeaddc,03f702f59b7a68b9127c888a73ceffde1915a002cb50b16ca6f881161c1caa0d,033b6eaea71b3084ca043902f6ba03b6487bf1762a9180963357103097d172cc</a:t>
            </a:r>
          </a:p>
          <a:p xmlns:a="http://schemas.openxmlformats.org/drawingml/2006/main">
            <a:r>
              <a:t>sues200,sues200_satellite_to_uav_250m,2,full,80,9,0.9,72,0.9,0.6111111111111112,0.38888888888888884,0.3272941982069404,a0024554fabfdcd03efe8d46da3c80414baa16d26cf6a40d05e521ce55eeaddc,d5415bcc3d924cf392683ee1fd3b97f999cc1442759e3d8defeacc4ab982c09a,033b6eaea71b3084ca043902f6ba03b6487bf1762a9180963357103097d172cc</a:t>
            </a:r>
          </a:p>
          <a:p xmlns:a="http://schemas.openxmlformats.org/drawingml/2006/main">
            <a:r>
              <a:t>sues200,sues200_satellite_to_uav_250m,2,full,80,10,1,80,1,0.5875,0.4125,0.3272941982069404,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250m,3,visual,80,1,0.1,8,0.1,0.75,0.25,0.242506566773653,a0024554fabfdcd03efe8d46da3c80414baa16d26cf6a40d05e521ce55eeaddc,b16d225273c1c209fd1045e7c27fa4ccb701b66a95c1c217e39fe20eb66152b5,033b6eaea71b3084ca043902f6ba03b6487bf1762a9180963357103097d172cc</a:t>
            </a:r>
          </a:p>
          <a:p xmlns:a="http://schemas.openxmlformats.org/drawingml/2006/main">
            <a:r>
              <a:t>sues200,sues200_satellite_to_uav_250m,3,visual,80,2,0.2,16,0.2,0.75,0.25,0.242506566773653,a0024554fabfdcd03efe8d46da3c80414baa16d26cf6a40d05e521ce55eeaddc,94296da93d9630a80ed69a7dd3a4eb0473c617c02214255a5907329f1635af9f,033b6eaea71b3084ca043902f6ba03b6487bf1762a9180963357103097d172cc</a:t>
            </a:r>
          </a:p>
          <a:p xmlns:a="http://schemas.openxmlformats.org/drawingml/2006/main">
            <a:r>
              <a:t>sues200,sues200_satellite_to_uav_250m,3,visual,80,3,0.3,24,0.3,0.7916666666666666,0.20833333333333337,0.242506566773653,a0024554fabfdcd03efe8d46da3c80414baa16d26cf6a40d05e521ce55eeaddc,de250c20f9a5fc33c8990bb251cf78afc7ded3c38eaa07e692dab2cc1563641a,033b6eaea71b3084ca043902f6ba03b6487bf1762a9180963357103097d172cc</a:t>
            </a:r>
          </a:p>
          <a:p xmlns:a="http://schemas.openxmlformats.org/drawingml/2006/main">
            <a:r>
              <a:t>sues200,sues200_satellite_to_uav_250m,3,visual,80,4,0.4,32,0.4,0.78125,0.21875,0.242506566773653,a0024554fabfdcd03efe8d46da3c80414baa16d26cf6a40d05e521ce55eeaddc,4ed3868c6f3e1286ffbcc3814ec499e929ae4579d9efa24ddf3788d6245dcc06,033b6eaea71b3084ca043902f6ba03b6487bf1762a9180963357103097d172cc</a:t>
            </a:r>
          </a:p>
          <a:p xmlns:a="http://schemas.openxmlformats.org/drawingml/2006/main">
            <a:r>
              <a:t>sues200,sues200_satellite_to_uav_250m,3,visual,80,5,0.5,40,0.5,0.8,0.19999999999999996,0.242506566773653,a0024554fabfdcd03efe8d46da3c80414baa16d26cf6a40d05e521ce55eeaddc,959e7062dc8de0efdd1f18931aa3070d90674338372e5dcb40d4b87b0d12f1a6,033b6eaea71b3084ca043902f6ba03b6487bf1762a9180963357103097d172cc</a:t>
            </a:r>
          </a:p>
          <a:p xmlns:a="http://schemas.openxmlformats.org/drawingml/2006/main">
            <a:r>
              <a:t>sues200,sues200_satellite_to_uav_250m,3,visual,80,6,0.6,48,0.6,0.7916666666666666,0.20833333333333337,0.242506566773653,a0024554fabfdcd03efe8d46da3c80414baa16d26cf6a40d05e521ce55eeaddc,5c16057c24df14c09e3f576ed349f189c003903c9339f65259cc4dac514d31f4,033b6eaea71b3084ca043902f6ba03b6487bf1762a9180963357103097d172cc</a:t>
            </a:r>
          </a:p>
          <a:p xmlns:a="http://schemas.openxmlformats.org/drawingml/2006/main">
            <a:r>
              <a:t>sues200,sues200_satellite_to_uav_250m,3,visual,80,7,0.7,56,0.7,0.75,0.25,0.242506566773653,a0024554fabfdcd03efe8d46da3c80414baa16d26cf6a40d05e521ce55eeaddc,9043bde7d93f295ea031ef3f37d285141bed9d3eea6882949bf6fd48c174885e,033b6eaea71b3084ca043902f6ba03b6487bf1762a9180963357103097d172cc</a:t>
            </a:r>
          </a:p>
          <a:p xmlns:a="http://schemas.openxmlformats.org/drawingml/2006/main">
            <a:r>
              <a:t>sues200,sues200_satellite_to_uav_250m,3,visual,80,8,0.8,64,0.8,0.734375,0.265625,0.242506566773653,a0024554fabfdcd03efe8d46da3c80414baa16d26cf6a40d05e521ce55eeaddc,9621dff1b3c7f314d3a6b54cc4fd2694c222f196253d1e59a0f751c539a276d2,033b6eaea71b3084ca043902f6ba03b6487bf1762a9180963357103097d172cc</a:t>
            </a:r>
          </a:p>
          <a:p xmlns:a="http://schemas.openxmlformats.org/drawingml/2006/main">
            <a:r>
              <a:t>sues200,sues200_satellite_to_uav_250m,3,visual,80,9,0.9,72,0.9,0.7222222222222222,0.2777777777777778,0.242506566773653,a0024554fabfdcd03efe8d46da3c80414baa16d26cf6a40d05e521ce55eeaddc,1ec05183b1e1ad66a6d36162e9a4509109a5e50b635b5550df3fb45080eb2e9f,033b6eaea71b3084ca043902f6ba03b6487bf1762a9180963357103097d172cc</a:t>
            </a:r>
          </a:p>
          <a:p xmlns:a="http://schemas.openxmlformats.org/drawingml/2006/main">
            <a:r>
              <a:t>sues200,sues200_satellite_to_uav_250m,3,visual,80,10,1,80,1,0.725,0.275,0.242506566773653,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250m,3,full,80,1,0.1,8,0.1,0.75,0.25,0.39172932233229546,a0024554fabfdcd03efe8d46da3c80414baa16d26cf6a40d05e521ce55eeaddc,ed081162f6700a4ade5807fe6bd6dcf00c9fc5e1a1d07cc642c46da3233cfa07,033b6eaea71b3084ca043902f6ba03b6487bf1762a9180963357103097d172cc</a:t>
            </a:r>
          </a:p>
          <a:p xmlns:a="http://schemas.openxmlformats.org/drawingml/2006/main">
            <a:r>
              <a:t>sues200,sues200_satellite_to_uav_250m,3,full,80,2,0.2,16,0.2,0.75,0.25,0.39172932233229546,a0024554fabfdcd03efe8d46da3c80414baa16d26cf6a40d05e521ce55eeaddc,811acb9eac27b495b5dcfb6cd050aa066d49c6effb08a2e99c4d7ae18ae26753,033b6eaea71b3084ca043902f6ba03b6487bf1762a9180963357103097d172cc</a:t>
            </a:r>
          </a:p>
          <a:p xmlns:a="http://schemas.openxmlformats.org/drawingml/2006/main">
            <a:r>
              <a:t>sues200,sues200_satellite_to_uav_250m,3,full,80,3,0.3,24,0.3,0.6666666666666666,0.33333333333333337,0.39172932233229546,a0024554fabfdcd03efe8d46da3c80414baa16d26cf6a40d05e521ce55eeaddc,19d6cfd883b71ecc41c58344c2424f8e6d3358cf674d3226b3e6570b56141819,033b6eaea71b3084ca043902f6ba03b6487bf1762a9180963357103097d172cc</a:t>
            </a:r>
          </a:p>
          <a:p xmlns:a="http://schemas.openxmlformats.org/drawingml/2006/main">
            <a:r>
              <a:t>sues200,sues200_satellite_to_uav_250m,3,full,80,4,0.4,32,0.4,0.625,0.375,0.39172932233229546,a0024554fabfdcd03efe8d46da3c80414baa16d26cf6a40d05e521ce55eeaddc,cbe0fb34252d34b780030825e065336ca9f6b7ebbbf03dfed3e0b51a36a1a4c6,033b6eaea71b3084ca043902f6ba03b6487bf1762a9180963357103097d172cc</a:t>
            </a:r>
          </a:p>
          <a:p xmlns:a="http://schemas.openxmlformats.org/drawingml/2006/main">
            <a:r>
              <a:t>sues200,sues200_satellite_to_uav_250m,3,full,80,5,0.5,40,0.5,0.625,0.375,0.39172932233229546,a0024554fabfdcd03efe8d46da3c80414baa16d26cf6a40d05e521ce55eeaddc,5cb1050e364cee69e34b73ca7ece78f47b069a9a4518acdb63f76f96e9e39b23,033b6eaea71b3084ca043902f6ba03b6487bf1762a9180963357103097d172cc</a:t>
            </a:r>
          </a:p>
          <a:p xmlns:a="http://schemas.openxmlformats.org/drawingml/2006/main">
            <a:r>
              <a:t>sues200,sues200_satellite_to_uav_250m,3,full,80,6,0.6,48,0.6,0.6041666666666666,0.39583333333333337,0.39172932233229546,a0024554fabfdcd03efe8d46da3c80414baa16d26cf6a40d05e521ce55eeaddc,83f5efcfb59f277500c62615f65ee0e61021f75fff03f37a0fa707068354fb10,033b6eaea71b3084ca043902f6ba03b6487bf1762a9180963357103097d172cc</a:t>
            </a:r>
          </a:p>
          <a:p xmlns:a="http://schemas.openxmlformats.org/drawingml/2006/main">
            <a:r>
              <a:t>sues200,sues200_satellite_to_uav_250m,3,full,80,7,0.7,56,0.7,0.5535714285714286,0.4464285714285714,0.39172932233229546,a0024554fabfdcd03efe8d46da3c80414baa16d26cf6a40d05e521ce55eeaddc,e65a0450bd1925320761bccb35193f612440e1205c15a6c61d4ddd8b449d9063,033b6eaea71b3084ca043902f6ba03b6487bf1762a9180963357103097d172cc</a:t>
            </a:r>
          </a:p>
          <a:p xmlns:a="http://schemas.openxmlformats.org/drawingml/2006/main">
            <a:r>
              <a:t>sues200,sues200_satellite_to_uav_250m,3,full,80,8,0.8,64,0.8,0.53125,0.46875,0.39172932233229546,a0024554fabfdcd03efe8d46da3c80414baa16d26cf6a40d05e521ce55eeaddc,a951f7ecabaf38c0e27b62bfaf09b641ba28dbe905b45336b04e58ea2cdb857b,033b6eaea71b3084ca043902f6ba03b6487bf1762a9180963357103097d172cc</a:t>
            </a:r>
          </a:p>
          <a:p xmlns:a="http://schemas.openxmlformats.org/drawingml/2006/main">
            <a:r>
              <a:t>sues200,sues200_satellite_to_uav_250m,3,full,80,9,0.9,72,0.9,0.5138888888888888,0.48611111111111116,0.39172932233229546,a0024554fabfdcd03efe8d46da3c80414baa16d26cf6a40d05e521ce55eeaddc,97059b09a59714885c2b9c4d6938afdf0bb6f659ef645ddd0b651abbfd091b6a,033b6eaea71b3084ca043902f6ba03b6487bf1762a9180963357103097d172cc</a:t>
            </a:r>
          </a:p>
          <a:p xmlns:a="http://schemas.openxmlformats.org/drawingml/2006/main">
            <a:r>
              <a:t>sues200,sues200_satellite_to_uav_250m,3,full,80,10,1,80,1,0.525,0.475,0.39172932233229546,a0024554fabfdcd03efe8d46da3c80414baa16d26cf6a40d05e521ce55eeaddc,79fa3b3356020254021629e96d31e3f0d5a3a18f7c09b007ca16a9d342694d86,033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UAV 300 m → satellite.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N=4000.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sues200,sues200_uav_300m_to_satellite,1,visual,4000,1,0.1,400,0.1,0.83,0.17000000000000004,0.3331995281284556,9ed2f51f15e95d86a8b1b19b92bdfafbe954e6ca69c281ff55a8fd5cdcac0fd0,4eeec6338501ab88afd84a8fbea12e50ec15b177e61c1b4ac363a59e1d2eef55,033b6eaea71b3084ca043902f6ba03b6487bf1762a9180963357103097d172cc</a:t>
            </a:r>
          </a:p>
          <a:p xmlns:a="http://schemas.openxmlformats.org/drawingml/2006/main">
            <a:r>
              <a:t>sues200,sues200_uav_300m_to_satellite,1,visual,4000,2,0.2,800,0.2,0.79,0.20999999999999996,0.3331995281284556,9ed2f51f15e95d86a8b1b19b92bdfafbe954e6ca69c281ff55a8fd5cdcac0fd0,6f72a0a77fdcb14326e2eea19e4ea1d85de7418d726229fff6a649dce0910485,033b6eaea71b3084ca043902f6ba03b6487bf1762a9180963357103097d172cc</a:t>
            </a:r>
          </a:p>
          <a:p xmlns:a="http://schemas.openxmlformats.org/drawingml/2006/main">
            <a:r>
              <a:t>sues200,sues200_uav_300m_to_satellite,1,visual,4000,3,0.3,1200,0.3,0.7491666666666666,0.25083333333333335,0.3331995281284556,9ed2f51f15e95d86a8b1b19b92bdfafbe954e6ca69c281ff55a8fd5cdcac0fd0,370b3d28d38f660721fdc504b43f26b3715fd1dca0e66a7d1c7b4728b6244ac6,033b6eaea71b3084ca043902f6ba03b6487bf1762a9180963357103097d172cc</a:t>
            </a:r>
          </a:p>
          <a:p xmlns:a="http://schemas.openxmlformats.org/drawingml/2006/main">
            <a:r>
              <a:t>sues200,sues200_uav_300m_to_satellite,1,visual,4000,4,0.4,1600,0.4,0.695625,0.30437499999999995,0.3331995281284556,9ed2f51f15e95d86a8b1b19b92bdfafbe954e6ca69c281ff55a8fd5cdcac0fd0,6160441446c17f5ff9d0a1d3f581222960adf06c9a8b0d873baababf757ac87c,033b6eaea71b3084ca043902f6ba03b6487bf1762a9180963357103097d172cc</a:t>
            </a:r>
          </a:p>
          <a:p xmlns:a="http://schemas.openxmlformats.org/drawingml/2006/main">
            <a:r>
              <a:t>sues200,sues200_uav_300m_to_satellite,1,visual,4000,5,0.5,2000,0.5,0.6545,0.34550000000000003,0.3331995281284556,9ed2f51f15e95d86a8b1b19b92bdfafbe954e6ca69c281ff55a8fd5cdcac0fd0,eb605eb31ce25d9198e3b9db209532a38af58bbe041ea95b82f975ccff096f32,033b6eaea71b3084ca043902f6ba03b6487bf1762a9180963357103097d172cc</a:t>
            </a:r>
          </a:p>
          <a:p xmlns:a="http://schemas.openxmlformats.org/drawingml/2006/main">
            <a:r>
              <a:t>sues200,sues200_uav_300m_to_satellite,1,visual,4000,6,0.6,2400,0.6,0.6166666666666667,0.3833333333333333,0.3331995281284556,9ed2f51f15e95d86a8b1b19b92bdfafbe954e6ca69c281ff55a8fd5cdcac0fd0,115802fc14da3f59e03b6a824504acf7e395f4a2d3593474078a87f5cd86242f,033b6eaea71b3084ca043902f6ba03b6487bf1762a9180963357103097d172cc</a:t>
            </a:r>
          </a:p>
          <a:p xmlns:a="http://schemas.openxmlformats.org/drawingml/2006/main">
            <a:r>
              <a:t>sues200,sues200_uav_300m_to_satellite,1,visual,4000,7,0.7,2800,0.7,0.58,0.42000000000000004,0.3331995281284556,9ed2f51f15e95d86a8b1b19b92bdfafbe954e6ca69c281ff55a8fd5cdcac0fd0,544e60e2b1140879a6487df4cc9c402eaea995d0f6688b9234b308cbe1608c09,033b6eaea71b3084ca043902f6ba03b6487bf1762a9180963357103097d172cc</a:t>
            </a:r>
          </a:p>
          <a:p xmlns:a="http://schemas.openxmlformats.org/drawingml/2006/main">
            <a:r>
              <a:t>sues200,sues200_uav_300m_to_satellite,1,visual,4000,8,0.8,3200,0.8,0.549375,0.45062500000000005,0.3331995281284556,9ed2f51f15e95d86a8b1b19b92bdfafbe954e6ca69c281ff55a8fd5cdcac0fd0,b5005e524780d15dc878159eb2e00216024dfe0ff87a4fbcb6bc28a8186e170a,033b6eaea71b3084ca043902f6ba03b6487bf1762a9180963357103097d172cc</a:t>
            </a:r>
          </a:p>
          <a:p xmlns:a="http://schemas.openxmlformats.org/drawingml/2006/main">
            <a:r>
              <a:t>sues200,sues200_uav_300m_to_satellite,1,visual,4000,9,0.9,3600,0.9,0.5269444444444444,0.47305555555555556,0.3331995281284556,9ed2f51f15e95d86a8b1b19b92bdfafbe954e6ca69c281ff55a8fd5cdcac0fd0,e3b0a9dd57ceab26915d19815b498c5ddb69adefe032516bf015bf9673c295a1,033b6eaea71b3084ca043902f6ba03b6487bf1762a9180963357103097d172cc</a:t>
            </a:r>
          </a:p>
          <a:p xmlns:a="http://schemas.openxmlformats.org/drawingml/2006/main">
            <a:r>
              <a:t>sues200,sues200_uav_300m_to_satellite,1,visual,4000,10,1,4000,1,0.49675,0.50325,0.3331995281284556,9ed2f51f15e95d86a8b1b19b92bdfafbe954e6ca69c281ff55a8fd5cdcac0fd0,18f249550056a5934e3496623374de2abe89f37bf6a22061d596251bd7d4c6b7,033b6eaea71b3084ca043902f6ba03b6487bf1762a9180963357103097d172cc</a:t>
            </a:r>
          </a:p>
          <a:p xmlns:a="http://schemas.openxmlformats.org/drawingml/2006/main">
            <a:r>
              <a:t>sues200,sues200_uav_300m_to_satellite,1,full,4000,1,0.1,400,0.1,0.5775,0.4225,0.519108942159186,9ed2f51f15e95d86a8b1b19b92bdfafbe954e6ca69c281ff55a8fd5cdcac0fd0,9a2bdaa3ceb2ac39c65941be3ced1c91274c37cb4dc13e58d2ccbd637652581c,033b6eaea71b3084ca043902f6ba03b6487bf1762a9180963357103097d172cc</a:t>
            </a:r>
          </a:p>
          <a:p xmlns:a="http://schemas.openxmlformats.org/drawingml/2006/main">
            <a:r>
              <a:t>sues200,sues200_uav_300m_to_satellite,1,full,4000,2,0.2,800,0.2,0.555,0.44499999999999995,0.519108942159186,9ed2f51f15e95d86a8b1b19b92bdfafbe954e6ca69c281ff55a8fd5cdcac0fd0,45bb590ed82d0ba30c0e418db22f3a8db78e42642216d80eb003e54d22bfca58,033b6eaea71b3084ca043902f6ba03b6487bf1762a9180963357103097d172cc</a:t>
            </a:r>
          </a:p>
          <a:p xmlns:a="http://schemas.openxmlformats.org/drawingml/2006/main">
            <a:r>
              <a:t>sues200,sues200_uav_300m_to_satellite,1,full,4000,3,0.3,1200,0.3,0.5275,0.47250000000000003,0.519108942159186,9ed2f51f15e95d86a8b1b19b92bdfafbe954e6ca69c281ff55a8fd5cdcac0fd0,2d711d1375edccabd7f57a52830a5389267bce868097cc32bb920f3cf9be9bde,033b6eaea71b3084ca043902f6ba03b6487bf1762a9180963357103097d172cc</a:t>
            </a:r>
          </a:p>
          <a:p xmlns:a="http://schemas.openxmlformats.org/drawingml/2006/main">
            <a:r>
              <a:t>sues200,sues200_uav_300m_to_satellite,1,full,4000,4,0.4,1600,0.4,0.494375,0.505625,0.519108942159186,9ed2f51f15e95d86a8b1b19b92bdfafbe954e6ca69c281ff55a8fd5cdcac0fd0,7ccbad0b0213baf894b71f2a3b7ba00983a893c1196fa16b861f3ad54b110021,033b6eaea71b3084ca043902f6ba03b6487bf1762a9180963357103097d172cc</a:t>
            </a:r>
          </a:p>
          <a:p xmlns:a="http://schemas.openxmlformats.org/drawingml/2006/main">
            <a:r>
              <a:t>sues200,sues200_uav_300m_to_satellite,1,full,4000,5,0.5,2000,0.5,0.4675,0.5325,0.519108942159186,9ed2f51f15e95d86a8b1b19b92bdfafbe954e6ca69c281ff55a8fd5cdcac0fd0,6fafb58fbe475ce98dc9b0fc18784c8c000a9d5ddf50a2971447ac93b8eb5f48,033b6eaea71b3084ca043902f6ba03b6487bf1762a9180963357103097d172cc</a:t>
            </a:r>
          </a:p>
          <a:p xmlns:a="http://schemas.openxmlformats.org/drawingml/2006/main">
            <a:r>
              <a:t>sues200,sues200_uav_300m_to_satellite,1,full,4000,6,0.6,2400,0.6,0.44916666666666666,0.5508333333333333,0.519108942159186,9ed2f51f15e95d86a8b1b19b92bdfafbe954e6ca69c281ff55a8fd5cdcac0fd0,293280e065b1bcdf75ad6ff517df651e6e72f6c5ade8c963a8c9cdbc04c141fe,033b6eaea71b3084ca043902f6ba03b6487bf1762a9180963357103097d172cc</a:t>
            </a:r>
          </a:p>
          <a:p xmlns:a="http://schemas.openxmlformats.org/drawingml/2006/main">
            <a:r>
              <a:t>sues200,sues200_uav_300m_to_satellite,1,full,4000,7,0.7,2800,0.7,0.43357142857142855,0.5664285714285715,0.519108942159186,9ed2f51f15e95d86a8b1b19b92bdfafbe954e6ca69c281ff55a8fd5cdcac0fd0,bb247907672a39c7bad844e99f15e7980b65eb16d5063e53af7b2c2281d1d793,033b6eaea71b3084ca043902f6ba03b6487bf1762a9180963357103097d172cc</a:t>
            </a:r>
          </a:p>
          <a:p xmlns:a="http://schemas.openxmlformats.org/drawingml/2006/main">
            <a:r>
              <a:t>sues200,sues200_uav_300m_to_satellite,1,full,4000,8,0.8,3200,0.8,0.418125,0.5818749999999999,0.519108942159186,9ed2f51f15e95d86a8b1b19b92bdfafbe954e6ca69c281ff55a8fd5cdcac0fd0,21dd98a74804950a9b1d126147b5b723a064e306e0fbb40ae2f15fcb9b3c261e,033b6eaea71b3084ca043902f6ba03b6487bf1762a9180963357103097d172cc</a:t>
            </a:r>
          </a:p>
          <a:p xmlns:a="http://schemas.openxmlformats.org/drawingml/2006/main">
            <a:r>
              <a:t>sues200,sues200_uav_300m_to_satellite,1,full,4000,9,0.9,3600,0.9,0.405,0.595,0.519108942159186,9ed2f51f15e95d86a8b1b19b92bdfafbe954e6ca69c281ff55a8fd5cdcac0fd0,eb421b28a0f705dea78fb1c2a9210881d6a662ab8e9c67093b4a71c10b5ad251,033b6eaea71b3084ca043902f6ba03b6487bf1762a9180963357103097d172cc</a:t>
            </a:r>
          </a:p>
          <a:p xmlns:a="http://schemas.openxmlformats.org/drawingml/2006/main">
            <a:r>
              <a:t>sues200,sues200_uav_300m_to_satellite,1,full,4000,10,1,4000,1,0.38775,0.61225,0.519108942159186,9ed2f51f15e95d86a8b1b19b92bdfafbe954e6ca69c281ff55a8fd5cdcac0fd0,18f249550056a5934e3496623374de2abe89f37bf6a22061d596251bd7d4c6b7,033b6eaea71b3084ca043902f6ba03b6487bf1762a9180963357103097d172cc</a:t>
            </a:r>
          </a:p>
          <a:p xmlns:a="http://schemas.openxmlformats.org/drawingml/2006/main">
            <a:r>
              <a:t>sues200,sues200_uav_300m_to_satellite,2,visual,4000,1,0.1,400,0.1,0.815,0.18500000000000005,0.34355857947268365,9ed2f51f15e95d86a8b1b19b92bdfafbe954e6ca69c281ff55a8fd5cdcac0fd0,94a66686cfca12a2ef46046e5a4ffcd6f7b827d3304fb6c77fe650e83a1bf207,033b6eaea71b3084ca043902f6ba03b6487bf1762a9180963357103097d172cc</a:t>
            </a:r>
          </a:p>
          <a:p xmlns:a="http://schemas.openxmlformats.org/drawingml/2006/main">
            <a:r>
              <a:t>sues200,sues200_uav_300m_to_satellite,2,visual,4000,2,0.2,800,0.2,0.78,0.21999999999999997,0.34355857947268365,9ed2f51f15e95d86a8b1b19b92bdfafbe954e6ca69c281ff55a8fd5cdcac0fd0,3b4f7497f40f8c1865a057574501a57752f9c2153510a043078088d014fd1b1d,033b6eaea71b3084ca043902f6ba03b6487bf1762a9180963357103097d172cc</a:t>
            </a:r>
          </a:p>
          <a:p xmlns:a="http://schemas.openxmlformats.org/drawingml/2006/main">
            <a:r>
              <a:t>sues200,sues200_uav_300m_to_satellite,2,visual,4000,3,0.3,1200,0.3,0.7291666666666666,0.27083333333333337,0.34355857947268365,9ed2f51f15e95d86a8b1b19b92bdfafbe954e6ca69c281ff55a8fd5cdcac0fd0,0f01bf1337882024eb25efbed2265c137e47f366e7a602aefeea42164ac18e4e,033b6eaea71b3084ca043902f6ba03b6487bf1762a9180963357103097d172cc</a:t>
            </a:r>
          </a:p>
          <a:p xmlns:a="http://schemas.openxmlformats.org/drawingml/2006/main">
            <a:r>
              <a:t>sues200,sues200_uav_300m_to_satellite,2,visual,4000,4,0.4,1600,0.4,0.681875,0.318125,0.34355857947268365,9ed2f51f15e95d86a8b1b19b92bdfafbe954e6ca69c281ff55a8fd5cdcac0fd0,ee7ed0e5e7fbe3e0d375d4a5733ff3eb7221dc8c86b3fbfcf4548ae7dfe60511,033b6eaea71b3084ca043902f6ba03b6487bf1762a9180963357103097d172cc</a:t>
            </a:r>
          </a:p>
          <a:p xmlns:a="http://schemas.openxmlformats.org/drawingml/2006/main">
            <a:r>
              <a:t>sues200,sues200_uav_300m_to_satellite,2,visual,4000,5,0.5,2000,0.5,0.645,0.355,0.34355857947268365,9ed2f51f15e95d86a8b1b19b92bdfafbe954e6ca69c281ff55a8fd5cdcac0fd0,37d5190dde676902d00daeb9360ef8edd0e301ca20052c3b2e8c31feaf0aba41,033b6eaea71b3084ca043902f6ba03b6487bf1762a9180963357103097d172cc</a:t>
            </a:r>
          </a:p>
          <a:p xmlns:a="http://schemas.openxmlformats.org/drawingml/2006/main">
            <a:r>
              <a:t>sues200,sues200_uav_300m_to_satellite,2,visual,4000,6,0.6,2400,0.6,0.605,0.395,0.34355857947268365,9ed2f51f15e95d86a8b1b19b92bdfafbe954e6ca69c281ff55a8fd5cdcac0fd0,3f6ca53fb6b1b783e8bafffd82e70b1df6b8152193d974d97f1569f66651d65d,033b6eaea71b3084ca043902f6ba03b6487bf1762a9180963357103097d172cc</a:t>
            </a:r>
          </a:p>
          <a:p xmlns:a="http://schemas.openxmlformats.org/drawingml/2006/main">
            <a:r>
              <a:t>sues200,sues200_uav_300m_to_satellite,2,visual,4000,7,0.7,2800,0.7,0.5792857142857143,0.4207142857142857,0.34355857947268365,9ed2f51f15e95d86a8b1b19b92bdfafbe954e6ca69c281ff55a8fd5cdcac0fd0,4d2d272e1e4c23be8cc36bb78a369e7997fedefab55088016ba868b2f5f979aa,033b6eaea71b3084ca043902f6ba03b6487bf1762a9180963357103097d172cc</a:t>
            </a:r>
          </a:p>
          <a:p xmlns:a="http://schemas.openxmlformats.org/drawingml/2006/main">
            <a:r>
              <a:t>sues200,sues200_uav_300m_to_satellite,2,visual,4000,8,0.8,3200,0.8,0.550625,0.44937499999999997,0.34355857947268365,9ed2f51f15e95d86a8b1b19b92bdfafbe954e6ca69c281ff55a8fd5cdcac0fd0,7182bc9050c4f50696e178321147aba547ab081950aa19b644bf570ca422875c,033b6eaea71b3084ca043902f6ba03b6487bf1762a9180963357103097d172cc</a:t>
            </a:r>
          </a:p>
          <a:p xmlns:a="http://schemas.openxmlformats.org/drawingml/2006/main">
            <a:r>
              <a:t>sues200,sues200_uav_300m_to_satellite,2,visual,4000,9,0.9,3600,0.9,0.5225,0.47750000000000004,0.34355857947268365,9ed2f51f15e95d86a8b1b19b92bdfafbe954e6ca69c281ff55a8fd5cdcac0fd0,afd720bd49ab501a04cabf45fc140bfb90df45c1db493c3c8b8fe8c788be6fd5,033b6eaea71b3084ca043902f6ba03b6487bf1762a9180963357103097d172cc</a:t>
            </a:r>
          </a:p>
          <a:p xmlns:a="http://schemas.openxmlformats.org/drawingml/2006/main">
            <a:r>
              <a:t>sues200,sues200_uav_300m_to_satellite,2,visual,4000,10,1,4000,1,0.494,0.506,0.34355857947268365,9ed2f51f15e95d86a8b1b19b92bdfafbe954e6ca69c281ff55a8fd5cdcac0fd0,18f249550056a5934e3496623374de2abe89f37bf6a22061d596251bd7d4c6b7,033b6eaea71b3084ca043902f6ba03b6487bf1762a9180963357103097d172cc</a:t>
            </a:r>
          </a:p>
          <a:p xmlns:a="http://schemas.openxmlformats.org/drawingml/2006/main">
            <a:r>
              <a:t>sues200,sues200_uav_300m_to_satellite,2,full,4000,1,0.1,400,0.1,0.5825,0.4175,0.5141849016353711,9ed2f51f15e95d86a8b1b19b92bdfafbe954e6ca69c281ff55a8fd5cdcac0fd0,e36276dc2b9edff2e906f63ec710c64c3532f44773820c3dc2d95ba258060ae7,033b6eaea71b3084ca043902f6ba03b6487bf1762a9180963357103097d172cc</a:t>
            </a:r>
          </a:p>
          <a:p xmlns:a="http://schemas.openxmlformats.org/drawingml/2006/main">
            <a:r>
              <a:t>sues200,sues200_uav_300m_to_satellite,2,full,4000,2,0.2,800,0.2,0.5575,0.4425,0.5141849016353711,9ed2f51f15e95d86a8b1b19b92bdfafbe954e6ca69c281ff55a8fd5cdcac0fd0,e604b06e1978547dfc031c98d99b90507366d7c3ee826f114386340ba30a280a,033b6eaea71b3084ca043902f6ba03b6487bf1762a9180963357103097d172cc</a:t>
            </a:r>
          </a:p>
          <a:p xmlns:a="http://schemas.openxmlformats.org/drawingml/2006/main">
            <a:r>
              <a:t>sues200,sues200_uav_300m_to_satellite,2,full,4000,3,0.3,1200,0.3,0.5216666666666666,0.4783333333333334,0.5141849016353711,9ed2f51f15e95d86a8b1b19b92bdfafbe954e6ca69c281ff55a8fd5cdcac0fd0,28644e53148fa0bcbc34fb1ce60398c5556e62dd50061d5d05641ec2a8fc0d29,033b6eaea71b3084ca043902f6ba03b6487bf1762a9180963357103097d172cc</a:t>
            </a:r>
          </a:p>
          <a:p xmlns:a="http://schemas.openxmlformats.org/drawingml/2006/main">
            <a:r>
              <a:t>sues200,sues200_uav_300m_to_satellite,2,full,4000,4,0.4,1600,0.4,0.503125,0.49687499999999996,0.5141849016353711,9ed2f51f15e95d86a8b1b19b92bdfafbe954e6ca69c281ff55a8fd5cdcac0fd0,1f936c63f8180f762b7340f23549cfec6f61c3a09e9b405246f4d39891298766,033b6eaea71b3084ca043902f6ba03b6487bf1762a9180963357103097d172cc</a:t>
            </a:r>
          </a:p>
          <a:p xmlns:a="http://schemas.openxmlformats.org/drawingml/2006/main">
            <a:r>
              <a:t>sues200,sues200_uav_300m_to_satellite,2,full,4000,5,0.5,2000,0.5,0.4825,0.5175000000000001,0.5141849016353711,9ed2f51f15e95d86a8b1b19b92bdfafbe954e6ca69c281ff55a8fd5cdcac0fd0,81cc1d25668d73fa18e9de6054af26bdd4ae188117e3fc079ea9d5b63e6ed2ea,033b6eaea71b3084ca043902f6ba03b6487bf1762a9180963357103097d172cc</a:t>
            </a:r>
          </a:p>
          <a:p xmlns:a="http://schemas.openxmlformats.org/drawingml/2006/main">
            <a:r>
              <a:t>sues200,sues200_uav_300m_to_satellite,2,full,4000,6,0.6,2400,0.6,0.46,0.54,0.5141849016353711,9ed2f51f15e95d86a8b1b19b92bdfafbe954e6ca69c281ff55a8fd5cdcac0fd0,e3f1c51288d3dcddee995cc4681c1c09274108a9fc1741566024d5c88b94aff3,033b6eaea71b3084ca043902f6ba03b6487bf1762a9180963357103097d172cc</a:t>
            </a:r>
          </a:p>
          <a:p xmlns:a="http://schemas.openxmlformats.org/drawingml/2006/main">
            <a:r>
              <a:t>sues200,sues200_uav_300m_to_satellite,2,full,4000,7,0.7,2800,0.7,0.4496428571428571,0.5503571428571429,0.5141849016353711,9ed2f51f15e95d86a8b1b19b92bdfafbe954e6ca69c281ff55a8fd5cdcac0fd0,10946f41659cea712bb9aa0313d1542b185fab5db221802a612f572a18b8e6e2,033b6eaea71b3084ca043902f6ba03b6487bf1762a9180963357103097d172cc</a:t>
            </a:r>
          </a:p>
          <a:p xmlns:a="http://schemas.openxmlformats.org/drawingml/2006/main">
            <a:r>
              <a:t>sues200,sues200_uav_300m_to_satellite,2,full,4000,8,0.8,3200,0.8,0.4278125,0.5721875000000001,0.5141849016353711,9ed2f51f15e95d86a8b1b19b92bdfafbe954e6ca69c281ff55a8fd5cdcac0fd0,cf91a1cdbedf8db0cede321514bb3c286de4ddcb0155c55290f2736933c8bc37,033b6eaea71b3084ca043902f6ba03b6487bf1762a9180963357103097d172cc</a:t>
            </a:r>
          </a:p>
          <a:p xmlns:a="http://schemas.openxmlformats.org/drawingml/2006/main">
            <a:r>
              <a:t>sues200,sues200_uav_300m_to_satellite,2,full,4000,9,0.9,3600,0.9,0.4077777777777778,0.5922222222222222,0.5141849016353711,9ed2f51f15e95d86a8b1b19b92bdfafbe954e6ca69c281ff55a8fd5cdcac0fd0,68f41a9766c1089ab763ba2e2be918f0da974bcc8a894511e36acc4886ab4ef9,033b6eaea71b3084ca043902f6ba03b6487bf1762a9180963357103097d172cc</a:t>
            </a:r>
          </a:p>
          <a:p xmlns:a="http://schemas.openxmlformats.org/drawingml/2006/main">
            <a:r>
              <a:t>sues200,sues200_uav_300m_to_satellite,2,full,4000,10,1,4000,1,0.39025,0.60975,0.5141849016353711,9ed2f51f15e95d86a8b1b19b92bdfafbe954e6ca69c281ff55a8fd5cdcac0fd0,18f249550056a5934e3496623374de2abe89f37bf6a22061d596251bd7d4c6b7,033b6eaea71b3084ca043902f6ba03b6487bf1762a9180963357103097d172cc</a:t>
            </a:r>
          </a:p>
          <a:p xmlns:a="http://schemas.openxmlformats.org/drawingml/2006/main">
            <a:r>
              <a:t>sues200,sues200_uav_300m_to_satellite,3,visual,4000,1,0.1,400,0.1,0.8675,0.13249999999999995,0.320222881300539,9ed2f51f15e95d86a8b1b19b92bdfafbe954e6ca69c281ff55a8fd5cdcac0fd0,ead6fb1ea6946781cf071fcfa98c446b2803348ad4b0097e31bad49f644d850d,033b6eaea71b3084ca043902f6ba03b6487bf1762a9180963357103097d172cc</a:t>
            </a:r>
          </a:p>
          <a:p xmlns:a="http://schemas.openxmlformats.org/drawingml/2006/main">
            <a:r>
              <a:t>sues200,sues200_uav_300m_to_satellite,3,visual,4000,2,0.2,800,0.2,0.795,0.20499999999999996,0.320222881300539,9ed2f51f15e95d86a8b1b19b92bdfafbe954e6ca69c281ff55a8fd5cdcac0fd0,6baa897434efbdeebaa84e886990c57e584534471b2d1843fb0df55042ab4a86,033b6eaea71b3084ca043902f6ba03b6487bf1762a9180963357103097d172cc</a:t>
            </a:r>
          </a:p>
          <a:p xmlns:a="http://schemas.openxmlformats.org/drawingml/2006/main">
            <a:r>
              <a:t>sues200,sues200_uav_300m_to_satellite,3,visual,4000,3,0.3,1200,0.3,0.7516666666666667,0.2483333333333333,0.320222881300539,9ed2f51f15e95d86a8b1b19b92bdfafbe954e6ca69c281ff55a8fd5cdcac0fd0,c9ae696c5baad3812403055bf46a333d7fc6f60450b6be13a62f7e04a4e94e26,033b6eaea71b3084ca043902f6ba03b6487bf1762a9180963357103097d172cc</a:t>
            </a:r>
          </a:p>
          <a:p xmlns:a="http://schemas.openxmlformats.org/drawingml/2006/main">
            <a:r>
              <a:t>sues200,sues200_uav_300m_to_satellite,3,visual,4000,4,0.4,1600,0.4,0.705,0.29500000000000004,0.320222881300539,9ed2f51f15e95d86a8b1b19b92bdfafbe954e6ca69c281ff55a8fd5cdcac0fd0,993767372abee7e4cdc29b2c586cda93c0fe253b41da9261091bc5e2ba6151da,033b6eaea71b3084ca043902f6ba03b6487bf1762a9180963357103097d172cc</a:t>
            </a:r>
          </a:p>
          <a:p xmlns:a="http://schemas.openxmlformats.org/drawingml/2006/main">
            <a:r>
              <a:t>sues200,sues200_uav_300m_to_satellite,3,visual,4000,5,0.5,2000,0.5,0.661,0.33899999999999997,0.320222881300539,9ed2f51f15e95d86a8b1b19b92bdfafbe954e6ca69c281ff55a8fd5cdcac0fd0,11c5d33f8bdd3b1e2474220a20f8624bd5ae50e349c48486aef960827b53132c,033b6eaea71b3084ca043902f6ba03b6487bf1762a9180963357103097d172cc</a:t>
            </a:r>
          </a:p>
          <a:p xmlns:a="http://schemas.openxmlformats.org/drawingml/2006/main">
            <a:r>
              <a:t>sues200,sues200_uav_300m_to_satellite,3,visual,4000,6,0.6,2400,0.6,0.6208333333333333,0.37916666666666665,0.320222881300539,9ed2f51f15e95d86a8b1b19b92bdfafbe954e6ca69c281ff55a8fd5cdcac0fd0,184749ce9ae87ff57f8d2c1abd6ec5d62a0822edf9bc158793123eaaa5fee752,033b6eaea71b3084ca043902f6ba03b6487bf1762a9180963357103097d172cc</a:t>
            </a:r>
          </a:p>
          <a:p xmlns:a="http://schemas.openxmlformats.org/drawingml/2006/main">
            <a:r>
              <a:t>sues200,sues200_uav_300m_to_satellite,3,visual,4000,7,0.7,2800,0.7,0.5853571428571429,0.4146428571428571,0.320222881300539,9ed2f51f15e95d86a8b1b19b92bdfafbe954e6ca69c281ff55a8fd5cdcac0fd0,9c28b05af9f9f494658afff1f36c8b421d14d221eb408fcf14c665e8d62358bb,033b6eaea71b3084ca043902f6ba03b6487bf1762a9180963357103097d172cc</a:t>
            </a:r>
          </a:p>
          <a:p xmlns:a="http://schemas.openxmlformats.org/drawingml/2006/main">
            <a:r>
              <a:t>sues200,sues200_uav_300m_to_satellite,3,visual,4000,8,0.8,3200,0.8,0.5540625,0.4459375,0.320222881300539,9ed2f51f15e95d86a8b1b19b92bdfafbe954e6ca69c281ff55a8fd5cdcac0fd0,2bb904beff65489d51d90fe7780481302009f5bb84d454c03d93c41d717fa273,033b6eaea71b3084ca043902f6ba03b6487bf1762a9180963357103097d172cc</a:t>
            </a:r>
          </a:p>
          <a:p xmlns:a="http://schemas.openxmlformats.org/drawingml/2006/main">
            <a:r>
              <a:t>sues200,sues200_uav_300m_to_satellite,3,visual,4000,9,0.9,3600,0.9,0.5266666666666666,0.4733333333333334,0.320222881300539,9ed2f51f15e95d86a8b1b19b92bdfafbe954e6ca69c281ff55a8fd5cdcac0fd0,88e0fa6d853240af7b70feaccbdca7afd3ad6278848134bc9cfeea6c914a8307,033b6eaea71b3084ca043902f6ba03b6487bf1762a9180963357103097d172cc</a:t>
            </a:r>
          </a:p>
          <a:p xmlns:a="http://schemas.openxmlformats.org/drawingml/2006/main">
            <a:r>
              <a:t>sues200,sues200_uav_300m_to_satellite,3,visual,4000,10,1,4000,1,0.5005,0.49950000000000006,0.320222881300539,9ed2f51f15e95d86a8b1b19b92bdfafbe954e6ca69c281ff55a8fd5cdcac0fd0,18f249550056a5934e3496623374de2abe89f37bf6a22061d596251bd7d4c6b7,033b6eaea71b3084ca043902f6ba03b6487bf1762a9180963357103097d172cc</a:t>
            </a:r>
          </a:p>
          <a:p xmlns:a="http://schemas.openxmlformats.org/drawingml/2006/main">
            <a:r>
              <a:t>sues200,sues200_uav_300m_to_satellite,3,full,4000,1,0.1,400,0.1,0.665,0.33499999999999996,0.4884313670124064,9ed2f51f15e95d86a8b1b19b92bdfafbe954e6ca69c281ff55a8fd5cdcac0fd0,fb31702a307baafd69495b9eb1e224c9a5a3ef46af9d14ef0f2d3e8efd82455f,033b6eaea71b3084ca043902f6ba03b6487bf1762a9180963357103097d172cc</a:t>
            </a:r>
          </a:p>
          <a:p xmlns:a="http://schemas.openxmlformats.org/drawingml/2006/main">
            <a:r>
              <a:t>sues200,sues200_uav_300m_to_satellite,3,full,4000,2,0.2,800,0.2,0.6525,0.34750000000000003,0.4884313670124064,9ed2f51f15e95d86a8b1b19b92bdfafbe954e6ca69c281ff55a8fd5cdcac0fd0,1a17c925ca801591ee55a6fc23ac5bd5908146d2b47ae0def40a886217dd3868,033b6eaea71b3084ca043902f6ba03b6487bf1762a9180963357103097d172cc</a:t>
            </a:r>
          </a:p>
          <a:p xmlns:a="http://schemas.openxmlformats.org/drawingml/2006/main">
            <a:r>
              <a:t>sues200,sues200_uav_300m_to_satellite,3,full,4000,3,0.3,1200,0.3,0.595,0.405,0.4884313670124064,9ed2f51f15e95d86a8b1b19b92bdfafbe954e6ca69c281ff55a8fd5cdcac0fd0,a78d04636486dea8484740717ea60290af4e5f387544527ddd3aa248cf82e1af,033b6eaea71b3084ca043902f6ba03b6487bf1762a9180963357103097d172cc</a:t>
            </a:r>
          </a:p>
          <a:p xmlns:a="http://schemas.openxmlformats.org/drawingml/2006/main">
            <a:r>
              <a:t>sues200,sues200_uav_300m_to_satellite,3,full,4000,4,0.4,1600,0.4,0.545,0.45499999999999996,0.4884313670124064,9ed2f51f15e95d86a8b1b19b92bdfafbe954e6ca69c281ff55a8fd5cdcac0fd0,9df92417af0f196fbd61d2ccd27e4241369bb2675f38e3f4b6330baf1e44214a,033b6eaea71b3084ca043902f6ba03b6487bf1762a9180963357103097d172cc</a:t>
            </a:r>
          </a:p>
          <a:p xmlns:a="http://schemas.openxmlformats.org/drawingml/2006/main">
            <a:r>
              <a:t>sues200,sues200_uav_300m_to_satellite,3,full,4000,5,0.5,2000,0.5,0.507,0.493,0.4884313670124064,9ed2f51f15e95d86a8b1b19b92bdfafbe954e6ca69c281ff55a8fd5cdcac0fd0,fc308e4186704daf8d4c37e15a5ed221a3d8f4e670f29ce6f1464fed66adf25b,033b6eaea71b3084ca043902f6ba03b6487bf1762a9180963357103097d172cc</a:t>
            </a:r>
          </a:p>
          <a:p xmlns:a="http://schemas.openxmlformats.org/drawingml/2006/main">
            <a:r>
              <a:t>sues200,sues200_uav_300m_to_satellite,3,full,4000,6,0.6,2400,0.6,0.47541666666666665,0.5245833333333334,0.4884313670124064,9ed2f51f15e95d86a8b1b19b92bdfafbe954e6ca69c281ff55a8fd5cdcac0fd0,2c0030a97b6b557ac6bc912ae2b7f1cf64abeb0b3ca46abd070971f097cf3b57,033b6eaea71b3084ca043902f6ba03b6487bf1762a9180963357103097d172cc</a:t>
            </a:r>
          </a:p>
          <a:p xmlns:a="http://schemas.openxmlformats.org/drawingml/2006/main">
            <a:r>
              <a:t>sues200,sues200_uav_300m_to_satellite,3,full,4000,7,0.7,2800,0.7,0.4496428571428571,0.5503571428571429,0.4884313670124064,9ed2f51f15e95d86a8b1b19b92bdfafbe954e6ca69c281ff55a8fd5cdcac0fd0,802c87b1409a7ecf6f829f73cbf9d328ec24cbd7b568392921708a6551a2284f,033b6eaea71b3084ca043902f6ba03b6487bf1762a9180963357103097d172cc</a:t>
            </a:r>
          </a:p>
          <a:p xmlns:a="http://schemas.openxmlformats.org/drawingml/2006/main">
            <a:r>
              <a:t>sues200,sues200_uav_300m_to_satellite,3,full,4000,8,0.8,3200,0.8,0.4225,0.5775,0.4884313670124064,9ed2f51f15e95d86a8b1b19b92bdfafbe954e6ca69c281ff55a8fd5cdcac0fd0,55216ad8b111a6b39e602c6767a45c2266963b7a83f4a3de3c923b03d3447500,033b6eaea71b3084ca043902f6ba03b6487bf1762a9180963357103097d172cc</a:t>
            </a:r>
          </a:p>
          <a:p xmlns:a="http://schemas.openxmlformats.org/drawingml/2006/main">
            <a:r>
              <a:t>sues200,sues200_uav_300m_to_satellite,3,full,4000,9,0.9,3600,0.9,0.4008333333333333,0.5991666666666666,0.4884313670124064,9ed2f51f15e95d86a8b1b19b92bdfafbe954e6ca69c281ff55a8fd5cdcac0fd0,f81e0bed7b78e2998671cdaa3599c13bec59a6fef0061cabba99ae4fff4e1798,033b6eaea71b3084ca043902f6ba03b6487bf1762a9180963357103097d172cc</a:t>
            </a:r>
          </a:p>
          <a:p xmlns:a="http://schemas.openxmlformats.org/drawingml/2006/main">
            <a:r>
              <a:t>sues200,sues200_uav_300m_to_satellite,3,full,4000,10,1,4000,1,0.375,0.625,0.4884313670124064,9ed2f51f15e95d86a8b1b19b92bdfafbe954e6ca69c281ff55a8fd5cdcac0fd0,18f249550056a5934e3496623374de2abe89f37bf6a22061d596251bd7d4c6b7,033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SUES-200: Satellite → UAV 300 m. Native selective-risk results for seeds 1, 2 and 3 shown separately, with Visual and Full distinct in each panel. Each series contains the ten saved native requested coverage levels 0.1, 0.2, ..., 1.0. Its horizontal coordinate is the saved realized coverage k/N multiplied by 100, where k=ceil(requested coverage×N); it is not the nominal request when ceiling changes the fraction. N=80. The vertical coordinate is saved selective risk=1−selected-query R@1, multiplied by 100. Queries are selected in descending raw cosine Top-1 minus Top-2 margin, using stable original query-order ties. Margin ranking is not a calibrated posterior probability or a fitted calibration model. Markers denote only the ten registered observations; straight connecting segments are visual guides and do not represent every selection prefix or justify interpolated performance claims. The displayed AURC values are saved upstream discrete all-prefix AURC fractions, rounded to four decimal places; they are not a trapezoidal integral of these ten plotted points and are not recomputed in this conversion. The original exact AURC and point values are in the per-task CSV and source JSON. No seed/task/direction/height pooling, SD/CI/error bars, bootstrap intervals, p-values or significance claims are displayed. The 132 paired comparisons, including their 75% requests and inferential fields, are preserved in the exact input JSON/CSV but are outside the plotted native66/660point scope. Calibration/ECE/reliability bins are also not plotted. Upstream query recomputation authority, saved-value limitations, inherited checkpoint/cache/image SHA and historical evidence-chain gaps remain unchanged; no query NPZ, model, full ranking or AP computation is repeated here.</a:t>
            </a:r>
          </a:p>
          <a:p xmlns:a="http://schemas.openxmlformats.org/drawingml/2006/main">
            <a:r>
              <a:t/>
            </a:r>
          </a:p>
          <a:p xmlns:a="http://schemas.openxmlformats.org/drawingml/2006/main">
            <a:r>
              <a:t>Root adoption SHA256: f55b05559de3ca536170de4ea0be79988dd7c5cf0c822be5f3572eb31a57af0a</a:t>
            </a:r>
          </a:p>
          <a:p xmlns:a="http://schemas.openxmlformats.org/drawingml/2006/main">
            <a:r>
              <a:t>Exact original T5 JSON SHA256: 033b6eaea71b3084ca043902f6ba03b6487bf1762a9180963357103097d172cc</a:t>
            </a:r>
          </a:p>
          <a:p xmlns:a="http://schemas.openxmlformats.org/drawingml/2006/main">
            <a:r>
              <a:t>Exact original comparison CSV SHA256: 2dc5b6bf9fba1edbde657427f516e0b539b310fb93f49511444a2061e598b40e; preserved, not plotted.</a:t>
            </a:r>
          </a:p>
          <a:p xmlns:a="http://schemas.openxmlformats.org/drawingml/2006/main">
            <a:r>
              <a:t/>
            </a:r>
          </a:p>
          <a:p xmlns:a="http://schemas.openxmlformats.org/drawingml/2006/main">
            <a:r>
              <a:t>All 60 native point rows for this task, directly flattened from the adopted JSON (fractions and counts unchanged):</a:t>
            </a:r>
          </a:p>
          <a:p xmlns:a="http://schemas.openxmlformats.org/drawingml/2006/main">
            <a:r>
              <a:t>dataset,task,seed,variant,queries,point_index,requested_coverage,selected_queries,realized_coverage,selective_r_at_1,selective_risk,AURC_discrete_all_prefixes,query_membership_sha256,selection_index_membership_sha256,source_json_sha256</a:t>
            </a:r>
          </a:p>
          <a:p xmlns:a="http://schemas.openxmlformats.org/drawingml/2006/main">
            <a:r>
              <a:t>sues200,sues200_satellite_to_uav_300m,1,visual,80,1,0.1,8,0.1,0.75,0.25,0.28575765777362455,a0024554fabfdcd03efe8d46da3c80414baa16d26cf6a40d05e521ce55eeaddc,0f9316a1056efe18cef62a804eec517551861b1cb00d1b87d33d96d49427fd27,033b6eaea71b3084ca043902f6ba03b6487bf1762a9180963357103097d172cc</a:t>
            </a:r>
          </a:p>
          <a:p xmlns:a="http://schemas.openxmlformats.org/drawingml/2006/main">
            <a:r>
              <a:t>sues200,sues200_satellite_to_uav_300m,1,visual,80,2,0.2,16,0.2,0.75,0.25,0.28575765777362455,a0024554fabfdcd03efe8d46da3c80414baa16d26cf6a40d05e521ce55eeaddc,870e798d151db0816ba272e38e8f358f6a6ae72f1cdbaf9fa3b67ed6fd33bc44,033b6eaea71b3084ca043902f6ba03b6487bf1762a9180963357103097d172cc</a:t>
            </a:r>
          </a:p>
          <a:p xmlns:a="http://schemas.openxmlformats.org/drawingml/2006/main">
            <a:r>
              <a:t>sues200,sues200_satellite_to_uav_300m,1,visual,80,3,0.3,24,0.3,0.7083333333333334,0.29166666666666663,0.28575765777362455,a0024554fabfdcd03efe8d46da3c80414baa16d26cf6a40d05e521ce55eeaddc,ca1705bb3afd52564c77b0e7bd4dab9d8493ea24aa813e2cc5a92c2538833218,033b6eaea71b3084ca043902f6ba03b6487bf1762a9180963357103097d172cc</a:t>
            </a:r>
          </a:p>
          <a:p xmlns:a="http://schemas.openxmlformats.org/drawingml/2006/main">
            <a:r>
              <a:t>sues200,sues200_satellite_to_uav_300m,1,visual,80,4,0.4,32,0.4,0.6875,0.3125,0.28575765777362455,a0024554fabfdcd03efe8d46da3c80414baa16d26cf6a40d05e521ce55eeaddc,32fb5834f4c5a83608541b181faa0e3d098ee7f39c9f63c18831868c06de3528,033b6eaea71b3084ca043902f6ba03b6487bf1762a9180963357103097d172cc</a:t>
            </a:r>
          </a:p>
          <a:p xmlns:a="http://schemas.openxmlformats.org/drawingml/2006/main">
            <a:r>
              <a:t>sues200,sues200_satellite_to_uav_300m,1,visual,80,5,0.5,40,0.5,0.75,0.25,0.28575765777362455,a0024554fabfdcd03efe8d46da3c80414baa16d26cf6a40d05e521ce55eeaddc,6fcbfee4552bc488b7c1306fb27823884466a1632e6f63bc6b050e15e36e20f8,033b6eaea71b3084ca043902f6ba03b6487bf1762a9180963357103097d172cc</a:t>
            </a:r>
          </a:p>
          <a:p xmlns:a="http://schemas.openxmlformats.org/drawingml/2006/main">
            <a:r>
              <a:t>sues200,sues200_satellite_to_uav_300m,1,visual,80,6,0.6,48,0.6,0.7291666666666666,0.27083333333333337,0.28575765777362455,a0024554fabfdcd03efe8d46da3c80414baa16d26cf6a40d05e521ce55eeaddc,d668bd4df1839f8020ad3da1638f37683cc4e5a2e361a0e2c04bc7b95ed3f3f9,033b6eaea71b3084ca043902f6ba03b6487bf1762a9180963357103097d172cc</a:t>
            </a:r>
          </a:p>
          <a:p xmlns:a="http://schemas.openxmlformats.org/drawingml/2006/main">
            <a:r>
              <a:t>sues200,sues200_satellite_to_uav_300m,1,visual,80,7,0.7,56,0.7,0.7142857142857143,0.2857142857142857,0.28575765777362455,a0024554fabfdcd03efe8d46da3c80414baa16d26cf6a40d05e521ce55eeaddc,cd34e33b1c359b5eebba0f743de62c1874f4502243a712c20ea1c762a2eee9b3,033b6eaea71b3084ca043902f6ba03b6487bf1762a9180963357103097d172cc</a:t>
            </a:r>
          </a:p>
          <a:p xmlns:a="http://schemas.openxmlformats.org/drawingml/2006/main">
            <a:r>
              <a:t>sues200,sues200_satellite_to_uav_300m,1,visual,80,8,0.8,64,0.8,0.71875,0.28125,0.28575765777362455,a0024554fabfdcd03efe8d46da3c80414baa16d26cf6a40d05e521ce55eeaddc,7e49f2503bc38996f51780cd0f1b15f08868770991a6ff4f318dc8bd513e84b1,033b6eaea71b3084ca043902f6ba03b6487bf1762a9180963357103097d172cc</a:t>
            </a:r>
          </a:p>
          <a:p xmlns:a="http://schemas.openxmlformats.org/drawingml/2006/main">
            <a:r>
              <a:t>sues200,sues200_satellite_to_uav_300m,1,visual,80,9,0.9,72,0.9,0.7083333333333334,0.29166666666666663,0.28575765777362455,a0024554fabfdcd03efe8d46da3c80414baa16d26cf6a40d05e521ce55eeaddc,596bed14d5329a7c57b08d28d40574cfb56deb054aec8090e9c6186c491eb498,033b6eaea71b3084ca043902f6ba03b6487bf1762a9180963357103097d172cc</a:t>
            </a:r>
          </a:p>
          <a:p xmlns:a="http://schemas.openxmlformats.org/drawingml/2006/main">
            <a:r>
              <a:t>sues200,sues200_satellite_to_uav_300m,1,visual,80,10,1,80,1,0.7,0.30000000000000004,0.28575765777362455,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300m,1,full,80,1,0.1,8,0.1,0.625,0.375,0.36959076985948913,a0024554fabfdcd03efe8d46da3c80414baa16d26cf6a40d05e521ce55eeaddc,f6130519a46eaeaa552edc498679e4744cd05403c0cac4fc4c34a4a78e784a61,033b6eaea71b3084ca043902f6ba03b6487bf1762a9180963357103097d172cc</a:t>
            </a:r>
          </a:p>
          <a:p xmlns:a="http://schemas.openxmlformats.org/drawingml/2006/main">
            <a:r>
              <a:t>sues200,sues200_satellite_to_uav_300m,1,full,80,2,0.2,16,0.2,0.6875,0.3125,0.36959076985948913,a0024554fabfdcd03efe8d46da3c80414baa16d26cf6a40d05e521ce55eeaddc,1a5ae09ef34a51417e80a55288cd2772ace7432b7ce536a6b973c9026c93f8ab,033b6eaea71b3084ca043902f6ba03b6487bf1762a9180963357103097d172cc</a:t>
            </a:r>
          </a:p>
          <a:p xmlns:a="http://schemas.openxmlformats.org/drawingml/2006/main">
            <a:r>
              <a:t>sues200,sues200_satellite_to_uav_300m,1,full,80,3,0.3,24,0.3,0.625,0.375,0.36959076985948913,a0024554fabfdcd03efe8d46da3c80414baa16d26cf6a40d05e521ce55eeaddc,63d1b11cf87ece454838f28642028cbb8d21dc39558249fb5403c5e44bfcae4b,033b6eaea71b3084ca043902f6ba03b6487bf1762a9180963357103097d172cc</a:t>
            </a:r>
          </a:p>
          <a:p xmlns:a="http://schemas.openxmlformats.org/drawingml/2006/main">
            <a:r>
              <a:t>sues200,sues200_satellite_to_uav_300m,1,full,80,4,0.4,32,0.4,0.6875,0.3125,0.36959076985948913,a0024554fabfdcd03efe8d46da3c80414baa16d26cf6a40d05e521ce55eeaddc,c138668c707e98efd2b764ed32fafc1619d3a65deabbc8ad7d4fd31e242b4c6b,033b6eaea71b3084ca043902f6ba03b6487bf1762a9180963357103097d172cc</a:t>
            </a:r>
          </a:p>
          <a:p xmlns:a="http://schemas.openxmlformats.org/drawingml/2006/main">
            <a:r>
              <a:t>sues200,sues200_satellite_to_uav_300m,1,full,80,5,0.5,40,0.5,0.65,0.35,0.36959076985948913,a0024554fabfdcd03efe8d46da3c80414baa16d26cf6a40d05e521ce55eeaddc,76e5d2abd31db73ac5b310f2bba52705ddf6ba753c4e759196a49aab8b2dcc83,033b6eaea71b3084ca043902f6ba03b6487bf1762a9180963357103097d172cc</a:t>
            </a:r>
          </a:p>
          <a:p xmlns:a="http://schemas.openxmlformats.org/drawingml/2006/main">
            <a:r>
              <a:t>sues200,sues200_satellite_to_uav_300m,1,full,80,6,0.6,48,0.6,0.6458333333333334,0.35416666666666663,0.36959076985948913,a0024554fabfdcd03efe8d46da3c80414baa16d26cf6a40d05e521ce55eeaddc,021cae1113db65ed8d98a10c3baeffdcf08d244e36dc1ac82dc70f50c179c238,033b6eaea71b3084ca043902f6ba03b6487bf1762a9180963357103097d172cc</a:t>
            </a:r>
          </a:p>
          <a:p xmlns:a="http://schemas.openxmlformats.org/drawingml/2006/main">
            <a:r>
              <a:t>sues200,sues200_satellite_to_uav_300m,1,full,80,7,0.7,56,0.7,0.5892857142857143,0.4107142857142857,0.36959076985948913,a0024554fabfdcd03efe8d46da3c80414baa16d26cf6a40d05e521ce55eeaddc,970f35ffdcd2db2c177af843a74fbc2f93abe1094f6445867d274895b24c5296,033b6eaea71b3084ca043902f6ba03b6487bf1762a9180963357103097d172cc</a:t>
            </a:r>
          </a:p>
          <a:p xmlns:a="http://schemas.openxmlformats.org/drawingml/2006/main">
            <a:r>
              <a:t>sues200,sues200_satellite_to_uav_300m,1,full,80,8,0.8,64,0.8,0.625,0.375,0.36959076985948913,a0024554fabfdcd03efe8d46da3c80414baa16d26cf6a40d05e521ce55eeaddc,906415b5873211e636ee3b8a90f8740d5804e14aa66261b8faf4a979cafbb03b,033b6eaea71b3084ca043902f6ba03b6487bf1762a9180963357103097d172cc</a:t>
            </a:r>
          </a:p>
          <a:p xmlns:a="http://schemas.openxmlformats.org/drawingml/2006/main">
            <a:r>
              <a:t>sues200,sues200_satellite_to_uav_300m,1,full,80,9,0.9,72,0.9,0.6111111111111112,0.38888888888888884,0.36959076985948913,a0024554fabfdcd03efe8d46da3c80414baa16d26cf6a40d05e521ce55eeaddc,bf9de10f50913a91d538410e9f8b19de3450b09e4b110c3bed12688448f53012,033b6eaea71b3084ca043902f6ba03b6487bf1762a9180963357103097d172cc</a:t>
            </a:r>
          </a:p>
          <a:p xmlns:a="http://schemas.openxmlformats.org/drawingml/2006/main">
            <a:r>
              <a:t>sues200,sues200_satellite_to_uav_300m,1,full,80,10,1,80,1,0.6,0.4,0.36959076985948913,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300m,2,visual,80,1,0.1,8,0.1,1,0,0.22040411623429446,a0024554fabfdcd03efe8d46da3c80414baa16d26cf6a40d05e521ce55eeaddc,1dae589a24a7e3da2fe468845f0fb217bbfc97f49ce99db69130e4fa077c70f4,033b6eaea71b3084ca043902f6ba03b6487bf1762a9180963357103097d172cc</a:t>
            </a:r>
          </a:p>
          <a:p xmlns:a="http://schemas.openxmlformats.org/drawingml/2006/main">
            <a:r>
              <a:t>sues200,sues200_satellite_to_uav_300m,2,visual,80,2,0.2,16,0.2,0.75,0.25,0.22040411623429446,a0024554fabfdcd03efe8d46da3c80414baa16d26cf6a40d05e521ce55eeaddc,495bc427022a1fc79d2bc76ab1fa6fac775356d0a7e336f3fe4fdd0a74b316f0,033b6eaea71b3084ca043902f6ba03b6487bf1762a9180963357103097d172cc</a:t>
            </a:r>
          </a:p>
          <a:p xmlns:a="http://schemas.openxmlformats.org/drawingml/2006/main">
            <a:r>
              <a:t>sues200,sues200_satellite_to_uav_300m,2,visual,80,3,0.3,24,0.3,0.75,0.25,0.22040411623429446,a0024554fabfdcd03efe8d46da3c80414baa16d26cf6a40d05e521ce55eeaddc,9e0d72d3a87d3df4dba311148ef2ccdea57617db3ddcd753643ad9668a68bf88,033b6eaea71b3084ca043902f6ba03b6487bf1762a9180963357103097d172cc</a:t>
            </a:r>
          </a:p>
          <a:p xmlns:a="http://schemas.openxmlformats.org/drawingml/2006/main">
            <a:r>
              <a:t>sues200,sues200_satellite_to_uav_300m,2,visual,80,4,0.4,32,0.4,0.71875,0.28125,0.22040411623429446,a0024554fabfdcd03efe8d46da3c80414baa16d26cf6a40d05e521ce55eeaddc,6d656f563c5f04516d77f545f2c01e0172672f659c2b9635dcf061adf466321b,033b6eaea71b3084ca043902f6ba03b6487bf1762a9180963357103097d172cc</a:t>
            </a:r>
          </a:p>
          <a:p xmlns:a="http://schemas.openxmlformats.org/drawingml/2006/main">
            <a:r>
              <a:t>sues200,sues200_satellite_to_uav_300m,2,visual,80,5,0.5,40,0.5,0.725,0.275,0.22040411623429446,a0024554fabfdcd03efe8d46da3c80414baa16d26cf6a40d05e521ce55eeaddc,5c1a534b42b6a33837802ddb5d5cbafedc1684b09343d62c720cb23d941d5a51,033b6eaea71b3084ca043902f6ba03b6487bf1762a9180963357103097d172cc</a:t>
            </a:r>
          </a:p>
          <a:p xmlns:a="http://schemas.openxmlformats.org/drawingml/2006/main">
            <a:r>
              <a:t>sues200,sues200_satellite_to_uav_300m,2,visual,80,6,0.6,48,0.6,0.75,0.25,0.22040411623429446,a0024554fabfdcd03efe8d46da3c80414baa16d26cf6a40d05e521ce55eeaddc,1eff4d3805221848431392a6895ab6704b28225249dd848736b309571f40b89e,033b6eaea71b3084ca043902f6ba03b6487bf1762a9180963357103097d172cc</a:t>
            </a:r>
          </a:p>
          <a:p xmlns:a="http://schemas.openxmlformats.org/drawingml/2006/main">
            <a:r>
              <a:t>sues200,sues200_satellite_to_uav_300m,2,visual,80,7,0.7,56,0.7,0.7321428571428571,0.2678571428571429,0.22040411623429446,a0024554fabfdcd03efe8d46da3c80414baa16d26cf6a40d05e521ce55eeaddc,7f720797ff300e748df8a7ba4727b5afffbfce1e11e1f5603881b77c2b160772,033b6eaea71b3084ca043902f6ba03b6487bf1762a9180963357103097d172cc</a:t>
            </a:r>
          </a:p>
          <a:p xmlns:a="http://schemas.openxmlformats.org/drawingml/2006/main">
            <a:r>
              <a:t>sues200,sues200_satellite_to_uav_300m,2,visual,80,8,0.8,64,0.8,0.75,0.25,0.22040411623429446,a0024554fabfdcd03efe8d46da3c80414baa16d26cf6a40d05e521ce55eeaddc,6270dd317b2cb96b5584089d8119d939d475e1b9966ce3047e66e1b3de24b33d,033b6eaea71b3084ca043902f6ba03b6487bf1762a9180963357103097d172cc</a:t>
            </a:r>
          </a:p>
          <a:p xmlns:a="http://schemas.openxmlformats.org/drawingml/2006/main">
            <a:r>
              <a:t>sues200,sues200_satellite_to_uav_300m,2,visual,80,9,0.9,72,0.9,0.75,0.25,0.22040411623429446,a0024554fabfdcd03efe8d46da3c80414baa16d26cf6a40d05e521ce55eeaddc,dcc3b3e87fb7373469fffb99b78930c997f99418e82b673fc133eaf0cf010e2a,033b6eaea71b3084ca043902f6ba03b6487bf1762a9180963357103097d172cc</a:t>
            </a:r>
          </a:p>
          <a:p xmlns:a="http://schemas.openxmlformats.org/drawingml/2006/main">
            <a:r>
              <a:t>sues200,sues200_satellite_to_uav_300m,2,visual,80,10,1,80,1,0.7375,0.26249999999999996,0.22040411623429446,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300m,2,full,80,1,0.1,8,0.1,0.75,0.25,0.38968341513802873,a0024554fabfdcd03efe8d46da3c80414baa16d26cf6a40d05e521ce55eeaddc,5b9dd9d0ad0d035f63ca696a71e717b7557eeb40ee7277bd85170a20914a3fd5,033b6eaea71b3084ca043902f6ba03b6487bf1762a9180963357103097d172cc</a:t>
            </a:r>
          </a:p>
          <a:p xmlns:a="http://schemas.openxmlformats.org/drawingml/2006/main">
            <a:r>
              <a:t>sues200,sues200_satellite_to_uav_300m,2,full,80,2,0.2,16,0.2,0.6875,0.3125,0.38968341513802873,a0024554fabfdcd03efe8d46da3c80414baa16d26cf6a40d05e521ce55eeaddc,eeb3e2573eb935bbd931ada81c33d8d35df0fe5bb8cd3334b642b1f51422fe3e,033b6eaea71b3084ca043902f6ba03b6487bf1762a9180963357103097d172cc</a:t>
            </a:r>
          </a:p>
          <a:p xmlns:a="http://schemas.openxmlformats.org/drawingml/2006/main">
            <a:r>
              <a:t>sues200,sues200_satellite_to_uav_300m,2,full,80,3,0.3,24,0.3,0.6666666666666666,0.33333333333333337,0.38968341513802873,a0024554fabfdcd03efe8d46da3c80414baa16d26cf6a40d05e521ce55eeaddc,c37d0d5abf1b327862e6533567420c9b9b36c3dd76b4aaa8d0db156a8eca4b01,033b6eaea71b3084ca043902f6ba03b6487bf1762a9180963357103097d172cc</a:t>
            </a:r>
          </a:p>
          <a:p xmlns:a="http://schemas.openxmlformats.org/drawingml/2006/main">
            <a:r>
              <a:t>sues200,sues200_satellite_to_uav_300m,2,full,80,4,0.4,32,0.4,0.625,0.375,0.38968341513802873,a0024554fabfdcd03efe8d46da3c80414baa16d26cf6a40d05e521ce55eeaddc,160ae847815e23d5d75c1ef26b4e33562e790004a1d77741b47b427a6be17aa8,033b6eaea71b3084ca043902f6ba03b6487bf1762a9180963357103097d172cc</a:t>
            </a:r>
          </a:p>
          <a:p xmlns:a="http://schemas.openxmlformats.org/drawingml/2006/main">
            <a:r>
              <a:t>sues200,sues200_satellite_to_uav_300m,2,full,80,5,0.5,40,0.5,0.6,0.4,0.38968341513802873,a0024554fabfdcd03efe8d46da3c80414baa16d26cf6a40d05e521ce55eeaddc,47128823de864b7a6dfef98f790f8f3a2e55585ea6b3cd8f2ba6048c510fe78f,033b6eaea71b3084ca043902f6ba03b6487bf1762a9180963357103097d172cc</a:t>
            </a:r>
          </a:p>
          <a:p xmlns:a="http://schemas.openxmlformats.org/drawingml/2006/main">
            <a:r>
              <a:t>sues200,sues200_satellite_to_uav_300m,2,full,80,6,0.6,48,0.6,0.5833333333333334,0.41666666666666663,0.38968341513802873,a0024554fabfdcd03efe8d46da3c80414baa16d26cf6a40d05e521ce55eeaddc,c5d3f960caa08f9804d78cee4d940999fc892572da6b17e3457e72e2fc5702dd,033b6eaea71b3084ca043902f6ba03b6487bf1762a9180963357103097d172cc</a:t>
            </a:r>
          </a:p>
          <a:p xmlns:a="http://schemas.openxmlformats.org/drawingml/2006/main">
            <a:r>
              <a:t>sues200,sues200_satellite_to_uav_300m,2,full,80,7,0.7,56,0.7,0.5535714285714286,0.4464285714285714,0.38968341513802873,a0024554fabfdcd03efe8d46da3c80414baa16d26cf6a40d05e521ce55eeaddc,5b9f9025e88b083c98ce76e26881a4f8fe03695494fb7af5c93861c2b8f26454,033b6eaea71b3084ca043902f6ba03b6487bf1762a9180963357103097d172cc</a:t>
            </a:r>
          </a:p>
          <a:p xmlns:a="http://schemas.openxmlformats.org/drawingml/2006/main">
            <a:r>
              <a:t>sues200,sues200_satellite_to_uav_300m,2,full,80,8,0.8,64,0.8,0.578125,0.421875,0.38968341513802873,a0024554fabfdcd03efe8d46da3c80414baa16d26cf6a40d05e521ce55eeaddc,222ec1b5881aea963c006fa0b8f006c2c1911247be90db0f8f3f7489b9144d45,033b6eaea71b3084ca043902f6ba03b6487bf1762a9180963357103097d172cc</a:t>
            </a:r>
          </a:p>
          <a:p xmlns:a="http://schemas.openxmlformats.org/drawingml/2006/main">
            <a:r>
              <a:t>sues200,sues200_satellite_to_uav_300m,2,full,80,9,0.9,72,0.9,0.5972222222222222,0.4027777777777778,0.38968341513802873,a0024554fabfdcd03efe8d46da3c80414baa16d26cf6a40d05e521ce55eeaddc,dc4b3d024a60bfc4371220703c97a7a7a9579697ce9a0391d27f2c85a517eca1,033b6eaea71b3084ca043902f6ba03b6487bf1762a9180963357103097d172cc</a:t>
            </a:r>
          </a:p>
          <a:p xmlns:a="http://schemas.openxmlformats.org/drawingml/2006/main">
            <a:r>
              <a:t>sues200,sues200_satellite_to_uav_300m,2,full,80,10,1,80,1,0.575,0.42500000000000004,0.38968341513802873,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300m,3,visual,80,1,0.1,8,0.1,0.875,0.125,0.21830190310540482,a0024554fabfdcd03efe8d46da3c80414baa16d26cf6a40d05e521ce55eeaddc,04a1ef5943196aa1ccc06b35b82c9d279fb5558a9747357c644cee1578985063,033b6eaea71b3084ca043902f6ba03b6487bf1762a9180963357103097d172cc</a:t>
            </a:r>
          </a:p>
          <a:p xmlns:a="http://schemas.openxmlformats.org/drawingml/2006/main">
            <a:r>
              <a:t>sues200,sues200_satellite_to_uav_300m,3,visual,80,2,0.2,16,0.2,0.8125,0.1875,0.21830190310540482,a0024554fabfdcd03efe8d46da3c80414baa16d26cf6a40d05e521ce55eeaddc,8ce99c14469353420aa76a96a576217e8eb1307fd6edb1feb4d5f30356c48ec2,033b6eaea71b3084ca043902f6ba03b6487bf1762a9180963357103097d172cc</a:t>
            </a:r>
          </a:p>
          <a:p xmlns:a="http://schemas.openxmlformats.org/drawingml/2006/main">
            <a:r>
              <a:t>sues200,sues200_satellite_to_uav_300m,3,visual,80,3,0.3,24,0.3,0.7916666666666666,0.20833333333333337,0.21830190310540482,a0024554fabfdcd03efe8d46da3c80414baa16d26cf6a40d05e521ce55eeaddc,f6c7c464e7eab6ab0dbd0ca95e3d00fc0b2211ce3c8da879057837ff8e558631,033b6eaea71b3084ca043902f6ba03b6487bf1762a9180963357103097d172cc</a:t>
            </a:r>
          </a:p>
          <a:p xmlns:a="http://schemas.openxmlformats.org/drawingml/2006/main">
            <a:r>
              <a:t>sues200,sues200_satellite_to_uav_300m,3,visual,80,4,0.4,32,0.4,0.78125,0.21875,0.21830190310540482,a0024554fabfdcd03efe8d46da3c80414baa16d26cf6a40d05e521ce55eeaddc,81757b54ee247ccf2c48135f4510953fff13ec504ff16ff81790275f01249dfd,033b6eaea71b3084ca043902f6ba03b6487bf1762a9180963357103097d172cc</a:t>
            </a:r>
          </a:p>
          <a:p xmlns:a="http://schemas.openxmlformats.org/drawingml/2006/main">
            <a:r>
              <a:t>sues200,sues200_satellite_to_uav_300m,3,visual,80,5,0.5,40,0.5,0.775,0.22499999999999998,0.21830190310540482,a0024554fabfdcd03efe8d46da3c80414baa16d26cf6a40d05e521ce55eeaddc,21dba16c60fc8fb5d0c9a39783df9a2b436011421b37653e7322f89a492f43ab,033b6eaea71b3084ca043902f6ba03b6487bf1762a9180963357103097d172cc</a:t>
            </a:r>
          </a:p>
          <a:p xmlns:a="http://schemas.openxmlformats.org/drawingml/2006/main">
            <a:r>
              <a:t>sues200,sues200_satellite_to_uav_300m,3,visual,80,6,0.6,48,0.6,0.7708333333333334,0.22916666666666663,0.21830190310540482,a0024554fabfdcd03efe8d46da3c80414baa16d26cf6a40d05e521ce55eeaddc,861684decd9391e6856bbb9046946793c0665005dc16520a18e1f9618cbd17a3,033b6eaea71b3084ca043902f6ba03b6487bf1762a9180963357103097d172cc</a:t>
            </a:r>
          </a:p>
          <a:p xmlns:a="http://schemas.openxmlformats.org/drawingml/2006/main">
            <a:r>
              <a:t>sues200,sues200_satellite_to_uav_300m,3,visual,80,7,0.7,56,0.7,0.7678571428571429,0.2321428571428571,0.21830190310540482,a0024554fabfdcd03efe8d46da3c80414baa16d26cf6a40d05e521ce55eeaddc,097d2c7be9cb24b7abcc981d6789b929cfc651d39cb843e07fecab0ab15fc1d4,033b6eaea71b3084ca043902f6ba03b6487bf1762a9180963357103097d172cc</a:t>
            </a:r>
          </a:p>
          <a:p xmlns:a="http://schemas.openxmlformats.org/drawingml/2006/main">
            <a:r>
              <a:t>sues200,sues200_satellite_to_uav_300m,3,visual,80,8,0.8,64,0.8,0.78125,0.21875,0.21830190310540482,a0024554fabfdcd03efe8d46da3c80414baa16d26cf6a40d05e521ce55eeaddc,a9cbc58d1dafe9250430088a5d2f5a7abcdeae5052aeb2b861eae34d2351fc37,033b6eaea71b3084ca043902f6ba03b6487bf1762a9180963357103097d172cc</a:t>
            </a:r>
          </a:p>
          <a:p xmlns:a="http://schemas.openxmlformats.org/drawingml/2006/main">
            <a:r>
              <a:t>sues200,sues200_satellite_to_uav_300m,3,visual,80,9,0.9,72,0.9,0.7916666666666666,0.20833333333333337,0.21830190310540482,a0024554fabfdcd03efe8d46da3c80414baa16d26cf6a40d05e521ce55eeaddc,5d704788b0747c59649f21b29f4095ca5a1973af337901992aee34268f22cd58,033b6eaea71b3084ca043902f6ba03b6487bf1762a9180963357103097d172cc</a:t>
            </a:r>
          </a:p>
          <a:p xmlns:a="http://schemas.openxmlformats.org/drawingml/2006/main">
            <a:r>
              <a:t>sues200,sues200_satellite_to_uav_300m,3,visual,80,10,1,80,1,0.775,0.22499999999999998,0.21830190310540482,a0024554fabfdcd03efe8d46da3c80414baa16d26cf6a40d05e521ce55eeaddc,79fa3b3356020254021629e96d31e3f0d5a3a18f7c09b007ca16a9d342694d86,033b6eaea71b3084ca043902f6ba03b6487bf1762a9180963357103097d172cc</a:t>
            </a:r>
          </a:p>
          <a:p xmlns:a="http://schemas.openxmlformats.org/drawingml/2006/main">
            <a:r>
              <a:t>sues200,sues200_satellite_to_uav_300m,3,full,80,1,0.1,8,0.1,0.625,0.375,0.3723062177479216,a0024554fabfdcd03efe8d46da3c80414baa16d26cf6a40d05e521ce55eeaddc,546ec0692ac3f9f1405ab9a3480e5618eb13d60a16a260409bd6dd25d7ede304,033b6eaea71b3084ca043902f6ba03b6487bf1762a9180963357103097d172cc</a:t>
            </a:r>
          </a:p>
          <a:p xmlns:a="http://schemas.openxmlformats.org/drawingml/2006/main">
            <a:r>
              <a:t>sues200,sues200_satellite_to_uav_300m,3,full,80,2,0.2,16,0.2,0.6875,0.3125,0.3723062177479216,a0024554fabfdcd03efe8d46da3c80414baa16d26cf6a40d05e521ce55eeaddc,3df60c4d0b14bb2e5611fcd9917503cb9273760f5be09cd1d2589e73c42a3875,033b6eaea71b3084ca043902f6ba03b6487bf1762a9180963357103097d172cc</a:t>
            </a:r>
          </a:p>
          <a:p xmlns:a="http://schemas.openxmlformats.org/drawingml/2006/main">
            <a:r>
              <a:t>sues200,sues200_satellite_to_uav_300m,3,full,80,3,0.3,24,0.3,0.625,0.375,0.3723062177479216,a0024554fabfdcd03efe8d46da3c80414baa16d26cf6a40d05e521ce55eeaddc,ba4d1140de0386267cef0ed89eb83e2dd2201b9006abae830be643a5599b49f7,033b6eaea71b3084ca043902f6ba03b6487bf1762a9180963357103097d172cc</a:t>
            </a:r>
          </a:p>
          <a:p xmlns:a="http://schemas.openxmlformats.org/drawingml/2006/main">
            <a:r>
              <a:t>sues200,sues200_satellite_to_uav_300m,3,full,80,4,0.4,32,0.4,0.59375,0.40625,0.3723062177479216,a0024554fabfdcd03efe8d46da3c80414baa16d26cf6a40d05e521ce55eeaddc,66c75b6a1bf8787354b36d1c81ee7d02232c569ddad7d1ba2a9ec1340853b502,033b6eaea71b3084ca043902f6ba03b6487bf1762a9180963357103097d172cc</a:t>
            </a:r>
          </a:p>
          <a:p xmlns:a="http://schemas.openxmlformats.org/drawingml/2006/main">
            <a:r>
              <a:t>sues200,sues200_satellite_to_uav_300m,3,full,80,5,0.5,40,0.5,0.6,0.4,0.3723062177479216,a0024554fabfdcd03efe8d46da3c80414baa16d26cf6a40d05e521ce55eeaddc,146fe874b4ec77d2256e053489ead8dfae3f720687253447a39bbea1e291aaa2,033b6eaea71b3084ca043902f6ba03b6487bf1762a9180963357103097d172cc</a:t>
            </a:r>
          </a:p>
          <a:p xmlns:a="http://schemas.openxmlformats.org/drawingml/2006/main">
            <a:r>
              <a:t>sues200,sues200_satellite_to_uav_300m,3,full,80,6,0.6,48,0.6,0.6041666666666666,0.39583333333333337,0.3723062177479216,a0024554fabfdcd03efe8d46da3c80414baa16d26cf6a40d05e521ce55eeaddc,5ed0b7bdac6093f85b3171ba252f246d1879a02c9fcb14190298c3f260319b3b,033b6eaea71b3084ca043902f6ba03b6487bf1762a9180963357103097d172cc</a:t>
            </a:r>
          </a:p>
          <a:p xmlns:a="http://schemas.openxmlformats.org/drawingml/2006/main">
            <a:r>
              <a:t>sues200,sues200_satellite_to_uav_300m,3,full,80,7,0.7,56,0.7,0.5714285714285714,0.4285714285714286,0.3723062177479216,a0024554fabfdcd03efe8d46da3c80414baa16d26cf6a40d05e521ce55eeaddc,68bf14b76c3770606adf8f785e860276e7c28d093f6f479954ad2ab79b6fc4b2,033b6eaea71b3084ca043902f6ba03b6487bf1762a9180963357103097d172cc</a:t>
            </a:r>
          </a:p>
          <a:p xmlns:a="http://schemas.openxmlformats.org/drawingml/2006/main">
            <a:r>
              <a:t>sues200,sues200_satellite_to_uav_300m,3,full,80,8,0.8,64,0.8,0.59375,0.40625,0.3723062177479216,a0024554fabfdcd03efe8d46da3c80414baa16d26cf6a40d05e521ce55eeaddc,500be7ed42ab2e35ddb86aa39efd378bac84107131a751d918e790fadb0c0d25,033b6eaea71b3084ca043902f6ba03b6487bf1762a9180963357103097d172cc</a:t>
            </a:r>
          </a:p>
          <a:p xmlns:a="http://schemas.openxmlformats.org/drawingml/2006/main">
            <a:r>
              <a:t>sues200,sues200_satellite_to_uav_300m,3,full,80,9,0.9,72,0.9,0.6111111111111112,0.38888888888888884,0.3723062177479216,a0024554fabfdcd03efe8d46da3c80414baa16d26cf6a40d05e521ce55eeaddc,d1591afe1d85fb8bcbf3c97a772c232083c020fe2125cff590758f5557d697db,033b6eaea71b3084ca043902f6ba03b6487bf1762a9180963357103097d172cc</a:t>
            </a:r>
          </a:p>
          <a:p xmlns:a="http://schemas.openxmlformats.org/drawingml/2006/main">
            <a:r>
              <a:t>sues200,sues200_satellite_to_uav_300m,3,full,80,10,1,80,1,0.575,0.42500000000000004,0.3723062177479216,a0024554fabfdcd03efe8d46da3c80414baa16d26cf6a40d05e521ce55eeaddc,79fa3b3356020254021629e96d31e3f0d5a3a18f7c09b007ca16a9d342694d86,033b6eaea71b3084ca043902f6ba03b6487bf1762a9180963357103097d172cc</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9679997926840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d9aeb5857b494a9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71d2dab84c438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547995e84ca46c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991ff09a4604c4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995394d12b14e6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7450391C-F2C1-4319-8241-938058CAA79F}"/>
              </a:ext>
            </a:extLst>
          </p:cNvPr>
          <p:cNvSpPr>
            <a:spLocks xmlns:a="http://schemas.openxmlformats.org/drawingml/2006/main" noGrp="1"/>
          </p:cNvSpPr>
          <p:nvPr/>
        </p:nvSpPr>
        <p:spPr>
          <a:xfrm xmlns:a="http://schemas.openxmlformats.org/drawingml/2006/main">
            <a:off x="3110490" y="1567321"/>
            <a:ext cx="327420" cy="2702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3C2BC5E5-CE02-4846-828E-BF8C2B57D0AB}"/>
              </a:ext>
            </a:extLst>
          </p:cNvPr>
          <p:cNvSpPr>
            <a:spLocks xmlns:a="http://schemas.openxmlformats.org/drawingml/2006/main" noGrp="1"/>
          </p:cNvSpPr>
          <p:nvPr>
            <p:ph type="title" idx="0"/>
          </p:nvPr>
        </p:nvSpPr>
        <p:spPr>
          <a:xfrm xmlns:a="http://schemas.openxmlformats.org/drawingml/2006/main">
            <a:off x="654840" y="1837549"/>
            <a:ext cx="5238720" cy="702592"/>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ED176AFF-2A9A-4B15-9BD7-A24CAE8B8E07}"/>
              </a:ext>
            </a:extLst>
          </p:cNvPr>
          <p:cNvSpPr>
            <a:spLocks xmlns:a="http://schemas.openxmlformats.org/drawingml/2006/main" noGrp="1"/>
          </p:cNvSpPr>
          <p:nvPr>
            <p:ph type="subTitle" idx="1"/>
          </p:nvPr>
        </p:nvSpPr>
        <p:spPr>
          <a:xfrm xmlns:a="http://schemas.openxmlformats.org/drawingml/2006/main">
            <a:off x="982260" y="2675255"/>
            <a:ext cx="4583880" cy="540456"/>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07D16999-ED9E-4862-9056-8A4B29545B43}"/>
              </a:ext>
            </a:extLst>
          </p:cNvPr>
          <p:cNvSpPr>
            <a:spLocks xmlns:a="http://schemas.openxmlformats.org/drawingml/2006/main" noGrp="1"/>
          </p:cNvSpPr>
          <p:nvPr/>
        </p:nvSpPr>
        <p:spPr>
          <a:xfrm xmlns:a="http://schemas.openxmlformats.org/drawingml/2006/main">
            <a:off x="3110490" y="1756481"/>
            <a:ext cx="327420" cy="2702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2048834C-15CF-4595-BAD0-D673BEB67473}"/>
              </a:ext>
            </a:extLst>
          </p:cNvPr>
          <p:cNvSpPr>
            <a:spLocks xmlns:a="http://schemas.openxmlformats.org/drawingml/2006/main" noGrp="1"/>
          </p:cNvSpPr>
          <p:nvPr>
            <p:ph type="title" idx="0"/>
          </p:nvPr>
        </p:nvSpPr>
        <p:spPr>
          <a:xfrm xmlns:a="http://schemas.openxmlformats.org/drawingml/2006/main">
            <a:off x="654840" y="2026708"/>
            <a:ext cx="5238720" cy="81068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B9E828C-6191-4905-BE9A-E0F84CC269AF}"/>
              </a:ext>
            </a:extLst>
          </p:cNvPr>
          <p:cNvSpPr>
            <a:spLocks xmlns:a="http://schemas.openxmlformats.org/drawingml/2006/main" noGrp="1"/>
          </p:cNvSpPr>
          <p:nvPr/>
        </p:nvSpPr>
        <p:spPr>
          <a:xfrm xmlns:a="http://schemas.openxmlformats.org/drawingml/2006/main">
            <a:off x="368348" y="1080911"/>
            <a:ext cx="327420" cy="2702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61A0E72-1F90-43BD-99B2-FCB13E982962}"/>
              </a:ext>
            </a:extLst>
          </p:cNvPr>
          <p:cNvSpPr>
            <a:spLocks xmlns:a="http://schemas.openxmlformats.org/drawingml/2006/main" noGrp="1"/>
          </p:cNvSpPr>
          <p:nvPr>
            <p:ph type="title" idx="0"/>
          </p:nvPr>
        </p:nvSpPr>
        <p:spPr>
          <a:xfrm xmlns:a="http://schemas.openxmlformats.org/drawingml/2006/main">
            <a:off x="368348" y="378319"/>
            <a:ext cx="5811705" cy="59450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04B811AA-82A8-480B-B99E-47E3E8D84C9D}"/>
              </a:ext>
            </a:extLst>
          </p:cNvPr>
          <p:cNvSpPr>
            <a:spLocks xmlns:a="http://schemas.openxmlformats.org/drawingml/2006/main" noGrp="1"/>
          </p:cNvSpPr>
          <p:nvPr>
            <p:ph type="body" idx="1"/>
          </p:nvPr>
        </p:nvSpPr>
        <p:spPr>
          <a:xfrm xmlns:a="http://schemas.openxmlformats.org/drawingml/2006/main">
            <a:off x="368348" y="1351139"/>
            <a:ext cx="5811705" cy="302655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817E57CF-5776-4975-A3F4-90AAD9EF961D}"/>
              </a:ext>
            </a:extLst>
          </p:cNvPr>
          <p:cNvSpPr>
            <a:spLocks xmlns:a="http://schemas.openxmlformats.org/drawingml/2006/main" noGrp="1"/>
          </p:cNvSpPr>
          <p:nvPr/>
        </p:nvSpPr>
        <p:spPr>
          <a:xfrm xmlns:a="http://schemas.openxmlformats.org/drawingml/2006/main">
            <a:off x="368348" y="1080911"/>
            <a:ext cx="327420" cy="2702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8217D12-DB22-4923-8571-3D4F07FA5246}"/>
              </a:ext>
            </a:extLst>
          </p:cNvPr>
          <p:cNvSpPr>
            <a:spLocks xmlns:a="http://schemas.openxmlformats.org/drawingml/2006/main" noGrp="1"/>
          </p:cNvSpPr>
          <p:nvPr>
            <p:ph type="title" idx="0"/>
          </p:nvPr>
        </p:nvSpPr>
        <p:spPr>
          <a:xfrm xmlns:a="http://schemas.openxmlformats.org/drawingml/2006/main">
            <a:off x="368348" y="378319"/>
            <a:ext cx="5811705" cy="59450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D3CA64FB-62E1-417A-B9D4-88730EB3551C}"/>
              </a:ext>
            </a:extLst>
          </p:cNvPr>
          <p:cNvSpPr>
            <a:spLocks xmlns:a="http://schemas.openxmlformats.org/drawingml/2006/main" noGrp="1"/>
          </p:cNvSpPr>
          <p:nvPr>
            <p:ph type="body" idx="1"/>
          </p:nvPr>
        </p:nvSpPr>
        <p:spPr>
          <a:xfrm xmlns:a="http://schemas.openxmlformats.org/drawingml/2006/main">
            <a:off x="368348" y="1351139"/>
            <a:ext cx="2701215" cy="302655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C972C123-BB05-46D5-9768-8548DDD03753}"/>
              </a:ext>
            </a:extLst>
          </p:cNvPr>
          <p:cNvSpPr>
            <a:spLocks xmlns:a="http://schemas.openxmlformats.org/drawingml/2006/main" noGrp="1"/>
          </p:cNvSpPr>
          <p:nvPr>
            <p:ph type="body" idx="2"/>
          </p:nvPr>
        </p:nvSpPr>
        <p:spPr>
          <a:xfrm xmlns:a="http://schemas.openxmlformats.org/drawingml/2006/main">
            <a:off x="3478838" y="1351139"/>
            <a:ext cx="2701215" cy="302655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4BE06EE1-C6EF-4C29-84C3-9D972267B1EC}"/>
              </a:ext>
            </a:extLst>
          </p:cNvPr>
          <p:cNvSpPr>
            <a:spLocks xmlns:a="http://schemas.openxmlformats.org/drawingml/2006/main" noGrp="1"/>
          </p:cNvSpPr>
          <p:nvPr/>
        </p:nvSpPr>
        <p:spPr>
          <a:xfrm xmlns:a="http://schemas.openxmlformats.org/drawingml/2006/main">
            <a:off x="368348" y="1080911"/>
            <a:ext cx="327420" cy="2702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CA07BC66-544E-4E26-9A1C-3E9D0561BF7D}"/>
              </a:ext>
            </a:extLst>
          </p:cNvPr>
          <p:cNvSpPr>
            <a:spLocks xmlns:a="http://schemas.openxmlformats.org/drawingml/2006/main" noGrp="1"/>
          </p:cNvSpPr>
          <p:nvPr>
            <p:ph type="title" idx="0"/>
          </p:nvPr>
        </p:nvSpPr>
        <p:spPr>
          <a:xfrm xmlns:a="http://schemas.openxmlformats.org/drawingml/2006/main">
            <a:off x="368348" y="378319"/>
            <a:ext cx="5811705" cy="59450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F75F6CB-5907-4FE0-A46F-A6109A2B6D9C}"/>
              </a:ext>
            </a:extLst>
          </p:cNvPr>
          <p:cNvSpPr>
            <a:spLocks xmlns:a="http://schemas.openxmlformats.org/drawingml/2006/main" noGrp="1"/>
          </p:cNvSpPr>
          <p:nvPr>
            <p:ph type="body" idx="1"/>
          </p:nvPr>
        </p:nvSpPr>
        <p:spPr>
          <a:xfrm xmlns:a="http://schemas.openxmlformats.org/drawingml/2006/main">
            <a:off x="368348" y="1351139"/>
            <a:ext cx="2701215" cy="3026551"/>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22783" indent="-122783">
              <a:lnSpc>
                <a:spcPct val="110000"/>
              </a:lnSpc>
              <a:spcBef>
                <a:spcPts val="0"/>
              </a:spcBef>
              <a:spcAft>
                <a:spcPts val="645"/>
              </a:spcAft>
              <a:buChar char="•"/>
            </a:lvl1pPr>
            <a:lvl2pPr marL="286493" indent="-122783">
              <a:lnSpc>
                <a:spcPct val="110000"/>
              </a:lnSpc>
              <a:spcBef>
                <a:spcPts val="0"/>
              </a:spcBef>
              <a:spcAft>
                <a:spcPts val="645"/>
              </a:spcAft>
              <a:buChar char="•"/>
            </a:lvl2pPr>
            <a:lvl3pPr marL="450203" indent="-122783">
              <a:lnSpc>
                <a:spcPct val="110000"/>
              </a:lnSpc>
              <a:spcBef>
                <a:spcPts val="0"/>
              </a:spcBef>
              <a:spcAft>
                <a:spcPts val="645"/>
              </a:spcAft>
              <a:buChar char="•"/>
            </a:lvl3pPr>
            <a:lvl4pPr marL="613913" indent="-122783">
              <a:lnSpc>
                <a:spcPct val="110000"/>
              </a:lnSpc>
              <a:spcBef>
                <a:spcPts val="0"/>
              </a:spcBef>
              <a:spcAft>
                <a:spcPts val="645"/>
              </a:spcAft>
              <a:buChar char="•"/>
            </a:lvl4pPr>
            <a:lvl5pPr marL="777623" indent="-122783">
              <a:lnSpc>
                <a:spcPct val="110000"/>
              </a:lnSpc>
              <a:spcBef>
                <a:spcPts val="0"/>
              </a:spcBef>
              <a:spcAft>
                <a:spcPts val="645"/>
              </a:spcAft>
              <a:buChar char="•"/>
            </a:lvl5pPr>
            <a:lvl6pPr marL="941333" indent="-122783">
              <a:lnSpc>
                <a:spcPct val="110000"/>
              </a:lnSpc>
              <a:spcBef>
                <a:spcPts val="0"/>
              </a:spcBef>
              <a:spcAft>
                <a:spcPts val="645"/>
              </a:spcAft>
              <a:buChar char="•"/>
            </a:lvl6pPr>
            <a:lvl7pPr marL="1105043" indent="-122783">
              <a:lnSpc>
                <a:spcPct val="110000"/>
              </a:lnSpc>
              <a:spcBef>
                <a:spcPts val="0"/>
              </a:spcBef>
              <a:spcAft>
                <a:spcPts val="645"/>
              </a:spcAft>
              <a:buChar char="•"/>
            </a:lvl7pPr>
            <a:lvl8pPr marL="1268753" indent="-122783">
              <a:lnSpc>
                <a:spcPct val="110000"/>
              </a:lnSpc>
              <a:spcBef>
                <a:spcPts val="0"/>
              </a:spcBef>
              <a:spcAft>
                <a:spcPts val="645"/>
              </a:spcAft>
              <a:buChar char="•"/>
            </a:lvl8pPr>
            <a:lvl9pPr marL="1432463" indent="-122783">
              <a:lnSpc>
                <a:spcPct val="110000"/>
              </a:lnSpc>
              <a:spcBef>
                <a:spcPts val="0"/>
              </a:spcBef>
              <a:spcAft>
                <a:spcPts val="645"/>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b263398ffa64a49" /><Relationship Type="http://schemas.openxmlformats.org/officeDocument/2006/relationships/slideLayout" Target="/ppt/slideLayouts/slideLayout1.xml" Id="R5ad66d16c2c643cc" /><Relationship Type="http://schemas.openxmlformats.org/officeDocument/2006/relationships/slideLayout" Target="/ppt/slideLayouts/slideLayout2.xml" Id="Rf9b1cf45fdc04509" /><Relationship Type="http://schemas.openxmlformats.org/officeDocument/2006/relationships/slideLayout" Target="/ppt/slideLayouts/slideLayout3.xml" Id="R95f8ed943a9a400e" /><Relationship Type="http://schemas.openxmlformats.org/officeDocument/2006/relationships/slideLayout" Target="/ppt/slideLayouts/slideLayout4.xml" Id="R0bd207dcbefd419a" /><Relationship Type="http://schemas.openxmlformats.org/officeDocument/2006/relationships/slideLayout" Target="/ppt/slideLayouts/slideLayout5.xml" Id="Rf0e1df3b4d2d480d" /><Relationship Type="http://schemas.openxmlformats.org/officeDocument/2006/relationships/slideLayout" Target="/ppt/slideLayouts/slideLayout6.xml" Id="R4c9f71d1ad7c4bc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ad66d16c2c643cc"/>
    <p:sldLayoutId xmlns:r="http://schemas.openxmlformats.org/officeDocument/2006/relationships" id="2147483650" r:id="Rf9b1cf45fdc04509"/>
    <p:sldLayoutId xmlns:r="http://schemas.openxmlformats.org/officeDocument/2006/relationships" id="2147483651" r:id="R95f8ed943a9a400e"/>
    <p:sldLayoutId xmlns:r="http://schemas.openxmlformats.org/officeDocument/2006/relationships" id="2147483652" r:id="R0bd207dcbefd419a"/>
    <p:sldLayoutId xmlns:r="http://schemas.openxmlformats.org/officeDocument/2006/relationships" id="2147483653" r:id="Rf0e1df3b4d2d480d"/>
    <p:sldLayoutId xmlns:r="http://schemas.openxmlformats.org/officeDocument/2006/relationships" id="2147483654" r:id="R4c9f71d1ad7c4bc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3bdf41229904e2c" /><Relationship Type="http://schemas.openxmlformats.org/officeDocument/2006/relationships/notesSlide" Target="/ppt/notesSlides/notesSlide1.xml" Id="R7438945670cb40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a5bd23e65aa463b" /><Relationship Type="http://schemas.openxmlformats.org/officeDocument/2006/relationships/notesSlide" Target="/ppt/notesSlides/notesSlide2.xml" Id="Rdd2bdd98b116447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c969a3b1c88494e" /><Relationship Type="http://schemas.openxmlformats.org/officeDocument/2006/relationships/notesSlide" Target="/ppt/notesSlides/notesSlide3.xml" Id="R4fd7c06b2cfa400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3c27e5dcc264331" /><Relationship Type="http://schemas.openxmlformats.org/officeDocument/2006/relationships/notesSlide" Target="/ppt/notesSlides/notesSlide4.xml" Id="R61d13d40c4bb465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61ef50a7d44f6c" /><Relationship Type="http://schemas.openxmlformats.org/officeDocument/2006/relationships/notesSlide" Target="/ppt/notesSlides/notesSlide5.xml" Id="R7a45dc4e86404d5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fe3916867fa4003" /><Relationship Type="http://schemas.openxmlformats.org/officeDocument/2006/relationships/notesSlide" Target="/ppt/notesSlides/notesSlide6.xml" Id="R057ebad7c8334a3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88909c60c854243" /><Relationship Type="http://schemas.openxmlformats.org/officeDocument/2006/relationships/notesSlide" Target="/ppt/notesSlides/notesSlide7.xml" Id="R5dd04ae2c4a443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ea94641737a4535" /><Relationship Type="http://schemas.openxmlformats.org/officeDocument/2006/relationships/notesSlide" Target="/ppt/notesSlides/notesSlide8.xml" Id="Rd7f6e6bea5db4ac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b9dd06306644293" /><Relationship Type="http://schemas.openxmlformats.org/officeDocument/2006/relationships/notesSlide" Target="/ppt/notesSlides/notesSlide9.xml" Id="R908e9b8358c8403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9ec045e1e8a48ab" /><Relationship Type="http://schemas.openxmlformats.org/officeDocument/2006/relationships/notesSlide" Target="/ppt/notesSlides/notesSlide10.xml" Id="R635f95e9759449e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3303b8e5044a4c" /><Relationship Type="http://schemas.openxmlformats.org/officeDocument/2006/relationships/notesSlide" Target="/ppt/notesSlides/notesSlide11.xml" Id="R0e556d7eeb9e4530"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university1652_drone_to_satellite/title">
            <a:extLst xmlns:a="http://schemas.openxmlformats.org/drawingml/2006/main">
              <a:ext uri="{FF2B5EF4-FFF2-40B4-BE49-F238E27FC236}">
                <a16:creationId xmlns:a16="http://schemas.microsoft.com/office/drawing/2014/main" id="{B3D8F70E-4C16-4903-B704-9D79F9EAD2BB}"/>
              </a:ext>
            </a:extLst>
          </p:cNvPr>
          <p:cNvSpPr>
            <a:spLocks xmlns:a="http://schemas.openxmlformats.org/drawingml/2006/main" noGrp="1"/>
          </p:cNvSpPr>
          <p:nvPr/>
        </p:nvSpPr>
        <p:spPr>
          <a:xfrm xmlns:a="http://schemas.openxmlformats.org/drawingml/2006/main">
            <a:off x="190500" y="111760"/>
            <a:ext cx="2062639"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University-1652: Drone → satellite</a:t>
            </a:r>
          </a:p>
        </p:txBody>
      </p:sp>
      <p:sp>
        <p:nvSpPr>
          <p:cNvPr id="2" name="university1652_drone_to_satellite/subtitle">
            <a:extLst xmlns:a="http://schemas.openxmlformats.org/drawingml/2006/main">
              <a:ext uri="{FF2B5EF4-FFF2-40B4-BE49-F238E27FC236}">
                <a16:creationId xmlns:a16="http://schemas.microsoft.com/office/drawing/2014/main" id="{06FEDF9B-0B26-4C22-8FF5-A0C027A624A8}"/>
              </a:ext>
            </a:extLst>
          </p:cNvPr>
          <p:cNvSpPr>
            <a:spLocks xmlns:a="http://schemas.openxmlformats.org/drawingml/2006/main" noGrp="1"/>
          </p:cNvSpPr>
          <p:nvPr/>
        </p:nvSpPr>
        <p:spPr>
          <a:xfrm xmlns:a="http://schemas.openxmlformats.org/drawingml/2006/main">
            <a:off x="190500" y="326644"/>
            <a:ext cx="3335464"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37,855 queries</a:t>
            </a:r>
          </a:p>
        </p:txBody>
      </p:sp>
      <p:sp>
        <p:nvSpPr>
          <p:cNvPr id="3" name="university1652_drone_to_satellite/legend/visual/marker">
            <a:extLst xmlns:a="http://schemas.openxmlformats.org/drawingml/2006/main">
              <a:ext uri="{FF2B5EF4-FFF2-40B4-BE49-F238E27FC236}">
                <a16:creationId xmlns:a16="http://schemas.microsoft.com/office/drawing/2014/main" id="{B7AEA022-5D8A-4348-9E8F-4C087D3D557E}"/>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university1652_drone_to_satellite/legend/visual/text">
            <a:extLst xmlns:a="http://schemas.openxmlformats.org/drawingml/2006/main">
              <a:ext uri="{FF2B5EF4-FFF2-40B4-BE49-F238E27FC236}">
                <a16:creationId xmlns:a16="http://schemas.microsoft.com/office/drawing/2014/main" id="{FF062C17-A8D3-4D68-AE06-8180182D4780}"/>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university1652_drone_to_satellite/legend/full/marker">
            <a:extLst xmlns:a="http://schemas.openxmlformats.org/drawingml/2006/main">
              <a:ext uri="{FF2B5EF4-FFF2-40B4-BE49-F238E27FC236}">
                <a16:creationId xmlns:a16="http://schemas.microsoft.com/office/drawing/2014/main" id="{9FB516A0-0CEA-4256-A888-0CBC9CC37CAF}"/>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university1652_drone_to_satellite/legend/full/text">
            <a:extLst xmlns:a="http://schemas.openxmlformats.org/drawingml/2006/main">
              <a:ext uri="{FF2B5EF4-FFF2-40B4-BE49-F238E27FC236}">
                <a16:creationId xmlns:a16="http://schemas.microsoft.com/office/drawing/2014/main" id="{5E0C23E1-B06D-40A7-A777-36D9FBE0E650}"/>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university1652_drone_to_satellite/risk-axis-label">
            <a:extLst xmlns:a="http://schemas.openxmlformats.org/drawingml/2006/main">
              <a:ext uri="{FF2B5EF4-FFF2-40B4-BE49-F238E27FC236}">
                <a16:creationId xmlns:a16="http://schemas.microsoft.com/office/drawing/2014/main" id="{B92C4789-6FBF-4F00-BBED-2478E886567C}"/>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university1652_drone_to_satellite/seed-1/heading">
            <a:extLst xmlns:a="http://schemas.openxmlformats.org/drawingml/2006/main">
              <a:ext uri="{FF2B5EF4-FFF2-40B4-BE49-F238E27FC236}">
                <a16:creationId xmlns:a16="http://schemas.microsoft.com/office/drawing/2014/main" id="{429892E9-56F6-45EB-8AB1-23B1795007A2}"/>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university1652_drone_to_satellite/seed-1/y-grid-0">
            <a:extLst xmlns:a="http://schemas.openxmlformats.org/drawingml/2006/main">
              <a:ext uri="{FF2B5EF4-FFF2-40B4-BE49-F238E27FC236}">
                <a16:creationId xmlns:a16="http://schemas.microsoft.com/office/drawing/2014/main" id="{91728B23-8179-4C3F-A0F9-BE0209D41CCE}"/>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university1652_drone_to_satellite/seed-1/y-label-0">
            <a:extLst xmlns:a="http://schemas.openxmlformats.org/drawingml/2006/main">
              <a:ext uri="{FF2B5EF4-FFF2-40B4-BE49-F238E27FC236}">
                <a16:creationId xmlns:a16="http://schemas.microsoft.com/office/drawing/2014/main" id="{5433FC02-53B8-4DBD-B90A-2AD5D6267998}"/>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university1652_drone_to_satellite/seed-1/x-tick-0">
            <a:extLst xmlns:a="http://schemas.openxmlformats.org/drawingml/2006/main">
              <a:ext uri="{FF2B5EF4-FFF2-40B4-BE49-F238E27FC236}">
                <a16:creationId xmlns:a16="http://schemas.microsoft.com/office/drawing/2014/main" id="{EA76BB33-34F6-4C6C-9E83-0483990B15D2}"/>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university1652_drone_to_satellite/seed-1/x-label-0">
            <a:extLst xmlns:a="http://schemas.openxmlformats.org/drawingml/2006/main">
              <a:ext uri="{FF2B5EF4-FFF2-40B4-BE49-F238E27FC236}">
                <a16:creationId xmlns:a16="http://schemas.microsoft.com/office/drawing/2014/main" id="{B285A3CD-7331-41FA-9C18-FA9C5ACBCD5B}"/>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university1652_drone_to_satellite/seed-1/y-grid-25">
            <a:extLst xmlns:a="http://schemas.openxmlformats.org/drawingml/2006/main">
              <a:ext uri="{FF2B5EF4-FFF2-40B4-BE49-F238E27FC236}">
                <a16:creationId xmlns:a16="http://schemas.microsoft.com/office/drawing/2014/main" id="{BD3A02D6-56D3-40F6-BA55-EEDF79643239}"/>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university1652_drone_to_satellite/seed-1/y-label-25">
            <a:extLst xmlns:a="http://schemas.openxmlformats.org/drawingml/2006/main">
              <a:ext uri="{FF2B5EF4-FFF2-40B4-BE49-F238E27FC236}">
                <a16:creationId xmlns:a16="http://schemas.microsoft.com/office/drawing/2014/main" id="{DBD71F37-B3BB-4C3C-AED2-BB7B5F7BA02E}"/>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university1652_drone_to_satellite/seed-1/x-tick-25">
            <a:extLst xmlns:a="http://schemas.openxmlformats.org/drawingml/2006/main">
              <a:ext uri="{FF2B5EF4-FFF2-40B4-BE49-F238E27FC236}">
                <a16:creationId xmlns:a16="http://schemas.microsoft.com/office/drawing/2014/main" id="{8D98EC89-5249-4ED2-B59A-2A6B68697696}"/>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university1652_drone_to_satellite/seed-1/x-label-25">
            <a:extLst xmlns:a="http://schemas.openxmlformats.org/drawingml/2006/main">
              <a:ext uri="{FF2B5EF4-FFF2-40B4-BE49-F238E27FC236}">
                <a16:creationId xmlns:a16="http://schemas.microsoft.com/office/drawing/2014/main" id="{566F9AFE-A685-44A2-B515-0D92AE122ED3}"/>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university1652_drone_to_satellite/seed-1/y-grid-50">
            <a:extLst xmlns:a="http://schemas.openxmlformats.org/drawingml/2006/main">
              <a:ext uri="{FF2B5EF4-FFF2-40B4-BE49-F238E27FC236}">
                <a16:creationId xmlns:a16="http://schemas.microsoft.com/office/drawing/2014/main" id="{0FF95A35-0AE9-4D2F-AE2A-D337F118DEC0}"/>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university1652_drone_to_satellite/seed-1/y-label-50">
            <a:extLst xmlns:a="http://schemas.openxmlformats.org/drawingml/2006/main">
              <a:ext uri="{FF2B5EF4-FFF2-40B4-BE49-F238E27FC236}">
                <a16:creationId xmlns:a16="http://schemas.microsoft.com/office/drawing/2014/main" id="{4D7D009F-CFAC-4D88-B11C-601A08DF81FF}"/>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university1652_drone_to_satellite/seed-1/x-tick-50">
            <a:extLst xmlns:a="http://schemas.openxmlformats.org/drawingml/2006/main">
              <a:ext uri="{FF2B5EF4-FFF2-40B4-BE49-F238E27FC236}">
                <a16:creationId xmlns:a16="http://schemas.microsoft.com/office/drawing/2014/main" id="{8CED867A-8F02-4A75-A3BB-056AB5247A6C}"/>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university1652_drone_to_satellite/seed-1/x-label-50">
            <a:extLst xmlns:a="http://schemas.openxmlformats.org/drawingml/2006/main">
              <a:ext uri="{FF2B5EF4-FFF2-40B4-BE49-F238E27FC236}">
                <a16:creationId xmlns:a16="http://schemas.microsoft.com/office/drawing/2014/main" id="{A80B78CD-F078-45A6-8550-01700C092196}"/>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university1652_drone_to_satellite/seed-1/y-grid-75">
            <a:extLst xmlns:a="http://schemas.openxmlformats.org/drawingml/2006/main">
              <a:ext uri="{FF2B5EF4-FFF2-40B4-BE49-F238E27FC236}">
                <a16:creationId xmlns:a16="http://schemas.microsoft.com/office/drawing/2014/main" id="{414E4544-4750-4DF9-9A52-BFCC80D46EE0}"/>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university1652_drone_to_satellite/seed-1/y-label-75">
            <a:extLst xmlns:a="http://schemas.openxmlformats.org/drawingml/2006/main">
              <a:ext uri="{FF2B5EF4-FFF2-40B4-BE49-F238E27FC236}">
                <a16:creationId xmlns:a16="http://schemas.microsoft.com/office/drawing/2014/main" id="{DD743AFB-0828-4DD3-9C71-ADC489AC52B5}"/>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university1652_drone_to_satellite/seed-1/x-tick-75">
            <a:extLst xmlns:a="http://schemas.openxmlformats.org/drawingml/2006/main">
              <a:ext uri="{FF2B5EF4-FFF2-40B4-BE49-F238E27FC236}">
                <a16:creationId xmlns:a16="http://schemas.microsoft.com/office/drawing/2014/main" id="{FD008B27-EB34-4033-ABBD-85913D4D9CFA}"/>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university1652_drone_to_satellite/seed-1/x-label-75">
            <a:extLst xmlns:a="http://schemas.openxmlformats.org/drawingml/2006/main">
              <a:ext uri="{FF2B5EF4-FFF2-40B4-BE49-F238E27FC236}">
                <a16:creationId xmlns:a16="http://schemas.microsoft.com/office/drawing/2014/main" id="{7DF593E4-FEA8-4712-AFE8-613EC6040B0C}"/>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university1652_drone_to_satellite/seed-1/y-grid-100">
            <a:extLst xmlns:a="http://schemas.openxmlformats.org/drawingml/2006/main">
              <a:ext uri="{FF2B5EF4-FFF2-40B4-BE49-F238E27FC236}">
                <a16:creationId xmlns:a16="http://schemas.microsoft.com/office/drawing/2014/main" id="{FD574D02-8130-4A48-9733-9E06A882ECD1}"/>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university1652_drone_to_satellite/seed-1/y-label-100">
            <a:extLst xmlns:a="http://schemas.openxmlformats.org/drawingml/2006/main">
              <a:ext uri="{FF2B5EF4-FFF2-40B4-BE49-F238E27FC236}">
                <a16:creationId xmlns:a16="http://schemas.microsoft.com/office/drawing/2014/main" id="{F5CEDAFA-5894-4C0A-B673-4FA0E412FF53}"/>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university1652_drone_to_satellite/seed-1/x-tick-100">
            <a:extLst xmlns:a="http://schemas.openxmlformats.org/drawingml/2006/main">
              <a:ext uri="{FF2B5EF4-FFF2-40B4-BE49-F238E27FC236}">
                <a16:creationId xmlns:a16="http://schemas.microsoft.com/office/drawing/2014/main" id="{EFF86D6D-29FB-41FB-A5C9-4F89725D3B30}"/>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university1652_drone_to_satellite/seed-1/x-label-100">
            <a:extLst xmlns:a="http://schemas.openxmlformats.org/drawingml/2006/main">
              <a:ext uri="{FF2B5EF4-FFF2-40B4-BE49-F238E27FC236}">
                <a16:creationId xmlns:a16="http://schemas.microsoft.com/office/drawing/2014/main" id="{700EDA89-9402-44DA-A894-4581EBEA79C8}"/>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university1652_drone_to_satellite/seed-1/y-axis">
            <a:extLst xmlns:a="http://schemas.openxmlformats.org/drawingml/2006/main">
              <a:ext uri="{FF2B5EF4-FFF2-40B4-BE49-F238E27FC236}">
                <a16:creationId xmlns:a16="http://schemas.microsoft.com/office/drawing/2014/main" id="{C1B9EAB5-589C-4776-AEB3-ED078D13ED09}"/>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university1652_drone_to_satellite/seed-1/x-axis">
            <a:extLst xmlns:a="http://schemas.openxmlformats.org/drawingml/2006/main">
              <a:ext uri="{FF2B5EF4-FFF2-40B4-BE49-F238E27FC236}">
                <a16:creationId xmlns:a16="http://schemas.microsoft.com/office/drawing/2014/main" id="{2F49D4AB-A9FF-42A9-8829-3F0780BBA0DC}"/>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university1652_drone_to_satellite/university1652_drone_to_satellite/seed-1/visual/segment-1-2">
            <a:extLst xmlns:a="http://schemas.openxmlformats.org/drawingml/2006/main">
              <a:ext uri="{FF2B5EF4-FFF2-40B4-BE49-F238E27FC236}">
                <a16:creationId xmlns:a16="http://schemas.microsoft.com/office/drawing/2014/main" id="{438FD4F0-6010-4F2C-B523-94FD9A224274}"/>
              </a:ext>
            </a:extLst>
          </p:cNvPr>
          <p:cNvSpPr>
            <a:spLocks xmlns:a="http://schemas.openxmlformats.org/drawingml/2006/main" noGrp="1"/>
          </p:cNvSpPr>
          <p:nvPr/>
        </p:nvSpPr>
        <p:spPr>
          <a:xfrm xmlns:a="http://schemas.openxmlformats.org/drawingml/2006/main" flipV="1">
            <a:off x="693441" y="2602148"/>
            <a:ext cx="159999" cy="19028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university1652_drone_to_satellite/university1652_drone_to_satellite/seed-1/visual/segment-2-3">
            <a:extLst xmlns:a="http://schemas.openxmlformats.org/drawingml/2006/main">
              <a:ext uri="{FF2B5EF4-FFF2-40B4-BE49-F238E27FC236}">
                <a16:creationId xmlns:a16="http://schemas.microsoft.com/office/drawing/2014/main" id="{84ED8976-844A-440E-91CD-125D47CACA37}"/>
              </a:ext>
            </a:extLst>
          </p:cNvPr>
          <p:cNvSpPr>
            <a:spLocks xmlns:a="http://schemas.openxmlformats.org/drawingml/2006/main" noGrp="1"/>
          </p:cNvSpPr>
          <p:nvPr/>
        </p:nvSpPr>
        <p:spPr>
          <a:xfrm xmlns:a="http://schemas.openxmlformats.org/drawingml/2006/main" flipV="1">
            <a:off x="853440" y="2444760"/>
            <a:ext cx="160041" cy="15738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university1652_drone_to_satellite/university1652_drone_to_satellite/seed-1/visual/segment-3-4">
            <a:extLst xmlns:a="http://schemas.openxmlformats.org/drawingml/2006/main">
              <a:ext uri="{FF2B5EF4-FFF2-40B4-BE49-F238E27FC236}">
                <a16:creationId xmlns:a16="http://schemas.microsoft.com/office/drawing/2014/main" id="{8779272C-037F-4A54-8C79-626127245703}"/>
              </a:ext>
            </a:extLst>
          </p:cNvPr>
          <p:cNvSpPr>
            <a:spLocks xmlns:a="http://schemas.openxmlformats.org/drawingml/2006/main" noGrp="1"/>
          </p:cNvSpPr>
          <p:nvPr/>
        </p:nvSpPr>
        <p:spPr>
          <a:xfrm xmlns:a="http://schemas.openxmlformats.org/drawingml/2006/main" flipV="1">
            <a:off x="1013481" y="2317551"/>
            <a:ext cx="159999" cy="12720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university1652_drone_to_satellite/university1652_drone_to_satellite/seed-1/visual/segment-4-5">
            <a:extLst xmlns:a="http://schemas.openxmlformats.org/drawingml/2006/main">
              <a:ext uri="{FF2B5EF4-FFF2-40B4-BE49-F238E27FC236}">
                <a16:creationId xmlns:a16="http://schemas.microsoft.com/office/drawing/2014/main" id="{AD4E5493-7716-4265-AE52-8ECAB7B1CB1A}"/>
              </a:ext>
            </a:extLst>
          </p:cNvPr>
          <p:cNvSpPr>
            <a:spLocks xmlns:a="http://schemas.openxmlformats.org/drawingml/2006/main" noGrp="1"/>
          </p:cNvSpPr>
          <p:nvPr/>
        </p:nvSpPr>
        <p:spPr>
          <a:xfrm xmlns:a="http://schemas.openxmlformats.org/drawingml/2006/main" flipV="1">
            <a:off x="1173480" y="2219451"/>
            <a:ext cx="160041" cy="9810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university1652_drone_to_satellite/university1652_drone_to_satellite/seed-1/visual/segment-5-6">
            <a:extLst xmlns:a="http://schemas.openxmlformats.org/drawingml/2006/main">
              <a:ext uri="{FF2B5EF4-FFF2-40B4-BE49-F238E27FC236}">
                <a16:creationId xmlns:a16="http://schemas.microsoft.com/office/drawing/2014/main" id="{D3EE6CD9-98D9-49E6-8D07-EE90D5D74DB6}"/>
              </a:ext>
            </a:extLst>
          </p:cNvPr>
          <p:cNvSpPr>
            <a:spLocks xmlns:a="http://schemas.openxmlformats.org/drawingml/2006/main" noGrp="1"/>
          </p:cNvSpPr>
          <p:nvPr/>
        </p:nvSpPr>
        <p:spPr>
          <a:xfrm xmlns:a="http://schemas.openxmlformats.org/drawingml/2006/main" flipV="1">
            <a:off x="1333521" y="2136603"/>
            <a:ext cx="159999" cy="8284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university1652_drone_to_satellite/university1652_drone_to_satellite/seed-1/visual/segment-6-7">
            <a:extLst xmlns:a="http://schemas.openxmlformats.org/drawingml/2006/main">
              <a:ext uri="{FF2B5EF4-FFF2-40B4-BE49-F238E27FC236}">
                <a16:creationId xmlns:a16="http://schemas.microsoft.com/office/drawing/2014/main" id="{5F78CCD1-AAFF-4055-A16D-B6D4841ED003}"/>
              </a:ext>
            </a:extLst>
          </p:cNvPr>
          <p:cNvSpPr>
            <a:spLocks xmlns:a="http://schemas.openxmlformats.org/drawingml/2006/main" noGrp="1"/>
          </p:cNvSpPr>
          <p:nvPr/>
        </p:nvSpPr>
        <p:spPr>
          <a:xfrm xmlns:a="http://schemas.openxmlformats.org/drawingml/2006/main" flipV="1">
            <a:off x="1493520" y="2068007"/>
            <a:ext cx="160041" cy="6859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university1652_drone_to_satellite/university1652_drone_to_satellite/seed-1/visual/segment-7-8">
            <a:extLst xmlns:a="http://schemas.openxmlformats.org/drawingml/2006/main">
              <a:ext uri="{FF2B5EF4-FFF2-40B4-BE49-F238E27FC236}">
                <a16:creationId xmlns:a16="http://schemas.microsoft.com/office/drawing/2014/main" id="{BFFB6E0A-AC55-4ACF-B981-DD42F5B43D89}"/>
              </a:ext>
            </a:extLst>
          </p:cNvPr>
          <p:cNvSpPr>
            <a:spLocks xmlns:a="http://schemas.openxmlformats.org/drawingml/2006/main" noGrp="1"/>
          </p:cNvSpPr>
          <p:nvPr/>
        </p:nvSpPr>
        <p:spPr>
          <a:xfrm xmlns:a="http://schemas.openxmlformats.org/drawingml/2006/main" flipV="1">
            <a:off x="1653561" y="2011567"/>
            <a:ext cx="159999" cy="5644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university1652_drone_to_satellite/university1652_drone_to_satellite/seed-1/visual/segment-8-9">
            <a:extLst xmlns:a="http://schemas.openxmlformats.org/drawingml/2006/main">
              <a:ext uri="{FF2B5EF4-FFF2-40B4-BE49-F238E27FC236}">
                <a16:creationId xmlns:a16="http://schemas.microsoft.com/office/drawing/2014/main" id="{BE448DC5-D08B-4C1D-A45B-599210E6EBF7}"/>
              </a:ext>
            </a:extLst>
          </p:cNvPr>
          <p:cNvSpPr>
            <a:spLocks xmlns:a="http://schemas.openxmlformats.org/drawingml/2006/main" noGrp="1"/>
          </p:cNvSpPr>
          <p:nvPr/>
        </p:nvSpPr>
        <p:spPr>
          <a:xfrm xmlns:a="http://schemas.openxmlformats.org/drawingml/2006/main" flipV="1">
            <a:off x="1813560" y="1965670"/>
            <a:ext cx="160041" cy="4589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university1652_drone_to_satellite/university1652_drone_to_satellite/seed-1/visual/segment-9-10">
            <a:extLst xmlns:a="http://schemas.openxmlformats.org/drawingml/2006/main">
              <a:ext uri="{FF2B5EF4-FFF2-40B4-BE49-F238E27FC236}">
                <a16:creationId xmlns:a16="http://schemas.microsoft.com/office/drawing/2014/main" id="{56AD6A5C-3E1F-43BF-A63E-6A7FF493D2DE}"/>
              </a:ext>
            </a:extLst>
          </p:cNvPr>
          <p:cNvSpPr>
            <a:spLocks xmlns:a="http://schemas.openxmlformats.org/drawingml/2006/main" noGrp="1"/>
          </p:cNvSpPr>
          <p:nvPr/>
        </p:nvSpPr>
        <p:spPr>
          <a:xfrm xmlns:a="http://schemas.openxmlformats.org/drawingml/2006/main" flipV="1">
            <a:off x="1973601" y="1923222"/>
            <a:ext cx="159999" cy="4244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university1652_drone_to_satellite/university1652_drone_to_satellite/seed-1/visual/point-1">
            <a:extLst xmlns:a="http://schemas.openxmlformats.org/drawingml/2006/main">
              <a:ext uri="{FF2B5EF4-FFF2-40B4-BE49-F238E27FC236}">
                <a16:creationId xmlns:a16="http://schemas.microsoft.com/office/drawing/2014/main" id="{8AF62619-3923-4FEE-9356-D3098249D70E}"/>
              </a:ext>
            </a:extLst>
          </p:cNvPr>
          <p:cNvSpPr>
            <a:spLocks xmlns:a="http://schemas.openxmlformats.org/drawingml/2006/main" noGrp="1"/>
          </p:cNvSpPr>
          <p:nvPr/>
        </p:nvSpPr>
        <p:spPr>
          <a:xfrm xmlns:a="http://schemas.openxmlformats.org/drawingml/2006/main">
            <a:off x="669946" y="276894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university1652_drone_to_satellite/university1652_drone_to_satellite/seed-1/visual/point-2">
            <a:extLst xmlns:a="http://schemas.openxmlformats.org/drawingml/2006/main">
              <a:ext uri="{FF2B5EF4-FFF2-40B4-BE49-F238E27FC236}">
                <a16:creationId xmlns:a16="http://schemas.microsoft.com/office/drawing/2014/main" id="{A8A2EBFA-9AE0-48DC-AF58-622884FE8C08}"/>
              </a:ext>
            </a:extLst>
          </p:cNvPr>
          <p:cNvSpPr>
            <a:spLocks xmlns:a="http://schemas.openxmlformats.org/drawingml/2006/main" noGrp="1"/>
          </p:cNvSpPr>
          <p:nvPr/>
        </p:nvSpPr>
        <p:spPr>
          <a:xfrm xmlns:a="http://schemas.openxmlformats.org/drawingml/2006/main">
            <a:off x="829945" y="257865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university1652_drone_to_satellite/university1652_drone_to_satellite/seed-1/visual/point-3">
            <a:extLst xmlns:a="http://schemas.openxmlformats.org/drawingml/2006/main">
              <a:ext uri="{FF2B5EF4-FFF2-40B4-BE49-F238E27FC236}">
                <a16:creationId xmlns:a16="http://schemas.microsoft.com/office/drawing/2014/main" id="{121E0E6A-F1F4-437C-9DED-C3A9BFC1E0AF}"/>
              </a:ext>
            </a:extLst>
          </p:cNvPr>
          <p:cNvSpPr>
            <a:spLocks xmlns:a="http://schemas.openxmlformats.org/drawingml/2006/main" noGrp="1"/>
          </p:cNvSpPr>
          <p:nvPr/>
        </p:nvSpPr>
        <p:spPr>
          <a:xfrm xmlns:a="http://schemas.openxmlformats.org/drawingml/2006/main">
            <a:off x="989986" y="242126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university1652_drone_to_satellite/university1652_drone_to_satellite/seed-1/visual/point-4">
            <a:extLst xmlns:a="http://schemas.openxmlformats.org/drawingml/2006/main">
              <a:ext uri="{FF2B5EF4-FFF2-40B4-BE49-F238E27FC236}">
                <a16:creationId xmlns:a16="http://schemas.microsoft.com/office/drawing/2014/main" id="{25DA25D4-1743-4D22-8189-611668E0CA47}"/>
              </a:ext>
            </a:extLst>
          </p:cNvPr>
          <p:cNvSpPr>
            <a:spLocks xmlns:a="http://schemas.openxmlformats.org/drawingml/2006/main" noGrp="1"/>
          </p:cNvSpPr>
          <p:nvPr/>
        </p:nvSpPr>
        <p:spPr>
          <a:xfrm xmlns:a="http://schemas.openxmlformats.org/drawingml/2006/main">
            <a:off x="1149985" y="229405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university1652_drone_to_satellite/university1652_drone_to_satellite/seed-1/visual/point-5">
            <a:extLst xmlns:a="http://schemas.openxmlformats.org/drawingml/2006/main">
              <a:ext uri="{FF2B5EF4-FFF2-40B4-BE49-F238E27FC236}">
                <a16:creationId xmlns:a16="http://schemas.microsoft.com/office/drawing/2014/main" id="{106E3E86-D2EF-47DC-99FB-548299F6BCAA}"/>
              </a:ext>
            </a:extLst>
          </p:cNvPr>
          <p:cNvSpPr>
            <a:spLocks xmlns:a="http://schemas.openxmlformats.org/drawingml/2006/main" noGrp="1"/>
          </p:cNvSpPr>
          <p:nvPr/>
        </p:nvSpPr>
        <p:spPr>
          <a:xfrm xmlns:a="http://schemas.openxmlformats.org/drawingml/2006/main">
            <a:off x="1310026" y="219595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university1652_drone_to_satellite/university1652_drone_to_satellite/seed-1/visual/point-6">
            <a:extLst xmlns:a="http://schemas.openxmlformats.org/drawingml/2006/main">
              <a:ext uri="{FF2B5EF4-FFF2-40B4-BE49-F238E27FC236}">
                <a16:creationId xmlns:a16="http://schemas.microsoft.com/office/drawing/2014/main" id="{ED5BF44C-100D-4369-B146-F8622C28D694}"/>
              </a:ext>
            </a:extLst>
          </p:cNvPr>
          <p:cNvSpPr>
            <a:spLocks xmlns:a="http://schemas.openxmlformats.org/drawingml/2006/main" noGrp="1"/>
          </p:cNvSpPr>
          <p:nvPr/>
        </p:nvSpPr>
        <p:spPr>
          <a:xfrm xmlns:a="http://schemas.openxmlformats.org/drawingml/2006/main">
            <a:off x="1470025" y="211310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university1652_drone_to_satellite/university1652_drone_to_satellite/seed-1/visual/point-7">
            <a:extLst xmlns:a="http://schemas.openxmlformats.org/drawingml/2006/main">
              <a:ext uri="{FF2B5EF4-FFF2-40B4-BE49-F238E27FC236}">
                <a16:creationId xmlns:a16="http://schemas.microsoft.com/office/drawing/2014/main" id="{30AECF53-C063-4069-A09C-F576BB039093}"/>
              </a:ext>
            </a:extLst>
          </p:cNvPr>
          <p:cNvSpPr>
            <a:spLocks xmlns:a="http://schemas.openxmlformats.org/drawingml/2006/main" noGrp="1"/>
          </p:cNvSpPr>
          <p:nvPr/>
        </p:nvSpPr>
        <p:spPr>
          <a:xfrm xmlns:a="http://schemas.openxmlformats.org/drawingml/2006/main">
            <a:off x="1630066" y="204451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university1652_drone_to_satellite/university1652_drone_to_satellite/seed-1/visual/point-8">
            <a:extLst xmlns:a="http://schemas.openxmlformats.org/drawingml/2006/main">
              <a:ext uri="{FF2B5EF4-FFF2-40B4-BE49-F238E27FC236}">
                <a16:creationId xmlns:a16="http://schemas.microsoft.com/office/drawing/2014/main" id="{9C7EDDFE-2CF7-44BE-955C-5D9CF3296EC3}"/>
              </a:ext>
            </a:extLst>
          </p:cNvPr>
          <p:cNvSpPr>
            <a:spLocks xmlns:a="http://schemas.openxmlformats.org/drawingml/2006/main" noGrp="1"/>
          </p:cNvSpPr>
          <p:nvPr/>
        </p:nvSpPr>
        <p:spPr>
          <a:xfrm xmlns:a="http://schemas.openxmlformats.org/drawingml/2006/main">
            <a:off x="1790065" y="19880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university1652_drone_to_satellite/university1652_drone_to_satellite/seed-1/visual/point-9">
            <a:extLst xmlns:a="http://schemas.openxmlformats.org/drawingml/2006/main">
              <a:ext uri="{FF2B5EF4-FFF2-40B4-BE49-F238E27FC236}">
                <a16:creationId xmlns:a16="http://schemas.microsoft.com/office/drawing/2014/main" id="{C82A6DAB-3A95-4ACD-A440-190F66E04B65}"/>
              </a:ext>
            </a:extLst>
          </p:cNvPr>
          <p:cNvSpPr>
            <a:spLocks xmlns:a="http://schemas.openxmlformats.org/drawingml/2006/main" noGrp="1"/>
          </p:cNvSpPr>
          <p:nvPr/>
        </p:nvSpPr>
        <p:spPr>
          <a:xfrm xmlns:a="http://schemas.openxmlformats.org/drawingml/2006/main">
            <a:off x="1950106" y="194217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university1652_drone_to_satellite/university1652_drone_to_satellite/seed-1/visual/point-10">
            <a:extLst xmlns:a="http://schemas.openxmlformats.org/drawingml/2006/main">
              <a:ext uri="{FF2B5EF4-FFF2-40B4-BE49-F238E27FC236}">
                <a16:creationId xmlns:a16="http://schemas.microsoft.com/office/drawing/2014/main" id="{7801C2FE-3ED5-4212-9809-276D2D2571F3}"/>
              </a:ext>
            </a:extLst>
          </p:cNvPr>
          <p:cNvSpPr>
            <a:spLocks xmlns:a="http://schemas.openxmlformats.org/drawingml/2006/main" noGrp="1"/>
          </p:cNvSpPr>
          <p:nvPr/>
        </p:nvSpPr>
        <p:spPr>
          <a:xfrm xmlns:a="http://schemas.openxmlformats.org/drawingml/2006/main">
            <a:off x="2110105" y="189972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university1652_drone_to_satellite/seed-1/visual/AURC">
            <a:extLst xmlns:a="http://schemas.openxmlformats.org/drawingml/2006/main">
              <a:ext uri="{FF2B5EF4-FFF2-40B4-BE49-F238E27FC236}">
                <a16:creationId xmlns:a16="http://schemas.microsoft.com/office/drawing/2014/main" id="{A3728878-215F-41F5-9CD7-CCD49DD041EF}"/>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0.3958</a:t>
            </a:r>
          </a:p>
        </p:txBody>
      </p:sp>
      <p:sp>
        <p:nvSpPr>
          <p:cNvPr id="51" name="university1652_drone_to_satellite/university1652_drone_to_satellite/seed-1/full/segment-1-2">
            <a:extLst xmlns:a="http://schemas.openxmlformats.org/drawingml/2006/main">
              <a:ext uri="{FF2B5EF4-FFF2-40B4-BE49-F238E27FC236}">
                <a16:creationId xmlns:a16="http://schemas.microsoft.com/office/drawing/2014/main" id="{5CB1DC98-7138-4D68-8D31-526FFFFD64D2}"/>
              </a:ext>
            </a:extLst>
          </p:cNvPr>
          <p:cNvSpPr>
            <a:spLocks xmlns:a="http://schemas.openxmlformats.org/drawingml/2006/main" noGrp="1"/>
          </p:cNvSpPr>
          <p:nvPr/>
        </p:nvSpPr>
        <p:spPr>
          <a:xfrm xmlns:a="http://schemas.openxmlformats.org/drawingml/2006/main" flipV="1">
            <a:off x="693441" y="2340707"/>
            <a:ext cx="159999" cy="21039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university1652_drone_to_satellite/university1652_drone_to_satellite/seed-1/full/segment-2-3">
            <a:extLst xmlns:a="http://schemas.openxmlformats.org/drawingml/2006/main">
              <a:ext uri="{FF2B5EF4-FFF2-40B4-BE49-F238E27FC236}">
                <a16:creationId xmlns:a16="http://schemas.microsoft.com/office/drawing/2014/main" id="{A48DEAF8-5D9D-4E88-AA4E-329DC35DE8B1}"/>
              </a:ext>
            </a:extLst>
          </p:cNvPr>
          <p:cNvSpPr>
            <a:spLocks xmlns:a="http://schemas.openxmlformats.org/drawingml/2006/main" noGrp="1"/>
          </p:cNvSpPr>
          <p:nvPr/>
        </p:nvSpPr>
        <p:spPr>
          <a:xfrm xmlns:a="http://schemas.openxmlformats.org/drawingml/2006/main" flipV="1">
            <a:off x="853440" y="2206598"/>
            <a:ext cx="160041" cy="13410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university1652_drone_to_satellite/university1652_drone_to_satellite/seed-1/full/segment-3-4">
            <a:extLst xmlns:a="http://schemas.openxmlformats.org/drawingml/2006/main">
              <a:ext uri="{FF2B5EF4-FFF2-40B4-BE49-F238E27FC236}">
                <a16:creationId xmlns:a16="http://schemas.microsoft.com/office/drawing/2014/main" id="{B62701E2-F493-4595-A43C-1A9C02081C20}"/>
              </a:ext>
            </a:extLst>
          </p:cNvPr>
          <p:cNvSpPr>
            <a:spLocks xmlns:a="http://schemas.openxmlformats.org/drawingml/2006/main" noGrp="1"/>
          </p:cNvSpPr>
          <p:nvPr/>
        </p:nvSpPr>
        <p:spPr>
          <a:xfrm xmlns:a="http://schemas.openxmlformats.org/drawingml/2006/main" flipV="1">
            <a:off x="1013481" y="2101281"/>
            <a:ext cx="159999" cy="10531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university1652_drone_to_satellite/university1652_drone_to_satellite/seed-1/full/segment-4-5">
            <a:extLst xmlns:a="http://schemas.openxmlformats.org/drawingml/2006/main">
              <a:ext uri="{FF2B5EF4-FFF2-40B4-BE49-F238E27FC236}">
                <a16:creationId xmlns:a16="http://schemas.microsoft.com/office/drawing/2014/main" id="{7969DC0C-8893-4C85-A9AF-81E8422BC7E1}"/>
              </a:ext>
            </a:extLst>
          </p:cNvPr>
          <p:cNvSpPr>
            <a:spLocks xmlns:a="http://schemas.openxmlformats.org/drawingml/2006/main" noGrp="1"/>
          </p:cNvSpPr>
          <p:nvPr/>
        </p:nvSpPr>
        <p:spPr>
          <a:xfrm xmlns:a="http://schemas.openxmlformats.org/drawingml/2006/main" flipV="1">
            <a:off x="1173480" y="2022623"/>
            <a:ext cx="160041" cy="7865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university1652_drone_to_satellite/university1652_drone_to_satellite/seed-1/full/segment-5-6">
            <a:extLst xmlns:a="http://schemas.openxmlformats.org/drawingml/2006/main">
              <a:ext uri="{FF2B5EF4-FFF2-40B4-BE49-F238E27FC236}">
                <a16:creationId xmlns:a16="http://schemas.microsoft.com/office/drawing/2014/main" id="{A5403086-34B1-4D28-A2AE-882F031FDC1A}"/>
              </a:ext>
            </a:extLst>
          </p:cNvPr>
          <p:cNvSpPr>
            <a:spLocks xmlns:a="http://schemas.openxmlformats.org/drawingml/2006/main" noGrp="1"/>
          </p:cNvSpPr>
          <p:nvPr/>
        </p:nvSpPr>
        <p:spPr>
          <a:xfrm xmlns:a="http://schemas.openxmlformats.org/drawingml/2006/main" flipV="1">
            <a:off x="1333521" y="1959724"/>
            <a:ext cx="159999" cy="6289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university1652_drone_to_satellite/university1652_drone_to_satellite/seed-1/full/segment-6-7">
            <a:extLst xmlns:a="http://schemas.openxmlformats.org/drawingml/2006/main">
              <a:ext uri="{FF2B5EF4-FFF2-40B4-BE49-F238E27FC236}">
                <a16:creationId xmlns:a16="http://schemas.microsoft.com/office/drawing/2014/main" id="{130A4292-4A22-48C4-B57B-FFC3B65F7A18}"/>
              </a:ext>
            </a:extLst>
          </p:cNvPr>
          <p:cNvSpPr>
            <a:spLocks xmlns:a="http://schemas.openxmlformats.org/drawingml/2006/main" noGrp="1"/>
          </p:cNvSpPr>
          <p:nvPr/>
        </p:nvSpPr>
        <p:spPr>
          <a:xfrm xmlns:a="http://schemas.openxmlformats.org/drawingml/2006/main" flipV="1">
            <a:off x="1493520" y="1912422"/>
            <a:ext cx="160041" cy="4730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university1652_drone_to_satellite/university1652_drone_to_satellite/seed-1/full/segment-7-8">
            <a:extLst xmlns:a="http://schemas.openxmlformats.org/drawingml/2006/main">
              <a:ext uri="{FF2B5EF4-FFF2-40B4-BE49-F238E27FC236}">
                <a16:creationId xmlns:a16="http://schemas.microsoft.com/office/drawing/2014/main" id="{7B60FCEE-D10F-422C-98FE-0B4FE9DADC3E}"/>
              </a:ext>
            </a:extLst>
          </p:cNvPr>
          <p:cNvSpPr>
            <a:spLocks xmlns:a="http://schemas.openxmlformats.org/drawingml/2006/main" noGrp="1"/>
          </p:cNvSpPr>
          <p:nvPr/>
        </p:nvSpPr>
        <p:spPr>
          <a:xfrm xmlns:a="http://schemas.openxmlformats.org/drawingml/2006/main" flipV="1">
            <a:off x="1653561" y="1872348"/>
            <a:ext cx="159999" cy="4007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university1652_drone_to_satellite/university1652_drone_to_satellite/seed-1/full/segment-8-9">
            <a:extLst xmlns:a="http://schemas.openxmlformats.org/drawingml/2006/main">
              <a:ext uri="{FF2B5EF4-FFF2-40B4-BE49-F238E27FC236}">
                <a16:creationId xmlns:a16="http://schemas.microsoft.com/office/drawing/2014/main" id="{1DFD16B0-A02A-4D96-B660-53A87EF9D8A8}"/>
              </a:ext>
            </a:extLst>
          </p:cNvPr>
          <p:cNvSpPr>
            <a:spLocks xmlns:a="http://schemas.openxmlformats.org/drawingml/2006/main" noGrp="1"/>
          </p:cNvSpPr>
          <p:nvPr/>
        </p:nvSpPr>
        <p:spPr>
          <a:xfrm xmlns:a="http://schemas.openxmlformats.org/drawingml/2006/main" flipV="1">
            <a:off x="1813560" y="1837258"/>
            <a:ext cx="160041" cy="3509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university1652_drone_to_satellite/university1652_drone_to_satellite/seed-1/full/segment-9-10">
            <a:extLst xmlns:a="http://schemas.openxmlformats.org/drawingml/2006/main">
              <a:ext uri="{FF2B5EF4-FFF2-40B4-BE49-F238E27FC236}">
                <a16:creationId xmlns:a16="http://schemas.microsoft.com/office/drawing/2014/main" id="{E47B64C5-F3E4-4ED2-B792-3F8495EF0E50}"/>
              </a:ext>
            </a:extLst>
          </p:cNvPr>
          <p:cNvSpPr>
            <a:spLocks xmlns:a="http://schemas.openxmlformats.org/drawingml/2006/main" noGrp="1"/>
          </p:cNvSpPr>
          <p:nvPr/>
        </p:nvSpPr>
        <p:spPr>
          <a:xfrm xmlns:a="http://schemas.openxmlformats.org/drawingml/2006/main" flipV="1">
            <a:off x="1973601" y="1808380"/>
            <a:ext cx="159999" cy="2887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university1652_drone_to_satellite/university1652_drone_to_satellite/seed-1/full/point-1">
            <a:extLst xmlns:a="http://schemas.openxmlformats.org/drawingml/2006/main">
              <a:ext uri="{FF2B5EF4-FFF2-40B4-BE49-F238E27FC236}">
                <a16:creationId xmlns:a16="http://schemas.microsoft.com/office/drawing/2014/main" id="{032AD66E-57AD-49E6-A5C2-B0D7875C7ED4}"/>
              </a:ext>
            </a:extLst>
          </p:cNvPr>
          <p:cNvSpPr>
            <a:spLocks xmlns:a="http://schemas.openxmlformats.org/drawingml/2006/main" noGrp="1"/>
          </p:cNvSpPr>
          <p:nvPr/>
        </p:nvSpPr>
        <p:spPr>
          <a:xfrm xmlns:a="http://schemas.openxmlformats.org/drawingml/2006/main">
            <a:off x="669946" y="252760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university1652_drone_to_satellite/university1652_drone_to_satellite/seed-1/full/point-2">
            <a:extLst xmlns:a="http://schemas.openxmlformats.org/drawingml/2006/main">
              <a:ext uri="{FF2B5EF4-FFF2-40B4-BE49-F238E27FC236}">
                <a16:creationId xmlns:a16="http://schemas.microsoft.com/office/drawing/2014/main" id="{C1595E79-4934-4BF9-8BC3-0D58AC06FD5F}"/>
              </a:ext>
            </a:extLst>
          </p:cNvPr>
          <p:cNvSpPr>
            <a:spLocks xmlns:a="http://schemas.openxmlformats.org/drawingml/2006/main" noGrp="1"/>
          </p:cNvSpPr>
          <p:nvPr/>
        </p:nvSpPr>
        <p:spPr>
          <a:xfrm xmlns:a="http://schemas.openxmlformats.org/drawingml/2006/main">
            <a:off x="829945" y="231721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university1652_drone_to_satellite/university1652_drone_to_satellite/seed-1/full/point-3">
            <a:extLst xmlns:a="http://schemas.openxmlformats.org/drawingml/2006/main">
              <a:ext uri="{FF2B5EF4-FFF2-40B4-BE49-F238E27FC236}">
                <a16:creationId xmlns:a16="http://schemas.microsoft.com/office/drawing/2014/main" id="{16E74EDE-6941-4644-8B29-769992BA1123}"/>
              </a:ext>
            </a:extLst>
          </p:cNvPr>
          <p:cNvSpPr>
            <a:spLocks xmlns:a="http://schemas.openxmlformats.org/drawingml/2006/main" noGrp="1"/>
          </p:cNvSpPr>
          <p:nvPr/>
        </p:nvSpPr>
        <p:spPr>
          <a:xfrm xmlns:a="http://schemas.openxmlformats.org/drawingml/2006/main">
            <a:off x="989986" y="218310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university1652_drone_to_satellite/university1652_drone_to_satellite/seed-1/full/point-4">
            <a:extLst xmlns:a="http://schemas.openxmlformats.org/drawingml/2006/main">
              <a:ext uri="{FF2B5EF4-FFF2-40B4-BE49-F238E27FC236}">
                <a16:creationId xmlns:a16="http://schemas.microsoft.com/office/drawing/2014/main" id="{7D2FF274-C994-42EF-8D91-89ED0E4A44B2}"/>
              </a:ext>
            </a:extLst>
          </p:cNvPr>
          <p:cNvSpPr>
            <a:spLocks xmlns:a="http://schemas.openxmlformats.org/drawingml/2006/main" noGrp="1"/>
          </p:cNvSpPr>
          <p:nvPr/>
        </p:nvSpPr>
        <p:spPr>
          <a:xfrm xmlns:a="http://schemas.openxmlformats.org/drawingml/2006/main">
            <a:off x="1149985" y="207778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university1652_drone_to_satellite/university1652_drone_to_satellite/seed-1/full/point-5">
            <a:extLst xmlns:a="http://schemas.openxmlformats.org/drawingml/2006/main">
              <a:ext uri="{FF2B5EF4-FFF2-40B4-BE49-F238E27FC236}">
                <a16:creationId xmlns:a16="http://schemas.microsoft.com/office/drawing/2014/main" id="{13014F66-35D7-4780-BDFF-1EFFA15B323C}"/>
              </a:ext>
            </a:extLst>
          </p:cNvPr>
          <p:cNvSpPr>
            <a:spLocks xmlns:a="http://schemas.openxmlformats.org/drawingml/2006/main" noGrp="1"/>
          </p:cNvSpPr>
          <p:nvPr/>
        </p:nvSpPr>
        <p:spPr>
          <a:xfrm xmlns:a="http://schemas.openxmlformats.org/drawingml/2006/main">
            <a:off x="1310026" y="199912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university1652_drone_to_satellite/university1652_drone_to_satellite/seed-1/full/point-6">
            <a:extLst xmlns:a="http://schemas.openxmlformats.org/drawingml/2006/main">
              <a:ext uri="{FF2B5EF4-FFF2-40B4-BE49-F238E27FC236}">
                <a16:creationId xmlns:a16="http://schemas.microsoft.com/office/drawing/2014/main" id="{FEDD6880-F597-4C0A-A320-52E8A154531D}"/>
              </a:ext>
            </a:extLst>
          </p:cNvPr>
          <p:cNvSpPr>
            <a:spLocks xmlns:a="http://schemas.openxmlformats.org/drawingml/2006/main" noGrp="1"/>
          </p:cNvSpPr>
          <p:nvPr/>
        </p:nvSpPr>
        <p:spPr>
          <a:xfrm xmlns:a="http://schemas.openxmlformats.org/drawingml/2006/main">
            <a:off x="1470025" y="193622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university1652_drone_to_satellite/university1652_drone_to_satellite/seed-1/full/point-7">
            <a:extLst xmlns:a="http://schemas.openxmlformats.org/drawingml/2006/main">
              <a:ext uri="{FF2B5EF4-FFF2-40B4-BE49-F238E27FC236}">
                <a16:creationId xmlns:a16="http://schemas.microsoft.com/office/drawing/2014/main" id="{8542C7B0-6553-40C2-83C6-2B0C3D195999}"/>
              </a:ext>
            </a:extLst>
          </p:cNvPr>
          <p:cNvSpPr>
            <a:spLocks xmlns:a="http://schemas.openxmlformats.org/drawingml/2006/main" noGrp="1"/>
          </p:cNvSpPr>
          <p:nvPr/>
        </p:nvSpPr>
        <p:spPr>
          <a:xfrm xmlns:a="http://schemas.openxmlformats.org/drawingml/2006/main">
            <a:off x="1630066" y="188892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university1652_drone_to_satellite/university1652_drone_to_satellite/seed-1/full/point-8">
            <a:extLst xmlns:a="http://schemas.openxmlformats.org/drawingml/2006/main">
              <a:ext uri="{FF2B5EF4-FFF2-40B4-BE49-F238E27FC236}">
                <a16:creationId xmlns:a16="http://schemas.microsoft.com/office/drawing/2014/main" id="{9E49E507-4393-4CC0-A1E8-5D234A579F26}"/>
              </a:ext>
            </a:extLst>
          </p:cNvPr>
          <p:cNvSpPr>
            <a:spLocks xmlns:a="http://schemas.openxmlformats.org/drawingml/2006/main" noGrp="1"/>
          </p:cNvSpPr>
          <p:nvPr/>
        </p:nvSpPr>
        <p:spPr>
          <a:xfrm xmlns:a="http://schemas.openxmlformats.org/drawingml/2006/main">
            <a:off x="1790065" y="184885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university1652_drone_to_satellite/university1652_drone_to_satellite/seed-1/full/point-9">
            <a:extLst xmlns:a="http://schemas.openxmlformats.org/drawingml/2006/main">
              <a:ext uri="{FF2B5EF4-FFF2-40B4-BE49-F238E27FC236}">
                <a16:creationId xmlns:a16="http://schemas.microsoft.com/office/drawing/2014/main" id="{4B3B8EAD-64D8-47A9-8B21-379B961EB252}"/>
              </a:ext>
            </a:extLst>
          </p:cNvPr>
          <p:cNvSpPr>
            <a:spLocks xmlns:a="http://schemas.openxmlformats.org/drawingml/2006/main" noGrp="1"/>
          </p:cNvSpPr>
          <p:nvPr/>
        </p:nvSpPr>
        <p:spPr>
          <a:xfrm xmlns:a="http://schemas.openxmlformats.org/drawingml/2006/main">
            <a:off x="1950106" y="181376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university1652_drone_to_satellite/university1652_drone_to_satellite/seed-1/full/point-10">
            <a:extLst xmlns:a="http://schemas.openxmlformats.org/drawingml/2006/main">
              <a:ext uri="{FF2B5EF4-FFF2-40B4-BE49-F238E27FC236}">
                <a16:creationId xmlns:a16="http://schemas.microsoft.com/office/drawing/2014/main" id="{2CD1321D-C797-412C-BA04-F07332BFE6C0}"/>
              </a:ext>
            </a:extLst>
          </p:cNvPr>
          <p:cNvSpPr>
            <a:spLocks xmlns:a="http://schemas.openxmlformats.org/drawingml/2006/main" noGrp="1"/>
          </p:cNvSpPr>
          <p:nvPr/>
        </p:nvSpPr>
        <p:spPr>
          <a:xfrm xmlns:a="http://schemas.openxmlformats.org/drawingml/2006/main">
            <a:off x="2110105" y="178488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university1652_drone_to_satellite/seed-1/full/AURC">
            <a:extLst xmlns:a="http://schemas.openxmlformats.org/drawingml/2006/main">
              <a:ext uri="{FF2B5EF4-FFF2-40B4-BE49-F238E27FC236}">
                <a16:creationId xmlns:a16="http://schemas.microsoft.com/office/drawing/2014/main" id="{4DC17277-47A9-4D9F-9AED-D08B5D5EE61C}"/>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0.5041</a:t>
            </a:r>
          </a:p>
        </p:txBody>
      </p:sp>
      <p:sp>
        <p:nvSpPr>
          <p:cNvPr id="71" name="university1652_drone_to_satellite/seed-1/AURC-label">
            <a:extLst xmlns:a="http://schemas.openxmlformats.org/drawingml/2006/main">
              <a:ext uri="{FF2B5EF4-FFF2-40B4-BE49-F238E27FC236}">
                <a16:creationId xmlns:a16="http://schemas.microsoft.com/office/drawing/2014/main" id="{792A4ADE-570C-4844-B363-D5FEB80703E0}"/>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university1652_drone_to_satellite/seed-2/heading">
            <a:extLst xmlns:a="http://schemas.openxmlformats.org/drawingml/2006/main">
              <a:ext uri="{FF2B5EF4-FFF2-40B4-BE49-F238E27FC236}">
                <a16:creationId xmlns:a16="http://schemas.microsoft.com/office/drawing/2014/main" id="{E409D0EE-7365-4CCB-8D69-FB89E4996B4A}"/>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university1652_drone_to_satellite/seed-2/y-grid-0">
            <a:extLst xmlns:a="http://schemas.openxmlformats.org/drawingml/2006/main">
              <a:ext uri="{FF2B5EF4-FFF2-40B4-BE49-F238E27FC236}">
                <a16:creationId xmlns:a16="http://schemas.microsoft.com/office/drawing/2014/main" id="{5463445C-B96E-4755-8E6E-C369D7097EBB}"/>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university1652_drone_to_satellite/seed-2/y-label-0">
            <a:extLst xmlns:a="http://schemas.openxmlformats.org/drawingml/2006/main">
              <a:ext uri="{FF2B5EF4-FFF2-40B4-BE49-F238E27FC236}">
                <a16:creationId xmlns:a16="http://schemas.microsoft.com/office/drawing/2014/main" id="{CB24C113-34F8-4576-9684-7F2AE5DABEE9}"/>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university1652_drone_to_satellite/seed-2/x-tick-0">
            <a:extLst xmlns:a="http://schemas.openxmlformats.org/drawingml/2006/main">
              <a:ext uri="{FF2B5EF4-FFF2-40B4-BE49-F238E27FC236}">
                <a16:creationId xmlns:a16="http://schemas.microsoft.com/office/drawing/2014/main" id="{9D7026D3-64F7-4416-A96F-15EBA0DF8B55}"/>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university1652_drone_to_satellite/seed-2/x-label-0">
            <a:extLst xmlns:a="http://schemas.openxmlformats.org/drawingml/2006/main">
              <a:ext uri="{FF2B5EF4-FFF2-40B4-BE49-F238E27FC236}">
                <a16:creationId xmlns:a16="http://schemas.microsoft.com/office/drawing/2014/main" id="{979E6BF6-9F3E-4440-884B-11D467F90458}"/>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university1652_drone_to_satellite/seed-2/y-grid-25">
            <a:extLst xmlns:a="http://schemas.openxmlformats.org/drawingml/2006/main">
              <a:ext uri="{FF2B5EF4-FFF2-40B4-BE49-F238E27FC236}">
                <a16:creationId xmlns:a16="http://schemas.microsoft.com/office/drawing/2014/main" id="{9163EED5-5B0F-48A8-90D1-29DBBAA9432F}"/>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university1652_drone_to_satellite/seed-2/y-label-25">
            <a:extLst xmlns:a="http://schemas.openxmlformats.org/drawingml/2006/main">
              <a:ext uri="{FF2B5EF4-FFF2-40B4-BE49-F238E27FC236}">
                <a16:creationId xmlns:a16="http://schemas.microsoft.com/office/drawing/2014/main" id="{F24675D2-74E2-4D06-8BC6-FFA9E46B9DA0}"/>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university1652_drone_to_satellite/seed-2/x-tick-25">
            <a:extLst xmlns:a="http://schemas.openxmlformats.org/drawingml/2006/main">
              <a:ext uri="{FF2B5EF4-FFF2-40B4-BE49-F238E27FC236}">
                <a16:creationId xmlns:a16="http://schemas.microsoft.com/office/drawing/2014/main" id="{35175DF8-7D19-46F0-820E-E88B0F1C2889}"/>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university1652_drone_to_satellite/seed-2/x-label-25">
            <a:extLst xmlns:a="http://schemas.openxmlformats.org/drawingml/2006/main">
              <a:ext uri="{FF2B5EF4-FFF2-40B4-BE49-F238E27FC236}">
                <a16:creationId xmlns:a16="http://schemas.microsoft.com/office/drawing/2014/main" id="{BBB14E7B-4129-4ACE-9E8A-6162B77AC853}"/>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university1652_drone_to_satellite/seed-2/y-grid-50">
            <a:extLst xmlns:a="http://schemas.openxmlformats.org/drawingml/2006/main">
              <a:ext uri="{FF2B5EF4-FFF2-40B4-BE49-F238E27FC236}">
                <a16:creationId xmlns:a16="http://schemas.microsoft.com/office/drawing/2014/main" id="{63129071-2F00-423C-9FA5-DAB53CE24802}"/>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university1652_drone_to_satellite/seed-2/y-label-50">
            <a:extLst xmlns:a="http://schemas.openxmlformats.org/drawingml/2006/main">
              <a:ext uri="{FF2B5EF4-FFF2-40B4-BE49-F238E27FC236}">
                <a16:creationId xmlns:a16="http://schemas.microsoft.com/office/drawing/2014/main" id="{08A686BF-B106-4E83-B2FE-C02BACB7EEB1}"/>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university1652_drone_to_satellite/seed-2/x-tick-50">
            <a:extLst xmlns:a="http://schemas.openxmlformats.org/drawingml/2006/main">
              <a:ext uri="{FF2B5EF4-FFF2-40B4-BE49-F238E27FC236}">
                <a16:creationId xmlns:a16="http://schemas.microsoft.com/office/drawing/2014/main" id="{35757903-9CC9-4D41-BF73-BB6B3ED56B99}"/>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university1652_drone_to_satellite/seed-2/x-label-50">
            <a:extLst xmlns:a="http://schemas.openxmlformats.org/drawingml/2006/main">
              <a:ext uri="{FF2B5EF4-FFF2-40B4-BE49-F238E27FC236}">
                <a16:creationId xmlns:a16="http://schemas.microsoft.com/office/drawing/2014/main" id="{AD4CAD31-08CF-4216-8957-B4BAC97D4171}"/>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university1652_drone_to_satellite/seed-2/y-grid-75">
            <a:extLst xmlns:a="http://schemas.openxmlformats.org/drawingml/2006/main">
              <a:ext uri="{FF2B5EF4-FFF2-40B4-BE49-F238E27FC236}">
                <a16:creationId xmlns:a16="http://schemas.microsoft.com/office/drawing/2014/main" id="{FEF11DCA-8B09-4691-BC1A-201E81B36DB2}"/>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university1652_drone_to_satellite/seed-2/y-label-75">
            <a:extLst xmlns:a="http://schemas.openxmlformats.org/drawingml/2006/main">
              <a:ext uri="{FF2B5EF4-FFF2-40B4-BE49-F238E27FC236}">
                <a16:creationId xmlns:a16="http://schemas.microsoft.com/office/drawing/2014/main" id="{3175C28B-63C7-4BC9-B1F5-33F5370B8E82}"/>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university1652_drone_to_satellite/seed-2/x-tick-75">
            <a:extLst xmlns:a="http://schemas.openxmlformats.org/drawingml/2006/main">
              <a:ext uri="{FF2B5EF4-FFF2-40B4-BE49-F238E27FC236}">
                <a16:creationId xmlns:a16="http://schemas.microsoft.com/office/drawing/2014/main" id="{0C0E8EC7-1D29-476D-BE07-2FCA7AAF35AF}"/>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university1652_drone_to_satellite/seed-2/x-label-75">
            <a:extLst xmlns:a="http://schemas.openxmlformats.org/drawingml/2006/main">
              <a:ext uri="{FF2B5EF4-FFF2-40B4-BE49-F238E27FC236}">
                <a16:creationId xmlns:a16="http://schemas.microsoft.com/office/drawing/2014/main" id="{7DCCF3EA-06AB-4BA0-9327-C6924919DA65}"/>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university1652_drone_to_satellite/seed-2/y-grid-100">
            <a:extLst xmlns:a="http://schemas.openxmlformats.org/drawingml/2006/main">
              <a:ext uri="{FF2B5EF4-FFF2-40B4-BE49-F238E27FC236}">
                <a16:creationId xmlns:a16="http://schemas.microsoft.com/office/drawing/2014/main" id="{D8876E3A-C08C-4F7D-8490-01A6FC443B22}"/>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university1652_drone_to_satellite/seed-2/y-label-100">
            <a:extLst xmlns:a="http://schemas.openxmlformats.org/drawingml/2006/main">
              <a:ext uri="{FF2B5EF4-FFF2-40B4-BE49-F238E27FC236}">
                <a16:creationId xmlns:a16="http://schemas.microsoft.com/office/drawing/2014/main" id="{D99AAC3D-134B-4C2B-A8A7-5714E92EC797}"/>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university1652_drone_to_satellite/seed-2/x-tick-100">
            <a:extLst xmlns:a="http://schemas.openxmlformats.org/drawingml/2006/main">
              <a:ext uri="{FF2B5EF4-FFF2-40B4-BE49-F238E27FC236}">
                <a16:creationId xmlns:a16="http://schemas.microsoft.com/office/drawing/2014/main" id="{DB60FF0C-7098-4E4D-8DA7-6824F5F6DB49}"/>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university1652_drone_to_satellite/seed-2/x-label-100">
            <a:extLst xmlns:a="http://schemas.openxmlformats.org/drawingml/2006/main">
              <a:ext uri="{FF2B5EF4-FFF2-40B4-BE49-F238E27FC236}">
                <a16:creationId xmlns:a16="http://schemas.microsoft.com/office/drawing/2014/main" id="{839AB8A8-B39C-45C2-B887-6054D96CFB85}"/>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university1652_drone_to_satellite/seed-2/y-axis">
            <a:extLst xmlns:a="http://schemas.openxmlformats.org/drawingml/2006/main">
              <a:ext uri="{FF2B5EF4-FFF2-40B4-BE49-F238E27FC236}">
                <a16:creationId xmlns:a16="http://schemas.microsoft.com/office/drawing/2014/main" id="{526456FB-868B-4CFE-ACE1-EC64F51AC15E}"/>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university1652_drone_to_satellite/seed-2/x-axis">
            <a:extLst xmlns:a="http://schemas.openxmlformats.org/drawingml/2006/main">
              <a:ext uri="{FF2B5EF4-FFF2-40B4-BE49-F238E27FC236}">
                <a16:creationId xmlns:a16="http://schemas.microsoft.com/office/drawing/2014/main" id="{76C0DDE1-AF7D-436F-90B9-3077EA91D391}"/>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university1652_drone_to_satellite/university1652_drone_to_satellite/seed-2/visual/segment-1-2">
            <a:extLst xmlns:a="http://schemas.openxmlformats.org/drawingml/2006/main">
              <a:ext uri="{FF2B5EF4-FFF2-40B4-BE49-F238E27FC236}">
                <a16:creationId xmlns:a16="http://schemas.microsoft.com/office/drawing/2014/main" id="{5D963B4F-282B-4F49-86BB-290B35883346}"/>
              </a:ext>
            </a:extLst>
          </p:cNvPr>
          <p:cNvSpPr>
            <a:spLocks xmlns:a="http://schemas.openxmlformats.org/drawingml/2006/main" noGrp="1"/>
          </p:cNvSpPr>
          <p:nvPr/>
        </p:nvSpPr>
        <p:spPr>
          <a:xfrm xmlns:a="http://schemas.openxmlformats.org/drawingml/2006/main" flipV="1">
            <a:off x="2700041" y="2556978"/>
            <a:ext cx="159999" cy="22086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university1652_drone_to_satellite/university1652_drone_to_satellite/seed-2/visual/segment-2-3">
            <a:extLst xmlns:a="http://schemas.openxmlformats.org/drawingml/2006/main">
              <a:ext uri="{FF2B5EF4-FFF2-40B4-BE49-F238E27FC236}">
                <a16:creationId xmlns:a16="http://schemas.microsoft.com/office/drawing/2014/main" id="{70E496A5-474D-49EB-9D5B-A07AC3DD26F0}"/>
              </a:ext>
            </a:extLst>
          </p:cNvPr>
          <p:cNvSpPr>
            <a:spLocks xmlns:a="http://schemas.openxmlformats.org/drawingml/2006/main" noGrp="1"/>
          </p:cNvSpPr>
          <p:nvPr/>
        </p:nvSpPr>
        <p:spPr>
          <a:xfrm xmlns:a="http://schemas.openxmlformats.org/drawingml/2006/main" flipV="1">
            <a:off x="2860040" y="2395485"/>
            <a:ext cx="160041" cy="16149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university1652_drone_to_satellite/university1652_drone_to_satellite/seed-2/visual/segment-3-4">
            <a:extLst xmlns:a="http://schemas.openxmlformats.org/drawingml/2006/main">
              <a:ext uri="{FF2B5EF4-FFF2-40B4-BE49-F238E27FC236}">
                <a16:creationId xmlns:a16="http://schemas.microsoft.com/office/drawing/2014/main" id="{0448D608-238B-4E1B-83F8-AC64BB9E78AE}"/>
              </a:ext>
            </a:extLst>
          </p:cNvPr>
          <p:cNvSpPr>
            <a:spLocks xmlns:a="http://schemas.openxmlformats.org/drawingml/2006/main" noGrp="1"/>
          </p:cNvSpPr>
          <p:nvPr/>
        </p:nvSpPr>
        <p:spPr>
          <a:xfrm xmlns:a="http://schemas.openxmlformats.org/drawingml/2006/main" flipV="1">
            <a:off x="3020081" y="2272609"/>
            <a:ext cx="159999" cy="12287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university1652_drone_to_satellite/university1652_drone_to_satellite/seed-2/visual/segment-4-5">
            <a:extLst xmlns:a="http://schemas.openxmlformats.org/drawingml/2006/main">
              <a:ext uri="{FF2B5EF4-FFF2-40B4-BE49-F238E27FC236}">
                <a16:creationId xmlns:a16="http://schemas.microsoft.com/office/drawing/2014/main" id="{04D76E1A-BEE6-4430-B2D3-C76A48D2B438}"/>
              </a:ext>
            </a:extLst>
          </p:cNvPr>
          <p:cNvSpPr>
            <a:spLocks xmlns:a="http://schemas.openxmlformats.org/drawingml/2006/main" noGrp="1"/>
          </p:cNvSpPr>
          <p:nvPr/>
        </p:nvSpPr>
        <p:spPr>
          <a:xfrm xmlns:a="http://schemas.openxmlformats.org/drawingml/2006/main" flipV="1">
            <a:off x="3180080" y="2177293"/>
            <a:ext cx="160041" cy="9531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university1652_drone_to_satellite/university1652_drone_to_satellite/seed-2/visual/segment-5-6">
            <a:extLst xmlns:a="http://schemas.openxmlformats.org/drawingml/2006/main">
              <a:ext uri="{FF2B5EF4-FFF2-40B4-BE49-F238E27FC236}">
                <a16:creationId xmlns:a16="http://schemas.microsoft.com/office/drawing/2014/main" id="{DE76F530-AFC3-4BD1-BB3A-E084AA55DF97}"/>
              </a:ext>
            </a:extLst>
          </p:cNvPr>
          <p:cNvSpPr>
            <a:spLocks xmlns:a="http://schemas.openxmlformats.org/drawingml/2006/main" noGrp="1"/>
          </p:cNvSpPr>
          <p:nvPr/>
        </p:nvSpPr>
        <p:spPr>
          <a:xfrm xmlns:a="http://schemas.openxmlformats.org/drawingml/2006/main" flipV="1">
            <a:off x="3340121" y="2096756"/>
            <a:ext cx="159999" cy="8053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university1652_drone_to_satellite/university1652_drone_to_satellite/seed-2/visual/segment-6-7">
            <a:extLst xmlns:a="http://schemas.openxmlformats.org/drawingml/2006/main">
              <a:ext uri="{FF2B5EF4-FFF2-40B4-BE49-F238E27FC236}">
                <a16:creationId xmlns:a16="http://schemas.microsoft.com/office/drawing/2014/main" id="{F3D61F43-A550-4FD7-9278-3E31BE6D6E5B}"/>
              </a:ext>
            </a:extLst>
          </p:cNvPr>
          <p:cNvSpPr>
            <a:spLocks xmlns:a="http://schemas.openxmlformats.org/drawingml/2006/main" noGrp="1"/>
          </p:cNvSpPr>
          <p:nvPr/>
        </p:nvSpPr>
        <p:spPr>
          <a:xfrm xmlns:a="http://schemas.openxmlformats.org/drawingml/2006/main" flipV="1">
            <a:off x="3500120" y="2031376"/>
            <a:ext cx="160041" cy="6538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university1652_drone_to_satellite/university1652_drone_to_satellite/seed-2/visual/segment-7-8">
            <a:extLst xmlns:a="http://schemas.openxmlformats.org/drawingml/2006/main">
              <a:ext uri="{FF2B5EF4-FFF2-40B4-BE49-F238E27FC236}">
                <a16:creationId xmlns:a16="http://schemas.microsoft.com/office/drawing/2014/main" id="{112D4CEA-F920-419D-9AE0-DE37A8DF33C0}"/>
              </a:ext>
            </a:extLst>
          </p:cNvPr>
          <p:cNvSpPr>
            <a:spLocks xmlns:a="http://schemas.openxmlformats.org/drawingml/2006/main" noGrp="1"/>
          </p:cNvSpPr>
          <p:nvPr/>
        </p:nvSpPr>
        <p:spPr>
          <a:xfrm xmlns:a="http://schemas.openxmlformats.org/drawingml/2006/main" flipV="1">
            <a:off x="3660161" y="1977404"/>
            <a:ext cx="159999" cy="5397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university1652_drone_to_satellite/university1652_drone_to_satellite/seed-2/visual/segment-8-9">
            <a:extLst xmlns:a="http://schemas.openxmlformats.org/drawingml/2006/main">
              <a:ext uri="{FF2B5EF4-FFF2-40B4-BE49-F238E27FC236}">
                <a16:creationId xmlns:a16="http://schemas.microsoft.com/office/drawing/2014/main" id="{23EF4564-D4F6-4A70-A936-D7A3E2B0AF9B}"/>
              </a:ext>
            </a:extLst>
          </p:cNvPr>
          <p:cNvSpPr>
            <a:spLocks xmlns:a="http://schemas.openxmlformats.org/drawingml/2006/main" noGrp="1"/>
          </p:cNvSpPr>
          <p:nvPr/>
        </p:nvSpPr>
        <p:spPr>
          <a:xfrm xmlns:a="http://schemas.openxmlformats.org/drawingml/2006/main" flipV="1">
            <a:off x="3820160" y="1931501"/>
            <a:ext cx="160041" cy="4590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university1652_drone_to_satellite/university1652_drone_to_satellite/seed-2/visual/segment-9-10">
            <a:extLst xmlns:a="http://schemas.openxmlformats.org/drawingml/2006/main">
              <a:ext uri="{FF2B5EF4-FFF2-40B4-BE49-F238E27FC236}">
                <a16:creationId xmlns:a16="http://schemas.microsoft.com/office/drawing/2014/main" id="{7A223CCC-5816-48C9-8890-D0AC2ED78A02}"/>
              </a:ext>
            </a:extLst>
          </p:cNvPr>
          <p:cNvSpPr>
            <a:spLocks xmlns:a="http://schemas.openxmlformats.org/drawingml/2006/main" noGrp="1"/>
          </p:cNvSpPr>
          <p:nvPr/>
        </p:nvSpPr>
        <p:spPr>
          <a:xfrm xmlns:a="http://schemas.openxmlformats.org/drawingml/2006/main" flipV="1">
            <a:off x="3980201" y="1891238"/>
            <a:ext cx="159999" cy="4026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university1652_drone_to_satellite/university1652_drone_to_satellite/seed-2/visual/point-1">
            <a:extLst xmlns:a="http://schemas.openxmlformats.org/drawingml/2006/main">
              <a:ext uri="{FF2B5EF4-FFF2-40B4-BE49-F238E27FC236}">
                <a16:creationId xmlns:a16="http://schemas.microsoft.com/office/drawing/2014/main" id="{EDFAAE60-179A-4928-ADB5-B925B81246EA}"/>
              </a:ext>
            </a:extLst>
          </p:cNvPr>
          <p:cNvSpPr>
            <a:spLocks xmlns:a="http://schemas.openxmlformats.org/drawingml/2006/main" noGrp="1"/>
          </p:cNvSpPr>
          <p:nvPr/>
        </p:nvSpPr>
        <p:spPr>
          <a:xfrm xmlns:a="http://schemas.openxmlformats.org/drawingml/2006/main">
            <a:off x="2676546" y="275434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university1652_drone_to_satellite/university1652_drone_to_satellite/seed-2/visual/point-2">
            <a:extLst xmlns:a="http://schemas.openxmlformats.org/drawingml/2006/main">
              <a:ext uri="{FF2B5EF4-FFF2-40B4-BE49-F238E27FC236}">
                <a16:creationId xmlns:a16="http://schemas.microsoft.com/office/drawing/2014/main" id="{45C57674-6E85-4328-AE32-F417B82E13F2}"/>
              </a:ext>
            </a:extLst>
          </p:cNvPr>
          <p:cNvSpPr>
            <a:spLocks xmlns:a="http://schemas.openxmlformats.org/drawingml/2006/main" noGrp="1"/>
          </p:cNvSpPr>
          <p:nvPr/>
        </p:nvSpPr>
        <p:spPr>
          <a:xfrm xmlns:a="http://schemas.openxmlformats.org/drawingml/2006/main">
            <a:off x="2836545" y="253348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university1652_drone_to_satellite/university1652_drone_to_satellite/seed-2/visual/point-3">
            <a:extLst xmlns:a="http://schemas.openxmlformats.org/drawingml/2006/main">
              <a:ext uri="{FF2B5EF4-FFF2-40B4-BE49-F238E27FC236}">
                <a16:creationId xmlns:a16="http://schemas.microsoft.com/office/drawing/2014/main" id="{3D32A7B9-9DB6-42A5-9A77-FC0D53D3E95F}"/>
              </a:ext>
            </a:extLst>
          </p:cNvPr>
          <p:cNvSpPr>
            <a:spLocks xmlns:a="http://schemas.openxmlformats.org/drawingml/2006/main" noGrp="1"/>
          </p:cNvSpPr>
          <p:nvPr/>
        </p:nvSpPr>
        <p:spPr>
          <a:xfrm xmlns:a="http://schemas.openxmlformats.org/drawingml/2006/main">
            <a:off x="2996586" y="237199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university1652_drone_to_satellite/university1652_drone_to_satellite/seed-2/visual/point-4">
            <a:extLst xmlns:a="http://schemas.openxmlformats.org/drawingml/2006/main">
              <a:ext uri="{FF2B5EF4-FFF2-40B4-BE49-F238E27FC236}">
                <a16:creationId xmlns:a16="http://schemas.microsoft.com/office/drawing/2014/main" id="{6E76B64A-1EF0-4B80-8A6E-9881235F1059}"/>
              </a:ext>
            </a:extLst>
          </p:cNvPr>
          <p:cNvSpPr>
            <a:spLocks xmlns:a="http://schemas.openxmlformats.org/drawingml/2006/main" noGrp="1"/>
          </p:cNvSpPr>
          <p:nvPr/>
        </p:nvSpPr>
        <p:spPr>
          <a:xfrm xmlns:a="http://schemas.openxmlformats.org/drawingml/2006/main">
            <a:off x="3156585" y="224911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university1652_drone_to_satellite/university1652_drone_to_satellite/seed-2/visual/point-5">
            <a:extLst xmlns:a="http://schemas.openxmlformats.org/drawingml/2006/main">
              <a:ext uri="{FF2B5EF4-FFF2-40B4-BE49-F238E27FC236}">
                <a16:creationId xmlns:a16="http://schemas.microsoft.com/office/drawing/2014/main" id="{21D5239B-9D37-4A14-BF3C-CC419C8E6AA2}"/>
              </a:ext>
            </a:extLst>
          </p:cNvPr>
          <p:cNvSpPr>
            <a:spLocks xmlns:a="http://schemas.openxmlformats.org/drawingml/2006/main" noGrp="1"/>
          </p:cNvSpPr>
          <p:nvPr/>
        </p:nvSpPr>
        <p:spPr>
          <a:xfrm xmlns:a="http://schemas.openxmlformats.org/drawingml/2006/main">
            <a:off x="3316626" y="215379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university1652_drone_to_satellite/university1652_drone_to_satellite/seed-2/visual/point-6">
            <a:extLst xmlns:a="http://schemas.openxmlformats.org/drawingml/2006/main">
              <a:ext uri="{FF2B5EF4-FFF2-40B4-BE49-F238E27FC236}">
                <a16:creationId xmlns:a16="http://schemas.microsoft.com/office/drawing/2014/main" id="{D0EF2CDA-B6D3-46D7-8E70-E40A55AB1DE9}"/>
              </a:ext>
            </a:extLst>
          </p:cNvPr>
          <p:cNvSpPr>
            <a:spLocks xmlns:a="http://schemas.openxmlformats.org/drawingml/2006/main" noGrp="1"/>
          </p:cNvSpPr>
          <p:nvPr/>
        </p:nvSpPr>
        <p:spPr>
          <a:xfrm xmlns:a="http://schemas.openxmlformats.org/drawingml/2006/main">
            <a:off x="3476625" y="207326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university1652_drone_to_satellite/university1652_drone_to_satellite/seed-2/visual/point-7">
            <a:extLst xmlns:a="http://schemas.openxmlformats.org/drawingml/2006/main">
              <a:ext uri="{FF2B5EF4-FFF2-40B4-BE49-F238E27FC236}">
                <a16:creationId xmlns:a16="http://schemas.microsoft.com/office/drawing/2014/main" id="{C0003EA9-BEBD-4B1F-B3D4-3135E75C49FF}"/>
              </a:ext>
            </a:extLst>
          </p:cNvPr>
          <p:cNvSpPr>
            <a:spLocks xmlns:a="http://schemas.openxmlformats.org/drawingml/2006/main" noGrp="1"/>
          </p:cNvSpPr>
          <p:nvPr/>
        </p:nvSpPr>
        <p:spPr>
          <a:xfrm xmlns:a="http://schemas.openxmlformats.org/drawingml/2006/main">
            <a:off x="3636666" y="200788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university1652_drone_to_satellite/university1652_drone_to_satellite/seed-2/visual/point-8">
            <a:extLst xmlns:a="http://schemas.openxmlformats.org/drawingml/2006/main">
              <a:ext uri="{FF2B5EF4-FFF2-40B4-BE49-F238E27FC236}">
                <a16:creationId xmlns:a16="http://schemas.microsoft.com/office/drawing/2014/main" id="{5D5A10E3-8864-4B5E-B119-EBC2DC2AB002}"/>
              </a:ext>
            </a:extLst>
          </p:cNvPr>
          <p:cNvSpPr>
            <a:spLocks xmlns:a="http://schemas.openxmlformats.org/drawingml/2006/main" noGrp="1"/>
          </p:cNvSpPr>
          <p:nvPr/>
        </p:nvSpPr>
        <p:spPr>
          <a:xfrm xmlns:a="http://schemas.openxmlformats.org/drawingml/2006/main">
            <a:off x="3796665" y="195390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university1652_drone_to_satellite/university1652_drone_to_satellite/seed-2/visual/point-9">
            <a:extLst xmlns:a="http://schemas.openxmlformats.org/drawingml/2006/main">
              <a:ext uri="{FF2B5EF4-FFF2-40B4-BE49-F238E27FC236}">
                <a16:creationId xmlns:a16="http://schemas.microsoft.com/office/drawing/2014/main" id="{18BA2010-1AD1-4636-A6FC-8011BB17811B}"/>
              </a:ext>
            </a:extLst>
          </p:cNvPr>
          <p:cNvSpPr>
            <a:spLocks xmlns:a="http://schemas.openxmlformats.org/drawingml/2006/main" noGrp="1"/>
          </p:cNvSpPr>
          <p:nvPr/>
        </p:nvSpPr>
        <p:spPr>
          <a:xfrm xmlns:a="http://schemas.openxmlformats.org/drawingml/2006/main">
            <a:off x="3956706" y="190800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university1652_drone_to_satellite/university1652_drone_to_satellite/seed-2/visual/point-10">
            <a:extLst xmlns:a="http://schemas.openxmlformats.org/drawingml/2006/main">
              <a:ext uri="{FF2B5EF4-FFF2-40B4-BE49-F238E27FC236}">
                <a16:creationId xmlns:a16="http://schemas.microsoft.com/office/drawing/2014/main" id="{2CAB40A7-3F97-4D93-854E-4B1C3C2C49CE}"/>
              </a:ext>
            </a:extLst>
          </p:cNvPr>
          <p:cNvSpPr>
            <a:spLocks xmlns:a="http://schemas.openxmlformats.org/drawingml/2006/main" noGrp="1"/>
          </p:cNvSpPr>
          <p:nvPr/>
        </p:nvSpPr>
        <p:spPr>
          <a:xfrm xmlns:a="http://schemas.openxmlformats.org/drawingml/2006/main">
            <a:off x="4116705" y="186774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university1652_drone_to_satellite/seed-2/visual/AURC">
            <a:extLst xmlns:a="http://schemas.openxmlformats.org/drawingml/2006/main">
              <a:ext uri="{FF2B5EF4-FFF2-40B4-BE49-F238E27FC236}">
                <a16:creationId xmlns:a16="http://schemas.microsoft.com/office/drawing/2014/main" id="{4EE97AA4-4EBB-4888-9677-10D4C6F12FB0}"/>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0.4169</a:t>
            </a:r>
          </a:p>
        </p:txBody>
      </p:sp>
      <p:sp>
        <p:nvSpPr>
          <p:cNvPr id="115" name="university1652_drone_to_satellite/university1652_drone_to_satellite/seed-2/full/segment-1-2">
            <a:extLst xmlns:a="http://schemas.openxmlformats.org/drawingml/2006/main">
              <a:ext uri="{FF2B5EF4-FFF2-40B4-BE49-F238E27FC236}">
                <a16:creationId xmlns:a16="http://schemas.microsoft.com/office/drawing/2014/main" id="{9A200010-8469-4883-8E5C-9A2AA0366355}"/>
              </a:ext>
            </a:extLst>
          </p:cNvPr>
          <p:cNvSpPr>
            <a:spLocks xmlns:a="http://schemas.openxmlformats.org/drawingml/2006/main" noGrp="1"/>
          </p:cNvSpPr>
          <p:nvPr/>
        </p:nvSpPr>
        <p:spPr>
          <a:xfrm xmlns:a="http://schemas.openxmlformats.org/drawingml/2006/main" flipV="1">
            <a:off x="2700041" y="2337741"/>
            <a:ext cx="159999" cy="17367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university1652_drone_to_satellite/university1652_drone_to_satellite/seed-2/full/segment-2-3">
            <a:extLst xmlns:a="http://schemas.openxmlformats.org/drawingml/2006/main">
              <a:ext uri="{FF2B5EF4-FFF2-40B4-BE49-F238E27FC236}">
                <a16:creationId xmlns:a16="http://schemas.microsoft.com/office/drawing/2014/main" id="{6641DDC8-9FF8-4024-99AC-781ACA3F1C5D}"/>
              </a:ext>
            </a:extLst>
          </p:cNvPr>
          <p:cNvSpPr>
            <a:spLocks xmlns:a="http://schemas.openxmlformats.org/drawingml/2006/main" noGrp="1"/>
          </p:cNvSpPr>
          <p:nvPr/>
        </p:nvSpPr>
        <p:spPr>
          <a:xfrm xmlns:a="http://schemas.openxmlformats.org/drawingml/2006/main" flipV="1">
            <a:off x="2860040" y="2213594"/>
            <a:ext cx="160041" cy="12414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university1652_drone_to_satellite/university1652_drone_to_satellite/seed-2/full/segment-3-4">
            <a:extLst xmlns:a="http://schemas.openxmlformats.org/drawingml/2006/main">
              <a:ext uri="{FF2B5EF4-FFF2-40B4-BE49-F238E27FC236}">
                <a16:creationId xmlns:a16="http://schemas.microsoft.com/office/drawing/2014/main" id="{BD171C27-6FC5-4A78-ABFD-B6BE94D6AD7A}"/>
              </a:ext>
            </a:extLst>
          </p:cNvPr>
          <p:cNvSpPr>
            <a:spLocks xmlns:a="http://schemas.openxmlformats.org/drawingml/2006/main" noGrp="1"/>
          </p:cNvSpPr>
          <p:nvPr/>
        </p:nvSpPr>
        <p:spPr>
          <a:xfrm xmlns:a="http://schemas.openxmlformats.org/drawingml/2006/main" flipV="1">
            <a:off x="3020081" y="2119417"/>
            <a:ext cx="159999" cy="9417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university1652_drone_to_satellite/university1652_drone_to_satellite/seed-2/full/segment-4-5">
            <a:extLst xmlns:a="http://schemas.openxmlformats.org/drawingml/2006/main">
              <a:ext uri="{FF2B5EF4-FFF2-40B4-BE49-F238E27FC236}">
                <a16:creationId xmlns:a16="http://schemas.microsoft.com/office/drawing/2014/main" id="{40419991-F586-4C32-B9FC-C8DEF4A0D8A1}"/>
              </a:ext>
            </a:extLst>
          </p:cNvPr>
          <p:cNvSpPr>
            <a:spLocks xmlns:a="http://schemas.openxmlformats.org/drawingml/2006/main" noGrp="1"/>
          </p:cNvSpPr>
          <p:nvPr/>
        </p:nvSpPr>
        <p:spPr>
          <a:xfrm xmlns:a="http://schemas.openxmlformats.org/drawingml/2006/main" flipV="1">
            <a:off x="3180080" y="2042789"/>
            <a:ext cx="160041" cy="7662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university1652_drone_to_satellite/university1652_drone_to_satellite/seed-2/full/segment-5-6">
            <a:extLst xmlns:a="http://schemas.openxmlformats.org/drawingml/2006/main">
              <a:ext uri="{FF2B5EF4-FFF2-40B4-BE49-F238E27FC236}">
                <a16:creationId xmlns:a16="http://schemas.microsoft.com/office/drawing/2014/main" id="{DB353724-B072-4FD9-938E-878CAD388BFE}"/>
              </a:ext>
            </a:extLst>
          </p:cNvPr>
          <p:cNvSpPr>
            <a:spLocks xmlns:a="http://schemas.openxmlformats.org/drawingml/2006/main" noGrp="1"/>
          </p:cNvSpPr>
          <p:nvPr/>
        </p:nvSpPr>
        <p:spPr>
          <a:xfrm xmlns:a="http://schemas.openxmlformats.org/drawingml/2006/main" flipV="1">
            <a:off x="3340121" y="1980104"/>
            <a:ext cx="159999" cy="6268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university1652_drone_to_satellite/university1652_drone_to_satellite/seed-2/full/segment-6-7">
            <a:extLst xmlns:a="http://schemas.openxmlformats.org/drawingml/2006/main">
              <a:ext uri="{FF2B5EF4-FFF2-40B4-BE49-F238E27FC236}">
                <a16:creationId xmlns:a16="http://schemas.microsoft.com/office/drawing/2014/main" id="{651758EC-4969-4007-8E74-2261581642B3}"/>
              </a:ext>
            </a:extLst>
          </p:cNvPr>
          <p:cNvSpPr>
            <a:spLocks xmlns:a="http://schemas.openxmlformats.org/drawingml/2006/main" noGrp="1"/>
          </p:cNvSpPr>
          <p:nvPr/>
        </p:nvSpPr>
        <p:spPr>
          <a:xfrm xmlns:a="http://schemas.openxmlformats.org/drawingml/2006/main" flipV="1">
            <a:off x="3500120" y="1928326"/>
            <a:ext cx="160041" cy="5177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university1652_drone_to_satellite/university1652_drone_to_satellite/seed-2/full/segment-7-8">
            <a:extLst xmlns:a="http://schemas.openxmlformats.org/drawingml/2006/main">
              <a:ext uri="{FF2B5EF4-FFF2-40B4-BE49-F238E27FC236}">
                <a16:creationId xmlns:a16="http://schemas.microsoft.com/office/drawing/2014/main" id="{F4B520CB-DA89-4AB6-A77A-10A3FB34FC9E}"/>
              </a:ext>
            </a:extLst>
          </p:cNvPr>
          <p:cNvSpPr>
            <a:spLocks xmlns:a="http://schemas.openxmlformats.org/drawingml/2006/main" noGrp="1"/>
          </p:cNvSpPr>
          <p:nvPr/>
        </p:nvSpPr>
        <p:spPr>
          <a:xfrm xmlns:a="http://schemas.openxmlformats.org/drawingml/2006/main" flipV="1">
            <a:off x="3660161" y="1888204"/>
            <a:ext cx="159999" cy="4012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university1652_drone_to_satellite/university1652_drone_to_satellite/seed-2/full/segment-8-9">
            <a:extLst xmlns:a="http://schemas.openxmlformats.org/drawingml/2006/main">
              <a:ext uri="{FF2B5EF4-FFF2-40B4-BE49-F238E27FC236}">
                <a16:creationId xmlns:a16="http://schemas.microsoft.com/office/drawing/2014/main" id="{CE6BADF1-9574-4DF6-9477-E40416F8C4A4}"/>
              </a:ext>
            </a:extLst>
          </p:cNvPr>
          <p:cNvSpPr>
            <a:spLocks xmlns:a="http://schemas.openxmlformats.org/drawingml/2006/main" noGrp="1"/>
          </p:cNvSpPr>
          <p:nvPr/>
        </p:nvSpPr>
        <p:spPr>
          <a:xfrm xmlns:a="http://schemas.openxmlformats.org/drawingml/2006/main" flipV="1">
            <a:off x="3820160" y="1850439"/>
            <a:ext cx="160041" cy="3776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university1652_drone_to_satellite/university1652_drone_to_satellite/seed-2/full/segment-9-10">
            <a:extLst xmlns:a="http://schemas.openxmlformats.org/drawingml/2006/main">
              <a:ext uri="{FF2B5EF4-FFF2-40B4-BE49-F238E27FC236}">
                <a16:creationId xmlns:a16="http://schemas.microsoft.com/office/drawing/2014/main" id="{3148FF34-4FC4-434C-8DA4-58008F7BBA9D}"/>
              </a:ext>
            </a:extLst>
          </p:cNvPr>
          <p:cNvSpPr>
            <a:spLocks xmlns:a="http://schemas.openxmlformats.org/drawingml/2006/main" noGrp="1"/>
          </p:cNvSpPr>
          <p:nvPr/>
        </p:nvSpPr>
        <p:spPr>
          <a:xfrm xmlns:a="http://schemas.openxmlformats.org/drawingml/2006/main" flipV="1">
            <a:off x="3980201" y="1819604"/>
            <a:ext cx="159999" cy="3083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university1652_drone_to_satellite/university1652_drone_to_satellite/seed-2/full/point-1">
            <a:extLst xmlns:a="http://schemas.openxmlformats.org/drawingml/2006/main">
              <a:ext uri="{FF2B5EF4-FFF2-40B4-BE49-F238E27FC236}">
                <a16:creationId xmlns:a16="http://schemas.microsoft.com/office/drawing/2014/main" id="{BC2DA8DC-8821-447F-A1E1-8D06735D75B1}"/>
              </a:ext>
            </a:extLst>
          </p:cNvPr>
          <p:cNvSpPr>
            <a:spLocks xmlns:a="http://schemas.openxmlformats.org/drawingml/2006/main" noGrp="1"/>
          </p:cNvSpPr>
          <p:nvPr/>
        </p:nvSpPr>
        <p:spPr>
          <a:xfrm xmlns:a="http://schemas.openxmlformats.org/drawingml/2006/main">
            <a:off x="2676546" y="248791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university1652_drone_to_satellite/university1652_drone_to_satellite/seed-2/full/point-2">
            <a:extLst xmlns:a="http://schemas.openxmlformats.org/drawingml/2006/main">
              <a:ext uri="{FF2B5EF4-FFF2-40B4-BE49-F238E27FC236}">
                <a16:creationId xmlns:a16="http://schemas.microsoft.com/office/drawing/2014/main" id="{D097B7A2-1228-4362-93B5-E312BFD7E822}"/>
              </a:ext>
            </a:extLst>
          </p:cNvPr>
          <p:cNvSpPr>
            <a:spLocks xmlns:a="http://schemas.openxmlformats.org/drawingml/2006/main" noGrp="1"/>
          </p:cNvSpPr>
          <p:nvPr/>
        </p:nvSpPr>
        <p:spPr>
          <a:xfrm xmlns:a="http://schemas.openxmlformats.org/drawingml/2006/main">
            <a:off x="2836545" y="231424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university1652_drone_to_satellite/university1652_drone_to_satellite/seed-2/full/point-3">
            <a:extLst xmlns:a="http://schemas.openxmlformats.org/drawingml/2006/main">
              <a:ext uri="{FF2B5EF4-FFF2-40B4-BE49-F238E27FC236}">
                <a16:creationId xmlns:a16="http://schemas.microsoft.com/office/drawing/2014/main" id="{A72DF67F-5487-47CF-9E0F-B35078520DA4}"/>
              </a:ext>
            </a:extLst>
          </p:cNvPr>
          <p:cNvSpPr>
            <a:spLocks xmlns:a="http://schemas.openxmlformats.org/drawingml/2006/main" noGrp="1"/>
          </p:cNvSpPr>
          <p:nvPr/>
        </p:nvSpPr>
        <p:spPr>
          <a:xfrm xmlns:a="http://schemas.openxmlformats.org/drawingml/2006/main">
            <a:off x="2996586" y="219009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university1652_drone_to_satellite/university1652_drone_to_satellite/seed-2/full/point-4">
            <a:extLst xmlns:a="http://schemas.openxmlformats.org/drawingml/2006/main">
              <a:ext uri="{FF2B5EF4-FFF2-40B4-BE49-F238E27FC236}">
                <a16:creationId xmlns:a16="http://schemas.microsoft.com/office/drawing/2014/main" id="{B5D37B47-F43A-42DD-A826-29F4C50A440A}"/>
              </a:ext>
            </a:extLst>
          </p:cNvPr>
          <p:cNvSpPr>
            <a:spLocks xmlns:a="http://schemas.openxmlformats.org/drawingml/2006/main" noGrp="1"/>
          </p:cNvSpPr>
          <p:nvPr/>
        </p:nvSpPr>
        <p:spPr>
          <a:xfrm xmlns:a="http://schemas.openxmlformats.org/drawingml/2006/main">
            <a:off x="3156585" y="209592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university1652_drone_to_satellite/university1652_drone_to_satellite/seed-2/full/point-5">
            <a:extLst xmlns:a="http://schemas.openxmlformats.org/drawingml/2006/main">
              <a:ext uri="{FF2B5EF4-FFF2-40B4-BE49-F238E27FC236}">
                <a16:creationId xmlns:a16="http://schemas.microsoft.com/office/drawing/2014/main" id="{72B2B9C4-FC78-43A2-9F3F-13C86D3A4179}"/>
              </a:ext>
            </a:extLst>
          </p:cNvPr>
          <p:cNvSpPr>
            <a:spLocks xmlns:a="http://schemas.openxmlformats.org/drawingml/2006/main" noGrp="1"/>
          </p:cNvSpPr>
          <p:nvPr/>
        </p:nvSpPr>
        <p:spPr>
          <a:xfrm xmlns:a="http://schemas.openxmlformats.org/drawingml/2006/main">
            <a:off x="3316626" y="201929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university1652_drone_to_satellite/university1652_drone_to_satellite/seed-2/full/point-6">
            <a:extLst xmlns:a="http://schemas.openxmlformats.org/drawingml/2006/main">
              <a:ext uri="{FF2B5EF4-FFF2-40B4-BE49-F238E27FC236}">
                <a16:creationId xmlns:a16="http://schemas.microsoft.com/office/drawing/2014/main" id="{E202F1C3-C7BE-4FD7-96C9-54910C357C0D}"/>
              </a:ext>
            </a:extLst>
          </p:cNvPr>
          <p:cNvSpPr>
            <a:spLocks xmlns:a="http://schemas.openxmlformats.org/drawingml/2006/main" noGrp="1"/>
          </p:cNvSpPr>
          <p:nvPr/>
        </p:nvSpPr>
        <p:spPr>
          <a:xfrm xmlns:a="http://schemas.openxmlformats.org/drawingml/2006/main">
            <a:off x="3476625" y="195660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university1652_drone_to_satellite/university1652_drone_to_satellite/seed-2/full/point-7">
            <a:extLst xmlns:a="http://schemas.openxmlformats.org/drawingml/2006/main">
              <a:ext uri="{FF2B5EF4-FFF2-40B4-BE49-F238E27FC236}">
                <a16:creationId xmlns:a16="http://schemas.microsoft.com/office/drawing/2014/main" id="{64BEF10D-7ED3-4186-A433-BD1A8EF8D31C}"/>
              </a:ext>
            </a:extLst>
          </p:cNvPr>
          <p:cNvSpPr>
            <a:spLocks xmlns:a="http://schemas.openxmlformats.org/drawingml/2006/main" noGrp="1"/>
          </p:cNvSpPr>
          <p:nvPr/>
        </p:nvSpPr>
        <p:spPr>
          <a:xfrm xmlns:a="http://schemas.openxmlformats.org/drawingml/2006/main">
            <a:off x="3636666" y="190483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university1652_drone_to_satellite/university1652_drone_to_satellite/seed-2/full/point-8">
            <a:extLst xmlns:a="http://schemas.openxmlformats.org/drawingml/2006/main">
              <a:ext uri="{FF2B5EF4-FFF2-40B4-BE49-F238E27FC236}">
                <a16:creationId xmlns:a16="http://schemas.microsoft.com/office/drawing/2014/main" id="{C12FFED0-37F1-44C4-A7D5-31952CD5388A}"/>
              </a:ext>
            </a:extLst>
          </p:cNvPr>
          <p:cNvSpPr>
            <a:spLocks xmlns:a="http://schemas.openxmlformats.org/drawingml/2006/main" noGrp="1"/>
          </p:cNvSpPr>
          <p:nvPr/>
        </p:nvSpPr>
        <p:spPr>
          <a:xfrm xmlns:a="http://schemas.openxmlformats.org/drawingml/2006/main">
            <a:off x="3796665" y="186470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university1652_drone_to_satellite/university1652_drone_to_satellite/seed-2/full/point-9">
            <a:extLst xmlns:a="http://schemas.openxmlformats.org/drawingml/2006/main">
              <a:ext uri="{FF2B5EF4-FFF2-40B4-BE49-F238E27FC236}">
                <a16:creationId xmlns:a16="http://schemas.microsoft.com/office/drawing/2014/main" id="{43D1B3AB-53A1-473C-8875-27B778C38228}"/>
              </a:ext>
            </a:extLst>
          </p:cNvPr>
          <p:cNvSpPr>
            <a:spLocks xmlns:a="http://schemas.openxmlformats.org/drawingml/2006/main" noGrp="1"/>
          </p:cNvSpPr>
          <p:nvPr/>
        </p:nvSpPr>
        <p:spPr>
          <a:xfrm xmlns:a="http://schemas.openxmlformats.org/drawingml/2006/main">
            <a:off x="3956706" y="182694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university1652_drone_to_satellite/university1652_drone_to_satellite/seed-2/full/point-10">
            <a:extLst xmlns:a="http://schemas.openxmlformats.org/drawingml/2006/main">
              <a:ext uri="{FF2B5EF4-FFF2-40B4-BE49-F238E27FC236}">
                <a16:creationId xmlns:a16="http://schemas.microsoft.com/office/drawing/2014/main" id="{AC9B647E-72D1-491D-B317-D3637E43E3A4}"/>
              </a:ext>
            </a:extLst>
          </p:cNvPr>
          <p:cNvSpPr>
            <a:spLocks xmlns:a="http://schemas.openxmlformats.org/drawingml/2006/main" noGrp="1"/>
          </p:cNvSpPr>
          <p:nvPr/>
        </p:nvSpPr>
        <p:spPr>
          <a:xfrm xmlns:a="http://schemas.openxmlformats.org/drawingml/2006/main">
            <a:off x="4116705" y="179610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university1652_drone_to_satellite/seed-2/full/AURC">
            <a:extLst xmlns:a="http://schemas.openxmlformats.org/drawingml/2006/main">
              <a:ext uri="{FF2B5EF4-FFF2-40B4-BE49-F238E27FC236}">
                <a16:creationId xmlns:a16="http://schemas.microsoft.com/office/drawing/2014/main" id="{EF00DBA7-3FAC-4E8C-92D4-7616815D35A7}"/>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0.5006</a:t>
            </a:r>
          </a:p>
        </p:txBody>
      </p:sp>
      <p:sp>
        <p:nvSpPr>
          <p:cNvPr id="135" name="university1652_drone_to_satellite/seed-2/AURC-label">
            <a:extLst xmlns:a="http://schemas.openxmlformats.org/drawingml/2006/main">
              <a:ext uri="{FF2B5EF4-FFF2-40B4-BE49-F238E27FC236}">
                <a16:creationId xmlns:a16="http://schemas.microsoft.com/office/drawing/2014/main" id="{450F7260-DF4C-4F55-8BE8-18359762D005}"/>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university1652_drone_to_satellite/seed-3/heading">
            <a:extLst xmlns:a="http://schemas.openxmlformats.org/drawingml/2006/main">
              <a:ext uri="{FF2B5EF4-FFF2-40B4-BE49-F238E27FC236}">
                <a16:creationId xmlns:a16="http://schemas.microsoft.com/office/drawing/2014/main" id="{673BA9C0-A18E-48C5-8EB0-FFD4B0C40DB4}"/>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university1652_drone_to_satellite/seed-3/y-grid-0">
            <a:extLst xmlns:a="http://schemas.openxmlformats.org/drawingml/2006/main">
              <a:ext uri="{FF2B5EF4-FFF2-40B4-BE49-F238E27FC236}">
                <a16:creationId xmlns:a16="http://schemas.microsoft.com/office/drawing/2014/main" id="{51BC7E97-BA9F-49E6-803C-F1804D57690B}"/>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university1652_drone_to_satellite/seed-3/y-label-0">
            <a:extLst xmlns:a="http://schemas.openxmlformats.org/drawingml/2006/main">
              <a:ext uri="{FF2B5EF4-FFF2-40B4-BE49-F238E27FC236}">
                <a16:creationId xmlns:a16="http://schemas.microsoft.com/office/drawing/2014/main" id="{927B7253-4B8E-4D1F-8175-5B18369D6BC8}"/>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university1652_drone_to_satellite/seed-3/x-tick-0">
            <a:extLst xmlns:a="http://schemas.openxmlformats.org/drawingml/2006/main">
              <a:ext uri="{FF2B5EF4-FFF2-40B4-BE49-F238E27FC236}">
                <a16:creationId xmlns:a16="http://schemas.microsoft.com/office/drawing/2014/main" id="{C3EA1220-0DBB-429B-92A8-85F34575E73A}"/>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university1652_drone_to_satellite/seed-3/x-label-0">
            <a:extLst xmlns:a="http://schemas.openxmlformats.org/drawingml/2006/main">
              <a:ext uri="{FF2B5EF4-FFF2-40B4-BE49-F238E27FC236}">
                <a16:creationId xmlns:a16="http://schemas.microsoft.com/office/drawing/2014/main" id="{5CDB5B46-BA39-4360-91FB-B2E11BDB9688}"/>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university1652_drone_to_satellite/seed-3/y-grid-25">
            <a:extLst xmlns:a="http://schemas.openxmlformats.org/drawingml/2006/main">
              <a:ext uri="{FF2B5EF4-FFF2-40B4-BE49-F238E27FC236}">
                <a16:creationId xmlns:a16="http://schemas.microsoft.com/office/drawing/2014/main" id="{D03391B4-671B-4455-B4F1-B35B4394C885}"/>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university1652_drone_to_satellite/seed-3/y-label-25">
            <a:extLst xmlns:a="http://schemas.openxmlformats.org/drawingml/2006/main">
              <a:ext uri="{FF2B5EF4-FFF2-40B4-BE49-F238E27FC236}">
                <a16:creationId xmlns:a16="http://schemas.microsoft.com/office/drawing/2014/main" id="{F362777D-820A-452C-AFEA-33D1A893E0AC}"/>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university1652_drone_to_satellite/seed-3/x-tick-25">
            <a:extLst xmlns:a="http://schemas.openxmlformats.org/drawingml/2006/main">
              <a:ext uri="{FF2B5EF4-FFF2-40B4-BE49-F238E27FC236}">
                <a16:creationId xmlns:a16="http://schemas.microsoft.com/office/drawing/2014/main" id="{AED92E18-E521-4F03-B0C9-7826A0B4E24E}"/>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university1652_drone_to_satellite/seed-3/x-label-25">
            <a:extLst xmlns:a="http://schemas.openxmlformats.org/drawingml/2006/main">
              <a:ext uri="{FF2B5EF4-FFF2-40B4-BE49-F238E27FC236}">
                <a16:creationId xmlns:a16="http://schemas.microsoft.com/office/drawing/2014/main" id="{43E9926E-0369-4666-B05F-3EF5B142F67C}"/>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university1652_drone_to_satellite/seed-3/y-grid-50">
            <a:extLst xmlns:a="http://schemas.openxmlformats.org/drawingml/2006/main">
              <a:ext uri="{FF2B5EF4-FFF2-40B4-BE49-F238E27FC236}">
                <a16:creationId xmlns:a16="http://schemas.microsoft.com/office/drawing/2014/main" id="{BDC62728-45CF-4D16-B72C-B237ACA44F73}"/>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university1652_drone_to_satellite/seed-3/y-label-50">
            <a:extLst xmlns:a="http://schemas.openxmlformats.org/drawingml/2006/main">
              <a:ext uri="{FF2B5EF4-FFF2-40B4-BE49-F238E27FC236}">
                <a16:creationId xmlns:a16="http://schemas.microsoft.com/office/drawing/2014/main" id="{53082F0D-4E46-4792-A88D-03C6AB5A84F3}"/>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university1652_drone_to_satellite/seed-3/x-tick-50">
            <a:extLst xmlns:a="http://schemas.openxmlformats.org/drawingml/2006/main">
              <a:ext uri="{FF2B5EF4-FFF2-40B4-BE49-F238E27FC236}">
                <a16:creationId xmlns:a16="http://schemas.microsoft.com/office/drawing/2014/main" id="{3A210BA8-AB86-4D36-864E-94099003132C}"/>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university1652_drone_to_satellite/seed-3/x-label-50">
            <a:extLst xmlns:a="http://schemas.openxmlformats.org/drawingml/2006/main">
              <a:ext uri="{FF2B5EF4-FFF2-40B4-BE49-F238E27FC236}">
                <a16:creationId xmlns:a16="http://schemas.microsoft.com/office/drawing/2014/main" id="{B346530A-AAF5-4057-AD2E-4E0CA67CF5CF}"/>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university1652_drone_to_satellite/seed-3/y-grid-75">
            <a:extLst xmlns:a="http://schemas.openxmlformats.org/drawingml/2006/main">
              <a:ext uri="{FF2B5EF4-FFF2-40B4-BE49-F238E27FC236}">
                <a16:creationId xmlns:a16="http://schemas.microsoft.com/office/drawing/2014/main" id="{F5F62089-D8EA-4FBB-B209-EA92A6FFCE1F}"/>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university1652_drone_to_satellite/seed-3/y-label-75">
            <a:extLst xmlns:a="http://schemas.openxmlformats.org/drawingml/2006/main">
              <a:ext uri="{FF2B5EF4-FFF2-40B4-BE49-F238E27FC236}">
                <a16:creationId xmlns:a16="http://schemas.microsoft.com/office/drawing/2014/main" id="{8F24E026-91E5-4448-89AA-CA0BAC9D61B2}"/>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university1652_drone_to_satellite/seed-3/x-tick-75">
            <a:extLst xmlns:a="http://schemas.openxmlformats.org/drawingml/2006/main">
              <a:ext uri="{FF2B5EF4-FFF2-40B4-BE49-F238E27FC236}">
                <a16:creationId xmlns:a16="http://schemas.microsoft.com/office/drawing/2014/main" id="{C12272F0-DC58-4D9C-A393-7DC40E6FFB44}"/>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university1652_drone_to_satellite/seed-3/x-label-75">
            <a:extLst xmlns:a="http://schemas.openxmlformats.org/drawingml/2006/main">
              <a:ext uri="{FF2B5EF4-FFF2-40B4-BE49-F238E27FC236}">
                <a16:creationId xmlns:a16="http://schemas.microsoft.com/office/drawing/2014/main" id="{C43540D4-9145-420F-858D-D157EC3C18BC}"/>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university1652_drone_to_satellite/seed-3/y-grid-100">
            <a:extLst xmlns:a="http://schemas.openxmlformats.org/drawingml/2006/main">
              <a:ext uri="{FF2B5EF4-FFF2-40B4-BE49-F238E27FC236}">
                <a16:creationId xmlns:a16="http://schemas.microsoft.com/office/drawing/2014/main" id="{854D1B64-78BE-4C53-9B42-99869F7F793C}"/>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university1652_drone_to_satellite/seed-3/y-label-100">
            <a:extLst xmlns:a="http://schemas.openxmlformats.org/drawingml/2006/main">
              <a:ext uri="{FF2B5EF4-FFF2-40B4-BE49-F238E27FC236}">
                <a16:creationId xmlns:a16="http://schemas.microsoft.com/office/drawing/2014/main" id="{9BD093F7-DE99-495B-B700-6DFB453FCA35}"/>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university1652_drone_to_satellite/seed-3/x-tick-100">
            <a:extLst xmlns:a="http://schemas.openxmlformats.org/drawingml/2006/main">
              <a:ext uri="{FF2B5EF4-FFF2-40B4-BE49-F238E27FC236}">
                <a16:creationId xmlns:a16="http://schemas.microsoft.com/office/drawing/2014/main" id="{05E7F3A1-55F9-4351-A966-9F3676E3F709}"/>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university1652_drone_to_satellite/seed-3/x-label-100">
            <a:extLst xmlns:a="http://schemas.openxmlformats.org/drawingml/2006/main">
              <a:ext uri="{FF2B5EF4-FFF2-40B4-BE49-F238E27FC236}">
                <a16:creationId xmlns:a16="http://schemas.microsoft.com/office/drawing/2014/main" id="{DFF8592C-F430-45E9-A227-118FAF497E22}"/>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university1652_drone_to_satellite/seed-3/y-axis">
            <a:extLst xmlns:a="http://schemas.openxmlformats.org/drawingml/2006/main">
              <a:ext uri="{FF2B5EF4-FFF2-40B4-BE49-F238E27FC236}">
                <a16:creationId xmlns:a16="http://schemas.microsoft.com/office/drawing/2014/main" id="{59B11D50-94D7-4674-A72B-5A87198744CE}"/>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university1652_drone_to_satellite/seed-3/x-axis">
            <a:extLst xmlns:a="http://schemas.openxmlformats.org/drawingml/2006/main">
              <a:ext uri="{FF2B5EF4-FFF2-40B4-BE49-F238E27FC236}">
                <a16:creationId xmlns:a16="http://schemas.microsoft.com/office/drawing/2014/main" id="{7BBF632C-A085-4F35-B59B-DA4DF2988925}"/>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university1652_drone_to_satellite/university1652_drone_to_satellite/seed-3/visual/segment-1-2">
            <a:extLst xmlns:a="http://schemas.openxmlformats.org/drawingml/2006/main">
              <a:ext uri="{FF2B5EF4-FFF2-40B4-BE49-F238E27FC236}">
                <a16:creationId xmlns:a16="http://schemas.microsoft.com/office/drawing/2014/main" id="{E816D7B5-6E36-4FFA-8768-B0D6E726BF13}"/>
              </a:ext>
            </a:extLst>
          </p:cNvPr>
          <p:cNvSpPr>
            <a:spLocks xmlns:a="http://schemas.openxmlformats.org/drawingml/2006/main" noGrp="1"/>
          </p:cNvSpPr>
          <p:nvPr/>
        </p:nvSpPr>
        <p:spPr>
          <a:xfrm xmlns:a="http://schemas.openxmlformats.org/drawingml/2006/main" flipV="1">
            <a:off x="4706641" y="2586635"/>
            <a:ext cx="159999" cy="21173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university1652_drone_to_satellite/university1652_drone_to_satellite/seed-3/visual/segment-2-3">
            <a:extLst xmlns:a="http://schemas.openxmlformats.org/drawingml/2006/main">
              <a:ext uri="{FF2B5EF4-FFF2-40B4-BE49-F238E27FC236}">
                <a16:creationId xmlns:a16="http://schemas.microsoft.com/office/drawing/2014/main" id="{E41D2C4D-AC79-44EC-B535-02052B7F58A6}"/>
              </a:ext>
            </a:extLst>
          </p:cNvPr>
          <p:cNvSpPr>
            <a:spLocks xmlns:a="http://schemas.openxmlformats.org/drawingml/2006/main" noGrp="1"/>
          </p:cNvSpPr>
          <p:nvPr/>
        </p:nvSpPr>
        <p:spPr>
          <a:xfrm xmlns:a="http://schemas.openxmlformats.org/drawingml/2006/main" flipV="1">
            <a:off x="4866640" y="2424380"/>
            <a:ext cx="160041" cy="16225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university1652_drone_to_satellite/university1652_drone_to_satellite/seed-3/visual/segment-3-4">
            <a:extLst xmlns:a="http://schemas.openxmlformats.org/drawingml/2006/main">
              <a:ext uri="{FF2B5EF4-FFF2-40B4-BE49-F238E27FC236}">
                <a16:creationId xmlns:a16="http://schemas.microsoft.com/office/drawing/2014/main" id="{A4315E77-C3FC-4C66-8C0F-A1210562DC96}"/>
              </a:ext>
            </a:extLst>
          </p:cNvPr>
          <p:cNvSpPr>
            <a:spLocks xmlns:a="http://schemas.openxmlformats.org/drawingml/2006/main" noGrp="1"/>
          </p:cNvSpPr>
          <p:nvPr/>
        </p:nvSpPr>
        <p:spPr>
          <a:xfrm xmlns:a="http://schemas.openxmlformats.org/drawingml/2006/main" flipV="1">
            <a:off x="5026681" y="2296449"/>
            <a:ext cx="159999" cy="12793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university1652_drone_to_satellite/university1652_drone_to_satellite/seed-3/visual/segment-4-5">
            <a:extLst xmlns:a="http://schemas.openxmlformats.org/drawingml/2006/main">
              <a:ext uri="{FF2B5EF4-FFF2-40B4-BE49-F238E27FC236}">
                <a16:creationId xmlns:a16="http://schemas.microsoft.com/office/drawing/2014/main" id="{C36F2DAC-EA2E-498A-82AE-892BA231ECDE}"/>
              </a:ext>
            </a:extLst>
          </p:cNvPr>
          <p:cNvSpPr>
            <a:spLocks xmlns:a="http://schemas.openxmlformats.org/drawingml/2006/main" noGrp="1"/>
          </p:cNvSpPr>
          <p:nvPr/>
        </p:nvSpPr>
        <p:spPr>
          <a:xfrm xmlns:a="http://schemas.openxmlformats.org/drawingml/2006/main" flipV="1">
            <a:off x="5186680" y="2196638"/>
            <a:ext cx="160041" cy="9981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university1652_drone_to_satellite/university1652_drone_to_satellite/seed-3/visual/segment-5-6">
            <a:extLst xmlns:a="http://schemas.openxmlformats.org/drawingml/2006/main">
              <a:ext uri="{FF2B5EF4-FFF2-40B4-BE49-F238E27FC236}">
                <a16:creationId xmlns:a16="http://schemas.microsoft.com/office/drawing/2014/main" id="{A5471C63-AA4D-4D87-BEFA-441112EA2F1A}"/>
              </a:ext>
            </a:extLst>
          </p:cNvPr>
          <p:cNvSpPr>
            <a:spLocks xmlns:a="http://schemas.openxmlformats.org/drawingml/2006/main" noGrp="1"/>
          </p:cNvSpPr>
          <p:nvPr/>
        </p:nvSpPr>
        <p:spPr>
          <a:xfrm xmlns:a="http://schemas.openxmlformats.org/drawingml/2006/main" flipV="1">
            <a:off x="5346721" y="2121242"/>
            <a:ext cx="159999" cy="7539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university1652_drone_to_satellite/university1652_drone_to_satellite/seed-3/visual/segment-6-7">
            <a:extLst xmlns:a="http://schemas.openxmlformats.org/drawingml/2006/main">
              <a:ext uri="{FF2B5EF4-FFF2-40B4-BE49-F238E27FC236}">
                <a16:creationId xmlns:a16="http://schemas.microsoft.com/office/drawing/2014/main" id="{63ABCA5C-C841-44E6-9C75-4C4E2595C6B9}"/>
              </a:ext>
            </a:extLst>
          </p:cNvPr>
          <p:cNvSpPr>
            <a:spLocks xmlns:a="http://schemas.openxmlformats.org/drawingml/2006/main" noGrp="1"/>
          </p:cNvSpPr>
          <p:nvPr/>
        </p:nvSpPr>
        <p:spPr>
          <a:xfrm xmlns:a="http://schemas.openxmlformats.org/drawingml/2006/main" flipV="1">
            <a:off x="5506720" y="2057578"/>
            <a:ext cx="160041" cy="6366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university1652_drone_to_satellite/university1652_drone_to_satellite/seed-3/visual/segment-7-8">
            <a:extLst xmlns:a="http://schemas.openxmlformats.org/drawingml/2006/main">
              <a:ext uri="{FF2B5EF4-FFF2-40B4-BE49-F238E27FC236}">
                <a16:creationId xmlns:a16="http://schemas.microsoft.com/office/drawing/2014/main" id="{2AB2A764-6B01-4520-93A2-47AD0950D85E}"/>
              </a:ext>
            </a:extLst>
          </p:cNvPr>
          <p:cNvSpPr>
            <a:spLocks xmlns:a="http://schemas.openxmlformats.org/drawingml/2006/main" noGrp="1"/>
          </p:cNvSpPr>
          <p:nvPr/>
        </p:nvSpPr>
        <p:spPr>
          <a:xfrm xmlns:a="http://schemas.openxmlformats.org/drawingml/2006/main" flipV="1">
            <a:off x="5666761" y="2002727"/>
            <a:ext cx="159999" cy="5485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university1652_drone_to_satellite/university1652_drone_to_satellite/seed-3/visual/segment-8-9">
            <a:extLst xmlns:a="http://schemas.openxmlformats.org/drawingml/2006/main">
              <a:ext uri="{FF2B5EF4-FFF2-40B4-BE49-F238E27FC236}">
                <a16:creationId xmlns:a16="http://schemas.microsoft.com/office/drawing/2014/main" id="{9523DDF5-EFB3-42D4-8AB2-1210D2D19AF6}"/>
              </a:ext>
            </a:extLst>
          </p:cNvPr>
          <p:cNvSpPr>
            <a:spLocks xmlns:a="http://schemas.openxmlformats.org/drawingml/2006/main" noGrp="1"/>
          </p:cNvSpPr>
          <p:nvPr/>
        </p:nvSpPr>
        <p:spPr>
          <a:xfrm xmlns:a="http://schemas.openxmlformats.org/drawingml/2006/main" flipV="1">
            <a:off x="5826760" y="1957457"/>
            <a:ext cx="160041" cy="4526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university1652_drone_to_satellite/university1652_drone_to_satellite/seed-3/visual/segment-9-10">
            <a:extLst xmlns:a="http://schemas.openxmlformats.org/drawingml/2006/main">
              <a:ext uri="{FF2B5EF4-FFF2-40B4-BE49-F238E27FC236}">
                <a16:creationId xmlns:a16="http://schemas.microsoft.com/office/drawing/2014/main" id="{A9587970-4B98-46CE-8BFD-0010A358210E}"/>
              </a:ext>
            </a:extLst>
          </p:cNvPr>
          <p:cNvSpPr>
            <a:spLocks xmlns:a="http://schemas.openxmlformats.org/drawingml/2006/main" noGrp="1"/>
          </p:cNvSpPr>
          <p:nvPr/>
        </p:nvSpPr>
        <p:spPr>
          <a:xfrm xmlns:a="http://schemas.openxmlformats.org/drawingml/2006/main" flipV="1">
            <a:off x="5986801" y="1919390"/>
            <a:ext cx="159999" cy="3806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university1652_drone_to_satellite/university1652_drone_to_satellite/seed-3/visual/point-1">
            <a:extLst xmlns:a="http://schemas.openxmlformats.org/drawingml/2006/main">
              <a:ext uri="{FF2B5EF4-FFF2-40B4-BE49-F238E27FC236}">
                <a16:creationId xmlns:a16="http://schemas.microsoft.com/office/drawing/2014/main" id="{2930690D-335B-40A0-BBF4-7C4CD7C58225}"/>
              </a:ext>
            </a:extLst>
          </p:cNvPr>
          <p:cNvSpPr>
            <a:spLocks xmlns:a="http://schemas.openxmlformats.org/drawingml/2006/main" noGrp="1"/>
          </p:cNvSpPr>
          <p:nvPr/>
        </p:nvSpPr>
        <p:spPr>
          <a:xfrm xmlns:a="http://schemas.openxmlformats.org/drawingml/2006/main">
            <a:off x="4683146" y="277487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university1652_drone_to_satellite/university1652_drone_to_satellite/seed-3/visual/point-2">
            <a:extLst xmlns:a="http://schemas.openxmlformats.org/drawingml/2006/main">
              <a:ext uri="{FF2B5EF4-FFF2-40B4-BE49-F238E27FC236}">
                <a16:creationId xmlns:a16="http://schemas.microsoft.com/office/drawing/2014/main" id="{0F394AC6-F570-4198-B7B0-A5E40D6BA83B}"/>
              </a:ext>
            </a:extLst>
          </p:cNvPr>
          <p:cNvSpPr>
            <a:spLocks xmlns:a="http://schemas.openxmlformats.org/drawingml/2006/main" noGrp="1"/>
          </p:cNvSpPr>
          <p:nvPr/>
        </p:nvSpPr>
        <p:spPr>
          <a:xfrm xmlns:a="http://schemas.openxmlformats.org/drawingml/2006/main">
            <a:off x="4843145" y="256314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university1652_drone_to_satellite/university1652_drone_to_satellite/seed-3/visual/point-3">
            <a:extLst xmlns:a="http://schemas.openxmlformats.org/drawingml/2006/main">
              <a:ext uri="{FF2B5EF4-FFF2-40B4-BE49-F238E27FC236}">
                <a16:creationId xmlns:a16="http://schemas.microsoft.com/office/drawing/2014/main" id="{34D580D9-AFA0-47A5-A66A-38E0DA65E7FA}"/>
              </a:ext>
            </a:extLst>
          </p:cNvPr>
          <p:cNvSpPr>
            <a:spLocks xmlns:a="http://schemas.openxmlformats.org/drawingml/2006/main" noGrp="1"/>
          </p:cNvSpPr>
          <p:nvPr/>
        </p:nvSpPr>
        <p:spPr>
          <a:xfrm xmlns:a="http://schemas.openxmlformats.org/drawingml/2006/main">
            <a:off x="5003186" y="240088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university1652_drone_to_satellite/university1652_drone_to_satellite/seed-3/visual/point-4">
            <a:extLst xmlns:a="http://schemas.openxmlformats.org/drawingml/2006/main">
              <a:ext uri="{FF2B5EF4-FFF2-40B4-BE49-F238E27FC236}">
                <a16:creationId xmlns:a16="http://schemas.microsoft.com/office/drawing/2014/main" id="{7A92CD30-4A7A-4CF1-9805-EAB165D47E93}"/>
              </a:ext>
            </a:extLst>
          </p:cNvPr>
          <p:cNvSpPr>
            <a:spLocks xmlns:a="http://schemas.openxmlformats.org/drawingml/2006/main" noGrp="1"/>
          </p:cNvSpPr>
          <p:nvPr/>
        </p:nvSpPr>
        <p:spPr>
          <a:xfrm xmlns:a="http://schemas.openxmlformats.org/drawingml/2006/main">
            <a:off x="5163185" y="227295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university1652_drone_to_satellite/university1652_drone_to_satellite/seed-3/visual/point-5">
            <a:extLst xmlns:a="http://schemas.openxmlformats.org/drawingml/2006/main">
              <a:ext uri="{FF2B5EF4-FFF2-40B4-BE49-F238E27FC236}">
                <a16:creationId xmlns:a16="http://schemas.microsoft.com/office/drawing/2014/main" id="{AA7A15A8-1622-48C2-9155-1FEBC700DBFA}"/>
              </a:ext>
            </a:extLst>
          </p:cNvPr>
          <p:cNvSpPr>
            <a:spLocks xmlns:a="http://schemas.openxmlformats.org/drawingml/2006/main" noGrp="1"/>
          </p:cNvSpPr>
          <p:nvPr/>
        </p:nvSpPr>
        <p:spPr>
          <a:xfrm xmlns:a="http://schemas.openxmlformats.org/drawingml/2006/main">
            <a:off x="5323226" y="217314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university1652_drone_to_satellite/university1652_drone_to_satellite/seed-3/visual/point-6">
            <a:extLst xmlns:a="http://schemas.openxmlformats.org/drawingml/2006/main">
              <a:ext uri="{FF2B5EF4-FFF2-40B4-BE49-F238E27FC236}">
                <a16:creationId xmlns:a16="http://schemas.microsoft.com/office/drawing/2014/main" id="{E3065E03-4344-4E66-B2C7-C259FD1125C8}"/>
              </a:ext>
            </a:extLst>
          </p:cNvPr>
          <p:cNvSpPr>
            <a:spLocks xmlns:a="http://schemas.openxmlformats.org/drawingml/2006/main" noGrp="1"/>
          </p:cNvSpPr>
          <p:nvPr/>
        </p:nvSpPr>
        <p:spPr>
          <a:xfrm xmlns:a="http://schemas.openxmlformats.org/drawingml/2006/main">
            <a:off x="5483225" y="209774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university1652_drone_to_satellite/university1652_drone_to_satellite/seed-3/visual/point-7">
            <a:extLst xmlns:a="http://schemas.openxmlformats.org/drawingml/2006/main">
              <a:ext uri="{FF2B5EF4-FFF2-40B4-BE49-F238E27FC236}">
                <a16:creationId xmlns:a16="http://schemas.microsoft.com/office/drawing/2014/main" id="{6048E6DE-F86F-4C6C-9EC8-164580A1FF5E}"/>
              </a:ext>
            </a:extLst>
          </p:cNvPr>
          <p:cNvSpPr>
            <a:spLocks xmlns:a="http://schemas.openxmlformats.org/drawingml/2006/main" noGrp="1"/>
          </p:cNvSpPr>
          <p:nvPr/>
        </p:nvSpPr>
        <p:spPr>
          <a:xfrm xmlns:a="http://schemas.openxmlformats.org/drawingml/2006/main">
            <a:off x="5643266" y="203408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university1652_drone_to_satellite/university1652_drone_to_satellite/seed-3/visual/point-8">
            <a:extLst xmlns:a="http://schemas.openxmlformats.org/drawingml/2006/main">
              <a:ext uri="{FF2B5EF4-FFF2-40B4-BE49-F238E27FC236}">
                <a16:creationId xmlns:a16="http://schemas.microsoft.com/office/drawing/2014/main" id="{63459B9A-D5C4-4406-B00F-3020D05683AF}"/>
              </a:ext>
            </a:extLst>
          </p:cNvPr>
          <p:cNvSpPr>
            <a:spLocks xmlns:a="http://schemas.openxmlformats.org/drawingml/2006/main" noGrp="1"/>
          </p:cNvSpPr>
          <p:nvPr/>
        </p:nvSpPr>
        <p:spPr>
          <a:xfrm xmlns:a="http://schemas.openxmlformats.org/drawingml/2006/main">
            <a:off x="5803265" y="197923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university1652_drone_to_satellite/university1652_drone_to_satellite/seed-3/visual/point-9">
            <a:extLst xmlns:a="http://schemas.openxmlformats.org/drawingml/2006/main">
              <a:ext uri="{FF2B5EF4-FFF2-40B4-BE49-F238E27FC236}">
                <a16:creationId xmlns:a16="http://schemas.microsoft.com/office/drawing/2014/main" id="{9C2417A9-19AE-4CB7-9FD9-B70ADED42744}"/>
              </a:ext>
            </a:extLst>
          </p:cNvPr>
          <p:cNvSpPr>
            <a:spLocks xmlns:a="http://schemas.openxmlformats.org/drawingml/2006/main" noGrp="1"/>
          </p:cNvSpPr>
          <p:nvPr/>
        </p:nvSpPr>
        <p:spPr>
          <a:xfrm xmlns:a="http://schemas.openxmlformats.org/drawingml/2006/main">
            <a:off x="5963306" y="193396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university1652_drone_to_satellite/university1652_drone_to_satellite/seed-3/visual/point-10">
            <a:extLst xmlns:a="http://schemas.openxmlformats.org/drawingml/2006/main">
              <a:ext uri="{FF2B5EF4-FFF2-40B4-BE49-F238E27FC236}">
                <a16:creationId xmlns:a16="http://schemas.microsoft.com/office/drawing/2014/main" id="{4A7D04CC-9DD8-4E85-9389-DC5BD98E5A49}"/>
              </a:ext>
            </a:extLst>
          </p:cNvPr>
          <p:cNvSpPr>
            <a:spLocks xmlns:a="http://schemas.openxmlformats.org/drawingml/2006/main" noGrp="1"/>
          </p:cNvSpPr>
          <p:nvPr/>
        </p:nvSpPr>
        <p:spPr>
          <a:xfrm xmlns:a="http://schemas.openxmlformats.org/drawingml/2006/main">
            <a:off x="6123305" y="189589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university1652_drone_to_satellite/seed-3/visual/AURC">
            <a:extLst xmlns:a="http://schemas.openxmlformats.org/drawingml/2006/main">
              <a:ext uri="{FF2B5EF4-FFF2-40B4-BE49-F238E27FC236}">
                <a16:creationId xmlns:a16="http://schemas.microsoft.com/office/drawing/2014/main" id="{937303A8-35E0-444D-9DFD-424F472E3870}"/>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0.4028</a:t>
            </a:r>
          </a:p>
        </p:txBody>
      </p:sp>
      <p:sp>
        <p:nvSpPr>
          <p:cNvPr id="179" name="university1652_drone_to_satellite/university1652_drone_to_satellite/seed-3/full/segment-1-2">
            <a:extLst xmlns:a="http://schemas.openxmlformats.org/drawingml/2006/main">
              <a:ext uri="{FF2B5EF4-FFF2-40B4-BE49-F238E27FC236}">
                <a16:creationId xmlns:a16="http://schemas.microsoft.com/office/drawing/2014/main" id="{573381FB-3A73-4FCC-8252-EB0F8739F153}"/>
              </a:ext>
            </a:extLst>
          </p:cNvPr>
          <p:cNvSpPr>
            <a:spLocks xmlns:a="http://schemas.openxmlformats.org/drawingml/2006/main" noGrp="1"/>
          </p:cNvSpPr>
          <p:nvPr/>
        </p:nvSpPr>
        <p:spPr>
          <a:xfrm xmlns:a="http://schemas.openxmlformats.org/drawingml/2006/main" flipV="1">
            <a:off x="4706641" y="2366942"/>
            <a:ext cx="159999" cy="20834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university1652_drone_to_satellite/university1652_drone_to_satellite/seed-3/full/segment-2-3">
            <a:extLst xmlns:a="http://schemas.openxmlformats.org/drawingml/2006/main">
              <a:ext uri="{FF2B5EF4-FFF2-40B4-BE49-F238E27FC236}">
                <a16:creationId xmlns:a16="http://schemas.microsoft.com/office/drawing/2014/main" id="{590BD020-AAD8-47D7-AFFC-DB1114231F0B}"/>
              </a:ext>
            </a:extLst>
          </p:cNvPr>
          <p:cNvSpPr>
            <a:spLocks xmlns:a="http://schemas.openxmlformats.org/drawingml/2006/main" noGrp="1"/>
          </p:cNvSpPr>
          <p:nvPr/>
        </p:nvSpPr>
        <p:spPr>
          <a:xfrm xmlns:a="http://schemas.openxmlformats.org/drawingml/2006/main" flipV="1">
            <a:off x="4866640" y="2219678"/>
            <a:ext cx="160041" cy="14726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university1652_drone_to_satellite/university1652_drone_to_satellite/seed-3/full/segment-3-4">
            <a:extLst xmlns:a="http://schemas.openxmlformats.org/drawingml/2006/main">
              <a:ext uri="{FF2B5EF4-FFF2-40B4-BE49-F238E27FC236}">
                <a16:creationId xmlns:a16="http://schemas.microsoft.com/office/drawing/2014/main" id="{FB531B16-FB08-4CB0-925E-80F5664081C6}"/>
              </a:ext>
            </a:extLst>
          </p:cNvPr>
          <p:cNvSpPr>
            <a:spLocks xmlns:a="http://schemas.openxmlformats.org/drawingml/2006/main" noGrp="1"/>
          </p:cNvSpPr>
          <p:nvPr/>
        </p:nvSpPr>
        <p:spPr>
          <a:xfrm xmlns:a="http://schemas.openxmlformats.org/drawingml/2006/main" flipV="1">
            <a:off x="5026681" y="2118847"/>
            <a:ext cx="159999" cy="10083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university1652_drone_to_satellite/university1652_drone_to_satellite/seed-3/full/segment-4-5">
            <a:extLst xmlns:a="http://schemas.openxmlformats.org/drawingml/2006/main">
              <a:ext uri="{FF2B5EF4-FFF2-40B4-BE49-F238E27FC236}">
                <a16:creationId xmlns:a16="http://schemas.microsoft.com/office/drawing/2014/main" id="{59A4026C-5DF8-4C08-8C21-003D0625FF90}"/>
              </a:ext>
            </a:extLst>
          </p:cNvPr>
          <p:cNvSpPr>
            <a:spLocks xmlns:a="http://schemas.openxmlformats.org/drawingml/2006/main" noGrp="1"/>
          </p:cNvSpPr>
          <p:nvPr/>
        </p:nvSpPr>
        <p:spPr>
          <a:xfrm xmlns:a="http://schemas.openxmlformats.org/drawingml/2006/main" flipV="1">
            <a:off x="5186680" y="2043428"/>
            <a:ext cx="160041" cy="7541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university1652_drone_to_satellite/university1652_drone_to_satellite/seed-3/full/segment-5-6">
            <a:extLst xmlns:a="http://schemas.openxmlformats.org/drawingml/2006/main">
              <a:ext uri="{FF2B5EF4-FFF2-40B4-BE49-F238E27FC236}">
                <a16:creationId xmlns:a16="http://schemas.microsoft.com/office/drawing/2014/main" id="{A6CCC04A-25AA-4E6B-B376-BE7DC91657FD}"/>
              </a:ext>
            </a:extLst>
          </p:cNvPr>
          <p:cNvSpPr>
            <a:spLocks xmlns:a="http://schemas.openxmlformats.org/drawingml/2006/main" noGrp="1"/>
          </p:cNvSpPr>
          <p:nvPr/>
        </p:nvSpPr>
        <p:spPr>
          <a:xfrm xmlns:a="http://schemas.openxmlformats.org/drawingml/2006/main" flipV="1">
            <a:off x="5346721" y="1980180"/>
            <a:ext cx="159999" cy="6324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university1652_drone_to_satellite/university1652_drone_to_satellite/seed-3/full/segment-6-7">
            <a:extLst xmlns:a="http://schemas.openxmlformats.org/drawingml/2006/main">
              <a:ext uri="{FF2B5EF4-FFF2-40B4-BE49-F238E27FC236}">
                <a16:creationId xmlns:a16="http://schemas.microsoft.com/office/drawing/2014/main" id="{FEB00F14-F996-4D5D-AFD1-68C3A19B13A5}"/>
              </a:ext>
            </a:extLst>
          </p:cNvPr>
          <p:cNvSpPr>
            <a:spLocks xmlns:a="http://schemas.openxmlformats.org/drawingml/2006/main" noGrp="1"/>
          </p:cNvSpPr>
          <p:nvPr/>
        </p:nvSpPr>
        <p:spPr>
          <a:xfrm xmlns:a="http://schemas.openxmlformats.org/drawingml/2006/main" flipV="1">
            <a:off x="5506720" y="1930933"/>
            <a:ext cx="160041" cy="4924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university1652_drone_to_satellite/university1652_drone_to_satellite/seed-3/full/segment-7-8">
            <a:extLst xmlns:a="http://schemas.openxmlformats.org/drawingml/2006/main">
              <a:ext uri="{FF2B5EF4-FFF2-40B4-BE49-F238E27FC236}">
                <a16:creationId xmlns:a16="http://schemas.microsoft.com/office/drawing/2014/main" id="{F37264B0-9D36-4FB8-845E-D5652F4C3489}"/>
              </a:ext>
            </a:extLst>
          </p:cNvPr>
          <p:cNvSpPr>
            <a:spLocks xmlns:a="http://schemas.openxmlformats.org/drawingml/2006/main" noGrp="1"/>
          </p:cNvSpPr>
          <p:nvPr/>
        </p:nvSpPr>
        <p:spPr>
          <a:xfrm xmlns:a="http://schemas.openxmlformats.org/drawingml/2006/main" flipV="1">
            <a:off x="5666761" y="1887348"/>
            <a:ext cx="159999" cy="4358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university1652_drone_to_satellite/university1652_drone_to_satellite/seed-3/full/segment-8-9">
            <a:extLst xmlns:a="http://schemas.openxmlformats.org/drawingml/2006/main">
              <a:ext uri="{FF2B5EF4-FFF2-40B4-BE49-F238E27FC236}">
                <a16:creationId xmlns:a16="http://schemas.microsoft.com/office/drawing/2014/main" id="{0D643656-22E0-4439-BF2A-B0A0DC669957}"/>
              </a:ext>
            </a:extLst>
          </p:cNvPr>
          <p:cNvSpPr>
            <a:spLocks xmlns:a="http://schemas.openxmlformats.org/drawingml/2006/main" noGrp="1"/>
          </p:cNvSpPr>
          <p:nvPr/>
        </p:nvSpPr>
        <p:spPr>
          <a:xfrm xmlns:a="http://schemas.openxmlformats.org/drawingml/2006/main" flipV="1">
            <a:off x="5826760" y="1849577"/>
            <a:ext cx="160041" cy="3777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university1652_drone_to_satellite/university1652_drone_to_satellite/seed-3/full/segment-9-10">
            <a:extLst xmlns:a="http://schemas.openxmlformats.org/drawingml/2006/main">
              <a:ext uri="{FF2B5EF4-FFF2-40B4-BE49-F238E27FC236}">
                <a16:creationId xmlns:a16="http://schemas.microsoft.com/office/drawing/2014/main" id="{A1DB7384-1194-4F7D-A647-FD75A74CAA3C}"/>
              </a:ext>
            </a:extLst>
          </p:cNvPr>
          <p:cNvSpPr>
            <a:spLocks xmlns:a="http://schemas.openxmlformats.org/drawingml/2006/main" noGrp="1"/>
          </p:cNvSpPr>
          <p:nvPr/>
        </p:nvSpPr>
        <p:spPr>
          <a:xfrm xmlns:a="http://schemas.openxmlformats.org/drawingml/2006/main" flipV="1">
            <a:off x="5986801" y="1817596"/>
            <a:ext cx="159999" cy="3198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university1652_drone_to_satellite/university1652_drone_to_satellite/seed-3/full/point-1">
            <a:extLst xmlns:a="http://schemas.openxmlformats.org/drawingml/2006/main">
              <a:ext uri="{FF2B5EF4-FFF2-40B4-BE49-F238E27FC236}">
                <a16:creationId xmlns:a16="http://schemas.microsoft.com/office/drawing/2014/main" id="{E5B12B83-2365-48CB-B4D7-CD03420EAB83}"/>
              </a:ext>
            </a:extLst>
          </p:cNvPr>
          <p:cNvSpPr>
            <a:spLocks xmlns:a="http://schemas.openxmlformats.org/drawingml/2006/main" noGrp="1"/>
          </p:cNvSpPr>
          <p:nvPr/>
        </p:nvSpPr>
        <p:spPr>
          <a:xfrm xmlns:a="http://schemas.openxmlformats.org/drawingml/2006/main">
            <a:off x="4683146" y="255178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university1652_drone_to_satellite/university1652_drone_to_satellite/seed-3/full/point-2">
            <a:extLst xmlns:a="http://schemas.openxmlformats.org/drawingml/2006/main">
              <a:ext uri="{FF2B5EF4-FFF2-40B4-BE49-F238E27FC236}">
                <a16:creationId xmlns:a16="http://schemas.microsoft.com/office/drawing/2014/main" id="{FAA07E0C-9FB6-4A84-9B64-7D3CAB34F14E}"/>
              </a:ext>
            </a:extLst>
          </p:cNvPr>
          <p:cNvSpPr>
            <a:spLocks xmlns:a="http://schemas.openxmlformats.org/drawingml/2006/main" noGrp="1"/>
          </p:cNvSpPr>
          <p:nvPr/>
        </p:nvSpPr>
        <p:spPr>
          <a:xfrm xmlns:a="http://schemas.openxmlformats.org/drawingml/2006/main">
            <a:off x="4843145" y="234344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university1652_drone_to_satellite/university1652_drone_to_satellite/seed-3/full/point-3">
            <a:extLst xmlns:a="http://schemas.openxmlformats.org/drawingml/2006/main">
              <a:ext uri="{FF2B5EF4-FFF2-40B4-BE49-F238E27FC236}">
                <a16:creationId xmlns:a16="http://schemas.microsoft.com/office/drawing/2014/main" id="{58227FD8-6208-4405-899E-6FA43E7C7DC7}"/>
              </a:ext>
            </a:extLst>
          </p:cNvPr>
          <p:cNvSpPr>
            <a:spLocks xmlns:a="http://schemas.openxmlformats.org/drawingml/2006/main" noGrp="1"/>
          </p:cNvSpPr>
          <p:nvPr/>
        </p:nvSpPr>
        <p:spPr>
          <a:xfrm xmlns:a="http://schemas.openxmlformats.org/drawingml/2006/main">
            <a:off x="5003186" y="219618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university1652_drone_to_satellite/university1652_drone_to_satellite/seed-3/full/point-4">
            <a:extLst xmlns:a="http://schemas.openxmlformats.org/drawingml/2006/main">
              <a:ext uri="{FF2B5EF4-FFF2-40B4-BE49-F238E27FC236}">
                <a16:creationId xmlns:a16="http://schemas.microsoft.com/office/drawing/2014/main" id="{9EF1CE5F-6662-4699-A8F9-B8D4DF06C1C2}"/>
              </a:ext>
            </a:extLst>
          </p:cNvPr>
          <p:cNvSpPr>
            <a:spLocks xmlns:a="http://schemas.openxmlformats.org/drawingml/2006/main" noGrp="1"/>
          </p:cNvSpPr>
          <p:nvPr/>
        </p:nvSpPr>
        <p:spPr>
          <a:xfrm xmlns:a="http://schemas.openxmlformats.org/drawingml/2006/main">
            <a:off x="5163185" y="209535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university1652_drone_to_satellite/university1652_drone_to_satellite/seed-3/full/point-5">
            <a:extLst xmlns:a="http://schemas.openxmlformats.org/drawingml/2006/main">
              <a:ext uri="{FF2B5EF4-FFF2-40B4-BE49-F238E27FC236}">
                <a16:creationId xmlns:a16="http://schemas.microsoft.com/office/drawing/2014/main" id="{78240B7D-7392-484B-A3E0-C84D07D39029}"/>
              </a:ext>
            </a:extLst>
          </p:cNvPr>
          <p:cNvSpPr>
            <a:spLocks xmlns:a="http://schemas.openxmlformats.org/drawingml/2006/main" noGrp="1"/>
          </p:cNvSpPr>
          <p:nvPr/>
        </p:nvSpPr>
        <p:spPr>
          <a:xfrm xmlns:a="http://schemas.openxmlformats.org/drawingml/2006/main">
            <a:off x="5323226" y="201993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university1652_drone_to_satellite/university1652_drone_to_satellite/seed-3/full/point-6">
            <a:extLst xmlns:a="http://schemas.openxmlformats.org/drawingml/2006/main">
              <a:ext uri="{FF2B5EF4-FFF2-40B4-BE49-F238E27FC236}">
                <a16:creationId xmlns:a16="http://schemas.microsoft.com/office/drawing/2014/main" id="{950B4A3E-82F5-4A6D-83CC-9641E386A963}"/>
              </a:ext>
            </a:extLst>
          </p:cNvPr>
          <p:cNvSpPr>
            <a:spLocks xmlns:a="http://schemas.openxmlformats.org/drawingml/2006/main" noGrp="1"/>
          </p:cNvSpPr>
          <p:nvPr/>
        </p:nvSpPr>
        <p:spPr>
          <a:xfrm xmlns:a="http://schemas.openxmlformats.org/drawingml/2006/main">
            <a:off x="5483225" y="195668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university1652_drone_to_satellite/university1652_drone_to_satellite/seed-3/full/point-7">
            <a:extLst xmlns:a="http://schemas.openxmlformats.org/drawingml/2006/main">
              <a:ext uri="{FF2B5EF4-FFF2-40B4-BE49-F238E27FC236}">
                <a16:creationId xmlns:a16="http://schemas.microsoft.com/office/drawing/2014/main" id="{CF8B690F-5E55-4613-97DD-330D7546313B}"/>
              </a:ext>
            </a:extLst>
          </p:cNvPr>
          <p:cNvSpPr>
            <a:spLocks xmlns:a="http://schemas.openxmlformats.org/drawingml/2006/main" noGrp="1"/>
          </p:cNvSpPr>
          <p:nvPr/>
        </p:nvSpPr>
        <p:spPr>
          <a:xfrm xmlns:a="http://schemas.openxmlformats.org/drawingml/2006/main">
            <a:off x="5643266" y="190743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university1652_drone_to_satellite/university1652_drone_to_satellite/seed-3/full/point-8">
            <a:extLst xmlns:a="http://schemas.openxmlformats.org/drawingml/2006/main">
              <a:ext uri="{FF2B5EF4-FFF2-40B4-BE49-F238E27FC236}">
                <a16:creationId xmlns:a16="http://schemas.microsoft.com/office/drawing/2014/main" id="{F46D7D0C-BE01-494E-9E6B-5C13D9C8D3BA}"/>
              </a:ext>
            </a:extLst>
          </p:cNvPr>
          <p:cNvSpPr>
            <a:spLocks xmlns:a="http://schemas.openxmlformats.org/drawingml/2006/main" noGrp="1"/>
          </p:cNvSpPr>
          <p:nvPr/>
        </p:nvSpPr>
        <p:spPr>
          <a:xfrm xmlns:a="http://schemas.openxmlformats.org/drawingml/2006/main">
            <a:off x="5803265" y="186385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university1652_drone_to_satellite/university1652_drone_to_satellite/seed-3/full/point-9">
            <a:extLst xmlns:a="http://schemas.openxmlformats.org/drawingml/2006/main">
              <a:ext uri="{FF2B5EF4-FFF2-40B4-BE49-F238E27FC236}">
                <a16:creationId xmlns:a16="http://schemas.microsoft.com/office/drawing/2014/main" id="{4935E6B2-DA20-4B5E-9F73-A88FC2DC9215}"/>
              </a:ext>
            </a:extLst>
          </p:cNvPr>
          <p:cNvSpPr>
            <a:spLocks xmlns:a="http://schemas.openxmlformats.org/drawingml/2006/main" noGrp="1"/>
          </p:cNvSpPr>
          <p:nvPr/>
        </p:nvSpPr>
        <p:spPr>
          <a:xfrm xmlns:a="http://schemas.openxmlformats.org/drawingml/2006/main">
            <a:off x="5963306" y="182608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university1652_drone_to_satellite/university1652_drone_to_satellite/seed-3/full/point-10">
            <a:extLst xmlns:a="http://schemas.openxmlformats.org/drawingml/2006/main">
              <a:ext uri="{FF2B5EF4-FFF2-40B4-BE49-F238E27FC236}">
                <a16:creationId xmlns:a16="http://schemas.microsoft.com/office/drawing/2014/main" id="{99AA3A15-357C-426C-ADB9-1F572BAB1FC7}"/>
              </a:ext>
            </a:extLst>
          </p:cNvPr>
          <p:cNvSpPr>
            <a:spLocks xmlns:a="http://schemas.openxmlformats.org/drawingml/2006/main" noGrp="1"/>
          </p:cNvSpPr>
          <p:nvPr/>
        </p:nvSpPr>
        <p:spPr>
          <a:xfrm xmlns:a="http://schemas.openxmlformats.org/drawingml/2006/main">
            <a:off x="6123305" y="179410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university1652_drone_to_satellite/seed-3/full/AURC">
            <a:extLst xmlns:a="http://schemas.openxmlformats.org/drawingml/2006/main">
              <a:ext uri="{FF2B5EF4-FFF2-40B4-BE49-F238E27FC236}">
                <a16:creationId xmlns:a16="http://schemas.microsoft.com/office/drawing/2014/main" id="{B801CC29-6912-45FF-868E-487E22B9337E}"/>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0.4938</a:t>
            </a:r>
          </a:p>
        </p:txBody>
      </p:sp>
      <p:sp>
        <p:nvSpPr>
          <p:cNvPr id="199" name="university1652_drone_to_satellite/seed-3/AURC-label">
            <a:extLst xmlns:a="http://schemas.openxmlformats.org/drawingml/2006/main">
              <a:ext uri="{FF2B5EF4-FFF2-40B4-BE49-F238E27FC236}">
                <a16:creationId xmlns:a16="http://schemas.microsoft.com/office/drawing/2014/main" id="{350DC698-2D03-4F6B-A179-063913B85EC0}"/>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university1652_drone_to_satellite/coverage-axis-label">
            <a:extLst xmlns:a="http://schemas.openxmlformats.org/drawingml/2006/main">
              <a:ext uri="{FF2B5EF4-FFF2-40B4-BE49-F238E27FC236}">
                <a16:creationId xmlns:a16="http://schemas.microsoft.com/office/drawing/2014/main" id="{014753CF-DA65-4FD1-8259-6FE3D80EBD3A}"/>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university1652_drone_to_satellite/footnote-1">
            <a:extLst xmlns:a="http://schemas.openxmlformats.org/drawingml/2006/main">
              <a:ext uri="{FF2B5EF4-FFF2-40B4-BE49-F238E27FC236}">
                <a16:creationId xmlns:a16="http://schemas.microsoft.com/office/drawing/2014/main" id="{BF4E3EB1-37CD-4C55-9675-EABB2ED9430E}"/>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university1652_drone_to_satellite/footnote-2">
            <a:extLst xmlns:a="http://schemas.openxmlformats.org/drawingml/2006/main">
              <a:ext uri="{FF2B5EF4-FFF2-40B4-BE49-F238E27FC236}">
                <a16:creationId xmlns:a16="http://schemas.microsoft.com/office/drawing/2014/main" id="{99FC08FB-AD22-43CF-A8A4-6C4240E217EE}"/>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university1652_drone_to_satellite/footnote-3">
            <a:extLst xmlns:a="http://schemas.openxmlformats.org/drawingml/2006/main">
              <a:ext uri="{FF2B5EF4-FFF2-40B4-BE49-F238E27FC236}">
                <a16:creationId xmlns:a16="http://schemas.microsoft.com/office/drawing/2014/main" id="{9AE11F98-5EB3-4058-864E-CA52E14BF852}"/>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university1652_drone_to_satellite/footnote-4">
            <a:extLst xmlns:a="http://schemas.openxmlformats.org/drawingml/2006/main">
              <a:ext uri="{FF2B5EF4-FFF2-40B4-BE49-F238E27FC236}">
                <a16:creationId xmlns:a16="http://schemas.microsoft.com/office/drawing/2014/main" id="{C191A7B3-34E4-4353-A79D-8211B72FD92C}"/>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107059303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university1652_satellite_to_drone/title">
            <a:extLst xmlns:a="http://schemas.openxmlformats.org/drawingml/2006/main">
              <a:ext uri="{FF2B5EF4-FFF2-40B4-BE49-F238E27FC236}">
                <a16:creationId xmlns:a16="http://schemas.microsoft.com/office/drawing/2014/main" id="{18A02BF8-E906-4DEC-89D0-F95C52A77B7D}"/>
              </a:ext>
            </a:extLst>
          </p:cNvPr>
          <p:cNvSpPr>
            <a:spLocks xmlns:a="http://schemas.openxmlformats.org/drawingml/2006/main" noGrp="1"/>
          </p:cNvSpPr>
          <p:nvPr/>
        </p:nvSpPr>
        <p:spPr>
          <a:xfrm xmlns:a="http://schemas.openxmlformats.org/drawingml/2006/main">
            <a:off x="190500" y="111760"/>
            <a:ext cx="2062639"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University-1652: Satellite → drone</a:t>
            </a:r>
          </a:p>
        </p:txBody>
      </p:sp>
      <p:sp>
        <p:nvSpPr>
          <p:cNvPr id="2" name="university1652_satellite_to_drone/subtitle">
            <a:extLst xmlns:a="http://schemas.openxmlformats.org/drawingml/2006/main">
              <a:ext uri="{FF2B5EF4-FFF2-40B4-BE49-F238E27FC236}">
                <a16:creationId xmlns:a16="http://schemas.microsoft.com/office/drawing/2014/main" id="{0CF7FE83-2DE7-4540-87E5-77F538B66767}"/>
              </a:ext>
            </a:extLst>
          </p:cNvPr>
          <p:cNvSpPr>
            <a:spLocks xmlns:a="http://schemas.openxmlformats.org/drawingml/2006/main" noGrp="1"/>
          </p:cNvSpPr>
          <p:nvPr/>
        </p:nvSpPr>
        <p:spPr>
          <a:xfrm xmlns:a="http://schemas.openxmlformats.org/drawingml/2006/main">
            <a:off x="190500" y="326644"/>
            <a:ext cx="3176588"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701 queries</a:t>
            </a:r>
          </a:p>
        </p:txBody>
      </p:sp>
      <p:sp>
        <p:nvSpPr>
          <p:cNvPr id="3" name="university1652_satellite_to_drone/legend/visual/marker">
            <a:extLst xmlns:a="http://schemas.openxmlformats.org/drawingml/2006/main">
              <a:ext uri="{FF2B5EF4-FFF2-40B4-BE49-F238E27FC236}">
                <a16:creationId xmlns:a16="http://schemas.microsoft.com/office/drawing/2014/main" id="{0AC0F2E5-29AD-4988-824A-5D1A4624ECEE}"/>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university1652_satellite_to_drone/legend/visual/text">
            <a:extLst xmlns:a="http://schemas.openxmlformats.org/drawingml/2006/main">
              <a:ext uri="{FF2B5EF4-FFF2-40B4-BE49-F238E27FC236}">
                <a16:creationId xmlns:a16="http://schemas.microsoft.com/office/drawing/2014/main" id="{B612BA65-D266-4773-877F-67E092C33995}"/>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university1652_satellite_to_drone/legend/full/marker">
            <a:extLst xmlns:a="http://schemas.openxmlformats.org/drawingml/2006/main">
              <a:ext uri="{FF2B5EF4-FFF2-40B4-BE49-F238E27FC236}">
                <a16:creationId xmlns:a16="http://schemas.microsoft.com/office/drawing/2014/main" id="{902E3B8A-FE72-461B-AA05-563E595C6EA6}"/>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university1652_satellite_to_drone/legend/full/text">
            <a:extLst xmlns:a="http://schemas.openxmlformats.org/drawingml/2006/main">
              <a:ext uri="{FF2B5EF4-FFF2-40B4-BE49-F238E27FC236}">
                <a16:creationId xmlns:a16="http://schemas.microsoft.com/office/drawing/2014/main" id="{F565AFAA-FF0F-4D9F-AE2E-2FAFBFE22EFA}"/>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university1652_satellite_to_drone/risk-axis-label">
            <a:extLst xmlns:a="http://schemas.openxmlformats.org/drawingml/2006/main">
              <a:ext uri="{FF2B5EF4-FFF2-40B4-BE49-F238E27FC236}">
                <a16:creationId xmlns:a16="http://schemas.microsoft.com/office/drawing/2014/main" id="{BC74A99A-3A96-4305-A39C-85ECA40CFD7A}"/>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university1652_satellite_to_drone/seed-1/heading">
            <a:extLst xmlns:a="http://schemas.openxmlformats.org/drawingml/2006/main">
              <a:ext uri="{FF2B5EF4-FFF2-40B4-BE49-F238E27FC236}">
                <a16:creationId xmlns:a16="http://schemas.microsoft.com/office/drawing/2014/main" id="{98756663-44E8-4693-92E5-DFA8FD4D3EB8}"/>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university1652_satellite_to_drone/seed-1/y-grid-0">
            <a:extLst xmlns:a="http://schemas.openxmlformats.org/drawingml/2006/main">
              <a:ext uri="{FF2B5EF4-FFF2-40B4-BE49-F238E27FC236}">
                <a16:creationId xmlns:a16="http://schemas.microsoft.com/office/drawing/2014/main" id="{4AFA3094-FB9A-4E80-966B-057ED09CC3D2}"/>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university1652_satellite_to_drone/seed-1/y-label-0">
            <a:extLst xmlns:a="http://schemas.openxmlformats.org/drawingml/2006/main">
              <a:ext uri="{FF2B5EF4-FFF2-40B4-BE49-F238E27FC236}">
                <a16:creationId xmlns:a16="http://schemas.microsoft.com/office/drawing/2014/main" id="{D9BB6864-B455-4B16-B462-0C88D4942E8A}"/>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university1652_satellite_to_drone/seed-1/x-tick-0">
            <a:extLst xmlns:a="http://schemas.openxmlformats.org/drawingml/2006/main">
              <a:ext uri="{FF2B5EF4-FFF2-40B4-BE49-F238E27FC236}">
                <a16:creationId xmlns:a16="http://schemas.microsoft.com/office/drawing/2014/main" id="{C5FA3EFF-F5E1-421F-9B20-BECC5118EA23}"/>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university1652_satellite_to_drone/seed-1/x-label-0">
            <a:extLst xmlns:a="http://schemas.openxmlformats.org/drawingml/2006/main">
              <a:ext uri="{FF2B5EF4-FFF2-40B4-BE49-F238E27FC236}">
                <a16:creationId xmlns:a16="http://schemas.microsoft.com/office/drawing/2014/main" id="{6A5B6B38-704D-4AB0-A3FA-AFB5B93F3E98}"/>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university1652_satellite_to_drone/seed-1/y-grid-25">
            <a:extLst xmlns:a="http://schemas.openxmlformats.org/drawingml/2006/main">
              <a:ext uri="{FF2B5EF4-FFF2-40B4-BE49-F238E27FC236}">
                <a16:creationId xmlns:a16="http://schemas.microsoft.com/office/drawing/2014/main" id="{FB19CE69-6051-4023-8FF4-26D234015988}"/>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university1652_satellite_to_drone/seed-1/y-label-25">
            <a:extLst xmlns:a="http://schemas.openxmlformats.org/drawingml/2006/main">
              <a:ext uri="{FF2B5EF4-FFF2-40B4-BE49-F238E27FC236}">
                <a16:creationId xmlns:a16="http://schemas.microsoft.com/office/drawing/2014/main" id="{DB44D76A-37D9-4C98-91F6-6C0255268273}"/>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university1652_satellite_to_drone/seed-1/x-tick-25">
            <a:extLst xmlns:a="http://schemas.openxmlformats.org/drawingml/2006/main">
              <a:ext uri="{FF2B5EF4-FFF2-40B4-BE49-F238E27FC236}">
                <a16:creationId xmlns:a16="http://schemas.microsoft.com/office/drawing/2014/main" id="{B2792F0B-FE89-4FC9-AB68-26906FB47408}"/>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university1652_satellite_to_drone/seed-1/x-label-25">
            <a:extLst xmlns:a="http://schemas.openxmlformats.org/drawingml/2006/main">
              <a:ext uri="{FF2B5EF4-FFF2-40B4-BE49-F238E27FC236}">
                <a16:creationId xmlns:a16="http://schemas.microsoft.com/office/drawing/2014/main" id="{F68E5D03-1410-46E5-95D8-F082CA7B5D91}"/>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university1652_satellite_to_drone/seed-1/y-grid-50">
            <a:extLst xmlns:a="http://schemas.openxmlformats.org/drawingml/2006/main">
              <a:ext uri="{FF2B5EF4-FFF2-40B4-BE49-F238E27FC236}">
                <a16:creationId xmlns:a16="http://schemas.microsoft.com/office/drawing/2014/main" id="{37573E2B-4FD1-487E-93BD-9D0B7B9117C0}"/>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university1652_satellite_to_drone/seed-1/y-label-50">
            <a:extLst xmlns:a="http://schemas.openxmlformats.org/drawingml/2006/main">
              <a:ext uri="{FF2B5EF4-FFF2-40B4-BE49-F238E27FC236}">
                <a16:creationId xmlns:a16="http://schemas.microsoft.com/office/drawing/2014/main" id="{7FB697CC-5E11-45EB-AFBE-11E6CA5C5F5E}"/>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university1652_satellite_to_drone/seed-1/x-tick-50">
            <a:extLst xmlns:a="http://schemas.openxmlformats.org/drawingml/2006/main">
              <a:ext uri="{FF2B5EF4-FFF2-40B4-BE49-F238E27FC236}">
                <a16:creationId xmlns:a16="http://schemas.microsoft.com/office/drawing/2014/main" id="{D02DC713-91B2-43D7-9F2F-3EEE7A9EBEB5}"/>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university1652_satellite_to_drone/seed-1/x-label-50">
            <a:extLst xmlns:a="http://schemas.openxmlformats.org/drawingml/2006/main">
              <a:ext uri="{FF2B5EF4-FFF2-40B4-BE49-F238E27FC236}">
                <a16:creationId xmlns:a16="http://schemas.microsoft.com/office/drawing/2014/main" id="{5AB7C12C-7487-469B-8C2A-B76BBB36D4DE}"/>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university1652_satellite_to_drone/seed-1/y-grid-75">
            <a:extLst xmlns:a="http://schemas.openxmlformats.org/drawingml/2006/main">
              <a:ext uri="{FF2B5EF4-FFF2-40B4-BE49-F238E27FC236}">
                <a16:creationId xmlns:a16="http://schemas.microsoft.com/office/drawing/2014/main" id="{97723570-6F4B-4C7D-94B2-CF151CCCA7DF}"/>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university1652_satellite_to_drone/seed-1/y-label-75">
            <a:extLst xmlns:a="http://schemas.openxmlformats.org/drawingml/2006/main">
              <a:ext uri="{FF2B5EF4-FFF2-40B4-BE49-F238E27FC236}">
                <a16:creationId xmlns:a16="http://schemas.microsoft.com/office/drawing/2014/main" id="{C3416EF6-6967-439E-A85B-0775D90CD741}"/>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university1652_satellite_to_drone/seed-1/x-tick-75">
            <a:extLst xmlns:a="http://schemas.openxmlformats.org/drawingml/2006/main">
              <a:ext uri="{FF2B5EF4-FFF2-40B4-BE49-F238E27FC236}">
                <a16:creationId xmlns:a16="http://schemas.microsoft.com/office/drawing/2014/main" id="{ED372536-399B-4226-BC7B-DDD9A8B83F65}"/>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university1652_satellite_to_drone/seed-1/x-label-75">
            <a:extLst xmlns:a="http://schemas.openxmlformats.org/drawingml/2006/main">
              <a:ext uri="{FF2B5EF4-FFF2-40B4-BE49-F238E27FC236}">
                <a16:creationId xmlns:a16="http://schemas.microsoft.com/office/drawing/2014/main" id="{BBAF00FD-8389-4C5B-9EC6-9494914B62EF}"/>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university1652_satellite_to_drone/seed-1/y-grid-100">
            <a:extLst xmlns:a="http://schemas.openxmlformats.org/drawingml/2006/main">
              <a:ext uri="{FF2B5EF4-FFF2-40B4-BE49-F238E27FC236}">
                <a16:creationId xmlns:a16="http://schemas.microsoft.com/office/drawing/2014/main" id="{FDD10409-FB60-4E61-AA3B-59B93A3EB2C5}"/>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university1652_satellite_to_drone/seed-1/y-label-100">
            <a:extLst xmlns:a="http://schemas.openxmlformats.org/drawingml/2006/main">
              <a:ext uri="{FF2B5EF4-FFF2-40B4-BE49-F238E27FC236}">
                <a16:creationId xmlns:a16="http://schemas.microsoft.com/office/drawing/2014/main" id="{EB4CB2D7-8241-46F3-9B1C-96E79BEE3F2D}"/>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university1652_satellite_to_drone/seed-1/x-tick-100">
            <a:extLst xmlns:a="http://schemas.openxmlformats.org/drawingml/2006/main">
              <a:ext uri="{FF2B5EF4-FFF2-40B4-BE49-F238E27FC236}">
                <a16:creationId xmlns:a16="http://schemas.microsoft.com/office/drawing/2014/main" id="{A262318D-396B-4816-8F83-B1032CD6D778}"/>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university1652_satellite_to_drone/seed-1/x-label-100">
            <a:extLst xmlns:a="http://schemas.openxmlformats.org/drawingml/2006/main">
              <a:ext uri="{FF2B5EF4-FFF2-40B4-BE49-F238E27FC236}">
                <a16:creationId xmlns:a16="http://schemas.microsoft.com/office/drawing/2014/main" id="{BADF3CC4-B335-435F-966F-0AAAD036B8D7}"/>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university1652_satellite_to_drone/seed-1/y-axis">
            <a:extLst xmlns:a="http://schemas.openxmlformats.org/drawingml/2006/main">
              <a:ext uri="{FF2B5EF4-FFF2-40B4-BE49-F238E27FC236}">
                <a16:creationId xmlns:a16="http://schemas.microsoft.com/office/drawing/2014/main" id="{6873C0DC-1E28-49E1-B775-30468AB65E8C}"/>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university1652_satellite_to_drone/seed-1/x-axis">
            <a:extLst xmlns:a="http://schemas.openxmlformats.org/drawingml/2006/main">
              <a:ext uri="{FF2B5EF4-FFF2-40B4-BE49-F238E27FC236}">
                <a16:creationId xmlns:a16="http://schemas.microsoft.com/office/drawing/2014/main" id="{E834EA4C-CC8C-4598-8B2A-0A826BB6F33F}"/>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university1652_satellite_to_drone/university1652_satellite_to_drone/seed-1/visual/segment-1-2">
            <a:extLst xmlns:a="http://schemas.openxmlformats.org/drawingml/2006/main">
              <a:ext uri="{FF2B5EF4-FFF2-40B4-BE49-F238E27FC236}">
                <a16:creationId xmlns:a16="http://schemas.microsoft.com/office/drawing/2014/main" id="{3EA1BFFA-1F79-4F3D-AFBA-F5ADAD354A05}"/>
              </a:ext>
            </a:extLst>
          </p:cNvPr>
          <p:cNvSpPr>
            <a:spLocks xmlns:a="http://schemas.openxmlformats.org/drawingml/2006/main" noGrp="1"/>
          </p:cNvSpPr>
          <p:nvPr/>
        </p:nvSpPr>
        <p:spPr>
          <a:xfrm xmlns:a="http://schemas.openxmlformats.org/drawingml/2006/main" flipV="0">
            <a:off x="695474" y="2230370"/>
            <a:ext cx="159792" cy="8039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university1652_satellite_to_drone/university1652_satellite_to_drone/seed-1/visual/segment-2-3">
            <a:extLst xmlns:a="http://schemas.openxmlformats.org/drawingml/2006/main">
              <a:ext uri="{FF2B5EF4-FFF2-40B4-BE49-F238E27FC236}">
                <a16:creationId xmlns:a16="http://schemas.microsoft.com/office/drawing/2014/main" id="{49F7C1F8-327E-4DFC-89D3-2C11B6CC065A}"/>
              </a:ext>
            </a:extLst>
          </p:cNvPr>
          <p:cNvSpPr>
            <a:spLocks xmlns:a="http://schemas.openxmlformats.org/drawingml/2006/main" noGrp="1"/>
          </p:cNvSpPr>
          <p:nvPr/>
        </p:nvSpPr>
        <p:spPr>
          <a:xfrm xmlns:a="http://schemas.openxmlformats.org/drawingml/2006/main" flipV="1">
            <a:off x="855266" y="2305080"/>
            <a:ext cx="159792" cy="568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university1652_satellite_to_drone/university1652_satellite_to_drone/seed-1/visual/segment-3-4">
            <a:extLst xmlns:a="http://schemas.openxmlformats.org/drawingml/2006/main">
              <a:ext uri="{FF2B5EF4-FFF2-40B4-BE49-F238E27FC236}">
                <a16:creationId xmlns:a16="http://schemas.microsoft.com/office/drawing/2014/main" id="{40191A2B-FD03-4070-8B49-192DCD288F57}"/>
              </a:ext>
            </a:extLst>
          </p:cNvPr>
          <p:cNvSpPr>
            <a:spLocks xmlns:a="http://schemas.openxmlformats.org/drawingml/2006/main" noGrp="1"/>
          </p:cNvSpPr>
          <p:nvPr/>
        </p:nvSpPr>
        <p:spPr>
          <a:xfrm xmlns:a="http://schemas.openxmlformats.org/drawingml/2006/main" flipV="1">
            <a:off x="1015058" y="2234612"/>
            <a:ext cx="159792" cy="7046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university1652_satellite_to_drone/university1652_satellite_to_drone/seed-1/visual/segment-4-5">
            <a:extLst xmlns:a="http://schemas.openxmlformats.org/drawingml/2006/main">
              <a:ext uri="{FF2B5EF4-FFF2-40B4-BE49-F238E27FC236}">
                <a16:creationId xmlns:a16="http://schemas.microsoft.com/office/drawing/2014/main" id="{1E01A395-15E0-47A9-99DB-C8C54BFC70EB}"/>
              </a:ext>
            </a:extLst>
          </p:cNvPr>
          <p:cNvSpPr>
            <a:spLocks xmlns:a="http://schemas.openxmlformats.org/drawingml/2006/main" noGrp="1"/>
          </p:cNvSpPr>
          <p:nvPr/>
        </p:nvSpPr>
        <p:spPr>
          <a:xfrm xmlns:a="http://schemas.openxmlformats.org/drawingml/2006/main" flipV="0">
            <a:off x="1174850" y="2234612"/>
            <a:ext cx="159792" cy="192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university1652_satellite_to_drone/university1652_satellite_to_drone/seed-1/visual/segment-5-6">
            <a:extLst xmlns:a="http://schemas.openxmlformats.org/drawingml/2006/main">
              <a:ext uri="{FF2B5EF4-FFF2-40B4-BE49-F238E27FC236}">
                <a16:creationId xmlns:a16="http://schemas.microsoft.com/office/drawing/2014/main" id="{637A2862-9919-4B50-AF27-FC74DA96AA89}"/>
              </a:ext>
            </a:extLst>
          </p:cNvPr>
          <p:cNvSpPr>
            <a:spLocks xmlns:a="http://schemas.openxmlformats.org/drawingml/2006/main" noGrp="1"/>
          </p:cNvSpPr>
          <p:nvPr/>
        </p:nvSpPr>
        <p:spPr>
          <a:xfrm xmlns:a="http://schemas.openxmlformats.org/drawingml/2006/main" flipV="0">
            <a:off x="1334641" y="2236539"/>
            <a:ext cx="159792" cy="949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university1652_satellite_to_drone/university1652_satellite_to_drone/seed-1/visual/segment-6-7">
            <a:extLst xmlns:a="http://schemas.openxmlformats.org/drawingml/2006/main">
              <a:ext uri="{FF2B5EF4-FFF2-40B4-BE49-F238E27FC236}">
                <a16:creationId xmlns:a16="http://schemas.microsoft.com/office/drawing/2014/main" id="{233DB97A-EA84-4B9C-B463-BA48B1FBC411}"/>
              </a:ext>
            </a:extLst>
          </p:cNvPr>
          <p:cNvSpPr>
            <a:spLocks xmlns:a="http://schemas.openxmlformats.org/drawingml/2006/main" noGrp="1"/>
          </p:cNvSpPr>
          <p:nvPr/>
        </p:nvSpPr>
        <p:spPr>
          <a:xfrm xmlns:a="http://schemas.openxmlformats.org/drawingml/2006/main" flipV="0">
            <a:off x="1494433" y="2246030"/>
            <a:ext cx="159792" cy="2437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university1652_satellite_to_drone/university1652_satellite_to_drone/seed-1/visual/segment-7-8">
            <a:extLst xmlns:a="http://schemas.openxmlformats.org/drawingml/2006/main">
              <a:ext uri="{FF2B5EF4-FFF2-40B4-BE49-F238E27FC236}">
                <a16:creationId xmlns:a16="http://schemas.microsoft.com/office/drawing/2014/main" id="{9DD2801B-7D8E-4686-B0BF-418F8EEC3321}"/>
              </a:ext>
            </a:extLst>
          </p:cNvPr>
          <p:cNvSpPr>
            <a:spLocks xmlns:a="http://schemas.openxmlformats.org/drawingml/2006/main" noGrp="1"/>
          </p:cNvSpPr>
          <p:nvPr/>
        </p:nvSpPr>
        <p:spPr>
          <a:xfrm xmlns:a="http://schemas.openxmlformats.org/drawingml/2006/main" flipV="1">
            <a:off x="1654225" y="2254827"/>
            <a:ext cx="159792" cy="1557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university1652_satellite_to_drone/university1652_satellite_to_drone/seed-1/visual/segment-8-9">
            <a:extLst xmlns:a="http://schemas.openxmlformats.org/drawingml/2006/main">
              <a:ext uri="{FF2B5EF4-FFF2-40B4-BE49-F238E27FC236}">
                <a16:creationId xmlns:a16="http://schemas.microsoft.com/office/drawing/2014/main" id="{69639837-BE13-423D-A845-2F73CE0885C7}"/>
              </a:ext>
            </a:extLst>
          </p:cNvPr>
          <p:cNvSpPr>
            <a:spLocks xmlns:a="http://schemas.openxmlformats.org/drawingml/2006/main" noGrp="1"/>
          </p:cNvSpPr>
          <p:nvPr/>
        </p:nvSpPr>
        <p:spPr>
          <a:xfrm xmlns:a="http://schemas.openxmlformats.org/drawingml/2006/main" flipV="1">
            <a:off x="1814017" y="2245445"/>
            <a:ext cx="159792" cy="938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university1652_satellite_to_drone/university1652_satellite_to_drone/seed-1/visual/segment-9-10">
            <a:extLst xmlns:a="http://schemas.openxmlformats.org/drawingml/2006/main">
              <a:ext uri="{FF2B5EF4-FFF2-40B4-BE49-F238E27FC236}">
                <a16:creationId xmlns:a16="http://schemas.microsoft.com/office/drawing/2014/main" id="{105FE229-CD56-401D-BEF5-00A713E4E875}"/>
              </a:ext>
            </a:extLst>
          </p:cNvPr>
          <p:cNvSpPr>
            <a:spLocks xmlns:a="http://schemas.openxmlformats.org/drawingml/2006/main" noGrp="1"/>
          </p:cNvSpPr>
          <p:nvPr/>
        </p:nvSpPr>
        <p:spPr>
          <a:xfrm xmlns:a="http://schemas.openxmlformats.org/drawingml/2006/main" flipV="1">
            <a:off x="1973808" y="2233008"/>
            <a:ext cx="159792" cy="1243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university1652_satellite_to_drone/university1652_satellite_to_drone/seed-1/visual/point-1">
            <a:extLst xmlns:a="http://schemas.openxmlformats.org/drawingml/2006/main">
              <a:ext uri="{FF2B5EF4-FFF2-40B4-BE49-F238E27FC236}">
                <a16:creationId xmlns:a16="http://schemas.microsoft.com/office/drawing/2014/main" id="{64D07263-19A1-401B-B706-A89A38CFD505}"/>
              </a:ext>
            </a:extLst>
          </p:cNvPr>
          <p:cNvSpPr>
            <a:spLocks xmlns:a="http://schemas.openxmlformats.org/drawingml/2006/main" noGrp="1"/>
          </p:cNvSpPr>
          <p:nvPr/>
        </p:nvSpPr>
        <p:spPr>
          <a:xfrm xmlns:a="http://schemas.openxmlformats.org/drawingml/2006/main">
            <a:off x="671979" y="220687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university1652_satellite_to_drone/university1652_satellite_to_drone/seed-1/visual/point-2">
            <a:extLst xmlns:a="http://schemas.openxmlformats.org/drawingml/2006/main">
              <a:ext uri="{FF2B5EF4-FFF2-40B4-BE49-F238E27FC236}">
                <a16:creationId xmlns:a16="http://schemas.microsoft.com/office/drawing/2014/main" id="{BB8577F6-F19A-4A1A-A4E3-1709759A1A24}"/>
              </a:ext>
            </a:extLst>
          </p:cNvPr>
          <p:cNvSpPr>
            <a:spLocks xmlns:a="http://schemas.openxmlformats.org/drawingml/2006/main" noGrp="1"/>
          </p:cNvSpPr>
          <p:nvPr/>
        </p:nvSpPr>
        <p:spPr>
          <a:xfrm xmlns:a="http://schemas.openxmlformats.org/drawingml/2006/main">
            <a:off x="831771" y="228727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university1652_satellite_to_drone/university1652_satellite_to_drone/seed-1/visual/point-3">
            <a:extLst xmlns:a="http://schemas.openxmlformats.org/drawingml/2006/main">
              <a:ext uri="{FF2B5EF4-FFF2-40B4-BE49-F238E27FC236}">
                <a16:creationId xmlns:a16="http://schemas.microsoft.com/office/drawing/2014/main" id="{B49C95AC-E779-4216-A152-88259EBD2B47}"/>
              </a:ext>
            </a:extLst>
          </p:cNvPr>
          <p:cNvSpPr>
            <a:spLocks xmlns:a="http://schemas.openxmlformats.org/drawingml/2006/main" noGrp="1"/>
          </p:cNvSpPr>
          <p:nvPr/>
        </p:nvSpPr>
        <p:spPr>
          <a:xfrm xmlns:a="http://schemas.openxmlformats.org/drawingml/2006/main">
            <a:off x="991563" y="228158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university1652_satellite_to_drone/university1652_satellite_to_drone/seed-1/visual/point-4">
            <a:extLst xmlns:a="http://schemas.openxmlformats.org/drawingml/2006/main">
              <a:ext uri="{FF2B5EF4-FFF2-40B4-BE49-F238E27FC236}">
                <a16:creationId xmlns:a16="http://schemas.microsoft.com/office/drawing/2014/main" id="{29F4972F-CAB7-4EFD-B9EB-879800326F85}"/>
              </a:ext>
            </a:extLst>
          </p:cNvPr>
          <p:cNvSpPr>
            <a:spLocks xmlns:a="http://schemas.openxmlformats.org/drawingml/2006/main" noGrp="1"/>
          </p:cNvSpPr>
          <p:nvPr/>
        </p:nvSpPr>
        <p:spPr>
          <a:xfrm xmlns:a="http://schemas.openxmlformats.org/drawingml/2006/main">
            <a:off x="1151355" y="221111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university1652_satellite_to_drone/university1652_satellite_to_drone/seed-1/visual/point-5">
            <a:extLst xmlns:a="http://schemas.openxmlformats.org/drawingml/2006/main">
              <a:ext uri="{FF2B5EF4-FFF2-40B4-BE49-F238E27FC236}">
                <a16:creationId xmlns:a16="http://schemas.microsoft.com/office/drawing/2014/main" id="{568A4B2D-4C18-4694-A756-551B3B5406B8}"/>
              </a:ext>
            </a:extLst>
          </p:cNvPr>
          <p:cNvSpPr>
            <a:spLocks xmlns:a="http://schemas.openxmlformats.org/drawingml/2006/main" noGrp="1"/>
          </p:cNvSpPr>
          <p:nvPr/>
        </p:nvSpPr>
        <p:spPr>
          <a:xfrm xmlns:a="http://schemas.openxmlformats.org/drawingml/2006/main">
            <a:off x="1311146" y="221304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university1652_satellite_to_drone/university1652_satellite_to_drone/seed-1/visual/point-6">
            <a:extLst xmlns:a="http://schemas.openxmlformats.org/drawingml/2006/main">
              <a:ext uri="{FF2B5EF4-FFF2-40B4-BE49-F238E27FC236}">
                <a16:creationId xmlns:a16="http://schemas.microsoft.com/office/drawing/2014/main" id="{F2ED6BB4-BFF3-4F8B-8BC6-1B7B86153311}"/>
              </a:ext>
            </a:extLst>
          </p:cNvPr>
          <p:cNvSpPr>
            <a:spLocks xmlns:a="http://schemas.openxmlformats.org/drawingml/2006/main" noGrp="1"/>
          </p:cNvSpPr>
          <p:nvPr/>
        </p:nvSpPr>
        <p:spPr>
          <a:xfrm xmlns:a="http://schemas.openxmlformats.org/drawingml/2006/main">
            <a:off x="1470938" y="222253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university1652_satellite_to_drone/university1652_satellite_to_drone/seed-1/visual/point-7">
            <a:extLst xmlns:a="http://schemas.openxmlformats.org/drawingml/2006/main">
              <a:ext uri="{FF2B5EF4-FFF2-40B4-BE49-F238E27FC236}">
                <a16:creationId xmlns:a16="http://schemas.microsoft.com/office/drawing/2014/main" id="{E779B6CE-808C-4BC2-956F-0C304371D686}"/>
              </a:ext>
            </a:extLst>
          </p:cNvPr>
          <p:cNvSpPr>
            <a:spLocks xmlns:a="http://schemas.openxmlformats.org/drawingml/2006/main" noGrp="1"/>
          </p:cNvSpPr>
          <p:nvPr/>
        </p:nvSpPr>
        <p:spPr>
          <a:xfrm xmlns:a="http://schemas.openxmlformats.org/drawingml/2006/main">
            <a:off x="1630730" y="224690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university1652_satellite_to_drone/university1652_satellite_to_drone/seed-1/visual/point-8">
            <a:extLst xmlns:a="http://schemas.openxmlformats.org/drawingml/2006/main">
              <a:ext uri="{FF2B5EF4-FFF2-40B4-BE49-F238E27FC236}">
                <a16:creationId xmlns:a16="http://schemas.microsoft.com/office/drawing/2014/main" id="{2D368856-03AD-4922-9381-F302E62B9AFE}"/>
              </a:ext>
            </a:extLst>
          </p:cNvPr>
          <p:cNvSpPr>
            <a:spLocks xmlns:a="http://schemas.openxmlformats.org/drawingml/2006/main" noGrp="1"/>
          </p:cNvSpPr>
          <p:nvPr/>
        </p:nvSpPr>
        <p:spPr>
          <a:xfrm xmlns:a="http://schemas.openxmlformats.org/drawingml/2006/main">
            <a:off x="1790522" y="223133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university1652_satellite_to_drone/university1652_satellite_to_drone/seed-1/visual/point-9">
            <a:extLst xmlns:a="http://schemas.openxmlformats.org/drawingml/2006/main">
              <a:ext uri="{FF2B5EF4-FFF2-40B4-BE49-F238E27FC236}">
                <a16:creationId xmlns:a16="http://schemas.microsoft.com/office/drawing/2014/main" id="{D0A5F34F-F3D3-4BCD-AC88-B78FBFDD5BF8}"/>
              </a:ext>
            </a:extLst>
          </p:cNvPr>
          <p:cNvSpPr>
            <a:spLocks xmlns:a="http://schemas.openxmlformats.org/drawingml/2006/main" noGrp="1"/>
          </p:cNvSpPr>
          <p:nvPr/>
        </p:nvSpPr>
        <p:spPr>
          <a:xfrm xmlns:a="http://schemas.openxmlformats.org/drawingml/2006/main">
            <a:off x="1950313" y="222195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university1652_satellite_to_drone/university1652_satellite_to_drone/seed-1/visual/point-10">
            <a:extLst xmlns:a="http://schemas.openxmlformats.org/drawingml/2006/main">
              <a:ext uri="{FF2B5EF4-FFF2-40B4-BE49-F238E27FC236}">
                <a16:creationId xmlns:a16="http://schemas.microsoft.com/office/drawing/2014/main" id="{FEA41A4A-D48A-4547-9442-DF079B67EB00}"/>
              </a:ext>
            </a:extLst>
          </p:cNvPr>
          <p:cNvSpPr>
            <a:spLocks xmlns:a="http://schemas.openxmlformats.org/drawingml/2006/main" noGrp="1"/>
          </p:cNvSpPr>
          <p:nvPr/>
        </p:nvSpPr>
        <p:spPr>
          <a:xfrm xmlns:a="http://schemas.openxmlformats.org/drawingml/2006/main">
            <a:off x="2110105" y="220951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university1652_satellite_to_drone/seed-1/visual/AURC">
            <a:extLst xmlns:a="http://schemas.openxmlformats.org/drawingml/2006/main">
              <a:ext uri="{FF2B5EF4-FFF2-40B4-BE49-F238E27FC236}">
                <a16:creationId xmlns:a16="http://schemas.microsoft.com/office/drawing/2014/main" id="{A2117ED0-5AE1-4180-AB30-D8B3A56949C7}"/>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0.4210</a:t>
            </a:r>
          </a:p>
        </p:txBody>
      </p:sp>
      <p:sp>
        <p:nvSpPr>
          <p:cNvPr id="51" name="university1652_satellite_to_drone/university1652_satellite_to_drone/seed-1/full/segment-1-2">
            <a:extLst xmlns:a="http://schemas.openxmlformats.org/drawingml/2006/main">
              <a:ext uri="{FF2B5EF4-FFF2-40B4-BE49-F238E27FC236}">
                <a16:creationId xmlns:a16="http://schemas.microsoft.com/office/drawing/2014/main" id="{98D6DA3B-72A7-4FAE-AE0B-663BB966A859}"/>
              </a:ext>
            </a:extLst>
          </p:cNvPr>
          <p:cNvSpPr>
            <a:spLocks xmlns:a="http://schemas.openxmlformats.org/drawingml/2006/main" noGrp="1"/>
          </p:cNvSpPr>
          <p:nvPr/>
        </p:nvSpPr>
        <p:spPr>
          <a:xfrm xmlns:a="http://schemas.openxmlformats.org/drawingml/2006/main" flipV="1">
            <a:off x="695474" y="1980029"/>
            <a:ext cx="159792" cy="707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university1652_satellite_to_drone/university1652_satellite_to_drone/seed-1/full/segment-2-3">
            <a:extLst xmlns:a="http://schemas.openxmlformats.org/drawingml/2006/main">
              <a:ext uri="{FF2B5EF4-FFF2-40B4-BE49-F238E27FC236}">
                <a16:creationId xmlns:a16="http://schemas.microsoft.com/office/drawing/2014/main" id="{D232E4E0-A33A-45B1-8BB3-DB97FACDEA53}"/>
              </a:ext>
            </a:extLst>
          </p:cNvPr>
          <p:cNvSpPr>
            <a:spLocks xmlns:a="http://schemas.openxmlformats.org/drawingml/2006/main" noGrp="1"/>
          </p:cNvSpPr>
          <p:nvPr/>
        </p:nvSpPr>
        <p:spPr>
          <a:xfrm xmlns:a="http://schemas.openxmlformats.org/drawingml/2006/main" flipV="0">
            <a:off x="855266" y="1980029"/>
            <a:ext cx="159792" cy="3854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university1652_satellite_to_drone/university1652_satellite_to_drone/seed-1/full/segment-3-4">
            <a:extLst xmlns:a="http://schemas.openxmlformats.org/drawingml/2006/main">
              <a:ext uri="{FF2B5EF4-FFF2-40B4-BE49-F238E27FC236}">
                <a16:creationId xmlns:a16="http://schemas.microsoft.com/office/drawing/2014/main" id="{E93ED08A-DE60-449B-A879-124312733C6E}"/>
              </a:ext>
            </a:extLst>
          </p:cNvPr>
          <p:cNvSpPr>
            <a:spLocks xmlns:a="http://schemas.openxmlformats.org/drawingml/2006/main" noGrp="1"/>
          </p:cNvSpPr>
          <p:nvPr/>
        </p:nvSpPr>
        <p:spPr>
          <a:xfrm xmlns:a="http://schemas.openxmlformats.org/drawingml/2006/main" flipV="1">
            <a:off x="1015058" y="2007188"/>
            <a:ext cx="159792" cy="1139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university1652_satellite_to_drone/university1652_satellite_to_drone/seed-1/full/segment-4-5">
            <a:extLst xmlns:a="http://schemas.openxmlformats.org/drawingml/2006/main">
              <a:ext uri="{FF2B5EF4-FFF2-40B4-BE49-F238E27FC236}">
                <a16:creationId xmlns:a16="http://schemas.microsoft.com/office/drawing/2014/main" id="{5C02EB24-2A7D-4B4A-9FA5-EE907542A695}"/>
              </a:ext>
            </a:extLst>
          </p:cNvPr>
          <p:cNvSpPr>
            <a:spLocks xmlns:a="http://schemas.openxmlformats.org/drawingml/2006/main" noGrp="1"/>
          </p:cNvSpPr>
          <p:nvPr/>
        </p:nvSpPr>
        <p:spPr>
          <a:xfrm xmlns:a="http://schemas.openxmlformats.org/drawingml/2006/main" flipV="1">
            <a:off x="1174850" y="1990499"/>
            <a:ext cx="159792" cy="1668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university1652_satellite_to_drone/university1652_satellite_to_drone/seed-1/full/segment-5-6">
            <a:extLst xmlns:a="http://schemas.openxmlformats.org/drawingml/2006/main">
              <a:ext uri="{FF2B5EF4-FFF2-40B4-BE49-F238E27FC236}">
                <a16:creationId xmlns:a16="http://schemas.microsoft.com/office/drawing/2014/main" id="{D0CABBB4-E34D-4615-B471-350677A31B6F}"/>
              </a:ext>
            </a:extLst>
          </p:cNvPr>
          <p:cNvSpPr>
            <a:spLocks xmlns:a="http://schemas.openxmlformats.org/drawingml/2006/main" noGrp="1"/>
          </p:cNvSpPr>
          <p:nvPr/>
        </p:nvSpPr>
        <p:spPr>
          <a:xfrm xmlns:a="http://schemas.openxmlformats.org/drawingml/2006/main" flipV="1">
            <a:off x="1334641" y="1987565"/>
            <a:ext cx="159792" cy="293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university1652_satellite_to_drone/university1652_satellite_to_drone/seed-1/full/segment-6-7">
            <a:extLst xmlns:a="http://schemas.openxmlformats.org/drawingml/2006/main">
              <a:ext uri="{FF2B5EF4-FFF2-40B4-BE49-F238E27FC236}">
                <a16:creationId xmlns:a16="http://schemas.microsoft.com/office/drawing/2014/main" id="{E9BF8D56-4995-4496-97E5-C7EAC9342AE1}"/>
              </a:ext>
            </a:extLst>
          </p:cNvPr>
          <p:cNvSpPr>
            <a:spLocks xmlns:a="http://schemas.openxmlformats.org/drawingml/2006/main" noGrp="1"/>
          </p:cNvSpPr>
          <p:nvPr/>
        </p:nvSpPr>
        <p:spPr>
          <a:xfrm xmlns:a="http://schemas.openxmlformats.org/drawingml/2006/main" flipV="0">
            <a:off x="1494433" y="1987565"/>
            <a:ext cx="159792" cy="2604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university1652_satellite_to_drone/university1652_satellite_to_drone/seed-1/full/segment-7-8">
            <a:extLst xmlns:a="http://schemas.openxmlformats.org/drawingml/2006/main">
              <a:ext uri="{FF2B5EF4-FFF2-40B4-BE49-F238E27FC236}">
                <a16:creationId xmlns:a16="http://schemas.microsoft.com/office/drawing/2014/main" id="{03E35002-C514-4B62-A494-20EE5D5FD571}"/>
              </a:ext>
            </a:extLst>
          </p:cNvPr>
          <p:cNvSpPr>
            <a:spLocks xmlns:a="http://schemas.openxmlformats.org/drawingml/2006/main" noGrp="1"/>
          </p:cNvSpPr>
          <p:nvPr/>
        </p:nvSpPr>
        <p:spPr>
          <a:xfrm xmlns:a="http://schemas.openxmlformats.org/drawingml/2006/main" flipV="0">
            <a:off x="1654225" y="2013610"/>
            <a:ext cx="159792" cy="1338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university1652_satellite_to_drone/university1652_satellite_to_drone/seed-1/full/segment-8-9">
            <a:extLst xmlns:a="http://schemas.openxmlformats.org/drawingml/2006/main">
              <a:ext uri="{FF2B5EF4-FFF2-40B4-BE49-F238E27FC236}">
                <a16:creationId xmlns:a16="http://schemas.microsoft.com/office/drawing/2014/main" id="{37F37317-84D7-4059-B285-93D53868257E}"/>
              </a:ext>
            </a:extLst>
          </p:cNvPr>
          <p:cNvSpPr>
            <a:spLocks xmlns:a="http://schemas.openxmlformats.org/drawingml/2006/main" noGrp="1"/>
          </p:cNvSpPr>
          <p:nvPr/>
        </p:nvSpPr>
        <p:spPr>
          <a:xfrm xmlns:a="http://schemas.openxmlformats.org/drawingml/2006/main" flipV="0">
            <a:off x="1814017" y="2026997"/>
            <a:ext cx="159792" cy="1862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university1652_satellite_to_drone/university1652_satellite_to_drone/seed-1/full/segment-9-10">
            <a:extLst xmlns:a="http://schemas.openxmlformats.org/drawingml/2006/main">
              <a:ext uri="{FF2B5EF4-FFF2-40B4-BE49-F238E27FC236}">
                <a16:creationId xmlns:a16="http://schemas.microsoft.com/office/drawing/2014/main" id="{1BA23B28-609C-45DD-8921-61A635F8975E}"/>
              </a:ext>
            </a:extLst>
          </p:cNvPr>
          <p:cNvSpPr>
            <a:spLocks xmlns:a="http://schemas.openxmlformats.org/drawingml/2006/main" noGrp="1"/>
          </p:cNvSpPr>
          <p:nvPr/>
        </p:nvSpPr>
        <p:spPr>
          <a:xfrm xmlns:a="http://schemas.openxmlformats.org/drawingml/2006/main" flipV="0">
            <a:off x="1973808" y="2045626"/>
            <a:ext cx="159792" cy="505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university1652_satellite_to_drone/university1652_satellite_to_drone/seed-1/full/point-1">
            <a:extLst xmlns:a="http://schemas.openxmlformats.org/drawingml/2006/main">
              <a:ext uri="{FF2B5EF4-FFF2-40B4-BE49-F238E27FC236}">
                <a16:creationId xmlns:a16="http://schemas.microsoft.com/office/drawing/2014/main" id="{3F5C985E-6029-4FFC-9AF3-35B3279565B7}"/>
              </a:ext>
            </a:extLst>
          </p:cNvPr>
          <p:cNvSpPr>
            <a:spLocks xmlns:a="http://schemas.openxmlformats.org/drawingml/2006/main" noGrp="1"/>
          </p:cNvSpPr>
          <p:nvPr/>
        </p:nvSpPr>
        <p:spPr>
          <a:xfrm xmlns:a="http://schemas.openxmlformats.org/drawingml/2006/main">
            <a:off x="671979" y="196360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university1652_satellite_to_drone/university1652_satellite_to_drone/seed-1/full/point-2">
            <a:extLst xmlns:a="http://schemas.openxmlformats.org/drawingml/2006/main">
              <a:ext uri="{FF2B5EF4-FFF2-40B4-BE49-F238E27FC236}">
                <a16:creationId xmlns:a16="http://schemas.microsoft.com/office/drawing/2014/main" id="{3B0DBAA9-9A15-42B1-B950-B5A93175C2C9}"/>
              </a:ext>
            </a:extLst>
          </p:cNvPr>
          <p:cNvSpPr>
            <a:spLocks xmlns:a="http://schemas.openxmlformats.org/drawingml/2006/main" noGrp="1"/>
          </p:cNvSpPr>
          <p:nvPr/>
        </p:nvSpPr>
        <p:spPr>
          <a:xfrm xmlns:a="http://schemas.openxmlformats.org/drawingml/2006/main">
            <a:off x="831771" y="195653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university1652_satellite_to_drone/university1652_satellite_to_drone/seed-1/full/point-3">
            <a:extLst xmlns:a="http://schemas.openxmlformats.org/drawingml/2006/main">
              <a:ext uri="{FF2B5EF4-FFF2-40B4-BE49-F238E27FC236}">
                <a16:creationId xmlns:a16="http://schemas.microsoft.com/office/drawing/2014/main" id="{BD59FCA6-939D-4038-82F6-6B7A60F6619C}"/>
              </a:ext>
            </a:extLst>
          </p:cNvPr>
          <p:cNvSpPr>
            <a:spLocks xmlns:a="http://schemas.openxmlformats.org/drawingml/2006/main" noGrp="1"/>
          </p:cNvSpPr>
          <p:nvPr/>
        </p:nvSpPr>
        <p:spPr>
          <a:xfrm xmlns:a="http://schemas.openxmlformats.org/drawingml/2006/main">
            <a:off x="991563" y="199508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university1652_satellite_to_drone/university1652_satellite_to_drone/seed-1/full/point-4">
            <a:extLst xmlns:a="http://schemas.openxmlformats.org/drawingml/2006/main">
              <a:ext uri="{FF2B5EF4-FFF2-40B4-BE49-F238E27FC236}">
                <a16:creationId xmlns:a16="http://schemas.microsoft.com/office/drawing/2014/main" id="{54C4F6CD-E745-4DD5-9AF2-59A86FAD9136}"/>
              </a:ext>
            </a:extLst>
          </p:cNvPr>
          <p:cNvSpPr>
            <a:spLocks xmlns:a="http://schemas.openxmlformats.org/drawingml/2006/main" noGrp="1"/>
          </p:cNvSpPr>
          <p:nvPr/>
        </p:nvSpPr>
        <p:spPr>
          <a:xfrm xmlns:a="http://schemas.openxmlformats.org/drawingml/2006/main">
            <a:off x="1151355" y="198369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university1652_satellite_to_drone/university1652_satellite_to_drone/seed-1/full/point-5">
            <a:extLst xmlns:a="http://schemas.openxmlformats.org/drawingml/2006/main">
              <a:ext uri="{FF2B5EF4-FFF2-40B4-BE49-F238E27FC236}">
                <a16:creationId xmlns:a16="http://schemas.microsoft.com/office/drawing/2014/main" id="{438E9955-DA54-4909-A86A-87CF278FFB9E}"/>
              </a:ext>
            </a:extLst>
          </p:cNvPr>
          <p:cNvSpPr>
            <a:spLocks xmlns:a="http://schemas.openxmlformats.org/drawingml/2006/main" noGrp="1"/>
          </p:cNvSpPr>
          <p:nvPr/>
        </p:nvSpPr>
        <p:spPr>
          <a:xfrm xmlns:a="http://schemas.openxmlformats.org/drawingml/2006/main">
            <a:off x="1311146" y="196700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university1652_satellite_to_drone/university1652_satellite_to_drone/seed-1/full/point-6">
            <a:extLst xmlns:a="http://schemas.openxmlformats.org/drawingml/2006/main">
              <a:ext uri="{FF2B5EF4-FFF2-40B4-BE49-F238E27FC236}">
                <a16:creationId xmlns:a16="http://schemas.microsoft.com/office/drawing/2014/main" id="{2E564C8F-4803-4AD0-B96C-CC0D41031D46}"/>
              </a:ext>
            </a:extLst>
          </p:cNvPr>
          <p:cNvSpPr>
            <a:spLocks xmlns:a="http://schemas.openxmlformats.org/drawingml/2006/main" noGrp="1"/>
          </p:cNvSpPr>
          <p:nvPr/>
        </p:nvSpPr>
        <p:spPr>
          <a:xfrm xmlns:a="http://schemas.openxmlformats.org/drawingml/2006/main">
            <a:off x="1470938" y="196407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university1652_satellite_to_drone/university1652_satellite_to_drone/seed-1/full/point-7">
            <a:extLst xmlns:a="http://schemas.openxmlformats.org/drawingml/2006/main">
              <a:ext uri="{FF2B5EF4-FFF2-40B4-BE49-F238E27FC236}">
                <a16:creationId xmlns:a16="http://schemas.microsoft.com/office/drawing/2014/main" id="{41ED8A19-6ACF-4B1C-947F-DEE7DFC4609A}"/>
              </a:ext>
            </a:extLst>
          </p:cNvPr>
          <p:cNvSpPr>
            <a:spLocks xmlns:a="http://schemas.openxmlformats.org/drawingml/2006/main" noGrp="1"/>
          </p:cNvSpPr>
          <p:nvPr/>
        </p:nvSpPr>
        <p:spPr>
          <a:xfrm xmlns:a="http://schemas.openxmlformats.org/drawingml/2006/main">
            <a:off x="1630730" y="199011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university1652_satellite_to_drone/university1652_satellite_to_drone/seed-1/full/point-8">
            <a:extLst xmlns:a="http://schemas.openxmlformats.org/drawingml/2006/main">
              <a:ext uri="{FF2B5EF4-FFF2-40B4-BE49-F238E27FC236}">
                <a16:creationId xmlns:a16="http://schemas.microsoft.com/office/drawing/2014/main" id="{F26104D3-C1A4-470D-8D1E-5F2E7DB6B7C7}"/>
              </a:ext>
            </a:extLst>
          </p:cNvPr>
          <p:cNvSpPr>
            <a:spLocks xmlns:a="http://schemas.openxmlformats.org/drawingml/2006/main" noGrp="1"/>
          </p:cNvSpPr>
          <p:nvPr/>
        </p:nvSpPr>
        <p:spPr>
          <a:xfrm xmlns:a="http://schemas.openxmlformats.org/drawingml/2006/main">
            <a:off x="1790522" y="200350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university1652_satellite_to_drone/university1652_satellite_to_drone/seed-1/full/point-9">
            <a:extLst xmlns:a="http://schemas.openxmlformats.org/drawingml/2006/main">
              <a:ext uri="{FF2B5EF4-FFF2-40B4-BE49-F238E27FC236}">
                <a16:creationId xmlns:a16="http://schemas.microsoft.com/office/drawing/2014/main" id="{980FA833-6AE3-4CDD-AA3D-D997A8C2A7DD}"/>
              </a:ext>
            </a:extLst>
          </p:cNvPr>
          <p:cNvSpPr>
            <a:spLocks xmlns:a="http://schemas.openxmlformats.org/drawingml/2006/main" noGrp="1"/>
          </p:cNvSpPr>
          <p:nvPr/>
        </p:nvSpPr>
        <p:spPr>
          <a:xfrm xmlns:a="http://schemas.openxmlformats.org/drawingml/2006/main">
            <a:off x="1950313" y="202213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university1652_satellite_to_drone/university1652_satellite_to_drone/seed-1/full/point-10">
            <a:extLst xmlns:a="http://schemas.openxmlformats.org/drawingml/2006/main">
              <a:ext uri="{FF2B5EF4-FFF2-40B4-BE49-F238E27FC236}">
                <a16:creationId xmlns:a16="http://schemas.microsoft.com/office/drawing/2014/main" id="{E918742E-A76A-4581-8104-28AADB1B5EBB}"/>
              </a:ext>
            </a:extLst>
          </p:cNvPr>
          <p:cNvSpPr>
            <a:spLocks xmlns:a="http://schemas.openxmlformats.org/drawingml/2006/main" noGrp="1"/>
          </p:cNvSpPr>
          <p:nvPr/>
        </p:nvSpPr>
        <p:spPr>
          <a:xfrm xmlns:a="http://schemas.openxmlformats.org/drawingml/2006/main">
            <a:off x="2110105" y="202718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university1652_satellite_to_drone/seed-1/full/AURC">
            <a:extLst xmlns:a="http://schemas.openxmlformats.org/drawingml/2006/main">
              <a:ext uri="{FF2B5EF4-FFF2-40B4-BE49-F238E27FC236}">
                <a16:creationId xmlns:a16="http://schemas.microsoft.com/office/drawing/2014/main" id="{84A6D374-6758-4A4E-84D8-2189A1FE41F0}"/>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0.5621</a:t>
            </a:r>
          </a:p>
        </p:txBody>
      </p:sp>
      <p:sp>
        <p:nvSpPr>
          <p:cNvPr id="71" name="university1652_satellite_to_drone/seed-1/AURC-label">
            <a:extLst xmlns:a="http://schemas.openxmlformats.org/drawingml/2006/main">
              <a:ext uri="{FF2B5EF4-FFF2-40B4-BE49-F238E27FC236}">
                <a16:creationId xmlns:a16="http://schemas.microsoft.com/office/drawing/2014/main" id="{5595F676-B77F-4B07-8A64-D40E570C67C5}"/>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university1652_satellite_to_drone/seed-2/heading">
            <a:extLst xmlns:a="http://schemas.openxmlformats.org/drawingml/2006/main">
              <a:ext uri="{FF2B5EF4-FFF2-40B4-BE49-F238E27FC236}">
                <a16:creationId xmlns:a16="http://schemas.microsoft.com/office/drawing/2014/main" id="{9D1EE17D-8538-4AD7-954C-DD5B30976CA1}"/>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university1652_satellite_to_drone/seed-2/y-grid-0">
            <a:extLst xmlns:a="http://schemas.openxmlformats.org/drawingml/2006/main">
              <a:ext uri="{FF2B5EF4-FFF2-40B4-BE49-F238E27FC236}">
                <a16:creationId xmlns:a16="http://schemas.microsoft.com/office/drawing/2014/main" id="{C09EAEEB-2C24-42C8-8F56-F0F947486A25}"/>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university1652_satellite_to_drone/seed-2/y-label-0">
            <a:extLst xmlns:a="http://schemas.openxmlformats.org/drawingml/2006/main">
              <a:ext uri="{FF2B5EF4-FFF2-40B4-BE49-F238E27FC236}">
                <a16:creationId xmlns:a16="http://schemas.microsoft.com/office/drawing/2014/main" id="{C4F16CCA-7DC0-453B-A989-E57A32CC1F96}"/>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university1652_satellite_to_drone/seed-2/x-tick-0">
            <a:extLst xmlns:a="http://schemas.openxmlformats.org/drawingml/2006/main">
              <a:ext uri="{FF2B5EF4-FFF2-40B4-BE49-F238E27FC236}">
                <a16:creationId xmlns:a16="http://schemas.microsoft.com/office/drawing/2014/main" id="{EE35930F-025B-4650-A017-FD5ECE82363F}"/>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university1652_satellite_to_drone/seed-2/x-label-0">
            <a:extLst xmlns:a="http://schemas.openxmlformats.org/drawingml/2006/main">
              <a:ext uri="{FF2B5EF4-FFF2-40B4-BE49-F238E27FC236}">
                <a16:creationId xmlns:a16="http://schemas.microsoft.com/office/drawing/2014/main" id="{8DD92587-08E0-4974-89DD-ED705F462E4F}"/>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university1652_satellite_to_drone/seed-2/y-grid-25">
            <a:extLst xmlns:a="http://schemas.openxmlformats.org/drawingml/2006/main">
              <a:ext uri="{FF2B5EF4-FFF2-40B4-BE49-F238E27FC236}">
                <a16:creationId xmlns:a16="http://schemas.microsoft.com/office/drawing/2014/main" id="{B998B565-D549-4147-831A-4D4E5E985697}"/>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university1652_satellite_to_drone/seed-2/y-label-25">
            <a:extLst xmlns:a="http://schemas.openxmlformats.org/drawingml/2006/main">
              <a:ext uri="{FF2B5EF4-FFF2-40B4-BE49-F238E27FC236}">
                <a16:creationId xmlns:a16="http://schemas.microsoft.com/office/drawing/2014/main" id="{F7FC9200-1D79-4A56-8E2C-BB7509B15979}"/>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university1652_satellite_to_drone/seed-2/x-tick-25">
            <a:extLst xmlns:a="http://schemas.openxmlformats.org/drawingml/2006/main">
              <a:ext uri="{FF2B5EF4-FFF2-40B4-BE49-F238E27FC236}">
                <a16:creationId xmlns:a16="http://schemas.microsoft.com/office/drawing/2014/main" id="{5511D974-874E-4C1B-93CB-54B3CADA8126}"/>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university1652_satellite_to_drone/seed-2/x-label-25">
            <a:extLst xmlns:a="http://schemas.openxmlformats.org/drawingml/2006/main">
              <a:ext uri="{FF2B5EF4-FFF2-40B4-BE49-F238E27FC236}">
                <a16:creationId xmlns:a16="http://schemas.microsoft.com/office/drawing/2014/main" id="{4B41E8DD-9EAC-46A9-92DD-732BB5EE0D48}"/>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university1652_satellite_to_drone/seed-2/y-grid-50">
            <a:extLst xmlns:a="http://schemas.openxmlformats.org/drawingml/2006/main">
              <a:ext uri="{FF2B5EF4-FFF2-40B4-BE49-F238E27FC236}">
                <a16:creationId xmlns:a16="http://schemas.microsoft.com/office/drawing/2014/main" id="{6926BD3D-CAC9-43EC-916F-20EAFD873FFC}"/>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university1652_satellite_to_drone/seed-2/y-label-50">
            <a:extLst xmlns:a="http://schemas.openxmlformats.org/drawingml/2006/main">
              <a:ext uri="{FF2B5EF4-FFF2-40B4-BE49-F238E27FC236}">
                <a16:creationId xmlns:a16="http://schemas.microsoft.com/office/drawing/2014/main" id="{ECE69C3F-B19E-4D8F-AD9C-5CCA5AC4000C}"/>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university1652_satellite_to_drone/seed-2/x-tick-50">
            <a:extLst xmlns:a="http://schemas.openxmlformats.org/drawingml/2006/main">
              <a:ext uri="{FF2B5EF4-FFF2-40B4-BE49-F238E27FC236}">
                <a16:creationId xmlns:a16="http://schemas.microsoft.com/office/drawing/2014/main" id="{1BCA023C-4F39-40ED-8337-0744A8606800}"/>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university1652_satellite_to_drone/seed-2/x-label-50">
            <a:extLst xmlns:a="http://schemas.openxmlformats.org/drawingml/2006/main">
              <a:ext uri="{FF2B5EF4-FFF2-40B4-BE49-F238E27FC236}">
                <a16:creationId xmlns:a16="http://schemas.microsoft.com/office/drawing/2014/main" id="{BB874D37-8450-4548-887A-84CF2D43B34A}"/>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university1652_satellite_to_drone/seed-2/y-grid-75">
            <a:extLst xmlns:a="http://schemas.openxmlformats.org/drawingml/2006/main">
              <a:ext uri="{FF2B5EF4-FFF2-40B4-BE49-F238E27FC236}">
                <a16:creationId xmlns:a16="http://schemas.microsoft.com/office/drawing/2014/main" id="{10947EC0-7B50-4D0C-A043-9270EF4294F1}"/>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university1652_satellite_to_drone/seed-2/y-label-75">
            <a:extLst xmlns:a="http://schemas.openxmlformats.org/drawingml/2006/main">
              <a:ext uri="{FF2B5EF4-FFF2-40B4-BE49-F238E27FC236}">
                <a16:creationId xmlns:a16="http://schemas.microsoft.com/office/drawing/2014/main" id="{D113E23C-0360-449C-8059-D5BFB4B8AA4B}"/>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university1652_satellite_to_drone/seed-2/x-tick-75">
            <a:extLst xmlns:a="http://schemas.openxmlformats.org/drawingml/2006/main">
              <a:ext uri="{FF2B5EF4-FFF2-40B4-BE49-F238E27FC236}">
                <a16:creationId xmlns:a16="http://schemas.microsoft.com/office/drawing/2014/main" id="{4FE0935E-6512-4ABE-A5B9-F2AFD835D486}"/>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university1652_satellite_to_drone/seed-2/x-label-75">
            <a:extLst xmlns:a="http://schemas.openxmlformats.org/drawingml/2006/main">
              <a:ext uri="{FF2B5EF4-FFF2-40B4-BE49-F238E27FC236}">
                <a16:creationId xmlns:a16="http://schemas.microsoft.com/office/drawing/2014/main" id="{750EC355-C96B-4F29-A806-2DF32956CADB}"/>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university1652_satellite_to_drone/seed-2/y-grid-100">
            <a:extLst xmlns:a="http://schemas.openxmlformats.org/drawingml/2006/main">
              <a:ext uri="{FF2B5EF4-FFF2-40B4-BE49-F238E27FC236}">
                <a16:creationId xmlns:a16="http://schemas.microsoft.com/office/drawing/2014/main" id="{B71FC639-83A4-4665-9D9E-2946C95C183B}"/>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university1652_satellite_to_drone/seed-2/y-label-100">
            <a:extLst xmlns:a="http://schemas.openxmlformats.org/drawingml/2006/main">
              <a:ext uri="{FF2B5EF4-FFF2-40B4-BE49-F238E27FC236}">
                <a16:creationId xmlns:a16="http://schemas.microsoft.com/office/drawing/2014/main" id="{A596D93B-749E-47D4-AD4B-6C0AF3EDF2EA}"/>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university1652_satellite_to_drone/seed-2/x-tick-100">
            <a:extLst xmlns:a="http://schemas.openxmlformats.org/drawingml/2006/main">
              <a:ext uri="{FF2B5EF4-FFF2-40B4-BE49-F238E27FC236}">
                <a16:creationId xmlns:a16="http://schemas.microsoft.com/office/drawing/2014/main" id="{39247A64-BAFA-4706-8C73-C79C650A3D3A}"/>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university1652_satellite_to_drone/seed-2/x-label-100">
            <a:extLst xmlns:a="http://schemas.openxmlformats.org/drawingml/2006/main">
              <a:ext uri="{FF2B5EF4-FFF2-40B4-BE49-F238E27FC236}">
                <a16:creationId xmlns:a16="http://schemas.microsoft.com/office/drawing/2014/main" id="{B3F9748F-E15F-4F90-9EB5-1CC94BCE27A6}"/>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university1652_satellite_to_drone/seed-2/y-axis">
            <a:extLst xmlns:a="http://schemas.openxmlformats.org/drawingml/2006/main">
              <a:ext uri="{FF2B5EF4-FFF2-40B4-BE49-F238E27FC236}">
                <a16:creationId xmlns:a16="http://schemas.microsoft.com/office/drawing/2014/main" id="{C0CB5566-120F-4E40-BF04-F49590EC6B05}"/>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university1652_satellite_to_drone/seed-2/x-axis">
            <a:extLst xmlns:a="http://schemas.openxmlformats.org/drawingml/2006/main">
              <a:ext uri="{FF2B5EF4-FFF2-40B4-BE49-F238E27FC236}">
                <a16:creationId xmlns:a16="http://schemas.microsoft.com/office/drawing/2014/main" id="{D61A3ACB-B48A-4BCF-B79C-7B31D3819BE7}"/>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university1652_satellite_to_drone/university1652_satellite_to_drone/seed-2/visual/segment-1-2">
            <a:extLst xmlns:a="http://schemas.openxmlformats.org/drawingml/2006/main">
              <a:ext uri="{FF2B5EF4-FFF2-40B4-BE49-F238E27FC236}">
                <a16:creationId xmlns:a16="http://schemas.microsoft.com/office/drawing/2014/main" id="{2E69441B-6D61-4504-9D43-7711FF3AEF1E}"/>
              </a:ext>
            </a:extLst>
          </p:cNvPr>
          <p:cNvSpPr>
            <a:spLocks xmlns:a="http://schemas.openxmlformats.org/drawingml/2006/main" noGrp="1"/>
          </p:cNvSpPr>
          <p:nvPr/>
        </p:nvSpPr>
        <p:spPr>
          <a:xfrm xmlns:a="http://schemas.openxmlformats.org/drawingml/2006/main" flipV="0">
            <a:off x="2702074" y="2011430"/>
            <a:ext cx="159792" cy="6659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university1652_satellite_to_drone/university1652_satellite_to_drone/seed-2/visual/segment-2-3">
            <a:extLst xmlns:a="http://schemas.openxmlformats.org/drawingml/2006/main">
              <a:ext uri="{FF2B5EF4-FFF2-40B4-BE49-F238E27FC236}">
                <a16:creationId xmlns:a16="http://schemas.microsoft.com/office/drawing/2014/main" id="{5850D155-B06F-47EE-8DA4-C42C33331879}"/>
              </a:ext>
            </a:extLst>
          </p:cNvPr>
          <p:cNvSpPr>
            <a:spLocks xmlns:a="http://schemas.openxmlformats.org/drawingml/2006/main" noGrp="1"/>
          </p:cNvSpPr>
          <p:nvPr/>
        </p:nvSpPr>
        <p:spPr>
          <a:xfrm xmlns:a="http://schemas.openxmlformats.org/drawingml/2006/main" flipV="1">
            <a:off x="2861866" y="2067692"/>
            <a:ext cx="159792" cy="1033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university1652_satellite_to_drone/university1652_satellite_to_drone/seed-2/visual/segment-3-4">
            <a:extLst xmlns:a="http://schemas.openxmlformats.org/drawingml/2006/main">
              <a:ext uri="{FF2B5EF4-FFF2-40B4-BE49-F238E27FC236}">
                <a16:creationId xmlns:a16="http://schemas.microsoft.com/office/drawing/2014/main" id="{C9AD24F2-B35F-4A15-9D39-C4BC37FDA847}"/>
              </a:ext>
            </a:extLst>
          </p:cNvPr>
          <p:cNvSpPr>
            <a:spLocks xmlns:a="http://schemas.openxmlformats.org/drawingml/2006/main" noGrp="1"/>
          </p:cNvSpPr>
          <p:nvPr/>
        </p:nvSpPr>
        <p:spPr>
          <a:xfrm xmlns:a="http://schemas.openxmlformats.org/drawingml/2006/main" flipV="0">
            <a:off x="3021658" y="2067692"/>
            <a:ext cx="159792" cy="4398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university1652_satellite_to_drone/university1652_satellite_to_drone/seed-2/visual/segment-4-5">
            <a:extLst xmlns:a="http://schemas.openxmlformats.org/drawingml/2006/main">
              <a:ext uri="{FF2B5EF4-FFF2-40B4-BE49-F238E27FC236}">
                <a16:creationId xmlns:a16="http://schemas.microsoft.com/office/drawing/2014/main" id="{4543FCF7-15F0-45F0-930C-21A811C970B0}"/>
              </a:ext>
            </a:extLst>
          </p:cNvPr>
          <p:cNvSpPr>
            <a:spLocks xmlns:a="http://schemas.openxmlformats.org/drawingml/2006/main" noGrp="1"/>
          </p:cNvSpPr>
          <p:nvPr/>
        </p:nvSpPr>
        <p:spPr>
          <a:xfrm xmlns:a="http://schemas.openxmlformats.org/drawingml/2006/main" flipV="0">
            <a:off x="3181450" y="2111680"/>
            <a:ext cx="159792" cy="4120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university1652_satellite_to_drone/university1652_satellite_to_drone/seed-2/visual/segment-5-6">
            <a:extLst xmlns:a="http://schemas.openxmlformats.org/drawingml/2006/main">
              <a:ext uri="{FF2B5EF4-FFF2-40B4-BE49-F238E27FC236}">
                <a16:creationId xmlns:a16="http://schemas.microsoft.com/office/drawing/2014/main" id="{A2D29799-1204-4C19-B2C6-08AFB8B94947}"/>
              </a:ext>
            </a:extLst>
          </p:cNvPr>
          <p:cNvSpPr>
            <a:spLocks xmlns:a="http://schemas.openxmlformats.org/drawingml/2006/main" noGrp="1"/>
          </p:cNvSpPr>
          <p:nvPr/>
        </p:nvSpPr>
        <p:spPr>
          <a:xfrm xmlns:a="http://schemas.openxmlformats.org/drawingml/2006/main" flipV="1">
            <a:off x="3341241" y="2122951"/>
            <a:ext cx="159792" cy="2993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university1652_satellite_to_drone/university1652_satellite_to_drone/seed-2/visual/segment-6-7">
            <a:extLst xmlns:a="http://schemas.openxmlformats.org/drawingml/2006/main">
              <a:ext uri="{FF2B5EF4-FFF2-40B4-BE49-F238E27FC236}">
                <a16:creationId xmlns:a16="http://schemas.microsoft.com/office/drawing/2014/main" id="{40C494AB-A82F-421D-92AA-BFC2882462A6}"/>
              </a:ext>
            </a:extLst>
          </p:cNvPr>
          <p:cNvSpPr>
            <a:spLocks xmlns:a="http://schemas.openxmlformats.org/drawingml/2006/main" noGrp="1"/>
          </p:cNvSpPr>
          <p:nvPr/>
        </p:nvSpPr>
        <p:spPr>
          <a:xfrm xmlns:a="http://schemas.openxmlformats.org/drawingml/2006/main" flipV="1">
            <a:off x="3501033" y="2119141"/>
            <a:ext cx="159792" cy="381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university1652_satellite_to_drone/university1652_satellite_to_drone/seed-2/visual/segment-7-8">
            <a:extLst xmlns:a="http://schemas.openxmlformats.org/drawingml/2006/main">
              <a:ext uri="{FF2B5EF4-FFF2-40B4-BE49-F238E27FC236}">
                <a16:creationId xmlns:a16="http://schemas.microsoft.com/office/drawing/2014/main" id="{FE2BED5A-C312-4356-A2F0-66E8973BE4C9}"/>
              </a:ext>
            </a:extLst>
          </p:cNvPr>
          <p:cNvSpPr>
            <a:spLocks xmlns:a="http://schemas.openxmlformats.org/drawingml/2006/main" noGrp="1"/>
          </p:cNvSpPr>
          <p:nvPr/>
        </p:nvSpPr>
        <p:spPr>
          <a:xfrm xmlns:a="http://schemas.openxmlformats.org/drawingml/2006/main" flipV="0">
            <a:off x="3660825" y="2119141"/>
            <a:ext cx="159792" cy="329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university1652_satellite_to_drone/university1652_satellite_to_drone/seed-2/visual/segment-8-9">
            <a:extLst xmlns:a="http://schemas.openxmlformats.org/drawingml/2006/main">
              <a:ext uri="{FF2B5EF4-FFF2-40B4-BE49-F238E27FC236}">
                <a16:creationId xmlns:a16="http://schemas.microsoft.com/office/drawing/2014/main" id="{50CE0D07-4FED-453A-9B15-CCFA4CFDB4BE}"/>
              </a:ext>
            </a:extLst>
          </p:cNvPr>
          <p:cNvSpPr>
            <a:spLocks xmlns:a="http://schemas.openxmlformats.org/drawingml/2006/main" noGrp="1"/>
          </p:cNvSpPr>
          <p:nvPr/>
        </p:nvSpPr>
        <p:spPr>
          <a:xfrm xmlns:a="http://schemas.openxmlformats.org/drawingml/2006/main" flipV="0">
            <a:off x="3820617" y="2122439"/>
            <a:ext cx="159792" cy="256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university1652_satellite_to_drone/university1652_satellite_to_drone/seed-2/visual/segment-9-10">
            <a:extLst xmlns:a="http://schemas.openxmlformats.org/drawingml/2006/main">
              <a:ext uri="{FF2B5EF4-FFF2-40B4-BE49-F238E27FC236}">
                <a16:creationId xmlns:a16="http://schemas.microsoft.com/office/drawing/2014/main" id="{2A1942C7-A172-4E1D-B80E-155374FB0CEF}"/>
              </a:ext>
            </a:extLst>
          </p:cNvPr>
          <p:cNvSpPr>
            <a:spLocks xmlns:a="http://schemas.openxmlformats.org/drawingml/2006/main" noGrp="1"/>
          </p:cNvSpPr>
          <p:nvPr/>
        </p:nvSpPr>
        <p:spPr>
          <a:xfrm xmlns:a="http://schemas.openxmlformats.org/drawingml/2006/main" flipV="0">
            <a:off x="3980408" y="2125006"/>
            <a:ext cx="159792" cy="205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university1652_satellite_to_drone/university1652_satellite_to_drone/seed-2/visual/point-1">
            <a:extLst xmlns:a="http://schemas.openxmlformats.org/drawingml/2006/main">
              <a:ext uri="{FF2B5EF4-FFF2-40B4-BE49-F238E27FC236}">
                <a16:creationId xmlns:a16="http://schemas.microsoft.com/office/drawing/2014/main" id="{82C59DA2-FA72-400C-98A4-4D925FC81304}"/>
              </a:ext>
            </a:extLst>
          </p:cNvPr>
          <p:cNvSpPr>
            <a:spLocks xmlns:a="http://schemas.openxmlformats.org/drawingml/2006/main" noGrp="1"/>
          </p:cNvSpPr>
          <p:nvPr/>
        </p:nvSpPr>
        <p:spPr>
          <a:xfrm xmlns:a="http://schemas.openxmlformats.org/drawingml/2006/main">
            <a:off x="2678579" y="198793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university1652_satellite_to_drone/university1652_satellite_to_drone/seed-2/visual/point-2">
            <a:extLst xmlns:a="http://schemas.openxmlformats.org/drawingml/2006/main">
              <a:ext uri="{FF2B5EF4-FFF2-40B4-BE49-F238E27FC236}">
                <a16:creationId xmlns:a16="http://schemas.microsoft.com/office/drawing/2014/main" id="{6434CEF3-DB49-44DB-A274-CCD2A933F707}"/>
              </a:ext>
            </a:extLst>
          </p:cNvPr>
          <p:cNvSpPr>
            <a:spLocks xmlns:a="http://schemas.openxmlformats.org/drawingml/2006/main" noGrp="1"/>
          </p:cNvSpPr>
          <p:nvPr/>
        </p:nvSpPr>
        <p:spPr>
          <a:xfrm xmlns:a="http://schemas.openxmlformats.org/drawingml/2006/main">
            <a:off x="2838371" y="205453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university1652_satellite_to_drone/university1652_satellite_to_drone/seed-2/visual/point-3">
            <a:extLst xmlns:a="http://schemas.openxmlformats.org/drawingml/2006/main">
              <a:ext uri="{FF2B5EF4-FFF2-40B4-BE49-F238E27FC236}">
                <a16:creationId xmlns:a16="http://schemas.microsoft.com/office/drawing/2014/main" id="{E15A9B04-CE9C-4DE7-85B3-3959AF4A4B9A}"/>
              </a:ext>
            </a:extLst>
          </p:cNvPr>
          <p:cNvSpPr>
            <a:spLocks xmlns:a="http://schemas.openxmlformats.org/drawingml/2006/main" noGrp="1"/>
          </p:cNvSpPr>
          <p:nvPr/>
        </p:nvSpPr>
        <p:spPr>
          <a:xfrm xmlns:a="http://schemas.openxmlformats.org/drawingml/2006/main">
            <a:off x="2998163" y="204419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university1652_satellite_to_drone/university1652_satellite_to_drone/seed-2/visual/point-4">
            <a:extLst xmlns:a="http://schemas.openxmlformats.org/drawingml/2006/main">
              <a:ext uri="{FF2B5EF4-FFF2-40B4-BE49-F238E27FC236}">
                <a16:creationId xmlns:a16="http://schemas.microsoft.com/office/drawing/2014/main" id="{862E6277-1F57-4DE2-8F24-ABD4C9E2EE24}"/>
              </a:ext>
            </a:extLst>
          </p:cNvPr>
          <p:cNvSpPr>
            <a:spLocks xmlns:a="http://schemas.openxmlformats.org/drawingml/2006/main" noGrp="1"/>
          </p:cNvSpPr>
          <p:nvPr/>
        </p:nvSpPr>
        <p:spPr>
          <a:xfrm xmlns:a="http://schemas.openxmlformats.org/drawingml/2006/main">
            <a:off x="3157955" y="208818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university1652_satellite_to_drone/university1652_satellite_to_drone/seed-2/visual/point-5">
            <a:extLst xmlns:a="http://schemas.openxmlformats.org/drawingml/2006/main">
              <a:ext uri="{FF2B5EF4-FFF2-40B4-BE49-F238E27FC236}">
                <a16:creationId xmlns:a16="http://schemas.microsoft.com/office/drawing/2014/main" id="{DBDC10FC-D39A-41AD-A334-9E6411F285B1}"/>
              </a:ext>
            </a:extLst>
          </p:cNvPr>
          <p:cNvSpPr>
            <a:spLocks xmlns:a="http://schemas.openxmlformats.org/drawingml/2006/main" noGrp="1"/>
          </p:cNvSpPr>
          <p:nvPr/>
        </p:nvSpPr>
        <p:spPr>
          <a:xfrm xmlns:a="http://schemas.openxmlformats.org/drawingml/2006/main">
            <a:off x="3317746" y="212939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university1652_satellite_to_drone/university1652_satellite_to_drone/seed-2/visual/point-6">
            <a:extLst xmlns:a="http://schemas.openxmlformats.org/drawingml/2006/main">
              <a:ext uri="{FF2B5EF4-FFF2-40B4-BE49-F238E27FC236}">
                <a16:creationId xmlns:a16="http://schemas.microsoft.com/office/drawing/2014/main" id="{E7368400-AF3C-43C2-8121-B2F3B7CEAC17}"/>
              </a:ext>
            </a:extLst>
          </p:cNvPr>
          <p:cNvSpPr>
            <a:spLocks xmlns:a="http://schemas.openxmlformats.org/drawingml/2006/main" noGrp="1"/>
          </p:cNvSpPr>
          <p:nvPr/>
        </p:nvSpPr>
        <p:spPr>
          <a:xfrm xmlns:a="http://schemas.openxmlformats.org/drawingml/2006/main">
            <a:off x="3477538" y="209945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university1652_satellite_to_drone/university1652_satellite_to_drone/seed-2/visual/point-7">
            <a:extLst xmlns:a="http://schemas.openxmlformats.org/drawingml/2006/main">
              <a:ext uri="{FF2B5EF4-FFF2-40B4-BE49-F238E27FC236}">
                <a16:creationId xmlns:a16="http://schemas.microsoft.com/office/drawing/2014/main" id="{5B1A3AFE-4E85-41B6-BA0C-85EDDBDDC6CA}"/>
              </a:ext>
            </a:extLst>
          </p:cNvPr>
          <p:cNvSpPr>
            <a:spLocks xmlns:a="http://schemas.openxmlformats.org/drawingml/2006/main" noGrp="1"/>
          </p:cNvSpPr>
          <p:nvPr/>
        </p:nvSpPr>
        <p:spPr>
          <a:xfrm xmlns:a="http://schemas.openxmlformats.org/drawingml/2006/main">
            <a:off x="3637330" y="209564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university1652_satellite_to_drone/university1652_satellite_to_drone/seed-2/visual/point-8">
            <a:extLst xmlns:a="http://schemas.openxmlformats.org/drawingml/2006/main">
              <a:ext uri="{FF2B5EF4-FFF2-40B4-BE49-F238E27FC236}">
                <a16:creationId xmlns:a16="http://schemas.microsoft.com/office/drawing/2014/main" id="{F2119F52-E04C-4969-8272-6D664CB03BF2}"/>
              </a:ext>
            </a:extLst>
          </p:cNvPr>
          <p:cNvSpPr>
            <a:spLocks xmlns:a="http://schemas.openxmlformats.org/drawingml/2006/main" noGrp="1"/>
          </p:cNvSpPr>
          <p:nvPr/>
        </p:nvSpPr>
        <p:spPr>
          <a:xfrm xmlns:a="http://schemas.openxmlformats.org/drawingml/2006/main">
            <a:off x="3797122" y="209894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university1652_satellite_to_drone/university1652_satellite_to_drone/seed-2/visual/point-9">
            <a:extLst xmlns:a="http://schemas.openxmlformats.org/drawingml/2006/main">
              <a:ext uri="{FF2B5EF4-FFF2-40B4-BE49-F238E27FC236}">
                <a16:creationId xmlns:a16="http://schemas.microsoft.com/office/drawing/2014/main" id="{D7CAF31D-DA04-419C-908D-9B8E3C5170E5}"/>
              </a:ext>
            </a:extLst>
          </p:cNvPr>
          <p:cNvSpPr>
            <a:spLocks xmlns:a="http://schemas.openxmlformats.org/drawingml/2006/main" noGrp="1"/>
          </p:cNvSpPr>
          <p:nvPr/>
        </p:nvSpPr>
        <p:spPr>
          <a:xfrm xmlns:a="http://schemas.openxmlformats.org/drawingml/2006/main">
            <a:off x="3956913" y="210151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university1652_satellite_to_drone/university1652_satellite_to_drone/seed-2/visual/point-10">
            <a:extLst xmlns:a="http://schemas.openxmlformats.org/drawingml/2006/main">
              <a:ext uri="{FF2B5EF4-FFF2-40B4-BE49-F238E27FC236}">
                <a16:creationId xmlns:a16="http://schemas.microsoft.com/office/drawing/2014/main" id="{8AC5A73A-364E-4FA3-8236-A15407ECB677}"/>
              </a:ext>
            </a:extLst>
          </p:cNvPr>
          <p:cNvSpPr>
            <a:spLocks xmlns:a="http://schemas.openxmlformats.org/drawingml/2006/main" noGrp="1"/>
          </p:cNvSpPr>
          <p:nvPr/>
        </p:nvSpPr>
        <p:spPr>
          <a:xfrm xmlns:a="http://schemas.openxmlformats.org/drawingml/2006/main">
            <a:off x="4116705" y="210356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university1652_satellite_to_drone/seed-2/visual/AURC">
            <a:extLst xmlns:a="http://schemas.openxmlformats.org/drawingml/2006/main">
              <a:ext uri="{FF2B5EF4-FFF2-40B4-BE49-F238E27FC236}">
                <a16:creationId xmlns:a16="http://schemas.microsoft.com/office/drawing/2014/main" id="{D5858761-D083-4847-9AFA-A31A8C634454}"/>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0.5041</a:t>
            </a:r>
          </a:p>
        </p:txBody>
      </p:sp>
      <p:sp>
        <p:nvSpPr>
          <p:cNvPr id="115" name="university1652_satellite_to_drone/university1652_satellite_to_drone/seed-2/full/segment-1-2">
            <a:extLst xmlns:a="http://schemas.openxmlformats.org/drawingml/2006/main">
              <a:ext uri="{FF2B5EF4-FFF2-40B4-BE49-F238E27FC236}">
                <a16:creationId xmlns:a16="http://schemas.microsoft.com/office/drawing/2014/main" id="{2F188BBC-75B2-4A60-B634-7267DFA0A66C}"/>
              </a:ext>
            </a:extLst>
          </p:cNvPr>
          <p:cNvSpPr>
            <a:spLocks xmlns:a="http://schemas.openxmlformats.org/drawingml/2006/main" noGrp="1"/>
          </p:cNvSpPr>
          <p:nvPr/>
        </p:nvSpPr>
        <p:spPr>
          <a:xfrm xmlns:a="http://schemas.openxmlformats.org/drawingml/2006/main" flipV="0">
            <a:off x="2702074" y="1914123"/>
            <a:ext cx="159792" cy="6590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university1652_satellite_to_drone/university1652_satellite_to_drone/seed-2/full/segment-2-3">
            <a:extLst xmlns:a="http://schemas.openxmlformats.org/drawingml/2006/main">
              <a:ext uri="{FF2B5EF4-FFF2-40B4-BE49-F238E27FC236}">
                <a16:creationId xmlns:a16="http://schemas.microsoft.com/office/drawing/2014/main" id="{172A9AEC-4A24-4A68-87FF-5DDE896BC59C}"/>
              </a:ext>
            </a:extLst>
          </p:cNvPr>
          <p:cNvSpPr>
            <a:spLocks xmlns:a="http://schemas.openxmlformats.org/drawingml/2006/main" noGrp="1"/>
          </p:cNvSpPr>
          <p:nvPr/>
        </p:nvSpPr>
        <p:spPr>
          <a:xfrm xmlns:a="http://schemas.openxmlformats.org/drawingml/2006/main" flipV="0">
            <a:off x="2861866" y="1980029"/>
            <a:ext cx="159792" cy="3036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university1652_satellite_to_drone/university1652_satellite_to_drone/seed-2/full/segment-3-4">
            <a:extLst xmlns:a="http://schemas.openxmlformats.org/drawingml/2006/main">
              <a:ext uri="{FF2B5EF4-FFF2-40B4-BE49-F238E27FC236}">
                <a16:creationId xmlns:a16="http://schemas.microsoft.com/office/drawing/2014/main" id="{5D20151A-EA0A-4AF4-B1D3-F44B4FD0665D}"/>
              </a:ext>
            </a:extLst>
          </p:cNvPr>
          <p:cNvSpPr>
            <a:spLocks xmlns:a="http://schemas.openxmlformats.org/drawingml/2006/main" noGrp="1"/>
          </p:cNvSpPr>
          <p:nvPr/>
        </p:nvSpPr>
        <p:spPr>
          <a:xfrm xmlns:a="http://schemas.openxmlformats.org/drawingml/2006/main" flipV="0">
            <a:off x="3021658" y="2010392"/>
            <a:ext cx="159792" cy="1523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university1652_satellite_to_drone/university1652_satellite_to_drone/seed-2/full/segment-4-5">
            <a:extLst xmlns:a="http://schemas.openxmlformats.org/drawingml/2006/main">
              <a:ext uri="{FF2B5EF4-FFF2-40B4-BE49-F238E27FC236}">
                <a16:creationId xmlns:a16="http://schemas.microsoft.com/office/drawing/2014/main" id="{5C94BB44-5DDA-418D-8825-9F497DBCDD0F}"/>
              </a:ext>
            </a:extLst>
          </p:cNvPr>
          <p:cNvSpPr>
            <a:spLocks xmlns:a="http://schemas.openxmlformats.org/drawingml/2006/main" noGrp="1"/>
          </p:cNvSpPr>
          <p:nvPr/>
        </p:nvSpPr>
        <p:spPr>
          <a:xfrm xmlns:a="http://schemas.openxmlformats.org/drawingml/2006/main" flipV="1">
            <a:off x="3181450" y="2000340"/>
            <a:ext cx="159792" cy="2528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university1652_satellite_to_drone/university1652_satellite_to_drone/seed-2/full/segment-5-6">
            <a:extLst xmlns:a="http://schemas.openxmlformats.org/drawingml/2006/main">
              <a:ext uri="{FF2B5EF4-FFF2-40B4-BE49-F238E27FC236}">
                <a16:creationId xmlns:a16="http://schemas.microsoft.com/office/drawing/2014/main" id="{3FD3BCC3-BEF5-4265-83FC-57E4F22E4FA1}"/>
              </a:ext>
            </a:extLst>
          </p:cNvPr>
          <p:cNvSpPr>
            <a:spLocks xmlns:a="http://schemas.openxmlformats.org/drawingml/2006/main" noGrp="1"/>
          </p:cNvSpPr>
          <p:nvPr/>
        </p:nvSpPr>
        <p:spPr>
          <a:xfrm xmlns:a="http://schemas.openxmlformats.org/drawingml/2006/main" flipV="1">
            <a:off x="3341241" y="1991668"/>
            <a:ext cx="159792" cy="867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university1652_satellite_to_drone/university1652_satellite_to_drone/seed-2/full/segment-6-7">
            <a:extLst xmlns:a="http://schemas.openxmlformats.org/drawingml/2006/main">
              <a:ext uri="{FF2B5EF4-FFF2-40B4-BE49-F238E27FC236}">
                <a16:creationId xmlns:a16="http://schemas.microsoft.com/office/drawing/2014/main" id="{4B4A48A5-4F00-4434-9DAF-0A6B810E1B68}"/>
              </a:ext>
            </a:extLst>
          </p:cNvPr>
          <p:cNvSpPr>
            <a:spLocks xmlns:a="http://schemas.openxmlformats.org/drawingml/2006/main" noGrp="1"/>
          </p:cNvSpPr>
          <p:nvPr/>
        </p:nvSpPr>
        <p:spPr>
          <a:xfrm xmlns:a="http://schemas.openxmlformats.org/drawingml/2006/main" flipV="0">
            <a:off x="3501033" y="1991668"/>
            <a:ext cx="159792" cy="83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university1652_satellite_to_drone/university1652_satellite_to_drone/seed-2/full/segment-7-8">
            <a:extLst xmlns:a="http://schemas.openxmlformats.org/drawingml/2006/main">
              <a:ext uri="{FF2B5EF4-FFF2-40B4-BE49-F238E27FC236}">
                <a16:creationId xmlns:a16="http://schemas.microsoft.com/office/drawing/2014/main" id="{061DEF02-0EB0-4C50-A3F9-BB2AED8126F2}"/>
              </a:ext>
            </a:extLst>
          </p:cNvPr>
          <p:cNvSpPr>
            <a:spLocks xmlns:a="http://schemas.openxmlformats.org/drawingml/2006/main" noGrp="1"/>
          </p:cNvSpPr>
          <p:nvPr/>
        </p:nvSpPr>
        <p:spPr>
          <a:xfrm xmlns:a="http://schemas.openxmlformats.org/drawingml/2006/main" flipV="1">
            <a:off x="3660825" y="1983894"/>
            <a:ext cx="159792" cy="860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university1652_satellite_to_drone/university1652_satellite_to_drone/seed-2/full/segment-8-9">
            <a:extLst xmlns:a="http://schemas.openxmlformats.org/drawingml/2006/main">
              <a:ext uri="{FF2B5EF4-FFF2-40B4-BE49-F238E27FC236}">
                <a16:creationId xmlns:a16="http://schemas.microsoft.com/office/drawing/2014/main" id="{54601127-B67C-42A3-ACFD-642E5D2EDDAD}"/>
              </a:ext>
            </a:extLst>
          </p:cNvPr>
          <p:cNvSpPr>
            <a:spLocks xmlns:a="http://schemas.openxmlformats.org/drawingml/2006/main" noGrp="1"/>
          </p:cNvSpPr>
          <p:nvPr/>
        </p:nvSpPr>
        <p:spPr>
          <a:xfrm xmlns:a="http://schemas.openxmlformats.org/drawingml/2006/main" flipV="0">
            <a:off x="3820617" y="1983894"/>
            <a:ext cx="159792" cy="1246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university1652_satellite_to_drone/university1652_satellite_to_drone/seed-2/full/segment-9-10">
            <a:extLst xmlns:a="http://schemas.openxmlformats.org/drawingml/2006/main">
              <a:ext uri="{FF2B5EF4-FFF2-40B4-BE49-F238E27FC236}">
                <a16:creationId xmlns:a16="http://schemas.microsoft.com/office/drawing/2014/main" id="{DEDE59D1-6837-42FF-95C6-339D6F7243F5}"/>
              </a:ext>
            </a:extLst>
          </p:cNvPr>
          <p:cNvSpPr>
            <a:spLocks xmlns:a="http://schemas.openxmlformats.org/drawingml/2006/main" noGrp="1"/>
          </p:cNvSpPr>
          <p:nvPr/>
        </p:nvSpPr>
        <p:spPr>
          <a:xfrm xmlns:a="http://schemas.openxmlformats.org/drawingml/2006/main" flipV="0">
            <a:off x="3980408" y="1996355"/>
            <a:ext cx="159792" cy="504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university1652_satellite_to_drone/university1652_satellite_to_drone/seed-2/full/point-1">
            <a:extLst xmlns:a="http://schemas.openxmlformats.org/drawingml/2006/main">
              <a:ext uri="{FF2B5EF4-FFF2-40B4-BE49-F238E27FC236}">
                <a16:creationId xmlns:a16="http://schemas.microsoft.com/office/drawing/2014/main" id="{DD3BBA04-B92A-441E-AD85-2083B3396E31}"/>
              </a:ext>
            </a:extLst>
          </p:cNvPr>
          <p:cNvSpPr>
            <a:spLocks xmlns:a="http://schemas.openxmlformats.org/drawingml/2006/main" noGrp="1"/>
          </p:cNvSpPr>
          <p:nvPr/>
        </p:nvSpPr>
        <p:spPr>
          <a:xfrm xmlns:a="http://schemas.openxmlformats.org/drawingml/2006/main">
            <a:off x="2678579" y="189062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university1652_satellite_to_drone/university1652_satellite_to_drone/seed-2/full/point-2">
            <a:extLst xmlns:a="http://schemas.openxmlformats.org/drawingml/2006/main">
              <a:ext uri="{FF2B5EF4-FFF2-40B4-BE49-F238E27FC236}">
                <a16:creationId xmlns:a16="http://schemas.microsoft.com/office/drawing/2014/main" id="{4E9109FC-327F-404A-8639-9088F3502BA0}"/>
              </a:ext>
            </a:extLst>
          </p:cNvPr>
          <p:cNvSpPr>
            <a:spLocks xmlns:a="http://schemas.openxmlformats.org/drawingml/2006/main" noGrp="1"/>
          </p:cNvSpPr>
          <p:nvPr/>
        </p:nvSpPr>
        <p:spPr>
          <a:xfrm xmlns:a="http://schemas.openxmlformats.org/drawingml/2006/main">
            <a:off x="2838371" y="195653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university1652_satellite_to_drone/university1652_satellite_to_drone/seed-2/full/point-3">
            <a:extLst xmlns:a="http://schemas.openxmlformats.org/drawingml/2006/main">
              <a:ext uri="{FF2B5EF4-FFF2-40B4-BE49-F238E27FC236}">
                <a16:creationId xmlns:a16="http://schemas.microsoft.com/office/drawing/2014/main" id="{3F58A624-3B57-4CB9-B736-AF921E8C1D99}"/>
              </a:ext>
            </a:extLst>
          </p:cNvPr>
          <p:cNvSpPr>
            <a:spLocks xmlns:a="http://schemas.openxmlformats.org/drawingml/2006/main" noGrp="1"/>
          </p:cNvSpPr>
          <p:nvPr/>
        </p:nvSpPr>
        <p:spPr>
          <a:xfrm xmlns:a="http://schemas.openxmlformats.org/drawingml/2006/main">
            <a:off x="2998163" y="198689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university1652_satellite_to_drone/university1652_satellite_to_drone/seed-2/full/point-4">
            <a:extLst xmlns:a="http://schemas.openxmlformats.org/drawingml/2006/main">
              <a:ext uri="{FF2B5EF4-FFF2-40B4-BE49-F238E27FC236}">
                <a16:creationId xmlns:a16="http://schemas.microsoft.com/office/drawing/2014/main" id="{3E52D316-D951-46A0-AF24-43AF1FAA3E91}"/>
              </a:ext>
            </a:extLst>
          </p:cNvPr>
          <p:cNvSpPr>
            <a:spLocks xmlns:a="http://schemas.openxmlformats.org/drawingml/2006/main" noGrp="1"/>
          </p:cNvSpPr>
          <p:nvPr/>
        </p:nvSpPr>
        <p:spPr>
          <a:xfrm xmlns:a="http://schemas.openxmlformats.org/drawingml/2006/main">
            <a:off x="3157955" y="200213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university1652_satellite_to_drone/university1652_satellite_to_drone/seed-2/full/point-5">
            <a:extLst xmlns:a="http://schemas.openxmlformats.org/drawingml/2006/main">
              <a:ext uri="{FF2B5EF4-FFF2-40B4-BE49-F238E27FC236}">
                <a16:creationId xmlns:a16="http://schemas.microsoft.com/office/drawing/2014/main" id="{F1E7BCE4-CE64-4316-A936-C147CDBC43E9}"/>
              </a:ext>
            </a:extLst>
          </p:cNvPr>
          <p:cNvSpPr>
            <a:spLocks xmlns:a="http://schemas.openxmlformats.org/drawingml/2006/main" noGrp="1"/>
          </p:cNvSpPr>
          <p:nvPr/>
        </p:nvSpPr>
        <p:spPr>
          <a:xfrm xmlns:a="http://schemas.openxmlformats.org/drawingml/2006/main">
            <a:off x="3317746" y="197684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university1652_satellite_to_drone/university1652_satellite_to_drone/seed-2/full/point-6">
            <a:extLst xmlns:a="http://schemas.openxmlformats.org/drawingml/2006/main">
              <a:ext uri="{FF2B5EF4-FFF2-40B4-BE49-F238E27FC236}">
                <a16:creationId xmlns:a16="http://schemas.microsoft.com/office/drawing/2014/main" id="{82ED1707-31CD-45EE-A954-5982807B8277}"/>
              </a:ext>
            </a:extLst>
          </p:cNvPr>
          <p:cNvSpPr>
            <a:spLocks xmlns:a="http://schemas.openxmlformats.org/drawingml/2006/main" noGrp="1"/>
          </p:cNvSpPr>
          <p:nvPr/>
        </p:nvSpPr>
        <p:spPr>
          <a:xfrm xmlns:a="http://schemas.openxmlformats.org/drawingml/2006/main">
            <a:off x="3477538" y="196817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university1652_satellite_to_drone/university1652_satellite_to_drone/seed-2/full/point-7">
            <a:extLst xmlns:a="http://schemas.openxmlformats.org/drawingml/2006/main">
              <a:ext uri="{FF2B5EF4-FFF2-40B4-BE49-F238E27FC236}">
                <a16:creationId xmlns:a16="http://schemas.microsoft.com/office/drawing/2014/main" id="{2E0987DB-004C-453F-B23A-477BC6979558}"/>
              </a:ext>
            </a:extLst>
          </p:cNvPr>
          <p:cNvSpPr>
            <a:spLocks xmlns:a="http://schemas.openxmlformats.org/drawingml/2006/main" noGrp="1"/>
          </p:cNvSpPr>
          <p:nvPr/>
        </p:nvSpPr>
        <p:spPr>
          <a:xfrm xmlns:a="http://schemas.openxmlformats.org/drawingml/2006/main">
            <a:off x="3637330" y="196900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university1652_satellite_to_drone/university1652_satellite_to_drone/seed-2/full/point-8">
            <a:extLst xmlns:a="http://schemas.openxmlformats.org/drawingml/2006/main">
              <a:ext uri="{FF2B5EF4-FFF2-40B4-BE49-F238E27FC236}">
                <a16:creationId xmlns:a16="http://schemas.microsoft.com/office/drawing/2014/main" id="{F073080C-D9BC-4567-959F-58F4FDA9FE9F}"/>
              </a:ext>
            </a:extLst>
          </p:cNvPr>
          <p:cNvSpPr>
            <a:spLocks xmlns:a="http://schemas.openxmlformats.org/drawingml/2006/main" noGrp="1"/>
          </p:cNvSpPr>
          <p:nvPr/>
        </p:nvSpPr>
        <p:spPr>
          <a:xfrm xmlns:a="http://schemas.openxmlformats.org/drawingml/2006/main">
            <a:off x="3797122" y="196039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university1652_satellite_to_drone/university1652_satellite_to_drone/seed-2/full/point-9">
            <a:extLst xmlns:a="http://schemas.openxmlformats.org/drawingml/2006/main">
              <a:ext uri="{FF2B5EF4-FFF2-40B4-BE49-F238E27FC236}">
                <a16:creationId xmlns:a16="http://schemas.microsoft.com/office/drawing/2014/main" id="{6ACA337A-6C4A-4235-8A0F-8F52287A61A7}"/>
              </a:ext>
            </a:extLst>
          </p:cNvPr>
          <p:cNvSpPr>
            <a:spLocks xmlns:a="http://schemas.openxmlformats.org/drawingml/2006/main" noGrp="1"/>
          </p:cNvSpPr>
          <p:nvPr/>
        </p:nvSpPr>
        <p:spPr>
          <a:xfrm xmlns:a="http://schemas.openxmlformats.org/drawingml/2006/main">
            <a:off x="3956913" y="197286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university1652_satellite_to_drone/university1652_satellite_to_drone/seed-2/full/point-10">
            <a:extLst xmlns:a="http://schemas.openxmlformats.org/drawingml/2006/main">
              <a:ext uri="{FF2B5EF4-FFF2-40B4-BE49-F238E27FC236}">
                <a16:creationId xmlns:a16="http://schemas.microsoft.com/office/drawing/2014/main" id="{18BA3740-9868-4E90-B26A-3046D88764E5}"/>
              </a:ext>
            </a:extLst>
          </p:cNvPr>
          <p:cNvSpPr>
            <a:spLocks xmlns:a="http://schemas.openxmlformats.org/drawingml/2006/main" noGrp="1"/>
          </p:cNvSpPr>
          <p:nvPr/>
        </p:nvSpPr>
        <p:spPr>
          <a:xfrm xmlns:a="http://schemas.openxmlformats.org/drawingml/2006/main">
            <a:off x="4116705" y="19779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university1652_satellite_to_drone/seed-2/full/AURC">
            <a:extLst xmlns:a="http://schemas.openxmlformats.org/drawingml/2006/main">
              <a:ext uri="{FF2B5EF4-FFF2-40B4-BE49-F238E27FC236}">
                <a16:creationId xmlns:a16="http://schemas.microsoft.com/office/drawing/2014/main" id="{2AE14429-04C6-4C24-9A35-4A6B7AEA7EE9}"/>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0.5830</a:t>
            </a:r>
          </a:p>
        </p:txBody>
      </p:sp>
      <p:sp>
        <p:nvSpPr>
          <p:cNvPr id="135" name="university1652_satellite_to_drone/seed-2/AURC-label">
            <a:extLst xmlns:a="http://schemas.openxmlformats.org/drawingml/2006/main">
              <a:ext uri="{FF2B5EF4-FFF2-40B4-BE49-F238E27FC236}">
                <a16:creationId xmlns:a16="http://schemas.microsoft.com/office/drawing/2014/main" id="{97EE777F-AD12-4D67-BCCA-B4E10B704082}"/>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university1652_satellite_to_drone/seed-3/heading">
            <a:extLst xmlns:a="http://schemas.openxmlformats.org/drawingml/2006/main">
              <a:ext uri="{FF2B5EF4-FFF2-40B4-BE49-F238E27FC236}">
                <a16:creationId xmlns:a16="http://schemas.microsoft.com/office/drawing/2014/main" id="{E3EBC58B-1B70-4B3C-B33F-DF22E94D3F23}"/>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university1652_satellite_to_drone/seed-3/y-grid-0">
            <a:extLst xmlns:a="http://schemas.openxmlformats.org/drawingml/2006/main">
              <a:ext uri="{FF2B5EF4-FFF2-40B4-BE49-F238E27FC236}">
                <a16:creationId xmlns:a16="http://schemas.microsoft.com/office/drawing/2014/main" id="{DB6484C4-2867-4158-B92F-325F356C6F01}"/>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university1652_satellite_to_drone/seed-3/y-label-0">
            <a:extLst xmlns:a="http://schemas.openxmlformats.org/drawingml/2006/main">
              <a:ext uri="{FF2B5EF4-FFF2-40B4-BE49-F238E27FC236}">
                <a16:creationId xmlns:a16="http://schemas.microsoft.com/office/drawing/2014/main" id="{98D289D1-4E96-41BF-84CF-122E02DEB093}"/>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university1652_satellite_to_drone/seed-3/x-tick-0">
            <a:extLst xmlns:a="http://schemas.openxmlformats.org/drawingml/2006/main">
              <a:ext uri="{FF2B5EF4-FFF2-40B4-BE49-F238E27FC236}">
                <a16:creationId xmlns:a16="http://schemas.microsoft.com/office/drawing/2014/main" id="{A407D14C-4588-4A14-88D2-7B1DF00AB472}"/>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university1652_satellite_to_drone/seed-3/x-label-0">
            <a:extLst xmlns:a="http://schemas.openxmlformats.org/drawingml/2006/main">
              <a:ext uri="{FF2B5EF4-FFF2-40B4-BE49-F238E27FC236}">
                <a16:creationId xmlns:a16="http://schemas.microsoft.com/office/drawing/2014/main" id="{7120FB13-A02B-48AC-A676-4DEDFA2953AF}"/>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university1652_satellite_to_drone/seed-3/y-grid-25">
            <a:extLst xmlns:a="http://schemas.openxmlformats.org/drawingml/2006/main">
              <a:ext uri="{FF2B5EF4-FFF2-40B4-BE49-F238E27FC236}">
                <a16:creationId xmlns:a16="http://schemas.microsoft.com/office/drawing/2014/main" id="{ACA352E3-97F0-4A8B-BF69-E1E1E193AC2F}"/>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university1652_satellite_to_drone/seed-3/y-label-25">
            <a:extLst xmlns:a="http://schemas.openxmlformats.org/drawingml/2006/main">
              <a:ext uri="{FF2B5EF4-FFF2-40B4-BE49-F238E27FC236}">
                <a16:creationId xmlns:a16="http://schemas.microsoft.com/office/drawing/2014/main" id="{DC88D7E4-906C-40FB-BAFD-D3C7F22D09A9}"/>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university1652_satellite_to_drone/seed-3/x-tick-25">
            <a:extLst xmlns:a="http://schemas.openxmlformats.org/drawingml/2006/main">
              <a:ext uri="{FF2B5EF4-FFF2-40B4-BE49-F238E27FC236}">
                <a16:creationId xmlns:a16="http://schemas.microsoft.com/office/drawing/2014/main" id="{FD20C31D-3911-4C1A-837F-FAC8F194D64B}"/>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university1652_satellite_to_drone/seed-3/x-label-25">
            <a:extLst xmlns:a="http://schemas.openxmlformats.org/drawingml/2006/main">
              <a:ext uri="{FF2B5EF4-FFF2-40B4-BE49-F238E27FC236}">
                <a16:creationId xmlns:a16="http://schemas.microsoft.com/office/drawing/2014/main" id="{6F99F75A-2BC1-4326-9F01-3B62E917199A}"/>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university1652_satellite_to_drone/seed-3/y-grid-50">
            <a:extLst xmlns:a="http://schemas.openxmlformats.org/drawingml/2006/main">
              <a:ext uri="{FF2B5EF4-FFF2-40B4-BE49-F238E27FC236}">
                <a16:creationId xmlns:a16="http://schemas.microsoft.com/office/drawing/2014/main" id="{A8C1AF5F-4B25-40D0-9240-00A69EC47C86}"/>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university1652_satellite_to_drone/seed-3/y-label-50">
            <a:extLst xmlns:a="http://schemas.openxmlformats.org/drawingml/2006/main">
              <a:ext uri="{FF2B5EF4-FFF2-40B4-BE49-F238E27FC236}">
                <a16:creationId xmlns:a16="http://schemas.microsoft.com/office/drawing/2014/main" id="{011E5756-7DA9-499B-A4F7-A0D8102DB481}"/>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university1652_satellite_to_drone/seed-3/x-tick-50">
            <a:extLst xmlns:a="http://schemas.openxmlformats.org/drawingml/2006/main">
              <a:ext uri="{FF2B5EF4-FFF2-40B4-BE49-F238E27FC236}">
                <a16:creationId xmlns:a16="http://schemas.microsoft.com/office/drawing/2014/main" id="{510C0531-832D-4870-841F-C5482CBBABFF}"/>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university1652_satellite_to_drone/seed-3/x-label-50">
            <a:extLst xmlns:a="http://schemas.openxmlformats.org/drawingml/2006/main">
              <a:ext uri="{FF2B5EF4-FFF2-40B4-BE49-F238E27FC236}">
                <a16:creationId xmlns:a16="http://schemas.microsoft.com/office/drawing/2014/main" id="{4AFB6CBD-FBCA-4279-B102-9CBA58E022BF}"/>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university1652_satellite_to_drone/seed-3/y-grid-75">
            <a:extLst xmlns:a="http://schemas.openxmlformats.org/drawingml/2006/main">
              <a:ext uri="{FF2B5EF4-FFF2-40B4-BE49-F238E27FC236}">
                <a16:creationId xmlns:a16="http://schemas.microsoft.com/office/drawing/2014/main" id="{27753817-2F84-4B5E-BD58-F0E42FA71161}"/>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university1652_satellite_to_drone/seed-3/y-label-75">
            <a:extLst xmlns:a="http://schemas.openxmlformats.org/drawingml/2006/main">
              <a:ext uri="{FF2B5EF4-FFF2-40B4-BE49-F238E27FC236}">
                <a16:creationId xmlns:a16="http://schemas.microsoft.com/office/drawing/2014/main" id="{FBC4958E-7738-4412-B151-E06E1FDBA93A}"/>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university1652_satellite_to_drone/seed-3/x-tick-75">
            <a:extLst xmlns:a="http://schemas.openxmlformats.org/drawingml/2006/main">
              <a:ext uri="{FF2B5EF4-FFF2-40B4-BE49-F238E27FC236}">
                <a16:creationId xmlns:a16="http://schemas.microsoft.com/office/drawing/2014/main" id="{A7E1A5D1-17B6-4D13-9A39-0DFCB9E6C85F}"/>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university1652_satellite_to_drone/seed-3/x-label-75">
            <a:extLst xmlns:a="http://schemas.openxmlformats.org/drawingml/2006/main">
              <a:ext uri="{FF2B5EF4-FFF2-40B4-BE49-F238E27FC236}">
                <a16:creationId xmlns:a16="http://schemas.microsoft.com/office/drawing/2014/main" id="{40A9CB8B-D92B-472B-A26F-6A413EF0EBF5}"/>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university1652_satellite_to_drone/seed-3/y-grid-100">
            <a:extLst xmlns:a="http://schemas.openxmlformats.org/drawingml/2006/main">
              <a:ext uri="{FF2B5EF4-FFF2-40B4-BE49-F238E27FC236}">
                <a16:creationId xmlns:a16="http://schemas.microsoft.com/office/drawing/2014/main" id="{CBA88833-9563-450B-BDF4-D8444399D0A6}"/>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university1652_satellite_to_drone/seed-3/y-label-100">
            <a:extLst xmlns:a="http://schemas.openxmlformats.org/drawingml/2006/main">
              <a:ext uri="{FF2B5EF4-FFF2-40B4-BE49-F238E27FC236}">
                <a16:creationId xmlns:a16="http://schemas.microsoft.com/office/drawing/2014/main" id="{261B298B-E1F4-42DE-8902-435D350B4A30}"/>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university1652_satellite_to_drone/seed-3/x-tick-100">
            <a:extLst xmlns:a="http://schemas.openxmlformats.org/drawingml/2006/main">
              <a:ext uri="{FF2B5EF4-FFF2-40B4-BE49-F238E27FC236}">
                <a16:creationId xmlns:a16="http://schemas.microsoft.com/office/drawing/2014/main" id="{F35C8CBF-8C03-40C2-A23B-531FED00074D}"/>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university1652_satellite_to_drone/seed-3/x-label-100">
            <a:extLst xmlns:a="http://schemas.openxmlformats.org/drawingml/2006/main">
              <a:ext uri="{FF2B5EF4-FFF2-40B4-BE49-F238E27FC236}">
                <a16:creationId xmlns:a16="http://schemas.microsoft.com/office/drawing/2014/main" id="{2DC62A9E-09DA-42C3-9C48-A728A08B7000}"/>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university1652_satellite_to_drone/seed-3/y-axis">
            <a:extLst xmlns:a="http://schemas.openxmlformats.org/drawingml/2006/main">
              <a:ext uri="{FF2B5EF4-FFF2-40B4-BE49-F238E27FC236}">
                <a16:creationId xmlns:a16="http://schemas.microsoft.com/office/drawing/2014/main" id="{13D33064-D833-44DE-B445-05AC818FF68C}"/>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university1652_satellite_to_drone/seed-3/x-axis">
            <a:extLst xmlns:a="http://schemas.openxmlformats.org/drawingml/2006/main">
              <a:ext uri="{FF2B5EF4-FFF2-40B4-BE49-F238E27FC236}">
                <a16:creationId xmlns:a16="http://schemas.microsoft.com/office/drawing/2014/main" id="{8B3E19D2-FED8-41F8-9CBC-4A55F5A2A27A}"/>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university1652_satellite_to_drone/university1652_satellite_to_drone/seed-3/visual/segment-1-2">
            <a:extLst xmlns:a="http://schemas.openxmlformats.org/drawingml/2006/main">
              <a:ext uri="{FF2B5EF4-FFF2-40B4-BE49-F238E27FC236}">
                <a16:creationId xmlns:a16="http://schemas.microsoft.com/office/drawing/2014/main" id="{3D9A3255-6913-41EA-BF92-47C2AB696159}"/>
              </a:ext>
            </a:extLst>
          </p:cNvPr>
          <p:cNvSpPr>
            <a:spLocks xmlns:a="http://schemas.openxmlformats.org/drawingml/2006/main" noGrp="1"/>
          </p:cNvSpPr>
          <p:nvPr/>
        </p:nvSpPr>
        <p:spPr>
          <a:xfrm xmlns:a="http://schemas.openxmlformats.org/drawingml/2006/main" flipV="0">
            <a:off x="4708674" y="2206044"/>
            <a:ext cx="159792" cy="6797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university1652_satellite_to_drone/university1652_satellite_to_drone/seed-3/visual/segment-2-3">
            <a:extLst xmlns:a="http://schemas.openxmlformats.org/drawingml/2006/main">
              <a:ext uri="{FF2B5EF4-FFF2-40B4-BE49-F238E27FC236}">
                <a16:creationId xmlns:a16="http://schemas.microsoft.com/office/drawing/2014/main" id="{A7DB4A23-5DD2-423C-89F5-5F694F865D29}"/>
              </a:ext>
            </a:extLst>
          </p:cNvPr>
          <p:cNvSpPr>
            <a:spLocks xmlns:a="http://schemas.openxmlformats.org/drawingml/2006/main" noGrp="1"/>
          </p:cNvSpPr>
          <p:nvPr/>
        </p:nvSpPr>
        <p:spPr>
          <a:xfrm xmlns:a="http://schemas.openxmlformats.org/drawingml/2006/main" flipV="1">
            <a:off x="4868466" y="2223222"/>
            <a:ext cx="159792" cy="5079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university1652_satellite_to_drone/university1652_satellite_to_drone/seed-3/visual/segment-3-4">
            <a:extLst xmlns:a="http://schemas.openxmlformats.org/drawingml/2006/main">
              <a:ext uri="{FF2B5EF4-FFF2-40B4-BE49-F238E27FC236}">
                <a16:creationId xmlns:a16="http://schemas.microsoft.com/office/drawing/2014/main" id="{48FB160D-A2EE-446D-91BE-FEF99052BB59}"/>
              </a:ext>
            </a:extLst>
          </p:cNvPr>
          <p:cNvSpPr>
            <a:spLocks xmlns:a="http://schemas.openxmlformats.org/drawingml/2006/main" noGrp="1"/>
          </p:cNvSpPr>
          <p:nvPr/>
        </p:nvSpPr>
        <p:spPr>
          <a:xfrm xmlns:a="http://schemas.openxmlformats.org/drawingml/2006/main" flipV="1">
            <a:off x="5028258" y="2210026"/>
            <a:ext cx="159792" cy="1319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university1652_satellite_to_drone/university1652_satellite_to_drone/seed-3/visual/segment-4-5">
            <a:extLst xmlns:a="http://schemas.openxmlformats.org/drawingml/2006/main">
              <a:ext uri="{FF2B5EF4-FFF2-40B4-BE49-F238E27FC236}">
                <a16:creationId xmlns:a16="http://schemas.microsoft.com/office/drawing/2014/main" id="{4880EA3F-8D04-4FD1-9A5A-B0AC4385B62F}"/>
              </a:ext>
            </a:extLst>
          </p:cNvPr>
          <p:cNvSpPr>
            <a:spLocks xmlns:a="http://schemas.openxmlformats.org/drawingml/2006/main" noGrp="1"/>
          </p:cNvSpPr>
          <p:nvPr/>
        </p:nvSpPr>
        <p:spPr>
          <a:xfrm xmlns:a="http://schemas.openxmlformats.org/drawingml/2006/main" flipV="0">
            <a:off x="5188050" y="2210026"/>
            <a:ext cx="159792" cy="683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university1652_satellite_to_drone/university1652_satellite_to_drone/seed-3/visual/segment-5-6">
            <a:extLst xmlns:a="http://schemas.openxmlformats.org/drawingml/2006/main">
              <a:ext uri="{FF2B5EF4-FFF2-40B4-BE49-F238E27FC236}">
                <a16:creationId xmlns:a16="http://schemas.microsoft.com/office/drawing/2014/main" id="{AAA76AA6-732C-43DE-8899-AC9B9EE24DF9}"/>
              </a:ext>
            </a:extLst>
          </p:cNvPr>
          <p:cNvSpPr>
            <a:spLocks xmlns:a="http://schemas.openxmlformats.org/drawingml/2006/main" noGrp="1"/>
          </p:cNvSpPr>
          <p:nvPr/>
        </p:nvSpPr>
        <p:spPr>
          <a:xfrm xmlns:a="http://schemas.openxmlformats.org/drawingml/2006/main" flipV="0">
            <a:off x="5347841" y="2216856"/>
            <a:ext cx="159792" cy="866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university1652_satellite_to_drone/university1652_satellite_to_drone/seed-3/visual/segment-6-7">
            <a:extLst xmlns:a="http://schemas.openxmlformats.org/drawingml/2006/main">
              <a:ext uri="{FF2B5EF4-FFF2-40B4-BE49-F238E27FC236}">
                <a16:creationId xmlns:a16="http://schemas.microsoft.com/office/drawing/2014/main" id="{8753B1A9-9030-4162-8321-772BD87BB032}"/>
              </a:ext>
            </a:extLst>
          </p:cNvPr>
          <p:cNvSpPr>
            <a:spLocks xmlns:a="http://schemas.openxmlformats.org/drawingml/2006/main" noGrp="1"/>
          </p:cNvSpPr>
          <p:nvPr/>
        </p:nvSpPr>
        <p:spPr>
          <a:xfrm xmlns:a="http://schemas.openxmlformats.org/drawingml/2006/main" flipV="0">
            <a:off x="5507633" y="2225517"/>
            <a:ext cx="159792" cy="970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university1652_satellite_to_drone/university1652_satellite_to_drone/seed-3/visual/segment-7-8">
            <a:extLst xmlns:a="http://schemas.openxmlformats.org/drawingml/2006/main">
              <a:ext uri="{FF2B5EF4-FFF2-40B4-BE49-F238E27FC236}">
                <a16:creationId xmlns:a16="http://schemas.microsoft.com/office/drawing/2014/main" id="{A821BFE8-3266-4A64-B42F-80BEFF0365F8}"/>
              </a:ext>
            </a:extLst>
          </p:cNvPr>
          <p:cNvSpPr>
            <a:spLocks xmlns:a="http://schemas.openxmlformats.org/drawingml/2006/main" noGrp="1"/>
          </p:cNvSpPr>
          <p:nvPr/>
        </p:nvSpPr>
        <p:spPr>
          <a:xfrm xmlns:a="http://schemas.openxmlformats.org/drawingml/2006/main" flipV="1">
            <a:off x="5667425" y="2233276"/>
            <a:ext cx="159792" cy="19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university1652_satellite_to_drone/university1652_satellite_to_drone/seed-3/visual/segment-8-9">
            <a:extLst xmlns:a="http://schemas.openxmlformats.org/drawingml/2006/main">
              <a:ext uri="{FF2B5EF4-FFF2-40B4-BE49-F238E27FC236}">
                <a16:creationId xmlns:a16="http://schemas.microsoft.com/office/drawing/2014/main" id="{745BFEA5-1579-44FA-A1A8-B24E2413EE56}"/>
              </a:ext>
            </a:extLst>
          </p:cNvPr>
          <p:cNvSpPr>
            <a:spLocks xmlns:a="http://schemas.openxmlformats.org/drawingml/2006/main" noGrp="1"/>
          </p:cNvSpPr>
          <p:nvPr/>
        </p:nvSpPr>
        <p:spPr>
          <a:xfrm xmlns:a="http://schemas.openxmlformats.org/drawingml/2006/main" flipV="1">
            <a:off x="5827217" y="2229021"/>
            <a:ext cx="159792" cy="425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university1652_satellite_to_drone/university1652_satellite_to_drone/seed-3/visual/segment-9-10">
            <a:extLst xmlns:a="http://schemas.openxmlformats.org/drawingml/2006/main">
              <a:ext uri="{FF2B5EF4-FFF2-40B4-BE49-F238E27FC236}">
                <a16:creationId xmlns:a16="http://schemas.microsoft.com/office/drawing/2014/main" id="{A7E36368-CC71-4B4A-A506-340A15C7CD82}"/>
              </a:ext>
            </a:extLst>
          </p:cNvPr>
          <p:cNvSpPr>
            <a:spLocks xmlns:a="http://schemas.openxmlformats.org/drawingml/2006/main" noGrp="1"/>
          </p:cNvSpPr>
          <p:nvPr/>
        </p:nvSpPr>
        <p:spPr>
          <a:xfrm xmlns:a="http://schemas.openxmlformats.org/drawingml/2006/main" flipV="1">
            <a:off x="5987008" y="2225616"/>
            <a:ext cx="159792" cy="340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university1652_satellite_to_drone/university1652_satellite_to_drone/seed-3/visual/point-1">
            <a:extLst xmlns:a="http://schemas.openxmlformats.org/drawingml/2006/main">
              <a:ext uri="{FF2B5EF4-FFF2-40B4-BE49-F238E27FC236}">
                <a16:creationId xmlns:a16="http://schemas.microsoft.com/office/drawing/2014/main" id="{85B67327-0F5E-49E4-A830-73689EBB9AD7}"/>
              </a:ext>
            </a:extLst>
          </p:cNvPr>
          <p:cNvSpPr>
            <a:spLocks xmlns:a="http://schemas.openxmlformats.org/drawingml/2006/main" noGrp="1"/>
          </p:cNvSpPr>
          <p:nvPr/>
        </p:nvSpPr>
        <p:spPr>
          <a:xfrm xmlns:a="http://schemas.openxmlformats.org/drawingml/2006/main">
            <a:off x="4685179" y="218254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university1652_satellite_to_drone/university1652_satellite_to_drone/seed-3/visual/point-2">
            <a:extLst xmlns:a="http://schemas.openxmlformats.org/drawingml/2006/main">
              <a:ext uri="{FF2B5EF4-FFF2-40B4-BE49-F238E27FC236}">
                <a16:creationId xmlns:a16="http://schemas.microsoft.com/office/drawing/2014/main" id="{0C4A79BE-A7E3-428C-A441-DA22952A6BBE}"/>
              </a:ext>
            </a:extLst>
          </p:cNvPr>
          <p:cNvSpPr>
            <a:spLocks xmlns:a="http://schemas.openxmlformats.org/drawingml/2006/main" noGrp="1"/>
          </p:cNvSpPr>
          <p:nvPr/>
        </p:nvSpPr>
        <p:spPr>
          <a:xfrm xmlns:a="http://schemas.openxmlformats.org/drawingml/2006/main">
            <a:off x="4844971" y="225052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university1652_satellite_to_drone/university1652_satellite_to_drone/seed-3/visual/point-3">
            <a:extLst xmlns:a="http://schemas.openxmlformats.org/drawingml/2006/main">
              <a:ext uri="{FF2B5EF4-FFF2-40B4-BE49-F238E27FC236}">
                <a16:creationId xmlns:a16="http://schemas.microsoft.com/office/drawing/2014/main" id="{15CCC4E8-5752-43A7-A6CA-541F6F1EF0AA}"/>
              </a:ext>
            </a:extLst>
          </p:cNvPr>
          <p:cNvSpPr>
            <a:spLocks xmlns:a="http://schemas.openxmlformats.org/drawingml/2006/main" noGrp="1"/>
          </p:cNvSpPr>
          <p:nvPr/>
        </p:nvSpPr>
        <p:spPr>
          <a:xfrm xmlns:a="http://schemas.openxmlformats.org/drawingml/2006/main">
            <a:off x="5004763" y="219972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university1652_satellite_to_drone/university1652_satellite_to_drone/seed-3/visual/point-4">
            <a:extLst xmlns:a="http://schemas.openxmlformats.org/drawingml/2006/main">
              <a:ext uri="{FF2B5EF4-FFF2-40B4-BE49-F238E27FC236}">
                <a16:creationId xmlns:a16="http://schemas.microsoft.com/office/drawing/2014/main" id="{9FDFC4B7-CF47-40BB-9A57-C9A2EF3E5D80}"/>
              </a:ext>
            </a:extLst>
          </p:cNvPr>
          <p:cNvSpPr>
            <a:spLocks xmlns:a="http://schemas.openxmlformats.org/drawingml/2006/main" noGrp="1"/>
          </p:cNvSpPr>
          <p:nvPr/>
        </p:nvSpPr>
        <p:spPr>
          <a:xfrm xmlns:a="http://schemas.openxmlformats.org/drawingml/2006/main">
            <a:off x="5164555" y="218653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university1652_satellite_to_drone/university1652_satellite_to_drone/seed-3/visual/point-5">
            <a:extLst xmlns:a="http://schemas.openxmlformats.org/drawingml/2006/main">
              <a:ext uri="{FF2B5EF4-FFF2-40B4-BE49-F238E27FC236}">
                <a16:creationId xmlns:a16="http://schemas.microsoft.com/office/drawing/2014/main" id="{EA17A980-FEA9-4428-BE12-EF29555E63F4}"/>
              </a:ext>
            </a:extLst>
          </p:cNvPr>
          <p:cNvSpPr>
            <a:spLocks xmlns:a="http://schemas.openxmlformats.org/drawingml/2006/main" noGrp="1"/>
          </p:cNvSpPr>
          <p:nvPr/>
        </p:nvSpPr>
        <p:spPr>
          <a:xfrm xmlns:a="http://schemas.openxmlformats.org/drawingml/2006/main">
            <a:off x="5324346" y="219336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university1652_satellite_to_drone/university1652_satellite_to_drone/seed-3/visual/point-6">
            <a:extLst xmlns:a="http://schemas.openxmlformats.org/drawingml/2006/main">
              <a:ext uri="{FF2B5EF4-FFF2-40B4-BE49-F238E27FC236}">
                <a16:creationId xmlns:a16="http://schemas.microsoft.com/office/drawing/2014/main" id="{1657F47D-9BED-4D79-BD0D-0F9B703ADDFB}"/>
              </a:ext>
            </a:extLst>
          </p:cNvPr>
          <p:cNvSpPr>
            <a:spLocks xmlns:a="http://schemas.openxmlformats.org/drawingml/2006/main" noGrp="1"/>
          </p:cNvSpPr>
          <p:nvPr/>
        </p:nvSpPr>
        <p:spPr>
          <a:xfrm xmlns:a="http://schemas.openxmlformats.org/drawingml/2006/main">
            <a:off x="5484138" y="220202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university1652_satellite_to_drone/university1652_satellite_to_drone/seed-3/visual/point-7">
            <a:extLst xmlns:a="http://schemas.openxmlformats.org/drawingml/2006/main">
              <a:ext uri="{FF2B5EF4-FFF2-40B4-BE49-F238E27FC236}">
                <a16:creationId xmlns:a16="http://schemas.microsoft.com/office/drawing/2014/main" id="{FF346A6D-AC54-4983-B510-ACD534416523}"/>
              </a:ext>
            </a:extLst>
          </p:cNvPr>
          <p:cNvSpPr>
            <a:spLocks xmlns:a="http://schemas.openxmlformats.org/drawingml/2006/main" noGrp="1"/>
          </p:cNvSpPr>
          <p:nvPr/>
        </p:nvSpPr>
        <p:spPr>
          <a:xfrm xmlns:a="http://schemas.openxmlformats.org/drawingml/2006/main">
            <a:off x="5643930" y="221173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university1652_satellite_to_drone/university1652_satellite_to_drone/seed-3/visual/point-8">
            <a:extLst xmlns:a="http://schemas.openxmlformats.org/drawingml/2006/main">
              <a:ext uri="{FF2B5EF4-FFF2-40B4-BE49-F238E27FC236}">
                <a16:creationId xmlns:a16="http://schemas.microsoft.com/office/drawing/2014/main" id="{55BC8F01-C618-4302-A0DA-516385969F1E}"/>
              </a:ext>
            </a:extLst>
          </p:cNvPr>
          <p:cNvSpPr>
            <a:spLocks xmlns:a="http://schemas.openxmlformats.org/drawingml/2006/main" noGrp="1"/>
          </p:cNvSpPr>
          <p:nvPr/>
        </p:nvSpPr>
        <p:spPr>
          <a:xfrm xmlns:a="http://schemas.openxmlformats.org/drawingml/2006/main">
            <a:off x="5803722" y="220978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university1652_satellite_to_drone/university1652_satellite_to_drone/seed-3/visual/point-9">
            <a:extLst xmlns:a="http://schemas.openxmlformats.org/drawingml/2006/main">
              <a:ext uri="{FF2B5EF4-FFF2-40B4-BE49-F238E27FC236}">
                <a16:creationId xmlns:a16="http://schemas.microsoft.com/office/drawing/2014/main" id="{13980A0E-C2C0-41F4-B777-845B9859B2DB}"/>
              </a:ext>
            </a:extLst>
          </p:cNvPr>
          <p:cNvSpPr>
            <a:spLocks xmlns:a="http://schemas.openxmlformats.org/drawingml/2006/main" noGrp="1"/>
          </p:cNvSpPr>
          <p:nvPr/>
        </p:nvSpPr>
        <p:spPr>
          <a:xfrm xmlns:a="http://schemas.openxmlformats.org/drawingml/2006/main">
            <a:off x="5963513" y="220552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university1652_satellite_to_drone/university1652_satellite_to_drone/seed-3/visual/point-10">
            <a:extLst xmlns:a="http://schemas.openxmlformats.org/drawingml/2006/main">
              <a:ext uri="{FF2B5EF4-FFF2-40B4-BE49-F238E27FC236}">
                <a16:creationId xmlns:a16="http://schemas.microsoft.com/office/drawing/2014/main" id="{73B470AA-0C85-488E-9A4B-55E0C21FEDB3}"/>
              </a:ext>
            </a:extLst>
          </p:cNvPr>
          <p:cNvSpPr>
            <a:spLocks xmlns:a="http://schemas.openxmlformats.org/drawingml/2006/main" noGrp="1"/>
          </p:cNvSpPr>
          <p:nvPr/>
        </p:nvSpPr>
        <p:spPr>
          <a:xfrm xmlns:a="http://schemas.openxmlformats.org/drawingml/2006/main">
            <a:off x="6123305" y="220212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university1652_satellite_to_drone/seed-3/visual/AURC">
            <a:extLst xmlns:a="http://schemas.openxmlformats.org/drawingml/2006/main">
              <a:ext uri="{FF2B5EF4-FFF2-40B4-BE49-F238E27FC236}">
                <a16:creationId xmlns:a16="http://schemas.microsoft.com/office/drawing/2014/main" id="{6BE06459-438C-4A5B-B219-049CE582FBB5}"/>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0.4414</a:t>
            </a:r>
          </a:p>
        </p:txBody>
      </p:sp>
      <p:sp>
        <p:nvSpPr>
          <p:cNvPr id="179" name="university1652_satellite_to_drone/university1652_satellite_to_drone/seed-3/full/segment-1-2">
            <a:extLst xmlns:a="http://schemas.openxmlformats.org/drawingml/2006/main">
              <a:ext uri="{FF2B5EF4-FFF2-40B4-BE49-F238E27FC236}">
                <a16:creationId xmlns:a16="http://schemas.microsoft.com/office/drawing/2014/main" id="{C3A875B1-5984-45B0-BAF0-BCB4032FD2D5}"/>
              </a:ext>
            </a:extLst>
          </p:cNvPr>
          <p:cNvSpPr>
            <a:spLocks xmlns:a="http://schemas.openxmlformats.org/drawingml/2006/main" noGrp="1"/>
          </p:cNvSpPr>
          <p:nvPr/>
        </p:nvSpPr>
        <p:spPr>
          <a:xfrm xmlns:a="http://schemas.openxmlformats.org/drawingml/2006/main" flipV="0">
            <a:off x="4708674" y="1962776"/>
            <a:ext cx="159792" cy="2950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university1652_satellite_to_drone/university1652_satellite_to_drone/seed-3/full/segment-2-3">
            <a:extLst xmlns:a="http://schemas.openxmlformats.org/drawingml/2006/main">
              <a:ext uri="{FF2B5EF4-FFF2-40B4-BE49-F238E27FC236}">
                <a16:creationId xmlns:a16="http://schemas.microsoft.com/office/drawing/2014/main" id="{33A4A794-0C19-4855-B13A-936D9ECD5EB7}"/>
              </a:ext>
            </a:extLst>
          </p:cNvPr>
          <p:cNvSpPr>
            <a:spLocks xmlns:a="http://schemas.openxmlformats.org/drawingml/2006/main" noGrp="1"/>
          </p:cNvSpPr>
          <p:nvPr/>
        </p:nvSpPr>
        <p:spPr>
          <a:xfrm xmlns:a="http://schemas.openxmlformats.org/drawingml/2006/main" flipV="0">
            <a:off x="4868466" y="1992279"/>
            <a:ext cx="159792" cy="3448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university1652_satellite_to_drone/university1652_satellite_to_drone/seed-3/full/segment-3-4">
            <a:extLst xmlns:a="http://schemas.openxmlformats.org/drawingml/2006/main">
              <a:ext uri="{FF2B5EF4-FFF2-40B4-BE49-F238E27FC236}">
                <a16:creationId xmlns:a16="http://schemas.microsoft.com/office/drawing/2014/main" id="{C5B91917-E04B-4DEB-AB11-D625400FC9D0}"/>
              </a:ext>
            </a:extLst>
          </p:cNvPr>
          <p:cNvSpPr>
            <a:spLocks xmlns:a="http://schemas.openxmlformats.org/drawingml/2006/main" noGrp="1"/>
          </p:cNvSpPr>
          <p:nvPr/>
        </p:nvSpPr>
        <p:spPr>
          <a:xfrm xmlns:a="http://schemas.openxmlformats.org/drawingml/2006/main" flipV="1">
            <a:off x="5028258" y="1988748"/>
            <a:ext cx="159792" cy="3801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university1652_satellite_to_drone/university1652_satellite_to_drone/seed-3/full/segment-4-5">
            <a:extLst xmlns:a="http://schemas.openxmlformats.org/drawingml/2006/main">
              <a:ext uri="{FF2B5EF4-FFF2-40B4-BE49-F238E27FC236}">
                <a16:creationId xmlns:a16="http://schemas.microsoft.com/office/drawing/2014/main" id="{46630C04-820C-4682-98D3-02B67C126D5F}"/>
              </a:ext>
            </a:extLst>
          </p:cNvPr>
          <p:cNvSpPr>
            <a:spLocks xmlns:a="http://schemas.openxmlformats.org/drawingml/2006/main" noGrp="1"/>
          </p:cNvSpPr>
          <p:nvPr/>
        </p:nvSpPr>
        <p:spPr>
          <a:xfrm xmlns:a="http://schemas.openxmlformats.org/drawingml/2006/main" flipV="1">
            <a:off x="5188050" y="1980657"/>
            <a:ext cx="159792" cy="809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university1652_satellite_to_drone/university1652_satellite_to_drone/seed-3/full/segment-5-6">
            <a:extLst xmlns:a="http://schemas.openxmlformats.org/drawingml/2006/main">
              <a:ext uri="{FF2B5EF4-FFF2-40B4-BE49-F238E27FC236}">
                <a16:creationId xmlns:a16="http://schemas.microsoft.com/office/drawing/2014/main" id="{5A69D493-87D4-46CD-9D4C-0996F666D66D}"/>
              </a:ext>
            </a:extLst>
          </p:cNvPr>
          <p:cNvSpPr>
            <a:spLocks xmlns:a="http://schemas.openxmlformats.org/drawingml/2006/main" noGrp="1"/>
          </p:cNvSpPr>
          <p:nvPr/>
        </p:nvSpPr>
        <p:spPr>
          <a:xfrm xmlns:a="http://schemas.openxmlformats.org/drawingml/2006/main" flipV="0">
            <a:off x="5347841" y="1980657"/>
            <a:ext cx="159792" cy="3152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university1652_satellite_to_drone/university1652_satellite_to_drone/seed-3/full/segment-6-7">
            <a:extLst xmlns:a="http://schemas.openxmlformats.org/drawingml/2006/main">
              <a:ext uri="{FF2B5EF4-FFF2-40B4-BE49-F238E27FC236}">
                <a16:creationId xmlns:a16="http://schemas.microsoft.com/office/drawing/2014/main" id="{36F159DC-DB58-4C43-9824-01E8D99EE01D}"/>
              </a:ext>
            </a:extLst>
          </p:cNvPr>
          <p:cNvSpPr>
            <a:spLocks xmlns:a="http://schemas.openxmlformats.org/drawingml/2006/main" noGrp="1"/>
          </p:cNvSpPr>
          <p:nvPr/>
        </p:nvSpPr>
        <p:spPr>
          <a:xfrm xmlns:a="http://schemas.openxmlformats.org/drawingml/2006/main" flipV="1">
            <a:off x="5507633" y="1999539"/>
            <a:ext cx="159792" cy="1264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university1652_satellite_to_drone/university1652_satellite_to_drone/seed-3/full/segment-7-8">
            <a:extLst xmlns:a="http://schemas.openxmlformats.org/drawingml/2006/main">
              <a:ext uri="{FF2B5EF4-FFF2-40B4-BE49-F238E27FC236}">
                <a16:creationId xmlns:a16="http://schemas.microsoft.com/office/drawing/2014/main" id="{8DA8BD58-7E55-4337-A8F6-7F0B254EC8BC}"/>
              </a:ext>
            </a:extLst>
          </p:cNvPr>
          <p:cNvSpPr>
            <a:spLocks xmlns:a="http://schemas.openxmlformats.org/drawingml/2006/main" noGrp="1"/>
          </p:cNvSpPr>
          <p:nvPr/>
        </p:nvSpPr>
        <p:spPr>
          <a:xfrm xmlns:a="http://schemas.openxmlformats.org/drawingml/2006/main" flipV="1">
            <a:off x="5667425" y="1990052"/>
            <a:ext cx="159792" cy="948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university1652_satellite_to_drone/university1652_satellite_to_drone/seed-3/full/segment-8-9">
            <a:extLst xmlns:a="http://schemas.openxmlformats.org/drawingml/2006/main">
              <a:ext uri="{FF2B5EF4-FFF2-40B4-BE49-F238E27FC236}">
                <a16:creationId xmlns:a16="http://schemas.microsoft.com/office/drawing/2014/main" id="{59E29E1B-BDF0-47D8-9189-80DD7F0F51D2}"/>
              </a:ext>
            </a:extLst>
          </p:cNvPr>
          <p:cNvSpPr>
            <a:spLocks xmlns:a="http://schemas.openxmlformats.org/drawingml/2006/main" noGrp="1"/>
          </p:cNvSpPr>
          <p:nvPr/>
        </p:nvSpPr>
        <p:spPr>
          <a:xfrm xmlns:a="http://schemas.openxmlformats.org/drawingml/2006/main" flipV="0">
            <a:off x="5827217" y="1990052"/>
            <a:ext cx="159792" cy="2272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university1652_satellite_to_drone/university1652_satellite_to_drone/seed-3/full/segment-9-10">
            <a:extLst xmlns:a="http://schemas.openxmlformats.org/drawingml/2006/main">
              <a:ext uri="{FF2B5EF4-FFF2-40B4-BE49-F238E27FC236}">
                <a16:creationId xmlns:a16="http://schemas.microsoft.com/office/drawing/2014/main" id="{AFFF0953-D25F-4AD2-97BF-37922E6EFF02}"/>
              </a:ext>
            </a:extLst>
          </p:cNvPr>
          <p:cNvSpPr>
            <a:spLocks xmlns:a="http://schemas.openxmlformats.org/drawingml/2006/main" noGrp="1"/>
          </p:cNvSpPr>
          <p:nvPr/>
        </p:nvSpPr>
        <p:spPr>
          <a:xfrm xmlns:a="http://schemas.openxmlformats.org/drawingml/2006/main" flipV="1">
            <a:off x="5987008" y="2008792"/>
            <a:ext cx="159792" cy="398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university1652_satellite_to_drone/university1652_satellite_to_drone/seed-3/full/point-1">
            <a:extLst xmlns:a="http://schemas.openxmlformats.org/drawingml/2006/main">
              <a:ext uri="{FF2B5EF4-FFF2-40B4-BE49-F238E27FC236}">
                <a16:creationId xmlns:a16="http://schemas.microsoft.com/office/drawing/2014/main" id="{BA48F506-F1F2-477F-853B-B23E62193500}"/>
              </a:ext>
            </a:extLst>
          </p:cNvPr>
          <p:cNvSpPr>
            <a:spLocks xmlns:a="http://schemas.openxmlformats.org/drawingml/2006/main" noGrp="1"/>
          </p:cNvSpPr>
          <p:nvPr/>
        </p:nvSpPr>
        <p:spPr>
          <a:xfrm xmlns:a="http://schemas.openxmlformats.org/drawingml/2006/main">
            <a:off x="4685179" y="193928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university1652_satellite_to_drone/university1652_satellite_to_drone/seed-3/full/point-2">
            <a:extLst xmlns:a="http://schemas.openxmlformats.org/drawingml/2006/main">
              <a:ext uri="{FF2B5EF4-FFF2-40B4-BE49-F238E27FC236}">
                <a16:creationId xmlns:a16="http://schemas.microsoft.com/office/drawing/2014/main" id="{A449302D-BF88-4905-8284-DF85D8CEF53E}"/>
              </a:ext>
            </a:extLst>
          </p:cNvPr>
          <p:cNvSpPr>
            <a:spLocks xmlns:a="http://schemas.openxmlformats.org/drawingml/2006/main" noGrp="1"/>
          </p:cNvSpPr>
          <p:nvPr/>
        </p:nvSpPr>
        <p:spPr>
          <a:xfrm xmlns:a="http://schemas.openxmlformats.org/drawingml/2006/main">
            <a:off x="4844971" y="196878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university1652_satellite_to_drone/university1652_satellite_to_drone/seed-3/full/point-3">
            <a:extLst xmlns:a="http://schemas.openxmlformats.org/drawingml/2006/main">
              <a:ext uri="{FF2B5EF4-FFF2-40B4-BE49-F238E27FC236}">
                <a16:creationId xmlns:a16="http://schemas.microsoft.com/office/drawing/2014/main" id="{55F7F826-75FC-40DE-A5E5-88853B4818E3}"/>
              </a:ext>
            </a:extLst>
          </p:cNvPr>
          <p:cNvSpPr>
            <a:spLocks xmlns:a="http://schemas.openxmlformats.org/drawingml/2006/main" noGrp="1"/>
          </p:cNvSpPr>
          <p:nvPr/>
        </p:nvSpPr>
        <p:spPr>
          <a:xfrm xmlns:a="http://schemas.openxmlformats.org/drawingml/2006/main">
            <a:off x="5004763" y="200326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university1652_satellite_to_drone/university1652_satellite_to_drone/seed-3/full/point-4">
            <a:extLst xmlns:a="http://schemas.openxmlformats.org/drawingml/2006/main">
              <a:ext uri="{FF2B5EF4-FFF2-40B4-BE49-F238E27FC236}">
                <a16:creationId xmlns:a16="http://schemas.microsoft.com/office/drawing/2014/main" id="{43AE264E-531A-46A1-818F-45E786A4F7CF}"/>
              </a:ext>
            </a:extLst>
          </p:cNvPr>
          <p:cNvSpPr>
            <a:spLocks xmlns:a="http://schemas.openxmlformats.org/drawingml/2006/main" noGrp="1"/>
          </p:cNvSpPr>
          <p:nvPr/>
        </p:nvSpPr>
        <p:spPr>
          <a:xfrm xmlns:a="http://schemas.openxmlformats.org/drawingml/2006/main">
            <a:off x="5164555" y="196525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university1652_satellite_to_drone/university1652_satellite_to_drone/seed-3/full/point-5">
            <a:extLst xmlns:a="http://schemas.openxmlformats.org/drawingml/2006/main">
              <a:ext uri="{FF2B5EF4-FFF2-40B4-BE49-F238E27FC236}">
                <a16:creationId xmlns:a16="http://schemas.microsoft.com/office/drawing/2014/main" id="{8742D18B-EC2B-4C10-9138-EE7FF685F7B7}"/>
              </a:ext>
            </a:extLst>
          </p:cNvPr>
          <p:cNvSpPr>
            <a:spLocks xmlns:a="http://schemas.openxmlformats.org/drawingml/2006/main" noGrp="1"/>
          </p:cNvSpPr>
          <p:nvPr/>
        </p:nvSpPr>
        <p:spPr>
          <a:xfrm xmlns:a="http://schemas.openxmlformats.org/drawingml/2006/main">
            <a:off x="5324346" y="195716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university1652_satellite_to_drone/university1652_satellite_to_drone/seed-3/full/point-6">
            <a:extLst xmlns:a="http://schemas.openxmlformats.org/drawingml/2006/main">
              <a:ext uri="{FF2B5EF4-FFF2-40B4-BE49-F238E27FC236}">
                <a16:creationId xmlns:a16="http://schemas.microsoft.com/office/drawing/2014/main" id="{A21E5DEB-B41F-4C38-9C54-79BDC95D004D}"/>
              </a:ext>
            </a:extLst>
          </p:cNvPr>
          <p:cNvSpPr>
            <a:spLocks xmlns:a="http://schemas.openxmlformats.org/drawingml/2006/main" noGrp="1"/>
          </p:cNvSpPr>
          <p:nvPr/>
        </p:nvSpPr>
        <p:spPr>
          <a:xfrm xmlns:a="http://schemas.openxmlformats.org/drawingml/2006/main">
            <a:off x="5484138" y="198868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university1652_satellite_to_drone/university1652_satellite_to_drone/seed-3/full/point-7">
            <a:extLst xmlns:a="http://schemas.openxmlformats.org/drawingml/2006/main">
              <a:ext uri="{FF2B5EF4-FFF2-40B4-BE49-F238E27FC236}">
                <a16:creationId xmlns:a16="http://schemas.microsoft.com/office/drawing/2014/main" id="{712D5A76-F7D3-4F42-877D-361404DBABF1}"/>
              </a:ext>
            </a:extLst>
          </p:cNvPr>
          <p:cNvSpPr>
            <a:spLocks xmlns:a="http://schemas.openxmlformats.org/drawingml/2006/main" noGrp="1"/>
          </p:cNvSpPr>
          <p:nvPr/>
        </p:nvSpPr>
        <p:spPr>
          <a:xfrm xmlns:a="http://schemas.openxmlformats.org/drawingml/2006/main">
            <a:off x="5643930" y="197604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university1652_satellite_to_drone/university1652_satellite_to_drone/seed-3/full/point-8">
            <a:extLst xmlns:a="http://schemas.openxmlformats.org/drawingml/2006/main">
              <a:ext uri="{FF2B5EF4-FFF2-40B4-BE49-F238E27FC236}">
                <a16:creationId xmlns:a16="http://schemas.microsoft.com/office/drawing/2014/main" id="{482CBF0C-99E5-4AFF-96DD-C58863E27B67}"/>
              </a:ext>
            </a:extLst>
          </p:cNvPr>
          <p:cNvSpPr>
            <a:spLocks xmlns:a="http://schemas.openxmlformats.org/drawingml/2006/main" noGrp="1"/>
          </p:cNvSpPr>
          <p:nvPr/>
        </p:nvSpPr>
        <p:spPr>
          <a:xfrm xmlns:a="http://schemas.openxmlformats.org/drawingml/2006/main">
            <a:off x="5803722" y="196655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university1652_satellite_to_drone/university1652_satellite_to_drone/seed-3/full/point-9">
            <a:extLst xmlns:a="http://schemas.openxmlformats.org/drawingml/2006/main">
              <a:ext uri="{FF2B5EF4-FFF2-40B4-BE49-F238E27FC236}">
                <a16:creationId xmlns:a16="http://schemas.microsoft.com/office/drawing/2014/main" id="{D4E77E1A-632C-4BE5-B867-672A8B6E363F}"/>
              </a:ext>
            </a:extLst>
          </p:cNvPr>
          <p:cNvSpPr>
            <a:spLocks xmlns:a="http://schemas.openxmlformats.org/drawingml/2006/main" noGrp="1"/>
          </p:cNvSpPr>
          <p:nvPr/>
        </p:nvSpPr>
        <p:spPr>
          <a:xfrm xmlns:a="http://schemas.openxmlformats.org/drawingml/2006/main">
            <a:off x="5963513" y="198928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university1652_satellite_to_drone/university1652_satellite_to_drone/seed-3/full/point-10">
            <a:extLst xmlns:a="http://schemas.openxmlformats.org/drawingml/2006/main">
              <a:ext uri="{FF2B5EF4-FFF2-40B4-BE49-F238E27FC236}">
                <a16:creationId xmlns:a16="http://schemas.microsoft.com/office/drawing/2014/main" id="{507CCCBE-F48F-487B-A92B-13F1DE7D0381}"/>
              </a:ext>
            </a:extLst>
          </p:cNvPr>
          <p:cNvSpPr>
            <a:spLocks xmlns:a="http://schemas.openxmlformats.org/drawingml/2006/main" noGrp="1"/>
          </p:cNvSpPr>
          <p:nvPr/>
        </p:nvSpPr>
        <p:spPr>
          <a:xfrm xmlns:a="http://schemas.openxmlformats.org/drawingml/2006/main">
            <a:off x="6123305" y="198529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university1652_satellite_to_drone/seed-3/full/AURC">
            <a:extLst xmlns:a="http://schemas.openxmlformats.org/drawingml/2006/main">
              <a:ext uri="{FF2B5EF4-FFF2-40B4-BE49-F238E27FC236}">
                <a16:creationId xmlns:a16="http://schemas.microsoft.com/office/drawing/2014/main" id="{63F0D661-7A7E-494A-9981-06B0A9B9612E}"/>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0.5835</a:t>
            </a:r>
          </a:p>
        </p:txBody>
      </p:sp>
      <p:sp>
        <p:nvSpPr>
          <p:cNvPr id="199" name="university1652_satellite_to_drone/seed-3/AURC-label">
            <a:extLst xmlns:a="http://schemas.openxmlformats.org/drawingml/2006/main">
              <a:ext uri="{FF2B5EF4-FFF2-40B4-BE49-F238E27FC236}">
                <a16:creationId xmlns:a16="http://schemas.microsoft.com/office/drawing/2014/main" id="{6E9944D8-5FE6-4B34-A587-3B55B82148B6}"/>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university1652_satellite_to_drone/coverage-axis-label">
            <a:extLst xmlns:a="http://schemas.openxmlformats.org/drawingml/2006/main">
              <a:ext uri="{FF2B5EF4-FFF2-40B4-BE49-F238E27FC236}">
                <a16:creationId xmlns:a16="http://schemas.microsoft.com/office/drawing/2014/main" id="{2E107FBC-E77D-4DB6-AFDA-54D5AFC5F518}"/>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university1652_satellite_to_drone/footnote-1">
            <a:extLst xmlns:a="http://schemas.openxmlformats.org/drawingml/2006/main">
              <a:ext uri="{FF2B5EF4-FFF2-40B4-BE49-F238E27FC236}">
                <a16:creationId xmlns:a16="http://schemas.microsoft.com/office/drawing/2014/main" id="{DB4E4364-1578-4356-A122-5FA3362AC29E}"/>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university1652_satellite_to_drone/footnote-2">
            <a:extLst xmlns:a="http://schemas.openxmlformats.org/drawingml/2006/main">
              <a:ext uri="{FF2B5EF4-FFF2-40B4-BE49-F238E27FC236}">
                <a16:creationId xmlns:a16="http://schemas.microsoft.com/office/drawing/2014/main" id="{D040581D-C096-4081-8522-7859972C89AF}"/>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university1652_satellite_to_drone/footnote-3">
            <a:extLst xmlns:a="http://schemas.openxmlformats.org/drawingml/2006/main">
              <a:ext uri="{FF2B5EF4-FFF2-40B4-BE49-F238E27FC236}">
                <a16:creationId xmlns:a16="http://schemas.microsoft.com/office/drawing/2014/main" id="{0BE7CBCA-6438-48BF-A226-EB5A26AB2581}"/>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university1652_satellite_to_drone/footnote-4">
            <a:extLst xmlns:a="http://schemas.openxmlformats.org/drawingml/2006/main">
              <a:ext uri="{FF2B5EF4-FFF2-40B4-BE49-F238E27FC236}">
                <a16:creationId xmlns:a16="http://schemas.microsoft.com/office/drawing/2014/main" id="{09B85F86-85FE-4C2D-8593-E08A64E582AA}"/>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10038128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university1652_street_to_satellite/title">
            <a:extLst xmlns:a="http://schemas.openxmlformats.org/drawingml/2006/main">
              <a:ext uri="{FF2B5EF4-FFF2-40B4-BE49-F238E27FC236}">
                <a16:creationId xmlns:a16="http://schemas.microsoft.com/office/drawing/2014/main" id="{2BD866BB-2A11-40B5-9BA2-FBA517DEC379}"/>
              </a:ext>
            </a:extLst>
          </p:cNvPr>
          <p:cNvSpPr>
            <a:spLocks xmlns:a="http://schemas.openxmlformats.org/drawingml/2006/main" noGrp="1"/>
          </p:cNvSpPr>
          <p:nvPr/>
        </p:nvSpPr>
        <p:spPr>
          <a:xfrm xmlns:a="http://schemas.openxmlformats.org/drawingml/2006/main">
            <a:off x="190500" y="111760"/>
            <a:ext cx="2055781"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University-1652: Street → satellite</a:t>
            </a:r>
          </a:p>
        </p:txBody>
      </p:sp>
      <p:sp>
        <p:nvSpPr>
          <p:cNvPr id="2" name="university1652_street_to_satellite/subtitle">
            <a:extLst xmlns:a="http://schemas.openxmlformats.org/drawingml/2006/main">
              <a:ext uri="{FF2B5EF4-FFF2-40B4-BE49-F238E27FC236}">
                <a16:creationId xmlns:a16="http://schemas.microsoft.com/office/drawing/2014/main" id="{8FA20416-1975-42B0-AB82-D313A68E1DD2}"/>
              </a:ext>
            </a:extLst>
          </p:cNvPr>
          <p:cNvSpPr>
            <a:spLocks xmlns:a="http://schemas.openxmlformats.org/drawingml/2006/main" noGrp="1"/>
          </p:cNvSpPr>
          <p:nvPr/>
        </p:nvSpPr>
        <p:spPr>
          <a:xfrm xmlns:a="http://schemas.openxmlformats.org/drawingml/2006/main">
            <a:off x="190500" y="326644"/>
            <a:ext cx="3271838"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2,579 queries</a:t>
            </a:r>
          </a:p>
        </p:txBody>
      </p:sp>
      <p:sp>
        <p:nvSpPr>
          <p:cNvPr id="3" name="university1652_street_to_satellite/legend/visual/marker">
            <a:extLst xmlns:a="http://schemas.openxmlformats.org/drawingml/2006/main">
              <a:ext uri="{FF2B5EF4-FFF2-40B4-BE49-F238E27FC236}">
                <a16:creationId xmlns:a16="http://schemas.microsoft.com/office/drawing/2014/main" id="{8BD2FAC5-C670-4817-BE7F-7E3C45ACC891}"/>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university1652_street_to_satellite/legend/visual/text">
            <a:extLst xmlns:a="http://schemas.openxmlformats.org/drawingml/2006/main">
              <a:ext uri="{FF2B5EF4-FFF2-40B4-BE49-F238E27FC236}">
                <a16:creationId xmlns:a16="http://schemas.microsoft.com/office/drawing/2014/main" id="{D5126571-47EB-48CF-A1DF-CFD724FA932C}"/>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university1652_street_to_satellite/legend/full/marker">
            <a:extLst xmlns:a="http://schemas.openxmlformats.org/drawingml/2006/main">
              <a:ext uri="{FF2B5EF4-FFF2-40B4-BE49-F238E27FC236}">
                <a16:creationId xmlns:a16="http://schemas.microsoft.com/office/drawing/2014/main" id="{9A079067-E2AD-421E-A60B-6A4D7A9C68A7}"/>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university1652_street_to_satellite/legend/full/text">
            <a:extLst xmlns:a="http://schemas.openxmlformats.org/drawingml/2006/main">
              <a:ext uri="{FF2B5EF4-FFF2-40B4-BE49-F238E27FC236}">
                <a16:creationId xmlns:a16="http://schemas.microsoft.com/office/drawing/2014/main" id="{E70566C5-7A11-46F0-9638-183350210397}"/>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university1652_street_to_satellite/risk-axis-label">
            <a:extLst xmlns:a="http://schemas.openxmlformats.org/drawingml/2006/main">
              <a:ext uri="{FF2B5EF4-FFF2-40B4-BE49-F238E27FC236}">
                <a16:creationId xmlns:a16="http://schemas.microsoft.com/office/drawing/2014/main" id="{063AAB3C-CAE2-47DE-82EF-107B9608D9FF}"/>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university1652_street_to_satellite/seed-1/heading">
            <a:extLst xmlns:a="http://schemas.openxmlformats.org/drawingml/2006/main">
              <a:ext uri="{FF2B5EF4-FFF2-40B4-BE49-F238E27FC236}">
                <a16:creationId xmlns:a16="http://schemas.microsoft.com/office/drawing/2014/main" id="{D41EE7AB-7CE6-4A16-9A96-D146C4ECD7B2}"/>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university1652_street_to_satellite/seed-1/y-grid-0">
            <a:extLst xmlns:a="http://schemas.openxmlformats.org/drawingml/2006/main">
              <a:ext uri="{FF2B5EF4-FFF2-40B4-BE49-F238E27FC236}">
                <a16:creationId xmlns:a16="http://schemas.microsoft.com/office/drawing/2014/main" id="{36E3822F-5D75-4ADA-99B0-0568941D258F}"/>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university1652_street_to_satellite/seed-1/y-label-0">
            <a:extLst xmlns:a="http://schemas.openxmlformats.org/drawingml/2006/main">
              <a:ext uri="{FF2B5EF4-FFF2-40B4-BE49-F238E27FC236}">
                <a16:creationId xmlns:a16="http://schemas.microsoft.com/office/drawing/2014/main" id="{B342D5F2-EAB0-4396-B519-012C25CB5BE0}"/>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university1652_street_to_satellite/seed-1/x-tick-0">
            <a:extLst xmlns:a="http://schemas.openxmlformats.org/drawingml/2006/main">
              <a:ext uri="{FF2B5EF4-FFF2-40B4-BE49-F238E27FC236}">
                <a16:creationId xmlns:a16="http://schemas.microsoft.com/office/drawing/2014/main" id="{34429C97-E880-4E20-998D-17DFAFA3B292}"/>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university1652_street_to_satellite/seed-1/x-label-0">
            <a:extLst xmlns:a="http://schemas.openxmlformats.org/drawingml/2006/main">
              <a:ext uri="{FF2B5EF4-FFF2-40B4-BE49-F238E27FC236}">
                <a16:creationId xmlns:a16="http://schemas.microsoft.com/office/drawing/2014/main" id="{28D12174-3EDE-4ABF-9D20-34272812D1E9}"/>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university1652_street_to_satellite/seed-1/y-grid-25">
            <a:extLst xmlns:a="http://schemas.openxmlformats.org/drawingml/2006/main">
              <a:ext uri="{FF2B5EF4-FFF2-40B4-BE49-F238E27FC236}">
                <a16:creationId xmlns:a16="http://schemas.microsoft.com/office/drawing/2014/main" id="{12A8178F-46FF-4739-BC19-41213FBC7F8D}"/>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university1652_street_to_satellite/seed-1/y-label-25">
            <a:extLst xmlns:a="http://schemas.openxmlformats.org/drawingml/2006/main">
              <a:ext uri="{FF2B5EF4-FFF2-40B4-BE49-F238E27FC236}">
                <a16:creationId xmlns:a16="http://schemas.microsoft.com/office/drawing/2014/main" id="{E6D2E720-D6B7-45A3-9354-CA8B3F07BDFF}"/>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university1652_street_to_satellite/seed-1/x-tick-25">
            <a:extLst xmlns:a="http://schemas.openxmlformats.org/drawingml/2006/main">
              <a:ext uri="{FF2B5EF4-FFF2-40B4-BE49-F238E27FC236}">
                <a16:creationId xmlns:a16="http://schemas.microsoft.com/office/drawing/2014/main" id="{A3AB57F6-E2B5-4AF2-ADFE-C3BD46F8EC9D}"/>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university1652_street_to_satellite/seed-1/x-label-25">
            <a:extLst xmlns:a="http://schemas.openxmlformats.org/drawingml/2006/main">
              <a:ext uri="{FF2B5EF4-FFF2-40B4-BE49-F238E27FC236}">
                <a16:creationId xmlns:a16="http://schemas.microsoft.com/office/drawing/2014/main" id="{EE37CE2E-6E16-4413-A654-BFE51DB6E901}"/>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university1652_street_to_satellite/seed-1/y-grid-50">
            <a:extLst xmlns:a="http://schemas.openxmlformats.org/drawingml/2006/main">
              <a:ext uri="{FF2B5EF4-FFF2-40B4-BE49-F238E27FC236}">
                <a16:creationId xmlns:a16="http://schemas.microsoft.com/office/drawing/2014/main" id="{A9C44276-CB32-41CB-914D-CCF0011E4675}"/>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university1652_street_to_satellite/seed-1/y-label-50">
            <a:extLst xmlns:a="http://schemas.openxmlformats.org/drawingml/2006/main">
              <a:ext uri="{FF2B5EF4-FFF2-40B4-BE49-F238E27FC236}">
                <a16:creationId xmlns:a16="http://schemas.microsoft.com/office/drawing/2014/main" id="{04D333CB-0C34-4273-B450-35AE3ACA9BAB}"/>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university1652_street_to_satellite/seed-1/x-tick-50">
            <a:extLst xmlns:a="http://schemas.openxmlformats.org/drawingml/2006/main">
              <a:ext uri="{FF2B5EF4-FFF2-40B4-BE49-F238E27FC236}">
                <a16:creationId xmlns:a16="http://schemas.microsoft.com/office/drawing/2014/main" id="{9721D766-8AE9-43D0-ABDA-65BF617B55BB}"/>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university1652_street_to_satellite/seed-1/x-label-50">
            <a:extLst xmlns:a="http://schemas.openxmlformats.org/drawingml/2006/main">
              <a:ext uri="{FF2B5EF4-FFF2-40B4-BE49-F238E27FC236}">
                <a16:creationId xmlns:a16="http://schemas.microsoft.com/office/drawing/2014/main" id="{AE1A8DB3-95E0-48B6-B974-86E83D051C15}"/>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university1652_street_to_satellite/seed-1/y-grid-75">
            <a:extLst xmlns:a="http://schemas.openxmlformats.org/drawingml/2006/main">
              <a:ext uri="{FF2B5EF4-FFF2-40B4-BE49-F238E27FC236}">
                <a16:creationId xmlns:a16="http://schemas.microsoft.com/office/drawing/2014/main" id="{07B23C84-1922-436E-9A5D-799181FD90C8}"/>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university1652_street_to_satellite/seed-1/y-label-75">
            <a:extLst xmlns:a="http://schemas.openxmlformats.org/drawingml/2006/main">
              <a:ext uri="{FF2B5EF4-FFF2-40B4-BE49-F238E27FC236}">
                <a16:creationId xmlns:a16="http://schemas.microsoft.com/office/drawing/2014/main" id="{54DBD68D-7797-48BB-87B0-DF990F9D0083}"/>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university1652_street_to_satellite/seed-1/x-tick-75">
            <a:extLst xmlns:a="http://schemas.openxmlformats.org/drawingml/2006/main">
              <a:ext uri="{FF2B5EF4-FFF2-40B4-BE49-F238E27FC236}">
                <a16:creationId xmlns:a16="http://schemas.microsoft.com/office/drawing/2014/main" id="{252508C8-EE16-4E0F-8FE5-186EC3C2C7D1}"/>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university1652_street_to_satellite/seed-1/x-label-75">
            <a:extLst xmlns:a="http://schemas.openxmlformats.org/drawingml/2006/main">
              <a:ext uri="{FF2B5EF4-FFF2-40B4-BE49-F238E27FC236}">
                <a16:creationId xmlns:a16="http://schemas.microsoft.com/office/drawing/2014/main" id="{1FB4FB23-DE86-46BC-AC89-971051D270A0}"/>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university1652_street_to_satellite/seed-1/y-grid-100">
            <a:extLst xmlns:a="http://schemas.openxmlformats.org/drawingml/2006/main">
              <a:ext uri="{FF2B5EF4-FFF2-40B4-BE49-F238E27FC236}">
                <a16:creationId xmlns:a16="http://schemas.microsoft.com/office/drawing/2014/main" id="{476AFFC7-C3D5-4EF3-B637-77376CE4C5DC}"/>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university1652_street_to_satellite/seed-1/y-label-100">
            <a:extLst xmlns:a="http://schemas.openxmlformats.org/drawingml/2006/main">
              <a:ext uri="{FF2B5EF4-FFF2-40B4-BE49-F238E27FC236}">
                <a16:creationId xmlns:a16="http://schemas.microsoft.com/office/drawing/2014/main" id="{B8735CC0-B6D7-4FBA-B068-5E54AA973A51}"/>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university1652_street_to_satellite/seed-1/x-tick-100">
            <a:extLst xmlns:a="http://schemas.openxmlformats.org/drawingml/2006/main">
              <a:ext uri="{FF2B5EF4-FFF2-40B4-BE49-F238E27FC236}">
                <a16:creationId xmlns:a16="http://schemas.microsoft.com/office/drawing/2014/main" id="{C33176C2-D378-4CAB-94E4-B6A772FA93EC}"/>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university1652_street_to_satellite/seed-1/x-label-100">
            <a:extLst xmlns:a="http://schemas.openxmlformats.org/drawingml/2006/main">
              <a:ext uri="{FF2B5EF4-FFF2-40B4-BE49-F238E27FC236}">
                <a16:creationId xmlns:a16="http://schemas.microsoft.com/office/drawing/2014/main" id="{BF25016E-B080-4D4A-9ACA-0864309C464E}"/>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university1652_street_to_satellite/seed-1/y-axis">
            <a:extLst xmlns:a="http://schemas.openxmlformats.org/drawingml/2006/main">
              <a:ext uri="{FF2B5EF4-FFF2-40B4-BE49-F238E27FC236}">
                <a16:creationId xmlns:a16="http://schemas.microsoft.com/office/drawing/2014/main" id="{02FBA3CC-61C6-402E-9720-92987DB2A6D7}"/>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university1652_street_to_satellite/seed-1/x-axis">
            <a:extLst xmlns:a="http://schemas.openxmlformats.org/drawingml/2006/main">
              <a:ext uri="{FF2B5EF4-FFF2-40B4-BE49-F238E27FC236}">
                <a16:creationId xmlns:a16="http://schemas.microsoft.com/office/drawing/2014/main" id="{8E3AF408-E597-46D0-AB10-DCD0B15A67EA}"/>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university1652_street_to_satellite/university1652_street_to_satellite/seed-1/visual/segment-1-2">
            <a:extLst xmlns:a="http://schemas.openxmlformats.org/drawingml/2006/main">
              <a:ext uri="{FF2B5EF4-FFF2-40B4-BE49-F238E27FC236}">
                <a16:creationId xmlns:a16="http://schemas.microsoft.com/office/drawing/2014/main" id="{A33D43DD-DB95-4726-A5E0-2FE7214EC3A4}"/>
              </a:ext>
            </a:extLst>
          </p:cNvPr>
          <p:cNvSpPr>
            <a:spLocks xmlns:a="http://schemas.openxmlformats.org/drawingml/2006/main" noGrp="1"/>
          </p:cNvSpPr>
          <p:nvPr/>
        </p:nvSpPr>
        <p:spPr>
          <a:xfrm xmlns:a="http://schemas.openxmlformats.org/drawingml/2006/main" flipV="0">
            <a:off x="693482" y="1263995"/>
            <a:ext cx="160082" cy="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university1652_street_to_satellite/university1652_street_to_satellite/seed-1/visual/segment-2-3">
            <a:extLst xmlns:a="http://schemas.openxmlformats.org/drawingml/2006/main">
              <a:ext uri="{FF2B5EF4-FFF2-40B4-BE49-F238E27FC236}">
                <a16:creationId xmlns:a16="http://schemas.microsoft.com/office/drawing/2014/main" id="{51A2894D-7163-4533-8E53-FC36D20F49AC}"/>
              </a:ext>
            </a:extLst>
          </p:cNvPr>
          <p:cNvSpPr>
            <a:spLocks xmlns:a="http://schemas.openxmlformats.org/drawingml/2006/main" noGrp="1"/>
          </p:cNvSpPr>
          <p:nvPr/>
        </p:nvSpPr>
        <p:spPr>
          <a:xfrm xmlns:a="http://schemas.openxmlformats.org/drawingml/2006/main" flipV="0">
            <a:off x="853564" y="1263995"/>
            <a:ext cx="160082" cy="223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university1652_street_to_satellite/university1652_street_to_satellite/seed-1/visual/segment-3-4">
            <a:extLst xmlns:a="http://schemas.openxmlformats.org/drawingml/2006/main">
              <a:ext uri="{FF2B5EF4-FFF2-40B4-BE49-F238E27FC236}">
                <a16:creationId xmlns:a16="http://schemas.microsoft.com/office/drawing/2014/main" id="{7975DB51-A19F-47FD-AE85-7FD7424ECE7E}"/>
              </a:ext>
            </a:extLst>
          </p:cNvPr>
          <p:cNvSpPr>
            <a:spLocks xmlns:a="http://schemas.openxmlformats.org/drawingml/2006/main" noGrp="1"/>
          </p:cNvSpPr>
          <p:nvPr/>
        </p:nvSpPr>
        <p:spPr>
          <a:xfrm xmlns:a="http://schemas.openxmlformats.org/drawingml/2006/main" flipV="1">
            <a:off x="1013646" y="1265668"/>
            <a:ext cx="160082" cy="55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university1652_street_to_satellite/university1652_street_to_satellite/seed-1/visual/segment-4-5">
            <a:extLst xmlns:a="http://schemas.openxmlformats.org/drawingml/2006/main">
              <a:ext uri="{FF2B5EF4-FFF2-40B4-BE49-F238E27FC236}">
                <a16:creationId xmlns:a16="http://schemas.microsoft.com/office/drawing/2014/main" id="{7609EC52-E579-4F19-A67A-5D2858E88ACA}"/>
              </a:ext>
            </a:extLst>
          </p:cNvPr>
          <p:cNvSpPr>
            <a:spLocks xmlns:a="http://schemas.openxmlformats.org/drawingml/2006/main" noGrp="1"/>
          </p:cNvSpPr>
          <p:nvPr/>
        </p:nvSpPr>
        <p:spPr>
          <a:xfrm xmlns:a="http://schemas.openxmlformats.org/drawingml/2006/main" flipV="1">
            <a:off x="1173728" y="1265333"/>
            <a:ext cx="160082" cy="33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university1652_street_to_satellite/university1652_street_to_satellite/seed-1/visual/segment-5-6">
            <a:extLst xmlns:a="http://schemas.openxmlformats.org/drawingml/2006/main">
              <a:ext uri="{FF2B5EF4-FFF2-40B4-BE49-F238E27FC236}">
                <a16:creationId xmlns:a16="http://schemas.microsoft.com/office/drawing/2014/main" id="{C5ADF347-26FA-46B0-ADEE-3DA8F99C165B}"/>
              </a:ext>
            </a:extLst>
          </p:cNvPr>
          <p:cNvSpPr>
            <a:spLocks xmlns:a="http://schemas.openxmlformats.org/drawingml/2006/main" noGrp="1"/>
          </p:cNvSpPr>
          <p:nvPr/>
        </p:nvSpPr>
        <p:spPr>
          <a:xfrm xmlns:a="http://schemas.openxmlformats.org/drawingml/2006/main" flipV="1">
            <a:off x="1333810" y="1263995"/>
            <a:ext cx="160082" cy="133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university1652_street_to_satellite/university1652_street_to_satellite/seed-1/visual/segment-6-7">
            <a:extLst xmlns:a="http://schemas.openxmlformats.org/drawingml/2006/main">
              <a:ext uri="{FF2B5EF4-FFF2-40B4-BE49-F238E27FC236}">
                <a16:creationId xmlns:a16="http://schemas.microsoft.com/office/drawing/2014/main" id="{7A54C181-E900-48E5-88C8-22B2DDCABBB9}"/>
              </a:ext>
            </a:extLst>
          </p:cNvPr>
          <p:cNvSpPr>
            <a:spLocks xmlns:a="http://schemas.openxmlformats.org/drawingml/2006/main" noGrp="1"/>
          </p:cNvSpPr>
          <p:nvPr/>
        </p:nvSpPr>
        <p:spPr>
          <a:xfrm xmlns:a="http://schemas.openxmlformats.org/drawingml/2006/main" flipV="0">
            <a:off x="1493892" y="1263995"/>
            <a:ext cx="160082" cy="191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university1652_street_to_satellite/university1652_street_to_satellite/seed-1/visual/segment-7-8">
            <a:extLst xmlns:a="http://schemas.openxmlformats.org/drawingml/2006/main">
              <a:ext uri="{FF2B5EF4-FFF2-40B4-BE49-F238E27FC236}">
                <a16:creationId xmlns:a16="http://schemas.microsoft.com/office/drawing/2014/main" id="{BE782F55-C7A8-40EB-B832-695E7ADE73AF}"/>
              </a:ext>
            </a:extLst>
          </p:cNvPr>
          <p:cNvSpPr>
            <a:spLocks xmlns:a="http://schemas.openxmlformats.org/drawingml/2006/main" noGrp="1"/>
          </p:cNvSpPr>
          <p:nvPr/>
        </p:nvSpPr>
        <p:spPr>
          <a:xfrm xmlns:a="http://schemas.openxmlformats.org/drawingml/2006/main" flipV="1">
            <a:off x="1653974" y="1264831"/>
            <a:ext cx="160082" cy="107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university1652_street_to_satellite/university1652_street_to_satellite/seed-1/visual/segment-8-9">
            <a:extLst xmlns:a="http://schemas.openxmlformats.org/drawingml/2006/main">
              <a:ext uri="{FF2B5EF4-FFF2-40B4-BE49-F238E27FC236}">
                <a16:creationId xmlns:a16="http://schemas.microsoft.com/office/drawing/2014/main" id="{E2208B0E-2CDB-4E5E-BC0D-C947793E3566}"/>
              </a:ext>
            </a:extLst>
          </p:cNvPr>
          <p:cNvSpPr>
            <a:spLocks xmlns:a="http://schemas.openxmlformats.org/drawingml/2006/main" noGrp="1"/>
          </p:cNvSpPr>
          <p:nvPr/>
        </p:nvSpPr>
        <p:spPr>
          <a:xfrm xmlns:a="http://schemas.openxmlformats.org/drawingml/2006/main" flipV="1">
            <a:off x="1814056" y="1264738"/>
            <a:ext cx="160082" cy="9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university1652_street_to_satellite/university1652_street_to_satellite/seed-1/visual/segment-9-10">
            <a:extLst xmlns:a="http://schemas.openxmlformats.org/drawingml/2006/main">
              <a:ext uri="{FF2B5EF4-FFF2-40B4-BE49-F238E27FC236}">
                <a16:creationId xmlns:a16="http://schemas.microsoft.com/office/drawing/2014/main" id="{FACCEEF2-118E-461B-AD73-C7BF68F85ADC}"/>
              </a:ext>
            </a:extLst>
          </p:cNvPr>
          <p:cNvSpPr>
            <a:spLocks xmlns:a="http://schemas.openxmlformats.org/drawingml/2006/main" noGrp="1"/>
          </p:cNvSpPr>
          <p:nvPr/>
        </p:nvSpPr>
        <p:spPr>
          <a:xfrm xmlns:a="http://schemas.openxmlformats.org/drawingml/2006/main" flipV="0">
            <a:off x="1974138" y="1264738"/>
            <a:ext cx="159462" cy="193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university1652_street_to_satellite/university1652_street_to_satellite/seed-1/visual/point-1">
            <a:extLst xmlns:a="http://schemas.openxmlformats.org/drawingml/2006/main">
              <a:ext uri="{FF2B5EF4-FFF2-40B4-BE49-F238E27FC236}">
                <a16:creationId xmlns:a16="http://schemas.microsoft.com/office/drawing/2014/main" id="{49868A62-5151-46F2-936C-AF0BDB2DBB0D}"/>
              </a:ext>
            </a:extLst>
          </p:cNvPr>
          <p:cNvSpPr>
            <a:spLocks xmlns:a="http://schemas.openxmlformats.org/drawingml/2006/main" noGrp="1"/>
          </p:cNvSpPr>
          <p:nvPr/>
        </p:nvSpPr>
        <p:spPr>
          <a:xfrm xmlns:a="http://schemas.openxmlformats.org/drawingml/2006/main">
            <a:off x="669987" y="124050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university1652_street_to_satellite/university1652_street_to_satellite/seed-1/visual/point-2">
            <a:extLst xmlns:a="http://schemas.openxmlformats.org/drawingml/2006/main">
              <a:ext uri="{FF2B5EF4-FFF2-40B4-BE49-F238E27FC236}">
                <a16:creationId xmlns:a16="http://schemas.microsoft.com/office/drawing/2014/main" id="{A258CF2B-068E-4BBB-B0E8-7DD49156A364}"/>
              </a:ext>
            </a:extLst>
          </p:cNvPr>
          <p:cNvSpPr>
            <a:spLocks xmlns:a="http://schemas.openxmlformats.org/drawingml/2006/main" noGrp="1"/>
          </p:cNvSpPr>
          <p:nvPr/>
        </p:nvSpPr>
        <p:spPr>
          <a:xfrm xmlns:a="http://schemas.openxmlformats.org/drawingml/2006/main">
            <a:off x="830069" y="124050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university1652_street_to_satellite/university1652_street_to_satellite/seed-1/visual/point-3">
            <a:extLst xmlns:a="http://schemas.openxmlformats.org/drawingml/2006/main">
              <a:ext uri="{FF2B5EF4-FFF2-40B4-BE49-F238E27FC236}">
                <a16:creationId xmlns:a16="http://schemas.microsoft.com/office/drawing/2014/main" id="{28071704-F536-486E-97A7-A8E1800FCC69}"/>
              </a:ext>
            </a:extLst>
          </p:cNvPr>
          <p:cNvSpPr>
            <a:spLocks xmlns:a="http://schemas.openxmlformats.org/drawingml/2006/main" noGrp="1"/>
          </p:cNvSpPr>
          <p:nvPr/>
        </p:nvSpPr>
        <p:spPr>
          <a:xfrm xmlns:a="http://schemas.openxmlformats.org/drawingml/2006/main">
            <a:off x="990151" y="124273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university1652_street_to_satellite/university1652_street_to_satellite/seed-1/visual/point-4">
            <a:extLst xmlns:a="http://schemas.openxmlformats.org/drawingml/2006/main">
              <a:ext uri="{FF2B5EF4-FFF2-40B4-BE49-F238E27FC236}">
                <a16:creationId xmlns:a16="http://schemas.microsoft.com/office/drawing/2014/main" id="{3B3494AB-3250-4F93-A487-768C9C3771A9}"/>
              </a:ext>
            </a:extLst>
          </p:cNvPr>
          <p:cNvSpPr>
            <a:spLocks xmlns:a="http://schemas.openxmlformats.org/drawingml/2006/main" noGrp="1"/>
          </p:cNvSpPr>
          <p:nvPr/>
        </p:nvSpPr>
        <p:spPr>
          <a:xfrm xmlns:a="http://schemas.openxmlformats.org/drawingml/2006/main">
            <a:off x="1150233" y="124217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university1652_street_to_satellite/university1652_street_to_satellite/seed-1/visual/point-5">
            <a:extLst xmlns:a="http://schemas.openxmlformats.org/drawingml/2006/main">
              <a:ext uri="{FF2B5EF4-FFF2-40B4-BE49-F238E27FC236}">
                <a16:creationId xmlns:a16="http://schemas.microsoft.com/office/drawing/2014/main" id="{3EA1E7DB-70BE-4514-B089-C43ABF2A0CBD}"/>
              </a:ext>
            </a:extLst>
          </p:cNvPr>
          <p:cNvSpPr>
            <a:spLocks xmlns:a="http://schemas.openxmlformats.org/drawingml/2006/main" noGrp="1"/>
          </p:cNvSpPr>
          <p:nvPr/>
        </p:nvSpPr>
        <p:spPr>
          <a:xfrm xmlns:a="http://schemas.openxmlformats.org/drawingml/2006/main">
            <a:off x="1310315" y="124183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university1652_street_to_satellite/university1652_street_to_satellite/seed-1/visual/point-6">
            <a:extLst xmlns:a="http://schemas.openxmlformats.org/drawingml/2006/main">
              <a:ext uri="{FF2B5EF4-FFF2-40B4-BE49-F238E27FC236}">
                <a16:creationId xmlns:a16="http://schemas.microsoft.com/office/drawing/2014/main" id="{75508078-F9D2-4019-A1EB-909A8CAC07BE}"/>
              </a:ext>
            </a:extLst>
          </p:cNvPr>
          <p:cNvSpPr>
            <a:spLocks xmlns:a="http://schemas.openxmlformats.org/drawingml/2006/main" noGrp="1"/>
          </p:cNvSpPr>
          <p:nvPr/>
        </p:nvSpPr>
        <p:spPr>
          <a:xfrm xmlns:a="http://schemas.openxmlformats.org/drawingml/2006/main">
            <a:off x="1470397" y="124050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university1652_street_to_satellite/university1652_street_to_satellite/seed-1/visual/point-7">
            <a:extLst xmlns:a="http://schemas.openxmlformats.org/drawingml/2006/main">
              <a:ext uri="{FF2B5EF4-FFF2-40B4-BE49-F238E27FC236}">
                <a16:creationId xmlns:a16="http://schemas.microsoft.com/office/drawing/2014/main" id="{CBC37D2A-B975-480C-9B0D-1AE8A34ECC0C}"/>
              </a:ext>
            </a:extLst>
          </p:cNvPr>
          <p:cNvSpPr>
            <a:spLocks xmlns:a="http://schemas.openxmlformats.org/drawingml/2006/main" noGrp="1"/>
          </p:cNvSpPr>
          <p:nvPr/>
        </p:nvSpPr>
        <p:spPr>
          <a:xfrm xmlns:a="http://schemas.openxmlformats.org/drawingml/2006/main">
            <a:off x="1630479" y="124241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university1652_street_to_satellite/university1652_street_to_satellite/seed-1/visual/point-8">
            <a:extLst xmlns:a="http://schemas.openxmlformats.org/drawingml/2006/main">
              <a:ext uri="{FF2B5EF4-FFF2-40B4-BE49-F238E27FC236}">
                <a16:creationId xmlns:a16="http://schemas.microsoft.com/office/drawing/2014/main" id="{43389485-2FE5-4067-83F7-71EA87302865}"/>
              </a:ext>
            </a:extLst>
          </p:cNvPr>
          <p:cNvSpPr>
            <a:spLocks xmlns:a="http://schemas.openxmlformats.org/drawingml/2006/main" noGrp="1"/>
          </p:cNvSpPr>
          <p:nvPr/>
        </p:nvSpPr>
        <p:spPr>
          <a:xfrm xmlns:a="http://schemas.openxmlformats.org/drawingml/2006/main">
            <a:off x="1790561" y="124133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university1652_street_to_satellite/university1652_street_to_satellite/seed-1/visual/point-9">
            <a:extLst xmlns:a="http://schemas.openxmlformats.org/drawingml/2006/main">
              <a:ext uri="{FF2B5EF4-FFF2-40B4-BE49-F238E27FC236}">
                <a16:creationId xmlns:a16="http://schemas.microsoft.com/office/drawing/2014/main" id="{F72758FC-5FC3-418F-850E-55153A09985E}"/>
              </a:ext>
            </a:extLst>
          </p:cNvPr>
          <p:cNvSpPr>
            <a:spLocks xmlns:a="http://schemas.openxmlformats.org/drawingml/2006/main" noGrp="1"/>
          </p:cNvSpPr>
          <p:nvPr/>
        </p:nvSpPr>
        <p:spPr>
          <a:xfrm xmlns:a="http://schemas.openxmlformats.org/drawingml/2006/main">
            <a:off x="1950643" y="124124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university1652_street_to_satellite/university1652_street_to_satellite/seed-1/visual/point-10">
            <a:extLst xmlns:a="http://schemas.openxmlformats.org/drawingml/2006/main">
              <a:ext uri="{FF2B5EF4-FFF2-40B4-BE49-F238E27FC236}">
                <a16:creationId xmlns:a16="http://schemas.microsoft.com/office/drawing/2014/main" id="{EDEEA638-529A-4B5D-8D4D-112800723D99}"/>
              </a:ext>
            </a:extLst>
          </p:cNvPr>
          <p:cNvSpPr>
            <a:spLocks xmlns:a="http://schemas.openxmlformats.org/drawingml/2006/main" noGrp="1"/>
          </p:cNvSpPr>
          <p:nvPr/>
        </p:nvSpPr>
        <p:spPr>
          <a:xfrm xmlns:a="http://schemas.openxmlformats.org/drawingml/2006/main">
            <a:off x="2110105" y="124318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university1652_street_to_satellite/seed-1/visual/AURC">
            <a:extLst xmlns:a="http://schemas.openxmlformats.org/drawingml/2006/main">
              <a:ext uri="{FF2B5EF4-FFF2-40B4-BE49-F238E27FC236}">
                <a16:creationId xmlns:a16="http://schemas.microsoft.com/office/drawing/2014/main" id="{BCE52F41-AD79-4738-88F1-D3EBBAC478EE}"/>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0.9958</a:t>
            </a:r>
          </a:p>
        </p:txBody>
      </p:sp>
      <p:sp>
        <p:nvSpPr>
          <p:cNvPr id="51" name="university1652_street_to_satellite/university1652_street_to_satellite/seed-1/full/segment-1-2">
            <a:extLst xmlns:a="http://schemas.openxmlformats.org/drawingml/2006/main">
              <a:ext uri="{FF2B5EF4-FFF2-40B4-BE49-F238E27FC236}">
                <a16:creationId xmlns:a16="http://schemas.microsoft.com/office/drawing/2014/main" id="{08E0A2C8-1F45-4C91-9308-7EFE28B99B60}"/>
              </a:ext>
            </a:extLst>
          </p:cNvPr>
          <p:cNvSpPr>
            <a:spLocks xmlns:a="http://schemas.openxmlformats.org/drawingml/2006/main" noGrp="1"/>
          </p:cNvSpPr>
          <p:nvPr/>
        </p:nvSpPr>
        <p:spPr>
          <a:xfrm xmlns:a="http://schemas.openxmlformats.org/drawingml/2006/main" flipV="1">
            <a:off x="693482" y="1274036"/>
            <a:ext cx="160082" cy="1004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university1652_street_to_satellite/university1652_street_to_satellite/seed-1/full/segment-2-3">
            <a:extLst xmlns:a="http://schemas.openxmlformats.org/drawingml/2006/main">
              <a:ext uri="{FF2B5EF4-FFF2-40B4-BE49-F238E27FC236}">
                <a16:creationId xmlns:a16="http://schemas.microsoft.com/office/drawing/2014/main" id="{1F4A3D64-998A-4F7F-A22F-756A9A9FF9CC}"/>
              </a:ext>
            </a:extLst>
          </p:cNvPr>
          <p:cNvSpPr>
            <a:spLocks xmlns:a="http://schemas.openxmlformats.org/drawingml/2006/main" noGrp="1"/>
          </p:cNvSpPr>
          <p:nvPr/>
        </p:nvSpPr>
        <p:spPr>
          <a:xfrm xmlns:a="http://schemas.openxmlformats.org/drawingml/2006/main" flipV="0">
            <a:off x="853564" y="1274036"/>
            <a:ext cx="160082" cy="111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university1652_street_to_satellite/university1652_street_to_satellite/seed-1/full/segment-3-4">
            <a:extLst xmlns:a="http://schemas.openxmlformats.org/drawingml/2006/main">
              <a:ext uri="{FF2B5EF4-FFF2-40B4-BE49-F238E27FC236}">
                <a16:creationId xmlns:a16="http://schemas.microsoft.com/office/drawing/2014/main" id="{9EEE3C2F-C5F5-4353-8D79-8A9144C5583B}"/>
              </a:ext>
            </a:extLst>
          </p:cNvPr>
          <p:cNvSpPr>
            <a:spLocks xmlns:a="http://schemas.openxmlformats.org/drawingml/2006/main" noGrp="1"/>
          </p:cNvSpPr>
          <p:nvPr/>
        </p:nvSpPr>
        <p:spPr>
          <a:xfrm xmlns:a="http://schemas.openxmlformats.org/drawingml/2006/main" flipV="0">
            <a:off x="1013646" y="1275152"/>
            <a:ext cx="160082" cy="55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university1652_street_to_satellite/university1652_street_to_satellite/seed-1/full/segment-4-5">
            <a:extLst xmlns:a="http://schemas.openxmlformats.org/drawingml/2006/main">
              <a:ext uri="{FF2B5EF4-FFF2-40B4-BE49-F238E27FC236}">
                <a16:creationId xmlns:a16="http://schemas.microsoft.com/office/drawing/2014/main" id="{ED651562-243E-4DD4-8813-1B4A277CCA54}"/>
              </a:ext>
            </a:extLst>
          </p:cNvPr>
          <p:cNvSpPr>
            <a:spLocks xmlns:a="http://schemas.openxmlformats.org/drawingml/2006/main" noGrp="1"/>
          </p:cNvSpPr>
          <p:nvPr/>
        </p:nvSpPr>
        <p:spPr>
          <a:xfrm xmlns:a="http://schemas.openxmlformats.org/drawingml/2006/main" flipV="0">
            <a:off x="1173728" y="1275710"/>
            <a:ext cx="160082" cy="167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university1652_street_to_satellite/university1652_street_to_satellite/seed-1/full/segment-5-6">
            <a:extLst xmlns:a="http://schemas.openxmlformats.org/drawingml/2006/main">
              <a:ext uri="{FF2B5EF4-FFF2-40B4-BE49-F238E27FC236}">
                <a16:creationId xmlns:a16="http://schemas.microsoft.com/office/drawing/2014/main" id="{DB7A8AB0-2E68-4170-AFE5-3AB3AE49F929}"/>
              </a:ext>
            </a:extLst>
          </p:cNvPr>
          <p:cNvSpPr>
            <a:spLocks xmlns:a="http://schemas.openxmlformats.org/drawingml/2006/main" noGrp="1"/>
          </p:cNvSpPr>
          <p:nvPr/>
        </p:nvSpPr>
        <p:spPr>
          <a:xfrm xmlns:a="http://schemas.openxmlformats.org/drawingml/2006/main" flipV="0">
            <a:off x="1333810" y="1277384"/>
            <a:ext cx="160082" cy="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university1652_street_to_satellite/university1652_street_to_satellite/seed-1/full/segment-6-7">
            <a:extLst xmlns:a="http://schemas.openxmlformats.org/drawingml/2006/main">
              <a:ext uri="{FF2B5EF4-FFF2-40B4-BE49-F238E27FC236}">
                <a16:creationId xmlns:a16="http://schemas.microsoft.com/office/drawing/2014/main" id="{6AB86AE9-1B5D-4412-8A2E-B3843F162808}"/>
              </a:ext>
            </a:extLst>
          </p:cNvPr>
          <p:cNvSpPr>
            <a:spLocks xmlns:a="http://schemas.openxmlformats.org/drawingml/2006/main" noGrp="1"/>
          </p:cNvSpPr>
          <p:nvPr/>
        </p:nvSpPr>
        <p:spPr>
          <a:xfrm xmlns:a="http://schemas.openxmlformats.org/drawingml/2006/main" flipV="1">
            <a:off x="1493892" y="1275471"/>
            <a:ext cx="160082" cy="191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university1652_street_to_satellite/university1652_street_to_satellite/seed-1/full/segment-7-8">
            <a:extLst xmlns:a="http://schemas.openxmlformats.org/drawingml/2006/main">
              <a:ext uri="{FF2B5EF4-FFF2-40B4-BE49-F238E27FC236}">
                <a16:creationId xmlns:a16="http://schemas.microsoft.com/office/drawing/2014/main" id="{847EE005-4D7C-4DDB-9D64-A87250DE3E22}"/>
              </a:ext>
            </a:extLst>
          </p:cNvPr>
          <p:cNvSpPr>
            <a:spLocks xmlns:a="http://schemas.openxmlformats.org/drawingml/2006/main" noGrp="1"/>
          </p:cNvSpPr>
          <p:nvPr/>
        </p:nvSpPr>
        <p:spPr>
          <a:xfrm xmlns:a="http://schemas.openxmlformats.org/drawingml/2006/main" flipV="1">
            <a:off x="1653974" y="1274036"/>
            <a:ext cx="160082" cy="143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university1652_street_to_satellite/university1652_street_to_satellite/seed-1/full/segment-8-9">
            <a:extLst xmlns:a="http://schemas.openxmlformats.org/drawingml/2006/main">
              <a:ext uri="{FF2B5EF4-FFF2-40B4-BE49-F238E27FC236}">
                <a16:creationId xmlns:a16="http://schemas.microsoft.com/office/drawing/2014/main" id="{6AB4C0A1-F873-4D46-9DBA-0D3649F36A31}"/>
              </a:ext>
            </a:extLst>
          </p:cNvPr>
          <p:cNvSpPr>
            <a:spLocks xmlns:a="http://schemas.openxmlformats.org/drawingml/2006/main" noGrp="1"/>
          </p:cNvSpPr>
          <p:nvPr/>
        </p:nvSpPr>
        <p:spPr>
          <a:xfrm xmlns:a="http://schemas.openxmlformats.org/drawingml/2006/main" flipV="1">
            <a:off x="1814056" y="1273665"/>
            <a:ext cx="160082" cy="37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university1652_street_to_satellite/university1652_street_to_satellite/seed-1/full/segment-9-10">
            <a:extLst xmlns:a="http://schemas.openxmlformats.org/drawingml/2006/main">
              <a:ext uri="{FF2B5EF4-FFF2-40B4-BE49-F238E27FC236}">
                <a16:creationId xmlns:a16="http://schemas.microsoft.com/office/drawing/2014/main" id="{22DF5B33-776E-44F5-9433-B9897800ED0C}"/>
              </a:ext>
            </a:extLst>
          </p:cNvPr>
          <p:cNvSpPr>
            <a:spLocks xmlns:a="http://schemas.openxmlformats.org/drawingml/2006/main" noGrp="1"/>
          </p:cNvSpPr>
          <p:nvPr/>
        </p:nvSpPr>
        <p:spPr>
          <a:xfrm xmlns:a="http://schemas.openxmlformats.org/drawingml/2006/main" flipV="1">
            <a:off x="1974138" y="1273373"/>
            <a:ext cx="159462" cy="29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university1652_street_to_satellite/university1652_street_to_satellite/seed-1/full/point-1">
            <a:extLst xmlns:a="http://schemas.openxmlformats.org/drawingml/2006/main">
              <a:ext uri="{FF2B5EF4-FFF2-40B4-BE49-F238E27FC236}">
                <a16:creationId xmlns:a16="http://schemas.microsoft.com/office/drawing/2014/main" id="{A7D8A897-682C-4EE1-88D0-80AB89C88D9A}"/>
              </a:ext>
            </a:extLst>
          </p:cNvPr>
          <p:cNvSpPr>
            <a:spLocks xmlns:a="http://schemas.openxmlformats.org/drawingml/2006/main" noGrp="1"/>
          </p:cNvSpPr>
          <p:nvPr/>
        </p:nvSpPr>
        <p:spPr>
          <a:xfrm xmlns:a="http://schemas.openxmlformats.org/drawingml/2006/main">
            <a:off x="669987" y="126058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university1652_street_to_satellite/university1652_street_to_satellite/seed-1/full/point-2">
            <a:extLst xmlns:a="http://schemas.openxmlformats.org/drawingml/2006/main">
              <a:ext uri="{FF2B5EF4-FFF2-40B4-BE49-F238E27FC236}">
                <a16:creationId xmlns:a16="http://schemas.microsoft.com/office/drawing/2014/main" id="{7BFA092A-9704-4891-8BAD-A3AE3662468E}"/>
              </a:ext>
            </a:extLst>
          </p:cNvPr>
          <p:cNvSpPr>
            <a:spLocks xmlns:a="http://schemas.openxmlformats.org/drawingml/2006/main" noGrp="1"/>
          </p:cNvSpPr>
          <p:nvPr/>
        </p:nvSpPr>
        <p:spPr>
          <a:xfrm xmlns:a="http://schemas.openxmlformats.org/drawingml/2006/main">
            <a:off x="830069" y="125054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university1652_street_to_satellite/university1652_street_to_satellite/seed-1/full/point-3">
            <a:extLst xmlns:a="http://schemas.openxmlformats.org/drawingml/2006/main">
              <a:ext uri="{FF2B5EF4-FFF2-40B4-BE49-F238E27FC236}">
                <a16:creationId xmlns:a16="http://schemas.microsoft.com/office/drawing/2014/main" id="{3894A1B8-11DF-42C7-8EE7-C06BEE682159}"/>
              </a:ext>
            </a:extLst>
          </p:cNvPr>
          <p:cNvSpPr>
            <a:spLocks xmlns:a="http://schemas.openxmlformats.org/drawingml/2006/main" noGrp="1"/>
          </p:cNvSpPr>
          <p:nvPr/>
        </p:nvSpPr>
        <p:spPr>
          <a:xfrm xmlns:a="http://schemas.openxmlformats.org/drawingml/2006/main">
            <a:off x="990151" y="125165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university1652_street_to_satellite/university1652_street_to_satellite/seed-1/full/point-4">
            <a:extLst xmlns:a="http://schemas.openxmlformats.org/drawingml/2006/main">
              <a:ext uri="{FF2B5EF4-FFF2-40B4-BE49-F238E27FC236}">
                <a16:creationId xmlns:a16="http://schemas.microsoft.com/office/drawing/2014/main" id="{DE48E2F1-65B2-4B49-BE3C-D343B07F2873}"/>
              </a:ext>
            </a:extLst>
          </p:cNvPr>
          <p:cNvSpPr>
            <a:spLocks xmlns:a="http://schemas.openxmlformats.org/drawingml/2006/main" noGrp="1"/>
          </p:cNvSpPr>
          <p:nvPr/>
        </p:nvSpPr>
        <p:spPr>
          <a:xfrm xmlns:a="http://schemas.openxmlformats.org/drawingml/2006/main">
            <a:off x="1150233" y="125221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university1652_street_to_satellite/university1652_street_to_satellite/seed-1/full/point-5">
            <a:extLst xmlns:a="http://schemas.openxmlformats.org/drawingml/2006/main">
              <a:ext uri="{FF2B5EF4-FFF2-40B4-BE49-F238E27FC236}">
                <a16:creationId xmlns:a16="http://schemas.microsoft.com/office/drawing/2014/main" id="{5201BBA8-EC0A-4D7A-835C-9FD16BA2014F}"/>
              </a:ext>
            </a:extLst>
          </p:cNvPr>
          <p:cNvSpPr>
            <a:spLocks xmlns:a="http://schemas.openxmlformats.org/drawingml/2006/main" noGrp="1"/>
          </p:cNvSpPr>
          <p:nvPr/>
        </p:nvSpPr>
        <p:spPr>
          <a:xfrm xmlns:a="http://schemas.openxmlformats.org/drawingml/2006/main">
            <a:off x="1310315" y="125388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university1652_street_to_satellite/university1652_street_to_satellite/seed-1/full/point-6">
            <a:extLst xmlns:a="http://schemas.openxmlformats.org/drawingml/2006/main">
              <a:ext uri="{FF2B5EF4-FFF2-40B4-BE49-F238E27FC236}">
                <a16:creationId xmlns:a16="http://schemas.microsoft.com/office/drawing/2014/main" id="{2C5DC96E-F000-4468-BA18-9C8FD1CCE3B1}"/>
              </a:ext>
            </a:extLst>
          </p:cNvPr>
          <p:cNvSpPr>
            <a:spLocks xmlns:a="http://schemas.openxmlformats.org/drawingml/2006/main" noGrp="1"/>
          </p:cNvSpPr>
          <p:nvPr/>
        </p:nvSpPr>
        <p:spPr>
          <a:xfrm xmlns:a="http://schemas.openxmlformats.org/drawingml/2006/main">
            <a:off x="1470397" y="125388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university1652_street_to_satellite/university1652_street_to_satellite/seed-1/full/point-7">
            <a:extLst xmlns:a="http://schemas.openxmlformats.org/drawingml/2006/main">
              <a:ext uri="{FF2B5EF4-FFF2-40B4-BE49-F238E27FC236}">
                <a16:creationId xmlns:a16="http://schemas.microsoft.com/office/drawing/2014/main" id="{87CC578F-11E3-40E5-83E7-5B518774E781}"/>
              </a:ext>
            </a:extLst>
          </p:cNvPr>
          <p:cNvSpPr>
            <a:spLocks xmlns:a="http://schemas.openxmlformats.org/drawingml/2006/main" noGrp="1"/>
          </p:cNvSpPr>
          <p:nvPr/>
        </p:nvSpPr>
        <p:spPr>
          <a:xfrm xmlns:a="http://schemas.openxmlformats.org/drawingml/2006/main">
            <a:off x="1630479" y="125197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university1652_street_to_satellite/university1652_street_to_satellite/seed-1/full/point-8">
            <a:extLst xmlns:a="http://schemas.openxmlformats.org/drawingml/2006/main">
              <a:ext uri="{FF2B5EF4-FFF2-40B4-BE49-F238E27FC236}">
                <a16:creationId xmlns:a16="http://schemas.microsoft.com/office/drawing/2014/main" id="{33E8F9F3-634C-4B3F-9084-ABE6E9E932D7}"/>
              </a:ext>
            </a:extLst>
          </p:cNvPr>
          <p:cNvSpPr>
            <a:spLocks xmlns:a="http://schemas.openxmlformats.org/drawingml/2006/main" noGrp="1"/>
          </p:cNvSpPr>
          <p:nvPr/>
        </p:nvSpPr>
        <p:spPr>
          <a:xfrm xmlns:a="http://schemas.openxmlformats.org/drawingml/2006/main">
            <a:off x="1790561" y="125054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university1652_street_to_satellite/university1652_street_to_satellite/seed-1/full/point-9">
            <a:extLst xmlns:a="http://schemas.openxmlformats.org/drawingml/2006/main">
              <a:ext uri="{FF2B5EF4-FFF2-40B4-BE49-F238E27FC236}">
                <a16:creationId xmlns:a16="http://schemas.microsoft.com/office/drawing/2014/main" id="{4DBE412C-3A33-41A6-A25F-22D5C6CC7520}"/>
              </a:ext>
            </a:extLst>
          </p:cNvPr>
          <p:cNvSpPr>
            <a:spLocks xmlns:a="http://schemas.openxmlformats.org/drawingml/2006/main" noGrp="1"/>
          </p:cNvSpPr>
          <p:nvPr/>
        </p:nvSpPr>
        <p:spPr>
          <a:xfrm xmlns:a="http://schemas.openxmlformats.org/drawingml/2006/main">
            <a:off x="1950643" y="125017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university1652_street_to_satellite/university1652_street_to_satellite/seed-1/full/point-10">
            <a:extLst xmlns:a="http://schemas.openxmlformats.org/drawingml/2006/main">
              <a:ext uri="{FF2B5EF4-FFF2-40B4-BE49-F238E27FC236}">
                <a16:creationId xmlns:a16="http://schemas.microsoft.com/office/drawing/2014/main" id="{C52097E3-A5C8-4ABA-BA55-32AE747742BA}"/>
              </a:ext>
            </a:extLst>
          </p:cNvPr>
          <p:cNvSpPr>
            <a:spLocks xmlns:a="http://schemas.openxmlformats.org/drawingml/2006/main" noGrp="1"/>
          </p:cNvSpPr>
          <p:nvPr/>
        </p:nvSpPr>
        <p:spPr>
          <a:xfrm xmlns:a="http://schemas.openxmlformats.org/drawingml/2006/main">
            <a:off x="2110105" y="124987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university1652_street_to_satellite/seed-1/full/AURC">
            <a:extLst xmlns:a="http://schemas.openxmlformats.org/drawingml/2006/main">
              <a:ext uri="{FF2B5EF4-FFF2-40B4-BE49-F238E27FC236}">
                <a16:creationId xmlns:a16="http://schemas.microsoft.com/office/drawing/2014/main" id="{5419350E-ABB9-492F-A7D0-EB64153175C5}"/>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0.9896</a:t>
            </a:r>
          </a:p>
        </p:txBody>
      </p:sp>
      <p:sp>
        <p:nvSpPr>
          <p:cNvPr id="71" name="university1652_street_to_satellite/seed-1/AURC-label">
            <a:extLst xmlns:a="http://schemas.openxmlformats.org/drawingml/2006/main">
              <a:ext uri="{FF2B5EF4-FFF2-40B4-BE49-F238E27FC236}">
                <a16:creationId xmlns:a16="http://schemas.microsoft.com/office/drawing/2014/main" id="{5FF43CB0-6512-4545-9F4C-93388E4EB277}"/>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university1652_street_to_satellite/seed-2/heading">
            <a:extLst xmlns:a="http://schemas.openxmlformats.org/drawingml/2006/main">
              <a:ext uri="{FF2B5EF4-FFF2-40B4-BE49-F238E27FC236}">
                <a16:creationId xmlns:a16="http://schemas.microsoft.com/office/drawing/2014/main" id="{F8CE47C1-2C4D-4676-8840-21AD56E39271}"/>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university1652_street_to_satellite/seed-2/y-grid-0">
            <a:extLst xmlns:a="http://schemas.openxmlformats.org/drawingml/2006/main">
              <a:ext uri="{FF2B5EF4-FFF2-40B4-BE49-F238E27FC236}">
                <a16:creationId xmlns:a16="http://schemas.microsoft.com/office/drawing/2014/main" id="{0E35CB0F-D587-42F5-BF95-DFB174D1731D}"/>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university1652_street_to_satellite/seed-2/y-label-0">
            <a:extLst xmlns:a="http://schemas.openxmlformats.org/drawingml/2006/main">
              <a:ext uri="{FF2B5EF4-FFF2-40B4-BE49-F238E27FC236}">
                <a16:creationId xmlns:a16="http://schemas.microsoft.com/office/drawing/2014/main" id="{9BEF5A91-F499-466F-BED0-DA0434D2A8B0}"/>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university1652_street_to_satellite/seed-2/x-tick-0">
            <a:extLst xmlns:a="http://schemas.openxmlformats.org/drawingml/2006/main">
              <a:ext uri="{FF2B5EF4-FFF2-40B4-BE49-F238E27FC236}">
                <a16:creationId xmlns:a16="http://schemas.microsoft.com/office/drawing/2014/main" id="{A84A5CEF-9EDB-4F5A-99E8-C384781AC188}"/>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university1652_street_to_satellite/seed-2/x-label-0">
            <a:extLst xmlns:a="http://schemas.openxmlformats.org/drawingml/2006/main">
              <a:ext uri="{FF2B5EF4-FFF2-40B4-BE49-F238E27FC236}">
                <a16:creationId xmlns:a16="http://schemas.microsoft.com/office/drawing/2014/main" id="{647C9CFD-C59B-4A5A-BF4F-8F51CC920EBC}"/>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university1652_street_to_satellite/seed-2/y-grid-25">
            <a:extLst xmlns:a="http://schemas.openxmlformats.org/drawingml/2006/main">
              <a:ext uri="{FF2B5EF4-FFF2-40B4-BE49-F238E27FC236}">
                <a16:creationId xmlns:a16="http://schemas.microsoft.com/office/drawing/2014/main" id="{1A8EB64F-9261-4255-BD3F-6E3220D6B521}"/>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university1652_street_to_satellite/seed-2/y-label-25">
            <a:extLst xmlns:a="http://schemas.openxmlformats.org/drawingml/2006/main">
              <a:ext uri="{FF2B5EF4-FFF2-40B4-BE49-F238E27FC236}">
                <a16:creationId xmlns:a16="http://schemas.microsoft.com/office/drawing/2014/main" id="{71103B7D-A07D-466F-B575-76AA83E6CB88}"/>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university1652_street_to_satellite/seed-2/x-tick-25">
            <a:extLst xmlns:a="http://schemas.openxmlformats.org/drawingml/2006/main">
              <a:ext uri="{FF2B5EF4-FFF2-40B4-BE49-F238E27FC236}">
                <a16:creationId xmlns:a16="http://schemas.microsoft.com/office/drawing/2014/main" id="{7D636D17-5E3B-4367-A420-516C3B482AA0}"/>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university1652_street_to_satellite/seed-2/x-label-25">
            <a:extLst xmlns:a="http://schemas.openxmlformats.org/drawingml/2006/main">
              <a:ext uri="{FF2B5EF4-FFF2-40B4-BE49-F238E27FC236}">
                <a16:creationId xmlns:a16="http://schemas.microsoft.com/office/drawing/2014/main" id="{8626C49E-85DE-462E-A57F-A622DDAB003A}"/>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university1652_street_to_satellite/seed-2/y-grid-50">
            <a:extLst xmlns:a="http://schemas.openxmlformats.org/drawingml/2006/main">
              <a:ext uri="{FF2B5EF4-FFF2-40B4-BE49-F238E27FC236}">
                <a16:creationId xmlns:a16="http://schemas.microsoft.com/office/drawing/2014/main" id="{B0455A0D-98E7-4457-AD5A-72EA36A04B6C}"/>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university1652_street_to_satellite/seed-2/y-label-50">
            <a:extLst xmlns:a="http://schemas.openxmlformats.org/drawingml/2006/main">
              <a:ext uri="{FF2B5EF4-FFF2-40B4-BE49-F238E27FC236}">
                <a16:creationId xmlns:a16="http://schemas.microsoft.com/office/drawing/2014/main" id="{6FEC32F7-0A33-4CFF-B920-A3EA027D575A}"/>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university1652_street_to_satellite/seed-2/x-tick-50">
            <a:extLst xmlns:a="http://schemas.openxmlformats.org/drawingml/2006/main">
              <a:ext uri="{FF2B5EF4-FFF2-40B4-BE49-F238E27FC236}">
                <a16:creationId xmlns:a16="http://schemas.microsoft.com/office/drawing/2014/main" id="{3A81BD3D-59E5-4CF7-8C5B-91BE6841530D}"/>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university1652_street_to_satellite/seed-2/x-label-50">
            <a:extLst xmlns:a="http://schemas.openxmlformats.org/drawingml/2006/main">
              <a:ext uri="{FF2B5EF4-FFF2-40B4-BE49-F238E27FC236}">
                <a16:creationId xmlns:a16="http://schemas.microsoft.com/office/drawing/2014/main" id="{81761F60-65E0-4783-9AFC-3BFC4849A6E6}"/>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university1652_street_to_satellite/seed-2/y-grid-75">
            <a:extLst xmlns:a="http://schemas.openxmlformats.org/drawingml/2006/main">
              <a:ext uri="{FF2B5EF4-FFF2-40B4-BE49-F238E27FC236}">
                <a16:creationId xmlns:a16="http://schemas.microsoft.com/office/drawing/2014/main" id="{BC977852-9C1C-405C-B55D-939B30F8D284}"/>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university1652_street_to_satellite/seed-2/y-label-75">
            <a:extLst xmlns:a="http://schemas.openxmlformats.org/drawingml/2006/main">
              <a:ext uri="{FF2B5EF4-FFF2-40B4-BE49-F238E27FC236}">
                <a16:creationId xmlns:a16="http://schemas.microsoft.com/office/drawing/2014/main" id="{D179FE95-EC18-43C6-B8B4-1FCA6D9F8214}"/>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university1652_street_to_satellite/seed-2/x-tick-75">
            <a:extLst xmlns:a="http://schemas.openxmlformats.org/drawingml/2006/main">
              <a:ext uri="{FF2B5EF4-FFF2-40B4-BE49-F238E27FC236}">
                <a16:creationId xmlns:a16="http://schemas.microsoft.com/office/drawing/2014/main" id="{619B8A3E-A9AC-44F0-9246-63015374BAC6}"/>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university1652_street_to_satellite/seed-2/x-label-75">
            <a:extLst xmlns:a="http://schemas.openxmlformats.org/drawingml/2006/main">
              <a:ext uri="{FF2B5EF4-FFF2-40B4-BE49-F238E27FC236}">
                <a16:creationId xmlns:a16="http://schemas.microsoft.com/office/drawing/2014/main" id="{94432202-6228-432A-8709-72252F6D3FB8}"/>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university1652_street_to_satellite/seed-2/y-grid-100">
            <a:extLst xmlns:a="http://schemas.openxmlformats.org/drawingml/2006/main">
              <a:ext uri="{FF2B5EF4-FFF2-40B4-BE49-F238E27FC236}">
                <a16:creationId xmlns:a16="http://schemas.microsoft.com/office/drawing/2014/main" id="{9E6E04D0-6EB6-4A90-817A-7E99F597AAC9}"/>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university1652_street_to_satellite/seed-2/y-label-100">
            <a:extLst xmlns:a="http://schemas.openxmlformats.org/drawingml/2006/main">
              <a:ext uri="{FF2B5EF4-FFF2-40B4-BE49-F238E27FC236}">
                <a16:creationId xmlns:a16="http://schemas.microsoft.com/office/drawing/2014/main" id="{4AD4288C-4B4A-4B4F-BB50-013931455321}"/>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university1652_street_to_satellite/seed-2/x-tick-100">
            <a:extLst xmlns:a="http://schemas.openxmlformats.org/drawingml/2006/main">
              <a:ext uri="{FF2B5EF4-FFF2-40B4-BE49-F238E27FC236}">
                <a16:creationId xmlns:a16="http://schemas.microsoft.com/office/drawing/2014/main" id="{3C8DA83E-C401-47D8-9BE4-664F632B8ADB}"/>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university1652_street_to_satellite/seed-2/x-label-100">
            <a:extLst xmlns:a="http://schemas.openxmlformats.org/drawingml/2006/main">
              <a:ext uri="{FF2B5EF4-FFF2-40B4-BE49-F238E27FC236}">
                <a16:creationId xmlns:a16="http://schemas.microsoft.com/office/drawing/2014/main" id="{6AE00C3D-29B2-4AD9-848F-FA1C81FBDC00}"/>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university1652_street_to_satellite/seed-2/y-axis">
            <a:extLst xmlns:a="http://schemas.openxmlformats.org/drawingml/2006/main">
              <a:ext uri="{FF2B5EF4-FFF2-40B4-BE49-F238E27FC236}">
                <a16:creationId xmlns:a16="http://schemas.microsoft.com/office/drawing/2014/main" id="{0150FCCF-848D-4A22-9788-6DDC2D969914}"/>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university1652_street_to_satellite/seed-2/x-axis">
            <a:extLst xmlns:a="http://schemas.openxmlformats.org/drawingml/2006/main">
              <a:ext uri="{FF2B5EF4-FFF2-40B4-BE49-F238E27FC236}">
                <a16:creationId xmlns:a16="http://schemas.microsoft.com/office/drawing/2014/main" id="{F8F8F031-A686-4748-98F8-27CB54215C48}"/>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university1652_street_to_satellite/university1652_street_to_satellite/seed-2/visual/segment-1-2">
            <a:extLst xmlns:a="http://schemas.openxmlformats.org/drawingml/2006/main">
              <a:ext uri="{FF2B5EF4-FFF2-40B4-BE49-F238E27FC236}">
                <a16:creationId xmlns:a16="http://schemas.microsoft.com/office/drawing/2014/main" id="{94A64AD9-E9C2-4D8B-BDC6-2DFF94FAE2D6}"/>
              </a:ext>
            </a:extLst>
          </p:cNvPr>
          <p:cNvSpPr>
            <a:spLocks xmlns:a="http://schemas.openxmlformats.org/drawingml/2006/main" noGrp="1"/>
          </p:cNvSpPr>
          <p:nvPr/>
        </p:nvSpPr>
        <p:spPr>
          <a:xfrm xmlns:a="http://schemas.openxmlformats.org/drawingml/2006/main" flipV="0">
            <a:off x="2700082" y="1263995"/>
            <a:ext cx="160082" cy="669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university1652_street_to_satellite/university1652_street_to_satellite/seed-2/visual/segment-2-3">
            <a:extLst xmlns:a="http://schemas.openxmlformats.org/drawingml/2006/main">
              <a:ext uri="{FF2B5EF4-FFF2-40B4-BE49-F238E27FC236}">
                <a16:creationId xmlns:a16="http://schemas.microsoft.com/office/drawing/2014/main" id="{D04604BC-FA15-4C53-9CB6-9E1B91D6BD98}"/>
              </a:ext>
            </a:extLst>
          </p:cNvPr>
          <p:cNvSpPr>
            <a:spLocks xmlns:a="http://schemas.openxmlformats.org/drawingml/2006/main" noGrp="1"/>
          </p:cNvSpPr>
          <p:nvPr/>
        </p:nvSpPr>
        <p:spPr>
          <a:xfrm xmlns:a="http://schemas.openxmlformats.org/drawingml/2006/main" flipV="0">
            <a:off x="2860164" y="1270689"/>
            <a:ext cx="160082" cy="223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university1652_street_to_satellite/university1652_street_to_satellite/seed-2/visual/segment-3-4">
            <a:extLst xmlns:a="http://schemas.openxmlformats.org/drawingml/2006/main">
              <a:ext uri="{FF2B5EF4-FFF2-40B4-BE49-F238E27FC236}">
                <a16:creationId xmlns:a16="http://schemas.microsoft.com/office/drawing/2014/main" id="{2FAC60F3-0628-437B-A704-454835E36E8C}"/>
              </a:ext>
            </a:extLst>
          </p:cNvPr>
          <p:cNvSpPr>
            <a:spLocks xmlns:a="http://schemas.openxmlformats.org/drawingml/2006/main" noGrp="1"/>
          </p:cNvSpPr>
          <p:nvPr/>
        </p:nvSpPr>
        <p:spPr>
          <a:xfrm xmlns:a="http://schemas.openxmlformats.org/drawingml/2006/main" flipV="0">
            <a:off x="3020246" y="1272921"/>
            <a:ext cx="160082" cy="111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university1652_street_to_satellite/university1652_street_to_satellite/seed-2/visual/segment-4-5">
            <a:extLst xmlns:a="http://schemas.openxmlformats.org/drawingml/2006/main">
              <a:ext uri="{FF2B5EF4-FFF2-40B4-BE49-F238E27FC236}">
                <a16:creationId xmlns:a16="http://schemas.microsoft.com/office/drawing/2014/main" id="{80073794-1D8A-4972-9DD9-188B7D61FA5B}"/>
              </a:ext>
            </a:extLst>
          </p:cNvPr>
          <p:cNvSpPr>
            <a:spLocks xmlns:a="http://schemas.openxmlformats.org/drawingml/2006/main" noGrp="1"/>
          </p:cNvSpPr>
          <p:nvPr/>
        </p:nvSpPr>
        <p:spPr>
          <a:xfrm xmlns:a="http://schemas.openxmlformats.org/drawingml/2006/main" flipV="1">
            <a:off x="3180328" y="1273367"/>
            <a:ext cx="160082" cy="66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university1652_street_to_satellite/university1652_street_to_satellite/seed-2/visual/segment-5-6">
            <a:extLst xmlns:a="http://schemas.openxmlformats.org/drawingml/2006/main">
              <a:ext uri="{FF2B5EF4-FFF2-40B4-BE49-F238E27FC236}">
                <a16:creationId xmlns:a16="http://schemas.microsoft.com/office/drawing/2014/main" id="{4F2D32B4-BB1B-40F0-B60A-DF9346C19C17}"/>
              </a:ext>
            </a:extLst>
          </p:cNvPr>
          <p:cNvSpPr>
            <a:spLocks xmlns:a="http://schemas.openxmlformats.org/drawingml/2006/main" noGrp="1"/>
          </p:cNvSpPr>
          <p:nvPr/>
        </p:nvSpPr>
        <p:spPr>
          <a:xfrm xmlns:a="http://schemas.openxmlformats.org/drawingml/2006/main" flipV="0">
            <a:off x="3340410" y="1273367"/>
            <a:ext cx="160082" cy="66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university1652_street_to_satellite/university1652_street_to_satellite/seed-2/visual/segment-6-7">
            <a:extLst xmlns:a="http://schemas.openxmlformats.org/drawingml/2006/main">
              <a:ext uri="{FF2B5EF4-FFF2-40B4-BE49-F238E27FC236}">
                <a16:creationId xmlns:a16="http://schemas.microsoft.com/office/drawing/2014/main" id="{33D6CAD2-DCE1-48C8-9398-E03D2D055185}"/>
              </a:ext>
            </a:extLst>
          </p:cNvPr>
          <p:cNvSpPr>
            <a:spLocks xmlns:a="http://schemas.openxmlformats.org/drawingml/2006/main" noGrp="1"/>
          </p:cNvSpPr>
          <p:nvPr/>
        </p:nvSpPr>
        <p:spPr>
          <a:xfrm xmlns:a="http://schemas.openxmlformats.org/drawingml/2006/main" flipV="1">
            <a:off x="3500492" y="1271646"/>
            <a:ext cx="160082" cy="239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university1652_street_to_satellite/university1652_street_to_satellite/seed-2/visual/segment-7-8">
            <a:extLst xmlns:a="http://schemas.openxmlformats.org/drawingml/2006/main">
              <a:ext uri="{FF2B5EF4-FFF2-40B4-BE49-F238E27FC236}">
                <a16:creationId xmlns:a16="http://schemas.microsoft.com/office/drawing/2014/main" id="{C7A46D61-7A77-40B5-93D6-B404063D725F}"/>
              </a:ext>
            </a:extLst>
          </p:cNvPr>
          <p:cNvSpPr>
            <a:spLocks xmlns:a="http://schemas.openxmlformats.org/drawingml/2006/main" noGrp="1"/>
          </p:cNvSpPr>
          <p:nvPr/>
        </p:nvSpPr>
        <p:spPr>
          <a:xfrm xmlns:a="http://schemas.openxmlformats.org/drawingml/2006/main" flipV="0">
            <a:off x="3660574" y="1271646"/>
            <a:ext cx="160082" cy="71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university1652_street_to_satellite/university1652_street_to_satellite/seed-2/visual/segment-8-9">
            <a:extLst xmlns:a="http://schemas.openxmlformats.org/drawingml/2006/main">
              <a:ext uri="{FF2B5EF4-FFF2-40B4-BE49-F238E27FC236}">
                <a16:creationId xmlns:a16="http://schemas.microsoft.com/office/drawing/2014/main" id="{5D5EDBD4-1F08-4C61-88B4-D74BABC0B4A0}"/>
              </a:ext>
            </a:extLst>
          </p:cNvPr>
          <p:cNvSpPr>
            <a:spLocks xmlns:a="http://schemas.openxmlformats.org/drawingml/2006/main" noGrp="1"/>
          </p:cNvSpPr>
          <p:nvPr/>
        </p:nvSpPr>
        <p:spPr>
          <a:xfrm xmlns:a="http://schemas.openxmlformats.org/drawingml/2006/main" flipV="1">
            <a:off x="3820656" y="1271433"/>
            <a:ext cx="160082" cy="93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university1652_street_to_satellite/university1652_street_to_satellite/seed-2/visual/segment-9-10">
            <a:extLst xmlns:a="http://schemas.openxmlformats.org/drawingml/2006/main">
              <a:ext uri="{FF2B5EF4-FFF2-40B4-BE49-F238E27FC236}">
                <a16:creationId xmlns:a16="http://schemas.microsoft.com/office/drawing/2014/main" id="{C9D6DACA-8D3A-4E58-8C8B-6DDAAF1D6AA6}"/>
              </a:ext>
            </a:extLst>
          </p:cNvPr>
          <p:cNvSpPr>
            <a:spLocks xmlns:a="http://schemas.openxmlformats.org/drawingml/2006/main" noGrp="1"/>
          </p:cNvSpPr>
          <p:nvPr/>
        </p:nvSpPr>
        <p:spPr>
          <a:xfrm xmlns:a="http://schemas.openxmlformats.org/drawingml/2006/main" flipV="1">
            <a:off x="3980738" y="1271364"/>
            <a:ext cx="159462" cy="6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university1652_street_to_satellite/university1652_street_to_satellite/seed-2/visual/point-1">
            <a:extLst xmlns:a="http://schemas.openxmlformats.org/drawingml/2006/main">
              <a:ext uri="{FF2B5EF4-FFF2-40B4-BE49-F238E27FC236}">
                <a16:creationId xmlns:a16="http://schemas.microsoft.com/office/drawing/2014/main" id="{8805DFD7-CE7A-40D2-B7B6-5A14B1853D26}"/>
              </a:ext>
            </a:extLst>
          </p:cNvPr>
          <p:cNvSpPr>
            <a:spLocks xmlns:a="http://schemas.openxmlformats.org/drawingml/2006/main" noGrp="1"/>
          </p:cNvSpPr>
          <p:nvPr/>
        </p:nvSpPr>
        <p:spPr>
          <a:xfrm xmlns:a="http://schemas.openxmlformats.org/drawingml/2006/main">
            <a:off x="2676587" y="124050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university1652_street_to_satellite/university1652_street_to_satellite/seed-2/visual/point-2">
            <a:extLst xmlns:a="http://schemas.openxmlformats.org/drawingml/2006/main">
              <a:ext uri="{FF2B5EF4-FFF2-40B4-BE49-F238E27FC236}">
                <a16:creationId xmlns:a16="http://schemas.microsoft.com/office/drawing/2014/main" id="{ACE0F879-23E1-4F11-A770-CDB41660509E}"/>
              </a:ext>
            </a:extLst>
          </p:cNvPr>
          <p:cNvSpPr>
            <a:spLocks xmlns:a="http://schemas.openxmlformats.org/drawingml/2006/main" noGrp="1"/>
          </p:cNvSpPr>
          <p:nvPr/>
        </p:nvSpPr>
        <p:spPr>
          <a:xfrm xmlns:a="http://schemas.openxmlformats.org/drawingml/2006/main">
            <a:off x="2836669" y="124719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university1652_street_to_satellite/university1652_street_to_satellite/seed-2/visual/point-3">
            <a:extLst xmlns:a="http://schemas.openxmlformats.org/drawingml/2006/main">
              <a:ext uri="{FF2B5EF4-FFF2-40B4-BE49-F238E27FC236}">
                <a16:creationId xmlns:a16="http://schemas.microsoft.com/office/drawing/2014/main" id="{BC17865C-6398-4AC0-976A-5068EA194D18}"/>
              </a:ext>
            </a:extLst>
          </p:cNvPr>
          <p:cNvSpPr>
            <a:spLocks xmlns:a="http://schemas.openxmlformats.org/drawingml/2006/main" noGrp="1"/>
          </p:cNvSpPr>
          <p:nvPr/>
        </p:nvSpPr>
        <p:spPr>
          <a:xfrm xmlns:a="http://schemas.openxmlformats.org/drawingml/2006/main">
            <a:off x="2996751" y="124942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university1652_street_to_satellite/university1652_street_to_satellite/seed-2/visual/point-4">
            <a:extLst xmlns:a="http://schemas.openxmlformats.org/drawingml/2006/main">
              <a:ext uri="{FF2B5EF4-FFF2-40B4-BE49-F238E27FC236}">
                <a16:creationId xmlns:a16="http://schemas.microsoft.com/office/drawing/2014/main" id="{3F621AA9-4443-4D48-8C07-AEBAA1AEE61D}"/>
              </a:ext>
            </a:extLst>
          </p:cNvPr>
          <p:cNvSpPr>
            <a:spLocks xmlns:a="http://schemas.openxmlformats.org/drawingml/2006/main" noGrp="1"/>
          </p:cNvSpPr>
          <p:nvPr/>
        </p:nvSpPr>
        <p:spPr>
          <a:xfrm xmlns:a="http://schemas.openxmlformats.org/drawingml/2006/main">
            <a:off x="3156833" y="125054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university1652_street_to_satellite/university1652_street_to_satellite/seed-2/visual/point-5">
            <a:extLst xmlns:a="http://schemas.openxmlformats.org/drawingml/2006/main">
              <a:ext uri="{FF2B5EF4-FFF2-40B4-BE49-F238E27FC236}">
                <a16:creationId xmlns:a16="http://schemas.microsoft.com/office/drawing/2014/main" id="{35E80031-FED4-4ADD-B372-57D58F19D66F}"/>
              </a:ext>
            </a:extLst>
          </p:cNvPr>
          <p:cNvSpPr>
            <a:spLocks xmlns:a="http://schemas.openxmlformats.org/drawingml/2006/main" noGrp="1"/>
          </p:cNvSpPr>
          <p:nvPr/>
        </p:nvSpPr>
        <p:spPr>
          <a:xfrm xmlns:a="http://schemas.openxmlformats.org/drawingml/2006/main">
            <a:off x="3316915" y="12498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university1652_street_to_satellite/university1652_street_to_satellite/seed-2/visual/point-6">
            <a:extLst xmlns:a="http://schemas.openxmlformats.org/drawingml/2006/main">
              <a:ext uri="{FF2B5EF4-FFF2-40B4-BE49-F238E27FC236}">
                <a16:creationId xmlns:a16="http://schemas.microsoft.com/office/drawing/2014/main" id="{DCA1A013-8D57-4F79-9DF0-32F1C059BA04}"/>
              </a:ext>
            </a:extLst>
          </p:cNvPr>
          <p:cNvSpPr>
            <a:spLocks xmlns:a="http://schemas.openxmlformats.org/drawingml/2006/main" noGrp="1"/>
          </p:cNvSpPr>
          <p:nvPr/>
        </p:nvSpPr>
        <p:spPr>
          <a:xfrm xmlns:a="http://schemas.openxmlformats.org/drawingml/2006/main">
            <a:off x="3476997" y="125054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university1652_street_to_satellite/university1652_street_to_satellite/seed-2/visual/point-7">
            <a:extLst xmlns:a="http://schemas.openxmlformats.org/drawingml/2006/main">
              <a:ext uri="{FF2B5EF4-FFF2-40B4-BE49-F238E27FC236}">
                <a16:creationId xmlns:a16="http://schemas.microsoft.com/office/drawing/2014/main" id="{0872B0C8-F7BF-450D-A097-2F74E6DC8B54}"/>
              </a:ext>
            </a:extLst>
          </p:cNvPr>
          <p:cNvSpPr>
            <a:spLocks xmlns:a="http://schemas.openxmlformats.org/drawingml/2006/main" noGrp="1"/>
          </p:cNvSpPr>
          <p:nvPr/>
        </p:nvSpPr>
        <p:spPr>
          <a:xfrm xmlns:a="http://schemas.openxmlformats.org/drawingml/2006/main">
            <a:off x="3637079" y="124815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university1652_street_to_satellite/university1652_street_to_satellite/seed-2/visual/point-8">
            <a:extLst xmlns:a="http://schemas.openxmlformats.org/drawingml/2006/main">
              <a:ext uri="{FF2B5EF4-FFF2-40B4-BE49-F238E27FC236}">
                <a16:creationId xmlns:a16="http://schemas.microsoft.com/office/drawing/2014/main" id="{82A696E4-B839-4DC7-BF02-D4D21891FC7B}"/>
              </a:ext>
            </a:extLst>
          </p:cNvPr>
          <p:cNvSpPr>
            <a:spLocks xmlns:a="http://schemas.openxmlformats.org/drawingml/2006/main" noGrp="1"/>
          </p:cNvSpPr>
          <p:nvPr/>
        </p:nvSpPr>
        <p:spPr>
          <a:xfrm xmlns:a="http://schemas.openxmlformats.org/drawingml/2006/main">
            <a:off x="3797161" y="124886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university1652_street_to_satellite/university1652_street_to_satellite/seed-2/visual/point-9">
            <a:extLst xmlns:a="http://schemas.openxmlformats.org/drawingml/2006/main">
              <a:ext uri="{FF2B5EF4-FFF2-40B4-BE49-F238E27FC236}">
                <a16:creationId xmlns:a16="http://schemas.microsoft.com/office/drawing/2014/main" id="{E8891701-2AD1-43E3-8D57-62CF45B05587}"/>
              </a:ext>
            </a:extLst>
          </p:cNvPr>
          <p:cNvSpPr>
            <a:spLocks xmlns:a="http://schemas.openxmlformats.org/drawingml/2006/main" noGrp="1"/>
          </p:cNvSpPr>
          <p:nvPr/>
        </p:nvSpPr>
        <p:spPr>
          <a:xfrm xmlns:a="http://schemas.openxmlformats.org/drawingml/2006/main">
            <a:off x="3957243" y="124793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university1652_street_to_satellite/university1652_street_to_satellite/seed-2/visual/point-10">
            <a:extLst xmlns:a="http://schemas.openxmlformats.org/drawingml/2006/main">
              <a:ext uri="{FF2B5EF4-FFF2-40B4-BE49-F238E27FC236}">
                <a16:creationId xmlns:a16="http://schemas.microsoft.com/office/drawing/2014/main" id="{56B2A7DF-89DE-4867-9FDE-8A13BFC634D5}"/>
              </a:ext>
            </a:extLst>
          </p:cNvPr>
          <p:cNvSpPr>
            <a:spLocks xmlns:a="http://schemas.openxmlformats.org/drawingml/2006/main" noGrp="1"/>
          </p:cNvSpPr>
          <p:nvPr/>
        </p:nvSpPr>
        <p:spPr>
          <a:xfrm xmlns:a="http://schemas.openxmlformats.org/drawingml/2006/main">
            <a:off x="4116705" y="124786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university1652_street_to_satellite/seed-2/visual/AURC">
            <a:extLst xmlns:a="http://schemas.openxmlformats.org/drawingml/2006/main">
              <a:ext uri="{FF2B5EF4-FFF2-40B4-BE49-F238E27FC236}">
                <a16:creationId xmlns:a16="http://schemas.microsoft.com/office/drawing/2014/main" id="{A310A687-12EF-432A-AA89-8F5E9B92F412}"/>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0.9921</a:t>
            </a:r>
          </a:p>
        </p:txBody>
      </p:sp>
      <p:sp>
        <p:nvSpPr>
          <p:cNvPr id="115" name="university1652_street_to_satellite/university1652_street_to_satellite/seed-2/full/segment-1-2">
            <a:extLst xmlns:a="http://schemas.openxmlformats.org/drawingml/2006/main">
              <a:ext uri="{FF2B5EF4-FFF2-40B4-BE49-F238E27FC236}">
                <a16:creationId xmlns:a16="http://schemas.microsoft.com/office/drawing/2014/main" id="{42AF33A0-2BBE-492B-9DF2-C3CF04DF6AD1}"/>
              </a:ext>
            </a:extLst>
          </p:cNvPr>
          <p:cNvSpPr>
            <a:spLocks xmlns:a="http://schemas.openxmlformats.org/drawingml/2006/main" noGrp="1"/>
          </p:cNvSpPr>
          <p:nvPr/>
        </p:nvSpPr>
        <p:spPr>
          <a:xfrm xmlns:a="http://schemas.openxmlformats.org/drawingml/2006/main" flipV="1">
            <a:off x="2700082" y="1277384"/>
            <a:ext cx="160082" cy="669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university1652_street_to_satellite/university1652_street_to_satellite/seed-2/full/segment-2-3">
            <a:extLst xmlns:a="http://schemas.openxmlformats.org/drawingml/2006/main">
              <a:ext uri="{FF2B5EF4-FFF2-40B4-BE49-F238E27FC236}">
                <a16:creationId xmlns:a16="http://schemas.microsoft.com/office/drawing/2014/main" id="{388D7D9E-2CC9-4C90-8601-ABBBFA5DB8C7}"/>
              </a:ext>
            </a:extLst>
          </p:cNvPr>
          <p:cNvSpPr>
            <a:spLocks xmlns:a="http://schemas.openxmlformats.org/drawingml/2006/main" noGrp="1"/>
          </p:cNvSpPr>
          <p:nvPr/>
        </p:nvSpPr>
        <p:spPr>
          <a:xfrm xmlns:a="http://schemas.openxmlformats.org/drawingml/2006/main" flipV="1">
            <a:off x="2860164" y="1272921"/>
            <a:ext cx="160082" cy="446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university1652_street_to_satellite/university1652_street_to_satellite/seed-2/full/segment-3-4">
            <a:extLst xmlns:a="http://schemas.openxmlformats.org/drawingml/2006/main">
              <a:ext uri="{FF2B5EF4-FFF2-40B4-BE49-F238E27FC236}">
                <a16:creationId xmlns:a16="http://schemas.microsoft.com/office/drawing/2014/main" id="{09BE1CB6-3F6D-43B6-8A02-C0D182DE1132}"/>
              </a:ext>
            </a:extLst>
          </p:cNvPr>
          <p:cNvSpPr>
            <a:spLocks xmlns:a="http://schemas.openxmlformats.org/drawingml/2006/main" noGrp="1"/>
          </p:cNvSpPr>
          <p:nvPr/>
        </p:nvSpPr>
        <p:spPr>
          <a:xfrm xmlns:a="http://schemas.openxmlformats.org/drawingml/2006/main" flipV="1">
            <a:off x="3020246" y="1270689"/>
            <a:ext cx="160082" cy="223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university1652_street_to_satellite/university1652_street_to_satellite/seed-2/full/segment-4-5">
            <a:extLst xmlns:a="http://schemas.openxmlformats.org/drawingml/2006/main">
              <a:ext uri="{FF2B5EF4-FFF2-40B4-BE49-F238E27FC236}">
                <a16:creationId xmlns:a16="http://schemas.microsoft.com/office/drawing/2014/main" id="{BF84E6AD-8AC3-48F9-923E-510E7662795D}"/>
              </a:ext>
            </a:extLst>
          </p:cNvPr>
          <p:cNvSpPr>
            <a:spLocks xmlns:a="http://schemas.openxmlformats.org/drawingml/2006/main" noGrp="1"/>
          </p:cNvSpPr>
          <p:nvPr/>
        </p:nvSpPr>
        <p:spPr>
          <a:xfrm xmlns:a="http://schemas.openxmlformats.org/drawingml/2006/main" flipV="1">
            <a:off x="3180328" y="1268011"/>
            <a:ext cx="160082" cy="267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university1652_street_to_satellite/university1652_street_to_satellite/seed-2/full/segment-5-6">
            <a:extLst xmlns:a="http://schemas.openxmlformats.org/drawingml/2006/main">
              <a:ext uri="{FF2B5EF4-FFF2-40B4-BE49-F238E27FC236}">
                <a16:creationId xmlns:a16="http://schemas.microsoft.com/office/drawing/2014/main" id="{B23021A2-38F3-4952-82F2-F9C07E9E1CCE}"/>
              </a:ext>
            </a:extLst>
          </p:cNvPr>
          <p:cNvSpPr>
            <a:spLocks xmlns:a="http://schemas.openxmlformats.org/drawingml/2006/main" noGrp="1"/>
          </p:cNvSpPr>
          <p:nvPr/>
        </p:nvSpPr>
        <p:spPr>
          <a:xfrm xmlns:a="http://schemas.openxmlformats.org/drawingml/2006/main" flipV="0">
            <a:off x="3340410" y="1268011"/>
            <a:ext cx="160082" cy="44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university1652_street_to_satellite/university1652_street_to_satellite/seed-2/full/segment-6-7">
            <a:extLst xmlns:a="http://schemas.openxmlformats.org/drawingml/2006/main">
              <a:ext uri="{FF2B5EF4-FFF2-40B4-BE49-F238E27FC236}">
                <a16:creationId xmlns:a16="http://schemas.microsoft.com/office/drawing/2014/main" id="{3995937C-9F4D-4B74-BD62-144D82D0BFC2}"/>
              </a:ext>
            </a:extLst>
          </p:cNvPr>
          <p:cNvSpPr>
            <a:spLocks xmlns:a="http://schemas.openxmlformats.org/drawingml/2006/main" noGrp="1"/>
          </p:cNvSpPr>
          <p:nvPr/>
        </p:nvSpPr>
        <p:spPr>
          <a:xfrm xmlns:a="http://schemas.openxmlformats.org/drawingml/2006/main" flipV="1">
            <a:off x="3500492" y="1267820"/>
            <a:ext cx="160082" cy="63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university1652_street_to_satellite/university1652_street_to_satellite/seed-2/full/segment-7-8">
            <a:extLst xmlns:a="http://schemas.openxmlformats.org/drawingml/2006/main">
              <a:ext uri="{FF2B5EF4-FFF2-40B4-BE49-F238E27FC236}">
                <a16:creationId xmlns:a16="http://schemas.microsoft.com/office/drawing/2014/main" id="{B12FEF1F-1D4A-49FC-BC00-D1821A57EE31}"/>
              </a:ext>
            </a:extLst>
          </p:cNvPr>
          <p:cNvSpPr>
            <a:spLocks xmlns:a="http://schemas.openxmlformats.org/drawingml/2006/main" noGrp="1"/>
          </p:cNvSpPr>
          <p:nvPr/>
        </p:nvSpPr>
        <p:spPr>
          <a:xfrm xmlns:a="http://schemas.openxmlformats.org/drawingml/2006/main" flipV="0">
            <a:off x="3660574" y="1267820"/>
            <a:ext cx="160082" cy="286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university1652_street_to_satellite/university1652_street_to_satellite/seed-2/full/segment-8-9">
            <a:extLst xmlns:a="http://schemas.openxmlformats.org/drawingml/2006/main">
              <a:ext uri="{FF2B5EF4-FFF2-40B4-BE49-F238E27FC236}">
                <a16:creationId xmlns:a16="http://schemas.microsoft.com/office/drawing/2014/main" id="{9B09B934-50DD-4BD6-BE4A-2A278E8144EE}"/>
              </a:ext>
            </a:extLst>
          </p:cNvPr>
          <p:cNvSpPr>
            <a:spLocks xmlns:a="http://schemas.openxmlformats.org/drawingml/2006/main" noGrp="1"/>
          </p:cNvSpPr>
          <p:nvPr/>
        </p:nvSpPr>
        <p:spPr>
          <a:xfrm xmlns:a="http://schemas.openxmlformats.org/drawingml/2006/main" flipV="0">
            <a:off x="3820656" y="1270689"/>
            <a:ext cx="160082" cy="74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university1652_street_to_satellite/university1652_street_to_satellite/seed-2/full/segment-9-10">
            <a:extLst xmlns:a="http://schemas.openxmlformats.org/drawingml/2006/main">
              <a:ext uri="{FF2B5EF4-FFF2-40B4-BE49-F238E27FC236}">
                <a16:creationId xmlns:a16="http://schemas.microsoft.com/office/drawing/2014/main" id="{151B8B80-FC56-4CD6-B2C7-0A77C30963BE}"/>
              </a:ext>
            </a:extLst>
          </p:cNvPr>
          <p:cNvSpPr>
            <a:spLocks xmlns:a="http://schemas.openxmlformats.org/drawingml/2006/main" noGrp="1"/>
          </p:cNvSpPr>
          <p:nvPr/>
        </p:nvSpPr>
        <p:spPr>
          <a:xfrm xmlns:a="http://schemas.openxmlformats.org/drawingml/2006/main" flipV="0">
            <a:off x="3980738" y="1271433"/>
            <a:ext cx="159462" cy="261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university1652_street_to_satellite/university1652_street_to_satellite/seed-2/full/point-1">
            <a:extLst xmlns:a="http://schemas.openxmlformats.org/drawingml/2006/main">
              <a:ext uri="{FF2B5EF4-FFF2-40B4-BE49-F238E27FC236}">
                <a16:creationId xmlns:a16="http://schemas.microsoft.com/office/drawing/2014/main" id="{858CB4F3-EBEE-406B-9341-42B4E6A0F2AF}"/>
              </a:ext>
            </a:extLst>
          </p:cNvPr>
          <p:cNvSpPr>
            <a:spLocks xmlns:a="http://schemas.openxmlformats.org/drawingml/2006/main" noGrp="1"/>
          </p:cNvSpPr>
          <p:nvPr/>
        </p:nvSpPr>
        <p:spPr>
          <a:xfrm xmlns:a="http://schemas.openxmlformats.org/drawingml/2006/main">
            <a:off x="2676587" y="126058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university1652_street_to_satellite/university1652_street_to_satellite/seed-2/full/point-2">
            <a:extLst xmlns:a="http://schemas.openxmlformats.org/drawingml/2006/main">
              <a:ext uri="{FF2B5EF4-FFF2-40B4-BE49-F238E27FC236}">
                <a16:creationId xmlns:a16="http://schemas.microsoft.com/office/drawing/2014/main" id="{0D06FE2F-A4C8-41FC-B553-E593146F0094}"/>
              </a:ext>
            </a:extLst>
          </p:cNvPr>
          <p:cNvSpPr>
            <a:spLocks xmlns:a="http://schemas.openxmlformats.org/drawingml/2006/main" noGrp="1"/>
          </p:cNvSpPr>
          <p:nvPr/>
        </p:nvSpPr>
        <p:spPr>
          <a:xfrm xmlns:a="http://schemas.openxmlformats.org/drawingml/2006/main">
            <a:off x="2836669" y="125388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university1652_street_to_satellite/university1652_street_to_satellite/seed-2/full/point-3">
            <a:extLst xmlns:a="http://schemas.openxmlformats.org/drawingml/2006/main">
              <a:ext uri="{FF2B5EF4-FFF2-40B4-BE49-F238E27FC236}">
                <a16:creationId xmlns:a16="http://schemas.microsoft.com/office/drawing/2014/main" id="{0AC79638-D4F5-4B81-A81C-B3EA1C8B9A18}"/>
              </a:ext>
            </a:extLst>
          </p:cNvPr>
          <p:cNvSpPr>
            <a:spLocks xmlns:a="http://schemas.openxmlformats.org/drawingml/2006/main" noGrp="1"/>
          </p:cNvSpPr>
          <p:nvPr/>
        </p:nvSpPr>
        <p:spPr>
          <a:xfrm xmlns:a="http://schemas.openxmlformats.org/drawingml/2006/main">
            <a:off x="2996751" y="124942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university1652_street_to_satellite/university1652_street_to_satellite/seed-2/full/point-4">
            <a:extLst xmlns:a="http://schemas.openxmlformats.org/drawingml/2006/main">
              <a:ext uri="{FF2B5EF4-FFF2-40B4-BE49-F238E27FC236}">
                <a16:creationId xmlns:a16="http://schemas.microsoft.com/office/drawing/2014/main" id="{E6239071-6036-48E7-B6EC-ECDA45030974}"/>
              </a:ext>
            </a:extLst>
          </p:cNvPr>
          <p:cNvSpPr>
            <a:spLocks xmlns:a="http://schemas.openxmlformats.org/drawingml/2006/main" noGrp="1"/>
          </p:cNvSpPr>
          <p:nvPr/>
        </p:nvSpPr>
        <p:spPr>
          <a:xfrm xmlns:a="http://schemas.openxmlformats.org/drawingml/2006/main">
            <a:off x="3156833" y="124719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university1652_street_to_satellite/university1652_street_to_satellite/seed-2/full/point-5">
            <a:extLst xmlns:a="http://schemas.openxmlformats.org/drawingml/2006/main">
              <a:ext uri="{FF2B5EF4-FFF2-40B4-BE49-F238E27FC236}">
                <a16:creationId xmlns:a16="http://schemas.microsoft.com/office/drawing/2014/main" id="{0B6453F7-F476-4A23-8A79-163F2CB0A3AA}"/>
              </a:ext>
            </a:extLst>
          </p:cNvPr>
          <p:cNvSpPr>
            <a:spLocks xmlns:a="http://schemas.openxmlformats.org/drawingml/2006/main" noGrp="1"/>
          </p:cNvSpPr>
          <p:nvPr/>
        </p:nvSpPr>
        <p:spPr>
          <a:xfrm xmlns:a="http://schemas.openxmlformats.org/drawingml/2006/main">
            <a:off x="3316915" y="124451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university1652_street_to_satellite/university1652_street_to_satellite/seed-2/full/point-6">
            <a:extLst xmlns:a="http://schemas.openxmlformats.org/drawingml/2006/main">
              <a:ext uri="{FF2B5EF4-FFF2-40B4-BE49-F238E27FC236}">
                <a16:creationId xmlns:a16="http://schemas.microsoft.com/office/drawing/2014/main" id="{656F5AA7-5EF7-462D-8524-1A2F9A6EEB58}"/>
              </a:ext>
            </a:extLst>
          </p:cNvPr>
          <p:cNvSpPr>
            <a:spLocks xmlns:a="http://schemas.openxmlformats.org/drawingml/2006/main" noGrp="1"/>
          </p:cNvSpPr>
          <p:nvPr/>
        </p:nvSpPr>
        <p:spPr>
          <a:xfrm xmlns:a="http://schemas.openxmlformats.org/drawingml/2006/main">
            <a:off x="3476997" y="124496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university1652_street_to_satellite/university1652_street_to_satellite/seed-2/full/point-7">
            <a:extLst xmlns:a="http://schemas.openxmlformats.org/drawingml/2006/main">
              <a:ext uri="{FF2B5EF4-FFF2-40B4-BE49-F238E27FC236}">
                <a16:creationId xmlns:a16="http://schemas.microsoft.com/office/drawing/2014/main" id="{C11CC0DC-F8C9-4739-9B9C-E7AEBA40C49F}"/>
              </a:ext>
            </a:extLst>
          </p:cNvPr>
          <p:cNvSpPr>
            <a:spLocks xmlns:a="http://schemas.openxmlformats.org/drawingml/2006/main" noGrp="1"/>
          </p:cNvSpPr>
          <p:nvPr/>
        </p:nvSpPr>
        <p:spPr>
          <a:xfrm xmlns:a="http://schemas.openxmlformats.org/drawingml/2006/main">
            <a:off x="3637079" y="12443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university1652_street_to_satellite/university1652_street_to_satellite/seed-2/full/point-8">
            <a:extLst xmlns:a="http://schemas.openxmlformats.org/drawingml/2006/main">
              <a:ext uri="{FF2B5EF4-FFF2-40B4-BE49-F238E27FC236}">
                <a16:creationId xmlns:a16="http://schemas.microsoft.com/office/drawing/2014/main" id="{D07D6944-767B-4330-BE1E-06268766B9A4}"/>
              </a:ext>
            </a:extLst>
          </p:cNvPr>
          <p:cNvSpPr>
            <a:spLocks xmlns:a="http://schemas.openxmlformats.org/drawingml/2006/main" noGrp="1"/>
          </p:cNvSpPr>
          <p:nvPr/>
        </p:nvSpPr>
        <p:spPr>
          <a:xfrm xmlns:a="http://schemas.openxmlformats.org/drawingml/2006/main">
            <a:off x="3797161" y="124719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university1652_street_to_satellite/university1652_street_to_satellite/seed-2/full/point-9">
            <a:extLst xmlns:a="http://schemas.openxmlformats.org/drawingml/2006/main">
              <a:ext uri="{FF2B5EF4-FFF2-40B4-BE49-F238E27FC236}">
                <a16:creationId xmlns:a16="http://schemas.microsoft.com/office/drawing/2014/main" id="{98FB2E5E-7131-498B-BBED-DD460EE37218}"/>
              </a:ext>
            </a:extLst>
          </p:cNvPr>
          <p:cNvSpPr>
            <a:spLocks xmlns:a="http://schemas.openxmlformats.org/drawingml/2006/main" noGrp="1"/>
          </p:cNvSpPr>
          <p:nvPr/>
        </p:nvSpPr>
        <p:spPr>
          <a:xfrm xmlns:a="http://schemas.openxmlformats.org/drawingml/2006/main">
            <a:off x="3957243" y="124793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university1652_street_to_satellite/university1652_street_to_satellite/seed-2/full/point-10">
            <a:extLst xmlns:a="http://schemas.openxmlformats.org/drawingml/2006/main">
              <a:ext uri="{FF2B5EF4-FFF2-40B4-BE49-F238E27FC236}">
                <a16:creationId xmlns:a16="http://schemas.microsoft.com/office/drawing/2014/main" id="{4BC99482-7210-4CC4-AB91-E11C36B05996}"/>
              </a:ext>
            </a:extLst>
          </p:cNvPr>
          <p:cNvSpPr>
            <a:spLocks xmlns:a="http://schemas.openxmlformats.org/drawingml/2006/main" noGrp="1"/>
          </p:cNvSpPr>
          <p:nvPr/>
        </p:nvSpPr>
        <p:spPr>
          <a:xfrm xmlns:a="http://schemas.openxmlformats.org/drawingml/2006/main">
            <a:off x="4116705" y="125054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university1652_street_to_satellite/seed-2/full/AURC">
            <a:extLst xmlns:a="http://schemas.openxmlformats.org/drawingml/2006/main">
              <a:ext uri="{FF2B5EF4-FFF2-40B4-BE49-F238E27FC236}">
                <a16:creationId xmlns:a16="http://schemas.microsoft.com/office/drawing/2014/main" id="{5D6BD8FB-9221-4213-9234-9E97D0318860}"/>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0.9893</a:t>
            </a:r>
          </a:p>
        </p:txBody>
      </p:sp>
      <p:sp>
        <p:nvSpPr>
          <p:cNvPr id="135" name="university1652_street_to_satellite/seed-2/AURC-label">
            <a:extLst xmlns:a="http://schemas.openxmlformats.org/drawingml/2006/main">
              <a:ext uri="{FF2B5EF4-FFF2-40B4-BE49-F238E27FC236}">
                <a16:creationId xmlns:a16="http://schemas.microsoft.com/office/drawing/2014/main" id="{DAA5D5B2-7098-490D-9939-1607EBB82386}"/>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university1652_street_to_satellite/seed-3/heading">
            <a:extLst xmlns:a="http://schemas.openxmlformats.org/drawingml/2006/main">
              <a:ext uri="{FF2B5EF4-FFF2-40B4-BE49-F238E27FC236}">
                <a16:creationId xmlns:a16="http://schemas.microsoft.com/office/drawing/2014/main" id="{7F3D0650-6C42-431A-8F78-4519CD2808D4}"/>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university1652_street_to_satellite/seed-3/y-grid-0">
            <a:extLst xmlns:a="http://schemas.openxmlformats.org/drawingml/2006/main">
              <a:ext uri="{FF2B5EF4-FFF2-40B4-BE49-F238E27FC236}">
                <a16:creationId xmlns:a16="http://schemas.microsoft.com/office/drawing/2014/main" id="{C1D9F39E-24C5-4A20-94BD-6AC4B8B915BA}"/>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university1652_street_to_satellite/seed-3/y-label-0">
            <a:extLst xmlns:a="http://schemas.openxmlformats.org/drawingml/2006/main">
              <a:ext uri="{FF2B5EF4-FFF2-40B4-BE49-F238E27FC236}">
                <a16:creationId xmlns:a16="http://schemas.microsoft.com/office/drawing/2014/main" id="{5B7F1433-44D9-45C2-BA21-AEE5E1B11568}"/>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university1652_street_to_satellite/seed-3/x-tick-0">
            <a:extLst xmlns:a="http://schemas.openxmlformats.org/drawingml/2006/main">
              <a:ext uri="{FF2B5EF4-FFF2-40B4-BE49-F238E27FC236}">
                <a16:creationId xmlns:a16="http://schemas.microsoft.com/office/drawing/2014/main" id="{3682E574-F6EE-4CE1-8CCA-647116476C2D}"/>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university1652_street_to_satellite/seed-3/x-label-0">
            <a:extLst xmlns:a="http://schemas.openxmlformats.org/drawingml/2006/main">
              <a:ext uri="{FF2B5EF4-FFF2-40B4-BE49-F238E27FC236}">
                <a16:creationId xmlns:a16="http://schemas.microsoft.com/office/drawing/2014/main" id="{1BF8EB97-32F3-4BEE-87DF-B6F6610C5273}"/>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university1652_street_to_satellite/seed-3/y-grid-25">
            <a:extLst xmlns:a="http://schemas.openxmlformats.org/drawingml/2006/main">
              <a:ext uri="{FF2B5EF4-FFF2-40B4-BE49-F238E27FC236}">
                <a16:creationId xmlns:a16="http://schemas.microsoft.com/office/drawing/2014/main" id="{20021D1C-8969-4DBF-903E-DF797003B28A}"/>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university1652_street_to_satellite/seed-3/y-label-25">
            <a:extLst xmlns:a="http://schemas.openxmlformats.org/drawingml/2006/main">
              <a:ext uri="{FF2B5EF4-FFF2-40B4-BE49-F238E27FC236}">
                <a16:creationId xmlns:a16="http://schemas.microsoft.com/office/drawing/2014/main" id="{CCD60696-CD6E-465D-8B6B-CFFDF2772C7D}"/>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university1652_street_to_satellite/seed-3/x-tick-25">
            <a:extLst xmlns:a="http://schemas.openxmlformats.org/drawingml/2006/main">
              <a:ext uri="{FF2B5EF4-FFF2-40B4-BE49-F238E27FC236}">
                <a16:creationId xmlns:a16="http://schemas.microsoft.com/office/drawing/2014/main" id="{B5C157B9-F7AA-4B3E-A8E0-FE1AEF5C8900}"/>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university1652_street_to_satellite/seed-3/x-label-25">
            <a:extLst xmlns:a="http://schemas.openxmlformats.org/drawingml/2006/main">
              <a:ext uri="{FF2B5EF4-FFF2-40B4-BE49-F238E27FC236}">
                <a16:creationId xmlns:a16="http://schemas.microsoft.com/office/drawing/2014/main" id="{42A49E12-6E38-4E63-802F-C7D8BBA34F1D}"/>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university1652_street_to_satellite/seed-3/y-grid-50">
            <a:extLst xmlns:a="http://schemas.openxmlformats.org/drawingml/2006/main">
              <a:ext uri="{FF2B5EF4-FFF2-40B4-BE49-F238E27FC236}">
                <a16:creationId xmlns:a16="http://schemas.microsoft.com/office/drawing/2014/main" id="{BF4871A7-A616-41FB-BDFD-DBA0F7E7CC35}"/>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university1652_street_to_satellite/seed-3/y-label-50">
            <a:extLst xmlns:a="http://schemas.openxmlformats.org/drawingml/2006/main">
              <a:ext uri="{FF2B5EF4-FFF2-40B4-BE49-F238E27FC236}">
                <a16:creationId xmlns:a16="http://schemas.microsoft.com/office/drawing/2014/main" id="{FBE3BC75-5436-477A-8411-FB9A8B925AB4}"/>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university1652_street_to_satellite/seed-3/x-tick-50">
            <a:extLst xmlns:a="http://schemas.openxmlformats.org/drawingml/2006/main">
              <a:ext uri="{FF2B5EF4-FFF2-40B4-BE49-F238E27FC236}">
                <a16:creationId xmlns:a16="http://schemas.microsoft.com/office/drawing/2014/main" id="{E0DB63AE-D39B-479D-ACF1-32B03FB7E9E9}"/>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university1652_street_to_satellite/seed-3/x-label-50">
            <a:extLst xmlns:a="http://schemas.openxmlformats.org/drawingml/2006/main">
              <a:ext uri="{FF2B5EF4-FFF2-40B4-BE49-F238E27FC236}">
                <a16:creationId xmlns:a16="http://schemas.microsoft.com/office/drawing/2014/main" id="{03B68163-FEED-4D8F-A941-3AFAB5EC81B0}"/>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university1652_street_to_satellite/seed-3/y-grid-75">
            <a:extLst xmlns:a="http://schemas.openxmlformats.org/drawingml/2006/main">
              <a:ext uri="{FF2B5EF4-FFF2-40B4-BE49-F238E27FC236}">
                <a16:creationId xmlns:a16="http://schemas.microsoft.com/office/drawing/2014/main" id="{33E1DFC5-EEB3-40A5-BADD-CCFCC8F26C43}"/>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university1652_street_to_satellite/seed-3/y-label-75">
            <a:extLst xmlns:a="http://schemas.openxmlformats.org/drawingml/2006/main">
              <a:ext uri="{FF2B5EF4-FFF2-40B4-BE49-F238E27FC236}">
                <a16:creationId xmlns:a16="http://schemas.microsoft.com/office/drawing/2014/main" id="{AF3A9B08-0819-42CD-AFE9-142008A53579}"/>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university1652_street_to_satellite/seed-3/x-tick-75">
            <a:extLst xmlns:a="http://schemas.openxmlformats.org/drawingml/2006/main">
              <a:ext uri="{FF2B5EF4-FFF2-40B4-BE49-F238E27FC236}">
                <a16:creationId xmlns:a16="http://schemas.microsoft.com/office/drawing/2014/main" id="{D8740E12-501E-47DC-9B70-3F38A231FCC5}"/>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university1652_street_to_satellite/seed-3/x-label-75">
            <a:extLst xmlns:a="http://schemas.openxmlformats.org/drawingml/2006/main">
              <a:ext uri="{FF2B5EF4-FFF2-40B4-BE49-F238E27FC236}">
                <a16:creationId xmlns:a16="http://schemas.microsoft.com/office/drawing/2014/main" id="{BAC90AAF-F2A4-4A7C-8592-D2D17FB2BC40}"/>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university1652_street_to_satellite/seed-3/y-grid-100">
            <a:extLst xmlns:a="http://schemas.openxmlformats.org/drawingml/2006/main">
              <a:ext uri="{FF2B5EF4-FFF2-40B4-BE49-F238E27FC236}">
                <a16:creationId xmlns:a16="http://schemas.microsoft.com/office/drawing/2014/main" id="{1544026E-4024-42CE-8DAF-4DC5BCD6D085}"/>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university1652_street_to_satellite/seed-3/y-label-100">
            <a:extLst xmlns:a="http://schemas.openxmlformats.org/drawingml/2006/main">
              <a:ext uri="{FF2B5EF4-FFF2-40B4-BE49-F238E27FC236}">
                <a16:creationId xmlns:a16="http://schemas.microsoft.com/office/drawing/2014/main" id="{06BFFC5D-A86D-4126-80B3-937B1A5BAD26}"/>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university1652_street_to_satellite/seed-3/x-tick-100">
            <a:extLst xmlns:a="http://schemas.openxmlformats.org/drawingml/2006/main">
              <a:ext uri="{FF2B5EF4-FFF2-40B4-BE49-F238E27FC236}">
                <a16:creationId xmlns:a16="http://schemas.microsoft.com/office/drawing/2014/main" id="{234597E3-A628-4472-AA9A-FDA1347C96B3}"/>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university1652_street_to_satellite/seed-3/x-label-100">
            <a:extLst xmlns:a="http://schemas.openxmlformats.org/drawingml/2006/main">
              <a:ext uri="{FF2B5EF4-FFF2-40B4-BE49-F238E27FC236}">
                <a16:creationId xmlns:a16="http://schemas.microsoft.com/office/drawing/2014/main" id="{5C3815CB-FFDB-4F96-9C38-6C6984C5F6CA}"/>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university1652_street_to_satellite/seed-3/y-axis">
            <a:extLst xmlns:a="http://schemas.openxmlformats.org/drawingml/2006/main">
              <a:ext uri="{FF2B5EF4-FFF2-40B4-BE49-F238E27FC236}">
                <a16:creationId xmlns:a16="http://schemas.microsoft.com/office/drawing/2014/main" id="{420A5382-0F83-4EE4-B523-C4DD58D1C3D3}"/>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university1652_street_to_satellite/seed-3/x-axis">
            <a:extLst xmlns:a="http://schemas.openxmlformats.org/drawingml/2006/main">
              <a:ext uri="{FF2B5EF4-FFF2-40B4-BE49-F238E27FC236}">
                <a16:creationId xmlns:a16="http://schemas.microsoft.com/office/drawing/2014/main" id="{404F2514-7A42-48B7-A8B4-131FD538A96F}"/>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university1652_street_to_satellite/university1652_street_to_satellite/seed-3/visual/segment-1-2">
            <a:extLst xmlns:a="http://schemas.openxmlformats.org/drawingml/2006/main">
              <a:ext uri="{FF2B5EF4-FFF2-40B4-BE49-F238E27FC236}">
                <a16:creationId xmlns:a16="http://schemas.microsoft.com/office/drawing/2014/main" id="{FD647EF7-00C1-4D79-985C-AD8E66D536E5}"/>
              </a:ext>
            </a:extLst>
          </p:cNvPr>
          <p:cNvSpPr>
            <a:spLocks xmlns:a="http://schemas.openxmlformats.org/drawingml/2006/main" noGrp="1"/>
          </p:cNvSpPr>
          <p:nvPr/>
        </p:nvSpPr>
        <p:spPr>
          <a:xfrm xmlns:a="http://schemas.openxmlformats.org/drawingml/2006/main" flipV="1">
            <a:off x="4706682" y="1277384"/>
            <a:ext cx="160082" cy="1338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university1652_street_to_satellite/university1652_street_to_satellite/seed-3/visual/segment-2-3">
            <a:extLst xmlns:a="http://schemas.openxmlformats.org/drawingml/2006/main">
              <a:ext uri="{FF2B5EF4-FFF2-40B4-BE49-F238E27FC236}">
                <a16:creationId xmlns:a16="http://schemas.microsoft.com/office/drawing/2014/main" id="{D14E8770-F550-44C8-82B4-34A2DC04F4F5}"/>
              </a:ext>
            </a:extLst>
          </p:cNvPr>
          <p:cNvSpPr>
            <a:spLocks xmlns:a="http://schemas.openxmlformats.org/drawingml/2006/main" noGrp="1"/>
          </p:cNvSpPr>
          <p:nvPr/>
        </p:nvSpPr>
        <p:spPr>
          <a:xfrm xmlns:a="http://schemas.openxmlformats.org/drawingml/2006/main" flipV="1">
            <a:off x="4866764" y="1275152"/>
            <a:ext cx="160082" cy="223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university1652_street_to_satellite/university1652_street_to_satellite/seed-3/visual/segment-3-4">
            <a:extLst xmlns:a="http://schemas.openxmlformats.org/drawingml/2006/main">
              <a:ext uri="{FF2B5EF4-FFF2-40B4-BE49-F238E27FC236}">
                <a16:creationId xmlns:a16="http://schemas.microsoft.com/office/drawing/2014/main" id="{1D2FA003-4619-4C7B-A5CF-E53E0AA58616}"/>
              </a:ext>
            </a:extLst>
          </p:cNvPr>
          <p:cNvSpPr>
            <a:spLocks xmlns:a="http://schemas.openxmlformats.org/drawingml/2006/main" noGrp="1"/>
          </p:cNvSpPr>
          <p:nvPr/>
        </p:nvSpPr>
        <p:spPr>
          <a:xfrm xmlns:a="http://schemas.openxmlformats.org/drawingml/2006/main" flipV="0">
            <a:off x="5026846" y="1275152"/>
            <a:ext cx="160082" cy="55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university1652_street_to_satellite/university1652_street_to_satellite/seed-3/visual/segment-4-5">
            <a:extLst xmlns:a="http://schemas.openxmlformats.org/drawingml/2006/main">
              <a:ext uri="{FF2B5EF4-FFF2-40B4-BE49-F238E27FC236}">
                <a16:creationId xmlns:a16="http://schemas.microsoft.com/office/drawing/2014/main" id="{DF091E2C-A017-46A3-BE15-D96378059185}"/>
              </a:ext>
            </a:extLst>
          </p:cNvPr>
          <p:cNvSpPr>
            <a:spLocks xmlns:a="http://schemas.openxmlformats.org/drawingml/2006/main" noGrp="1"/>
          </p:cNvSpPr>
          <p:nvPr/>
        </p:nvSpPr>
        <p:spPr>
          <a:xfrm xmlns:a="http://schemas.openxmlformats.org/drawingml/2006/main" flipV="0">
            <a:off x="5186928" y="1275710"/>
            <a:ext cx="160082" cy="435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university1652_street_to_satellite/university1652_street_to_satellite/seed-3/visual/segment-5-6">
            <a:extLst xmlns:a="http://schemas.openxmlformats.org/drawingml/2006/main">
              <a:ext uri="{FF2B5EF4-FFF2-40B4-BE49-F238E27FC236}">
                <a16:creationId xmlns:a16="http://schemas.microsoft.com/office/drawing/2014/main" id="{2F0223D4-931B-48F2-869B-C95116256D52}"/>
              </a:ext>
            </a:extLst>
          </p:cNvPr>
          <p:cNvSpPr>
            <a:spLocks xmlns:a="http://schemas.openxmlformats.org/drawingml/2006/main" noGrp="1"/>
          </p:cNvSpPr>
          <p:nvPr/>
        </p:nvSpPr>
        <p:spPr>
          <a:xfrm xmlns:a="http://schemas.openxmlformats.org/drawingml/2006/main" flipV="1">
            <a:off x="5347010" y="1278499"/>
            <a:ext cx="160082" cy="156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university1652_street_to_satellite/university1652_street_to_satellite/seed-3/visual/segment-6-7">
            <a:extLst xmlns:a="http://schemas.openxmlformats.org/drawingml/2006/main">
              <a:ext uri="{FF2B5EF4-FFF2-40B4-BE49-F238E27FC236}">
                <a16:creationId xmlns:a16="http://schemas.microsoft.com/office/drawing/2014/main" id="{782E45D8-67D3-477F-AE98-D094DEB21A63}"/>
              </a:ext>
            </a:extLst>
          </p:cNvPr>
          <p:cNvSpPr>
            <a:spLocks xmlns:a="http://schemas.openxmlformats.org/drawingml/2006/main" noGrp="1"/>
          </p:cNvSpPr>
          <p:nvPr/>
        </p:nvSpPr>
        <p:spPr>
          <a:xfrm xmlns:a="http://schemas.openxmlformats.org/drawingml/2006/main" flipV="1">
            <a:off x="5507092" y="1277384"/>
            <a:ext cx="160082" cy="111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university1652_street_to_satellite/university1652_street_to_satellite/seed-3/visual/segment-7-8">
            <a:extLst xmlns:a="http://schemas.openxmlformats.org/drawingml/2006/main">
              <a:ext uri="{FF2B5EF4-FFF2-40B4-BE49-F238E27FC236}">
                <a16:creationId xmlns:a16="http://schemas.microsoft.com/office/drawing/2014/main" id="{7B0375A9-2A8C-4839-83E5-C9EAE38A1042}"/>
              </a:ext>
            </a:extLst>
          </p:cNvPr>
          <p:cNvSpPr>
            <a:spLocks xmlns:a="http://schemas.openxmlformats.org/drawingml/2006/main" noGrp="1"/>
          </p:cNvSpPr>
          <p:nvPr/>
        </p:nvSpPr>
        <p:spPr>
          <a:xfrm xmlns:a="http://schemas.openxmlformats.org/drawingml/2006/main" flipV="1">
            <a:off x="5667174" y="1274873"/>
            <a:ext cx="160082" cy="251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university1652_street_to_satellite/university1652_street_to_satellite/seed-3/visual/segment-8-9">
            <a:extLst xmlns:a="http://schemas.openxmlformats.org/drawingml/2006/main">
              <a:ext uri="{FF2B5EF4-FFF2-40B4-BE49-F238E27FC236}">
                <a16:creationId xmlns:a16="http://schemas.microsoft.com/office/drawing/2014/main" id="{AA51C998-4477-4CEA-A15D-CA74E1B03102}"/>
              </a:ext>
            </a:extLst>
          </p:cNvPr>
          <p:cNvSpPr>
            <a:spLocks xmlns:a="http://schemas.openxmlformats.org/drawingml/2006/main" noGrp="1"/>
          </p:cNvSpPr>
          <p:nvPr/>
        </p:nvSpPr>
        <p:spPr>
          <a:xfrm xmlns:a="http://schemas.openxmlformats.org/drawingml/2006/main" flipV="1">
            <a:off x="5827256" y="1274408"/>
            <a:ext cx="160082" cy="46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university1652_street_to_satellite/university1652_street_to_satellite/seed-3/visual/segment-9-10">
            <a:extLst xmlns:a="http://schemas.openxmlformats.org/drawingml/2006/main">
              <a:ext uri="{FF2B5EF4-FFF2-40B4-BE49-F238E27FC236}">
                <a16:creationId xmlns:a16="http://schemas.microsoft.com/office/drawing/2014/main" id="{5BEEDDD9-1340-4563-AE7D-66BD362EC197}"/>
              </a:ext>
            </a:extLst>
          </p:cNvPr>
          <p:cNvSpPr>
            <a:spLocks xmlns:a="http://schemas.openxmlformats.org/drawingml/2006/main" noGrp="1"/>
          </p:cNvSpPr>
          <p:nvPr/>
        </p:nvSpPr>
        <p:spPr>
          <a:xfrm xmlns:a="http://schemas.openxmlformats.org/drawingml/2006/main" flipV="0">
            <a:off x="5987338" y="1274408"/>
            <a:ext cx="159462" cy="30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university1652_street_to_satellite/university1652_street_to_satellite/seed-3/visual/point-1">
            <a:extLst xmlns:a="http://schemas.openxmlformats.org/drawingml/2006/main">
              <a:ext uri="{FF2B5EF4-FFF2-40B4-BE49-F238E27FC236}">
                <a16:creationId xmlns:a16="http://schemas.microsoft.com/office/drawing/2014/main" id="{8C1F6E24-4CA5-43DC-8722-CDFADC27E1A9}"/>
              </a:ext>
            </a:extLst>
          </p:cNvPr>
          <p:cNvSpPr>
            <a:spLocks xmlns:a="http://schemas.openxmlformats.org/drawingml/2006/main" noGrp="1"/>
          </p:cNvSpPr>
          <p:nvPr/>
        </p:nvSpPr>
        <p:spPr>
          <a:xfrm xmlns:a="http://schemas.openxmlformats.org/drawingml/2006/main">
            <a:off x="4683187" y="126727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university1652_street_to_satellite/university1652_street_to_satellite/seed-3/visual/point-2">
            <a:extLst xmlns:a="http://schemas.openxmlformats.org/drawingml/2006/main">
              <a:ext uri="{FF2B5EF4-FFF2-40B4-BE49-F238E27FC236}">
                <a16:creationId xmlns:a16="http://schemas.microsoft.com/office/drawing/2014/main" id="{5FBC901C-F934-44AC-BCF1-61715D2780D1}"/>
              </a:ext>
            </a:extLst>
          </p:cNvPr>
          <p:cNvSpPr>
            <a:spLocks xmlns:a="http://schemas.openxmlformats.org/drawingml/2006/main" noGrp="1"/>
          </p:cNvSpPr>
          <p:nvPr/>
        </p:nvSpPr>
        <p:spPr>
          <a:xfrm xmlns:a="http://schemas.openxmlformats.org/drawingml/2006/main">
            <a:off x="4843269" y="125388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university1652_street_to_satellite/university1652_street_to_satellite/seed-3/visual/point-3">
            <a:extLst xmlns:a="http://schemas.openxmlformats.org/drawingml/2006/main">
              <a:ext uri="{FF2B5EF4-FFF2-40B4-BE49-F238E27FC236}">
                <a16:creationId xmlns:a16="http://schemas.microsoft.com/office/drawing/2014/main" id="{9B0E4A1A-ECE0-46BE-804A-61CD530C0693}"/>
              </a:ext>
            </a:extLst>
          </p:cNvPr>
          <p:cNvSpPr>
            <a:spLocks xmlns:a="http://schemas.openxmlformats.org/drawingml/2006/main" noGrp="1"/>
          </p:cNvSpPr>
          <p:nvPr/>
        </p:nvSpPr>
        <p:spPr>
          <a:xfrm xmlns:a="http://schemas.openxmlformats.org/drawingml/2006/main">
            <a:off x="5003351" y="125165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university1652_street_to_satellite/university1652_street_to_satellite/seed-3/visual/point-4">
            <a:extLst xmlns:a="http://schemas.openxmlformats.org/drawingml/2006/main">
              <a:ext uri="{FF2B5EF4-FFF2-40B4-BE49-F238E27FC236}">
                <a16:creationId xmlns:a16="http://schemas.microsoft.com/office/drawing/2014/main" id="{21392B17-29CE-4A85-A8EE-A0D790BEAAD6}"/>
              </a:ext>
            </a:extLst>
          </p:cNvPr>
          <p:cNvSpPr>
            <a:spLocks xmlns:a="http://schemas.openxmlformats.org/drawingml/2006/main" noGrp="1"/>
          </p:cNvSpPr>
          <p:nvPr/>
        </p:nvSpPr>
        <p:spPr>
          <a:xfrm xmlns:a="http://schemas.openxmlformats.org/drawingml/2006/main">
            <a:off x="5163433" y="125221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university1652_street_to_satellite/university1652_street_to_satellite/seed-3/visual/point-5">
            <a:extLst xmlns:a="http://schemas.openxmlformats.org/drawingml/2006/main">
              <a:ext uri="{FF2B5EF4-FFF2-40B4-BE49-F238E27FC236}">
                <a16:creationId xmlns:a16="http://schemas.microsoft.com/office/drawing/2014/main" id="{0645CEA0-C06E-4D08-A1E3-C86A35CFC1ED}"/>
              </a:ext>
            </a:extLst>
          </p:cNvPr>
          <p:cNvSpPr>
            <a:spLocks xmlns:a="http://schemas.openxmlformats.org/drawingml/2006/main" noGrp="1"/>
          </p:cNvSpPr>
          <p:nvPr/>
        </p:nvSpPr>
        <p:spPr>
          <a:xfrm xmlns:a="http://schemas.openxmlformats.org/drawingml/2006/main">
            <a:off x="5323515" y="125656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university1652_street_to_satellite/university1652_street_to_satellite/seed-3/visual/point-6">
            <a:extLst xmlns:a="http://schemas.openxmlformats.org/drawingml/2006/main">
              <a:ext uri="{FF2B5EF4-FFF2-40B4-BE49-F238E27FC236}">
                <a16:creationId xmlns:a16="http://schemas.microsoft.com/office/drawing/2014/main" id="{DEFD472A-9561-4CDC-AAEB-B0B3FE7296C7}"/>
              </a:ext>
            </a:extLst>
          </p:cNvPr>
          <p:cNvSpPr>
            <a:spLocks xmlns:a="http://schemas.openxmlformats.org/drawingml/2006/main" noGrp="1"/>
          </p:cNvSpPr>
          <p:nvPr/>
        </p:nvSpPr>
        <p:spPr>
          <a:xfrm xmlns:a="http://schemas.openxmlformats.org/drawingml/2006/main">
            <a:off x="5483597" y="125500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university1652_street_to_satellite/university1652_street_to_satellite/seed-3/visual/point-7">
            <a:extLst xmlns:a="http://schemas.openxmlformats.org/drawingml/2006/main">
              <a:ext uri="{FF2B5EF4-FFF2-40B4-BE49-F238E27FC236}">
                <a16:creationId xmlns:a16="http://schemas.microsoft.com/office/drawing/2014/main" id="{2A9230B2-0228-4095-AD4E-88A3121FB12B}"/>
              </a:ext>
            </a:extLst>
          </p:cNvPr>
          <p:cNvSpPr>
            <a:spLocks xmlns:a="http://schemas.openxmlformats.org/drawingml/2006/main" noGrp="1"/>
          </p:cNvSpPr>
          <p:nvPr/>
        </p:nvSpPr>
        <p:spPr>
          <a:xfrm xmlns:a="http://schemas.openxmlformats.org/drawingml/2006/main">
            <a:off x="5643679" y="125388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university1652_street_to_satellite/university1652_street_to_satellite/seed-3/visual/point-8">
            <a:extLst xmlns:a="http://schemas.openxmlformats.org/drawingml/2006/main">
              <a:ext uri="{FF2B5EF4-FFF2-40B4-BE49-F238E27FC236}">
                <a16:creationId xmlns:a16="http://schemas.microsoft.com/office/drawing/2014/main" id="{983B5909-17A3-4CC7-AF87-6550EEECFED9}"/>
              </a:ext>
            </a:extLst>
          </p:cNvPr>
          <p:cNvSpPr>
            <a:spLocks xmlns:a="http://schemas.openxmlformats.org/drawingml/2006/main" noGrp="1"/>
          </p:cNvSpPr>
          <p:nvPr/>
        </p:nvSpPr>
        <p:spPr>
          <a:xfrm xmlns:a="http://schemas.openxmlformats.org/drawingml/2006/main">
            <a:off x="5803761" y="125137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university1652_street_to_satellite/university1652_street_to_satellite/seed-3/visual/point-9">
            <a:extLst xmlns:a="http://schemas.openxmlformats.org/drawingml/2006/main">
              <a:ext uri="{FF2B5EF4-FFF2-40B4-BE49-F238E27FC236}">
                <a16:creationId xmlns:a16="http://schemas.microsoft.com/office/drawing/2014/main" id="{6D68C903-DE30-4997-9BE9-6BC410A8FFB5}"/>
              </a:ext>
            </a:extLst>
          </p:cNvPr>
          <p:cNvSpPr>
            <a:spLocks xmlns:a="http://schemas.openxmlformats.org/drawingml/2006/main" noGrp="1"/>
          </p:cNvSpPr>
          <p:nvPr/>
        </p:nvSpPr>
        <p:spPr>
          <a:xfrm xmlns:a="http://schemas.openxmlformats.org/drawingml/2006/main">
            <a:off x="5963843" y="125091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university1652_street_to_satellite/university1652_street_to_satellite/seed-3/visual/point-10">
            <a:extLst xmlns:a="http://schemas.openxmlformats.org/drawingml/2006/main">
              <a:ext uri="{FF2B5EF4-FFF2-40B4-BE49-F238E27FC236}">
                <a16:creationId xmlns:a16="http://schemas.microsoft.com/office/drawing/2014/main" id="{9A21E57F-EFCA-4748-9459-A096EA7590C8}"/>
              </a:ext>
            </a:extLst>
          </p:cNvPr>
          <p:cNvSpPr>
            <a:spLocks xmlns:a="http://schemas.openxmlformats.org/drawingml/2006/main" noGrp="1"/>
          </p:cNvSpPr>
          <p:nvPr/>
        </p:nvSpPr>
        <p:spPr>
          <a:xfrm xmlns:a="http://schemas.openxmlformats.org/drawingml/2006/main">
            <a:off x="6123305" y="125121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university1652_street_to_satellite/seed-3/visual/AURC">
            <a:extLst xmlns:a="http://schemas.openxmlformats.org/drawingml/2006/main">
              <a:ext uri="{FF2B5EF4-FFF2-40B4-BE49-F238E27FC236}">
                <a16:creationId xmlns:a16="http://schemas.microsoft.com/office/drawing/2014/main" id="{F9C1F5EC-F65E-41F4-94D9-AA996E0A8F8E}"/>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0.9879</a:t>
            </a:r>
          </a:p>
        </p:txBody>
      </p:sp>
      <p:sp>
        <p:nvSpPr>
          <p:cNvPr id="179" name="university1652_street_to_satellite/university1652_street_to_satellite/seed-3/full/segment-1-2">
            <a:extLst xmlns:a="http://schemas.openxmlformats.org/drawingml/2006/main">
              <a:ext uri="{FF2B5EF4-FFF2-40B4-BE49-F238E27FC236}">
                <a16:creationId xmlns:a16="http://schemas.microsoft.com/office/drawing/2014/main" id="{23F4950E-3D84-4EE6-834F-51076032337E}"/>
              </a:ext>
            </a:extLst>
          </p:cNvPr>
          <p:cNvSpPr>
            <a:spLocks xmlns:a="http://schemas.openxmlformats.org/drawingml/2006/main" noGrp="1"/>
          </p:cNvSpPr>
          <p:nvPr/>
        </p:nvSpPr>
        <p:spPr>
          <a:xfrm xmlns:a="http://schemas.openxmlformats.org/drawingml/2006/main" flipV="0">
            <a:off x="4706682" y="1270689"/>
            <a:ext cx="160082" cy="334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university1652_street_to_satellite/university1652_street_to_satellite/seed-3/full/segment-2-3">
            <a:extLst xmlns:a="http://schemas.openxmlformats.org/drawingml/2006/main">
              <a:ext uri="{FF2B5EF4-FFF2-40B4-BE49-F238E27FC236}">
                <a16:creationId xmlns:a16="http://schemas.microsoft.com/office/drawing/2014/main" id="{A8079625-B7A7-4E74-AD55-89367A5DF622}"/>
              </a:ext>
            </a:extLst>
          </p:cNvPr>
          <p:cNvSpPr>
            <a:spLocks xmlns:a="http://schemas.openxmlformats.org/drawingml/2006/main" noGrp="1"/>
          </p:cNvSpPr>
          <p:nvPr/>
        </p:nvSpPr>
        <p:spPr>
          <a:xfrm xmlns:a="http://schemas.openxmlformats.org/drawingml/2006/main" flipV="1">
            <a:off x="4866764" y="1270689"/>
            <a:ext cx="160082" cy="334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university1652_street_to_satellite/university1652_street_to_satellite/seed-3/full/segment-3-4">
            <a:extLst xmlns:a="http://schemas.openxmlformats.org/drawingml/2006/main">
              <a:ext uri="{FF2B5EF4-FFF2-40B4-BE49-F238E27FC236}">
                <a16:creationId xmlns:a16="http://schemas.microsoft.com/office/drawing/2014/main" id="{9F2830F9-3AC2-4B38-8CF7-B31A7A4D216F}"/>
              </a:ext>
            </a:extLst>
          </p:cNvPr>
          <p:cNvSpPr>
            <a:spLocks xmlns:a="http://schemas.openxmlformats.org/drawingml/2006/main" noGrp="1"/>
          </p:cNvSpPr>
          <p:nvPr/>
        </p:nvSpPr>
        <p:spPr>
          <a:xfrm xmlns:a="http://schemas.openxmlformats.org/drawingml/2006/main" flipV="0">
            <a:off x="5026846" y="1270689"/>
            <a:ext cx="160082" cy="836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university1652_street_to_satellite/university1652_street_to_satellite/seed-3/full/segment-4-5">
            <a:extLst xmlns:a="http://schemas.openxmlformats.org/drawingml/2006/main">
              <a:ext uri="{FF2B5EF4-FFF2-40B4-BE49-F238E27FC236}">
                <a16:creationId xmlns:a16="http://schemas.microsoft.com/office/drawing/2014/main" id="{9EBE2F20-41C2-4994-A213-2D2D8DD24900}"/>
              </a:ext>
            </a:extLst>
          </p:cNvPr>
          <p:cNvSpPr>
            <a:spLocks xmlns:a="http://schemas.openxmlformats.org/drawingml/2006/main" noGrp="1"/>
          </p:cNvSpPr>
          <p:nvPr/>
        </p:nvSpPr>
        <p:spPr>
          <a:xfrm xmlns:a="http://schemas.openxmlformats.org/drawingml/2006/main" flipV="1">
            <a:off x="5186928" y="1274706"/>
            <a:ext cx="160082" cy="435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university1652_street_to_satellite/university1652_street_to_satellite/seed-3/full/segment-5-6">
            <a:extLst xmlns:a="http://schemas.openxmlformats.org/drawingml/2006/main">
              <a:ext uri="{FF2B5EF4-FFF2-40B4-BE49-F238E27FC236}">
                <a16:creationId xmlns:a16="http://schemas.microsoft.com/office/drawing/2014/main" id="{EB12BD90-A81C-410B-B53A-1A60EDD3A8BD}"/>
              </a:ext>
            </a:extLst>
          </p:cNvPr>
          <p:cNvSpPr>
            <a:spLocks xmlns:a="http://schemas.openxmlformats.org/drawingml/2006/main" noGrp="1"/>
          </p:cNvSpPr>
          <p:nvPr/>
        </p:nvSpPr>
        <p:spPr>
          <a:xfrm xmlns:a="http://schemas.openxmlformats.org/drawingml/2006/main" flipV="1">
            <a:off x="5347010" y="1272921"/>
            <a:ext cx="160082" cy="178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university1652_street_to_satellite/university1652_street_to_satellite/seed-3/full/segment-6-7">
            <a:extLst xmlns:a="http://schemas.openxmlformats.org/drawingml/2006/main">
              <a:ext uri="{FF2B5EF4-FFF2-40B4-BE49-F238E27FC236}">
                <a16:creationId xmlns:a16="http://schemas.microsoft.com/office/drawing/2014/main" id="{DC96F2FA-A999-4FD4-BBF1-4FAAA86102D2}"/>
              </a:ext>
            </a:extLst>
          </p:cNvPr>
          <p:cNvSpPr>
            <a:spLocks xmlns:a="http://schemas.openxmlformats.org/drawingml/2006/main" noGrp="1"/>
          </p:cNvSpPr>
          <p:nvPr/>
        </p:nvSpPr>
        <p:spPr>
          <a:xfrm xmlns:a="http://schemas.openxmlformats.org/drawingml/2006/main" flipV="0">
            <a:off x="5507092" y="1272921"/>
            <a:ext cx="160082" cy="63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university1652_street_to_satellite/university1652_street_to_satellite/seed-3/full/segment-7-8">
            <a:extLst xmlns:a="http://schemas.openxmlformats.org/drawingml/2006/main">
              <a:ext uri="{FF2B5EF4-FFF2-40B4-BE49-F238E27FC236}">
                <a16:creationId xmlns:a16="http://schemas.microsoft.com/office/drawing/2014/main" id="{266CED40-51B9-4664-B320-E3CB167DA4B7}"/>
              </a:ext>
            </a:extLst>
          </p:cNvPr>
          <p:cNvSpPr>
            <a:spLocks xmlns:a="http://schemas.openxmlformats.org/drawingml/2006/main" noGrp="1"/>
          </p:cNvSpPr>
          <p:nvPr/>
        </p:nvSpPr>
        <p:spPr>
          <a:xfrm xmlns:a="http://schemas.openxmlformats.org/drawingml/2006/main" flipV="1">
            <a:off x="5667174" y="1273200"/>
            <a:ext cx="160082" cy="35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university1652_street_to_satellite/university1652_street_to_satellite/seed-3/full/segment-8-9">
            <a:extLst xmlns:a="http://schemas.openxmlformats.org/drawingml/2006/main">
              <a:ext uri="{FF2B5EF4-FFF2-40B4-BE49-F238E27FC236}">
                <a16:creationId xmlns:a16="http://schemas.microsoft.com/office/drawing/2014/main" id="{23BAFFFB-52C9-436F-B974-EE18BA406810}"/>
              </a:ext>
            </a:extLst>
          </p:cNvPr>
          <p:cNvSpPr>
            <a:spLocks xmlns:a="http://schemas.openxmlformats.org/drawingml/2006/main" noGrp="1"/>
          </p:cNvSpPr>
          <p:nvPr/>
        </p:nvSpPr>
        <p:spPr>
          <a:xfrm xmlns:a="http://schemas.openxmlformats.org/drawingml/2006/main" flipV="0">
            <a:off x="5827256" y="1273200"/>
            <a:ext cx="160082" cy="195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university1652_street_to_satellite/university1652_street_to_satellite/seed-3/full/segment-9-10">
            <a:extLst xmlns:a="http://schemas.openxmlformats.org/drawingml/2006/main">
              <a:ext uri="{FF2B5EF4-FFF2-40B4-BE49-F238E27FC236}">
                <a16:creationId xmlns:a16="http://schemas.microsoft.com/office/drawing/2014/main" id="{162D5B0D-E717-41E3-91A1-1DDA5E75E186}"/>
              </a:ext>
            </a:extLst>
          </p:cNvPr>
          <p:cNvSpPr>
            <a:spLocks xmlns:a="http://schemas.openxmlformats.org/drawingml/2006/main" noGrp="1"/>
          </p:cNvSpPr>
          <p:nvPr/>
        </p:nvSpPr>
        <p:spPr>
          <a:xfrm xmlns:a="http://schemas.openxmlformats.org/drawingml/2006/main" flipV="1">
            <a:off x="5987338" y="1274713"/>
            <a:ext cx="159462" cy="44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university1652_street_to_satellite/university1652_street_to_satellite/seed-3/full/point-1">
            <a:extLst xmlns:a="http://schemas.openxmlformats.org/drawingml/2006/main">
              <a:ext uri="{FF2B5EF4-FFF2-40B4-BE49-F238E27FC236}">
                <a16:creationId xmlns:a16="http://schemas.microsoft.com/office/drawing/2014/main" id="{7E07B771-8844-416E-9EFD-E987A64B5E87}"/>
              </a:ext>
            </a:extLst>
          </p:cNvPr>
          <p:cNvSpPr>
            <a:spLocks xmlns:a="http://schemas.openxmlformats.org/drawingml/2006/main" noGrp="1"/>
          </p:cNvSpPr>
          <p:nvPr/>
        </p:nvSpPr>
        <p:spPr>
          <a:xfrm xmlns:a="http://schemas.openxmlformats.org/drawingml/2006/main">
            <a:off x="4683187" y="124719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university1652_street_to_satellite/university1652_street_to_satellite/seed-3/full/point-2">
            <a:extLst xmlns:a="http://schemas.openxmlformats.org/drawingml/2006/main">
              <a:ext uri="{FF2B5EF4-FFF2-40B4-BE49-F238E27FC236}">
                <a16:creationId xmlns:a16="http://schemas.microsoft.com/office/drawing/2014/main" id="{C93E5AE2-31AE-4E01-B063-C1D142D04DBF}"/>
              </a:ext>
            </a:extLst>
          </p:cNvPr>
          <p:cNvSpPr>
            <a:spLocks xmlns:a="http://schemas.openxmlformats.org/drawingml/2006/main" noGrp="1"/>
          </p:cNvSpPr>
          <p:nvPr/>
        </p:nvSpPr>
        <p:spPr>
          <a:xfrm xmlns:a="http://schemas.openxmlformats.org/drawingml/2006/main">
            <a:off x="4843269" y="125054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university1652_street_to_satellite/university1652_street_to_satellite/seed-3/full/point-3">
            <a:extLst xmlns:a="http://schemas.openxmlformats.org/drawingml/2006/main">
              <a:ext uri="{FF2B5EF4-FFF2-40B4-BE49-F238E27FC236}">
                <a16:creationId xmlns:a16="http://schemas.microsoft.com/office/drawing/2014/main" id="{B06ACBE1-0140-4652-BE05-6EF32FB38C06}"/>
              </a:ext>
            </a:extLst>
          </p:cNvPr>
          <p:cNvSpPr>
            <a:spLocks xmlns:a="http://schemas.openxmlformats.org/drawingml/2006/main" noGrp="1"/>
          </p:cNvSpPr>
          <p:nvPr/>
        </p:nvSpPr>
        <p:spPr>
          <a:xfrm xmlns:a="http://schemas.openxmlformats.org/drawingml/2006/main">
            <a:off x="5003351" y="124719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university1652_street_to_satellite/university1652_street_to_satellite/seed-3/full/point-4">
            <a:extLst xmlns:a="http://schemas.openxmlformats.org/drawingml/2006/main">
              <a:ext uri="{FF2B5EF4-FFF2-40B4-BE49-F238E27FC236}">
                <a16:creationId xmlns:a16="http://schemas.microsoft.com/office/drawing/2014/main" id="{A1E5F939-E46B-49DA-9EE0-334ADFCA6A8F}"/>
              </a:ext>
            </a:extLst>
          </p:cNvPr>
          <p:cNvSpPr>
            <a:spLocks xmlns:a="http://schemas.openxmlformats.org/drawingml/2006/main" noGrp="1"/>
          </p:cNvSpPr>
          <p:nvPr/>
        </p:nvSpPr>
        <p:spPr>
          <a:xfrm xmlns:a="http://schemas.openxmlformats.org/drawingml/2006/main">
            <a:off x="5163433" y="125556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university1652_street_to_satellite/university1652_street_to_satellite/seed-3/full/point-5">
            <a:extLst xmlns:a="http://schemas.openxmlformats.org/drawingml/2006/main">
              <a:ext uri="{FF2B5EF4-FFF2-40B4-BE49-F238E27FC236}">
                <a16:creationId xmlns:a16="http://schemas.microsoft.com/office/drawing/2014/main" id="{F8311FCA-355E-4011-8CFF-433090C3B2E8}"/>
              </a:ext>
            </a:extLst>
          </p:cNvPr>
          <p:cNvSpPr>
            <a:spLocks xmlns:a="http://schemas.openxmlformats.org/drawingml/2006/main" noGrp="1"/>
          </p:cNvSpPr>
          <p:nvPr/>
        </p:nvSpPr>
        <p:spPr>
          <a:xfrm xmlns:a="http://schemas.openxmlformats.org/drawingml/2006/main">
            <a:off x="5323515" y="125121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university1652_street_to_satellite/university1652_street_to_satellite/seed-3/full/point-6">
            <a:extLst xmlns:a="http://schemas.openxmlformats.org/drawingml/2006/main">
              <a:ext uri="{FF2B5EF4-FFF2-40B4-BE49-F238E27FC236}">
                <a16:creationId xmlns:a16="http://schemas.microsoft.com/office/drawing/2014/main" id="{79695B9A-1E03-45CB-8E2E-D1C037F47476}"/>
              </a:ext>
            </a:extLst>
          </p:cNvPr>
          <p:cNvSpPr>
            <a:spLocks xmlns:a="http://schemas.openxmlformats.org/drawingml/2006/main" noGrp="1"/>
          </p:cNvSpPr>
          <p:nvPr/>
        </p:nvSpPr>
        <p:spPr>
          <a:xfrm xmlns:a="http://schemas.openxmlformats.org/drawingml/2006/main">
            <a:off x="5483597" y="124942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university1652_street_to_satellite/university1652_street_to_satellite/seed-3/full/point-7">
            <a:extLst xmlns:a="http://schemas.openxmlformats.org/drawingml/2006/main">
              <a:ext uri="{FF2B5EF4-FFF2-40B4-BE49-F238E27FC236}">
                <a16:creationId xmlns:a16="http://schemas.microsoft.com/office/drawing/2014/main" id="{BB4CF087-9D09-4DD4-8AEA-974F229479B8}"/>
              </a:ext>
            </a:extLst>
          </p:cNvPr>
          <p:cNvSpPr>
            <a:spLocks xmlns:a="http://schemas.openxmlformats.org/drawingml/2006/main" noGrp="1"/>
          </p:cNvSpPr>
          <p:nvPr/>
        </p:nvSpPr>
        <p:spPr>
          <a:xfrm xmlns:a="http://schemas.openxmlformats.org/drawingml/2006/main">
            <a:off x="5643679" y="125006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university1652_street_to_satellite/university1652_street_to_satellite/seed-3/full/point-8">
            <a:extLst xmlns:a="http://schemas.openxmlformats.org/drawingml/2006/main">
              <a:ext uri="{FF2B5EF4-FFF2-40B4-BE49-F238E27FC236}">
                <a16:creationId xmlns:a16="http://schemas.microsoft.com/office/drawing/2014/main" id="{CB05F8D4-FC86-4455-8A66-9CAEB4332FDB}"/>
              </a:ext>
            </a:extLst>
          </p:cNvPr>
          <p:cNvSpPr>
            <a:spLocks xmlns:a="http://schemas.openxmlformats.org/drawingml/2006/main" noGrp="1"/>
          </p:cNvSpPr>
          <p:nvPr/>
        </p:nvSpPr>
        <p:spPr>
          <a:xfrm xmlns:a="http://schemas.openxmlformats.org/drawingml/2006/main">
            <a:off x="5803761" y="12497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university1652_street_to_satellite/university1652_street_to_satellite/seed-3/full/point-9">
            <a:extLst xmlns:a="http://schemas.openxmlformats.org/drawingml/2006/main">
              <a:ext uri="{FF2B5EF4-FFF2-40B4-BE49-F238E27FC236}">
                <a16:creationId xmlns:a16="http://schemas.microsoft.com/office/drawing/2014/main" id="{237BE24B-8150-45D4-8E69-7E0C41B60445}"/>
              </a:ext>
            </a:extLst>
          </p:cNvPr>
          <p:cNvSpPr>
            <a:spLocks xmlns:a="http://schemas.openxmlformats.org/drawingml/2006/main" noGrp="1"/>
          </p:cNvSpPr>
          <p:nvPr/>
        </p:nvSpPr>
        <p:spPr>
          <a:xfrm xmlns:a="http://schemas.openxmlformats.org/drawingml/2006/main">
            <a:off x="5963843" y="125165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university1652_street_to_satellite/university1652_street_to_satellite/seed-3/full/point-10">
            <a:extLst xmlns:a="http://schemas.openxmlformats.org/drawingml/2006/main">
              <a:ext uri="{FF2B5EF4-FFF2-40B4-BE49-F238E27FC236}">
                <a16:creationId xmlns:a16="http://schemas.microsoft.com/office/drawing/2014/main" id="{BEF82E0B-0C75-49B2-BD72-6A0C0016009B}"/>
              </a:ext>
            </a:extLst>
          </p:cNvPr>
          <p:cNvSpPr>
            <a:spLocks xmlns:a="http://schemas.openxmlformats.org/drawingml/2006/main" noGrp="1"/>
          </p:cNvSpPr>
          <p:nvPr/>
        </p:nvSpPr>
        <p:spPr>
          <a:xfrm xmlns:a="http://schemas.openxmlformats.org/drawingml/2006/main">
            <a:off x="6123305" y="125121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university1652_street_to_satellite/seed-3/full/AURC">
            <a:extLst xmlns:a="http://schemas.openxmlformats.org/drawingml/2006/main">
              <a:ext uri="{FF2B5EF4-FFF2-40B4-BE49-F238E27FC236}">
                <a16:creationId xmlns:a16="http://schemas.microsoft.com/office/drawing/2014/main" id="{9A2A7D59-F527-47B9-9EEC-12877EA45573}"/>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0.9909</a:t>
            </a:r>
          </a:p>
        </p:txBody>
      </p:sp>
      <p:sp>
        <p:nvSpPr>
          <p:cNvPr id="199" name="university1652_street_to_satellite/seed-3/AURC-label">
            <a:extLst xmlns:a="http://schemas.openxmlformats.org/drawingml/2006/main">
              <a:ext uri="{FF2B5EF4-FFF2-40B4-BE49-F238E27FC236}">
                <a16:creationId xmlns:a16="http://schemas.microsoft.com/office/drawing/2014/main" id="{B012176F-7F9B-4843-B474-E4E8D6AC1024}"/>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university1652_street_to_satellite/coverage-axis-label">
            <a:extLst xmlns:a="http://schemas.openxmlformats.org/drawingml/2006/main">
              <a:ext uri="{FF2B5EF4-FFF2-40B4-BE49-F238E27FC236}">
                <a16:creationId xmlns:a16="http://schemas.microsoft.com/office/drawing/2014/main" id="{50F36B53-89AE-4619-9BE3-6F76B8BF90AA}"/>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university1652_street_to_satellite/footnote-1">
            <a:extLst xmlns:a="http://schemas.openxmlformats.org/drawingml/2006/main">
              <a:ext uri="{FF2B5EF4-FFF2-40B4-BE49-F238E27FC236}">
                <a16:creationId xmlns:a16="http://schemas.microsoft.com/office/drawing/2014/main" id="{0C6196A7-D553-4AF7-A62A-5A4BDBC9EC70}"/>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university1652_street_to_satellite/footnote-2">
            <a:extLst xmlns:a="http://schemas.openxmlformats.org/drawingml/2006/main">
              <a:ext uri="{FF2B5EF4-FFF2-40B4-BE49-F238E27FC236}">
                <a16:creationId xmlns:a16="http://schemas.microsoft.com/office/drawing/2014/main" id="{F8D2B88A-6B26-4387-887A-F66D2070CD2B}"/>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university1652_street_to_satellite/footnote-3">
            <a:extLst xmlns:a="http://schemas.openxmlformats.org/drawingml/2006/main">
              <a:ext uri="{FF2B5EF4-FFF2-40B4-BE49-F238E27FC236}">
                <a16:creationId xmlns:a16="http://schemas.microsoft.com/office/drawing/2014/main" id="{578FBC2E-3958-42E1-9D02-7B489F57D2E7}"/>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university1652_street_to_satellite/footnote-4">
            <a:extLst xmlns:a="http://schemas.openxmlformats.org/drawingml/2006/main">
              <a:ext uri="{FF2B5EF4-FFF2-40B4-BE49-F238E27FC236}">
                <a16:creationId xmlns:a16="http://schemas.microsoft.com/office/drawing/2014/main" id="{3FD5AFAF-F0E4-4A01-A254-F988D1ED2C7D}"/>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121205109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sues200_uav_150m_to_satellite/title">
            <a:extLst xmlns:a="http://schemas.openxmlformats.org/drawingml/2006/main">
              <a:ext uri="{FF2B5EF4-FFF2-40B4-BE49-F238E27FC236}">
                <a16:creationId xmlns:a16="http://schemas.microsoft.com/office/drawing/2014/main" id="{FEBF4AEB-E4DE-4B36-95F8-B196FF08E955}"/>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150 m → satellite</a:t>
            </a:r>
          </a:p>
        </p:txBody>
      </p:sp>
      <p:sp>
        <p:nvSpPr>
          <p:cNvPr id="2" name="sues200_uav_150m_to_satellite/subtitle">
            <a:extLst xmlns:a="http://schemas.openxmlformats.org/drawingml/2006/main">
              <a:ext uri="{FF2B5EF4-FFF2-40B4-BE49-F238E27FC236}">
                <a16:creationId xmlns:a16="http://schemas.microsoft.com/office/drawing/2014/main" id="{C1FD46A1-4646-41B4-83B1-DCFDE26BA80E}"/>
              </a:ext>
            </a:extLst>
          </p:cNvPr>
          <p:cNvSpPr>
            <a:spLocks xmlns:a="http://schemas.openxmlformats.org/drawingml/2006/main" noGrp="1"/>
          </p:cNvSpPr>
          <p:nvPr/>
        </p:nvSpPr>
        <p:spPr>
          <a:xfrm xmlns:a="http://schemas.openxmlformats.org/drawingml/2006/main">
            <a:off x="190500" y="326644"/>
            <a:ext cx="3271838"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4,000 queries</a:t>
            </a:r>
          </a:p>
        </p:txBody>
      </p:sp>
      <p:sp>
        <p:nvSpPr>
          <p:cNvPr id="3" name="sues200_uav_150m_to_satellite/legend/visual/marker">
            <a:extLst xmlns:a="http://schemas.openxmlformats.org/drawingml/2006/main">
              <a:ext uri="{FF2B5EF4-FFF2-40B4-BE49-F238E27FC236}">
                <a16:creationId xmlns:a16="http://schemas.microsoft.com/office/drawing/2014/main" id="{D4775FDC-7D69-4524-BFE0-E32BFB35C53F}"/>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sues200_uav_150m_to_satellite/legend/visual/text">
            <a:extLst xmlns:a="http://schemas.openxmlformats.org/drawingml/2006/main">
              <a:ext uri="{FF2B5EF4-FFF2-40B4-BE49-F238E27FC236}">
                <a16:creationId xmlns:a16="http://schemas.microsoft.com/office/drawing/2014/main" id="{27C5CD2E-8344-4DC1-BBEC-4CBDEEDBCAEA}"/>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sues200_uav_150m_to_satellite/legend/full/marker">
            <a:extLst xmlns:a="http://schemas.openxmlformats.org/drawingml/2006/main">
              <a:ext uri="{FF2B5EF4-FFF2-40B4-BE49-F238E27FC236}">
                <a16:creationId xmlns:a16="http://schemas.microsoft.com/office/drawing/2014/main" id="{DE686544-1D9D-4C56-967F-B3F833927FA9}"/>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sues200_uav_150m_to_satellite/legend/full/text">
            <a:extLst xmlns:a="http://schemas.openxmlformats.org/drawingml/2006/main">
              <a:ext uri="{FF2B5EF4-FFF2-40B4-BE49-F238E27FC236}">
                <a16:creationId xmlns:a16="http://schemas.microsoft.com/office/drawing/2014/main" id="{FE90ECAB-9BE9-48DF-85B2-F060831BA50F}"/>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sues200_uav_150m_to_satellite/risk-axis-label">
            <a:extLst xmlns:a="http://schemas.openxmlformats.org/drawingml/2006/main">
              <a:ext uri="{FF2B5EF4-FFF2-40B4-BE49-F238E27FC236}">
                <a16:creationId xmlns:a16="http://schemas.microsoft.com/office/drawing/2014/main" id="{70576FF2-A5D9-48BE-B275-73E629C15BBE}"/>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sues200_uav_150m_to_satellite/seed-1/heading">
            <a:extLst xmlns:a="http://schemas.openxmlformats.org/drawingml/2006/main">
              <a:ext uri="{FF2B5EF4-FFF2-40B4-BE49-F238E27FC236}">
                <a16:creationId xmlns:a16="http://schemas.microsoft.com/office/drawing/2014/main" id="{E68E71C5-EDDE-4F09-9328-C8C5752FB865}"/>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uav_150m_to_satellite/seed-1/y-grid-0">
            <a:extLst xmlns:a="http://schemas.openxmlformats.org/drawingml/2006/main">
              <a:ext uri="{FF2B5EF4-FFF2-40B4-BE49-F238E27FC236}">
                <a16:creationId xmlns:a16="http://schemas.microsoft.com/office/drawing/2014/main" id="{C5931832-93A1-43E9-8114-971B3FB69CC1}"/>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uav_150m_to_satellite/seed-1/y-label-0">
            <a:extLst xmlns:a="http://schemas.openxmlformats.org/drawingml/2006/main">
              <a:ext uri="{FF2B5EF4-FFF2-40B4-BE49-F238E27FC236}">
                <a16:creationId xmlns:a16="http://schemas.microsoft.com/office/drawing/2014/main" id="{BC07735A-A65A-4308-9DB4-2B38FB99493A}"/>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uav_150m_to_satellite/seed-1/x-tick-0">
            <a:extLst xmlns:a="http://schemas.openxmlformats.org/drawingml/2006/main">
              <a:ext uri="{FF2B5EF4-FFF2-40B4-BE49-F238E27FC236}">
                <a16:creationId xmlns:a16="http://schemas.microsoft.com/office/drawing/2014/main" id="{9189E636-28C0-4056-BF30-89B0B206DC53}"/>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uav_150m_to_satellite/seed-1/x-label-0">
            <a:extLst xmlns:a="http://schemas.openxmlformats.org/drawingml/2006/main">
              <a:ext uri="{FF2B5EF4-FFF2-40B4-BE49-F238E27FC236}">
                <a16:creationId xmlns:a16="http://schemas.microsoft.com/office/drawing/2014/main" id="{FEBEA1D6-E0AF-420E-BAAE-7357C5650DF1}"/>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150m_to_satellite/seed-1/y-grid-25">
            <a:extLst xmlns:a="http://schemas.openxmlformats.org/drawingml/2006/main">
              <a:ext uri="{FF2B5EF4-FFF2-40B4-BE49-F238E27FC236}">
                <a16:creationId xmlns:a16="http://schemas.microsoft.com/office/drawing/2014/main" id="{B49D6511-776D-45A7-B192-291D04DB4626}"/>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uav_150m_to_satellite/seed-1/y-label-25">
            <a:extLst xmlns:a="http://schemas.openxmlformats.org/drawingml/2006/main">
              <a:ext uri="{FF2B5EF4-FFF2-40B4-BE49-F238E27FC236}">
                <a16:creationId xmlns:a16="http://schemas.microsoft.com/office/drawing/2014/main" id="{BF84EE10-83A1-47B1-82D4-36E9AD67E455}"/>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uav_150m_to_satellite/seed-1/x-tick-25">
            <a:extLst xmlns:a="http://schemas.openxmlformats.org/drawingml/2006/main">
              <a:ext uri="{FF2B5EF4-FFF2-40B4-BE49-F238E27FC236}">
                <a16:creationId xmlns:a16="http://schemas.microsoft.com/office/drawing/2014/main" id="{57D08924-4D06-4612-98BD-4195E780CDA7}"/>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uav_150m_to_satellite/seed-1/x-label-25">
            <a:extLst xmlns:a="http://schemas.openxmlformats.org/drawingml/2006/main">
              <a:ext uri="{FF2B5EF4-FFF2-40B4-BE49-F238E27FC236}">
                <a16:creationId xmlns:a16="http://schemas.microsoft.com/office/drawing/2014/main" id="{9E4F6109-B62D-4856-9F08-ED757815B8F1}"/>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uav_150m_to_satellite/seed-1/y-grid-50">
            <a:extLst xmlns:a="http://schemas.openxmlformats.org/drawingml/2006/main">
              <a:ext uri="{FF2B5EF4-FFF2-40B4-BE49-F238E27FC236}">
                <a16:creationId xmlns:a16="http://schemas.microsoft.com/office/drawing/2014/main" id="{13294EAF-38AC-450E-A26A-9ACB603FB66F}"/>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uav_150m_to_satellite/seed-1/y-label-50">
            <a:extLst xmlns:a="http://schemas.openxmlformats.org/drawingml/2006/main">
              <a:ext uri="{FF2B5EF4-FFF2-40B4-BE49-F238E27FC236}">
                <a16:creationId xmlns:a16="http://schemas.microsoft.com/office/drawing/2014/main" id="{82C8C2F1-E63A-4850-8DC8-CDD3B5D86CB3}"/>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uav_150m_to_satellite/seed-1/x-tick-50">
            <a:extLst xmlns:a="http://schemas.openxmlformats.org/drawingml/2006/main">
              <a:ext uri="{FF2B5EF4-FFF2-40B4-BE49-F238E27FC236}">
                <a16:creationId xmlns:a16="http://schemas.microsoft.com/office/drawing/2014/main" id="{F49184EA-EAD7-43EE-BBD3-01AE2676604F}"/>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uav_150m_to_satellite/seed-1/x-label-50">
            <a:extLst xmlns:a="http://schemas.openxmlformats.org/drawingml/2006/main">
              <a:ext uri="{FF2B5EF4-FFF2-40B4-BE49-F238E27FC236}">
                <a16:creationId xmlns:a16="http://schemas.microsoft.com/office/drawing/2014/main" id="{02C09368-0C9C-4785-ABEE-DB5C193EE589}"/>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uav_150m_to_satellite/seed-1/y-grid-75">
            <a:extLst xmlns:a="http://schemas.openxmlformats.org/drawingml/2006/main">
              <a:ext uri="{FF2B5EF4-FFF2-40B4-BE49-F238E27FC236}">
                <a16:creationId xmlns:a16="http://schemas.microsoft.com/office/drawing/2014/main" id="{814D383D-DD87-4946-9C98-892FAC79049F}"/>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uav_150m_to_satellite/seed-1/y-label-75">
            <a:extLst xmlns:a="http://schemas.openxmlformats.org/drawingml/2006/main">
              <a:ext uri="{FF2B5EF4-FFF2-40B4-BE49-F238E27FC236}">
                <a16:creationId xmlns:a16="http://schemas.microsoft.com/office/drawing/2014/main" id="{9A713E63-0CCC-47C4-81C4-9207285B569A}"/>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uav_150m_to_satellite/seed-1/x-tick-75">
            <a:extLst xmlns:a="http://schemas.openxmlformats.org/drawingml/2006/main">
              <a:ext uri="{FF2B5EF4-FFF2-40B4-BE49-F238E27FC236}">
                <a16:creationId xmlns:a16="http://schemas.microsoft.com/office/drawing/2014/main" id="{03BC277B-E6DF-4CC6-A651-CC0D0D64D4C3}"/>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uav_150m_to_satellite/seed-1/x-label-75">
            <a:extLst xmlns:a="http://schemas.openxmlformats.org/drawingml/2006/main">
              <a:ext uri="{FF2B5EF4-FFF2-40B4-BE49-F238E27FC236}">
                <a16:creationId xmlns:a16="http://schemas.microsoft.com/office/drawing/2014/main" id="{91BC93AB-D020-4A34-8D1D-4276412375FB}"/>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uav_150m_to_satellite/seed-1/y-grid-100">
            <a:extLst xmlns:a="http://schemas.openxmlformats.org/drawingml/2006/main">
              <a:ext uri="{FF2B5EF4-FFF2-40B4-BE49-F238E27FC236}">
                <a16:creationId xmlns:a16="http://schemas.microsoft.com/office/drawing/2014/main" id="{ADC16E28-3CA8-48E9-B9BE-535DDBE479A2}"/>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uav_150m_to_satellite/seed-1/y-label-100">
            <a:extLst xmlns:a="http://schemas.openxmlformats.org/drawingml/2006/main">
              <a:ext uri="{FF2B5EF4-FFF2-40B4-BE49-F238E27FC236}">
                <a16:creationId xmlns:a16="http://schemas.microsoft.com/office/drawing/2014/main" id="{6A157AB6-D4B0-43ED-B1B9-FC1C443EA638}"/>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uav_150m_to_satellite/seed-1/x-tick-100">
            <a:extLst xmlns:a="http://schemas.openxmlformats.org/drawingml/2006/main">
              <a:ext uri="{FF2B5EF4-FFF2-40B4-BE49-F238E27FC236}">
                <a16:creationId xmlns:a16="http://schemas.microsoft.com/office/drawing/2014/main" id="{50A6C019-D9D6-43B8-B71D-8D8D5E774FD9}"/>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uav_150m_to_satellite/seed-1/x-label-100">
            <a:extLst xmlns:a="http://schemas.openxmlformats.org/drawingml/2006/main">
              <a:ext uri="{FF2B5EF4-FFF2-40B4-BE49-F238E27FC236}">
                <a16:creationId xmlns:a16="http://schemas.microsoft.com/office/drawing/2014/main" id="{4AF32ADE-9B09-48B8-85BD-8A002AD288F6}"/>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uav_150m_to_satellite/seed-1/y-axis">
            <a:extLst xmlns:a="http://schemas.openxmlformats.org/drawingml/2006/main">
              <a:ext uri="{FF2B5EF4-FFF2-40B4-BE49-F238E27FC236}">
                <a16:creationId xmlns:a16="http://schemas.microsoft.com/office/drawing/2014/main" id="{847EBDAB-2063-46ED-A9AA-CE242D15C3EB}"/>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150m_to_satellite/seed-1/x-axis">
            <a:extLst xmlns:a="http://schemas.openxmlformats.org/drawingml/2006/main">
              <a:ext uri="{FF2B5EF4-FFF2-40B4-BE49-F238E27FC236}">
                <a16:creationId xmlns:a16="http://schemas.microsoft.com/office/drawing/2014/main" id="{67CFAEC9-3DF0-4E4F-924A-937514EB52EB}"/>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uav_150m_to_satellite/sues200_uav_150m_to_satellite/seed-1/visual/segment-1-2">
            <a:extLst xmlns:a="http://schemas.openxmlformats.org/drawingml/2006/main">
              <a:ext uri="{FF2B5EF4-FFF2-40B4-BE49-F238E27FC236}">
                <a16:creationId xmlns:a16="http://schemas.microsoft.com/office/drawing/2014/main" id="{B83414A8-4231-422C-A5D3-9667730CEEFC}"/>
              </a:ext>
            </a:extLst>
          </p:cNvPr>
          <p:cNvSpPr>
            <a:spLocks xmlns:a="http://schemas.openxmlformats.org/drawingml/2006/main" noGrp="1"/>
          </p:cNvSpPr>
          <p:nvPr/>
        </p:nvSpPr>
        <p:spPr>
          <a:xfrm xmlns:a="http://schemas.openxmlformats.org/drawingml/2006/main" flipV="1">
            <a:off x="693420" y="2166239"/>
            <a:ext cx="160020" cy="4102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sues200_uav_150m_to_satellite/sues200_uav_150m_to_satellite/seed-1/visual/segment-2-3">
            <a:extLst xmlns:a="http://schemas.openxmlformats.org/drawingml/2006/main">
              <a:ext uri="{FF2B5EF4-FFF2-40B4-BE49-F238E27FC236}">
                <a16:creationId xmlns:a16="http://schemas.microsoft.com/office/drawing/2014/main" id="{8E24B133-055D-4DF3-8D8A-293903B039D8}"/>
              </a:ext>
            </a:extLst>
          </p:cNvPr>
          <p:cNvSpPr>
            <a:spLocks xmlns:a="http://schemas.openxmlformats.org/drawingml/2006/main" noGrp="1"/>
          </p:cNvSpPr>
          <p:nvPr/>
        </p:nvSpPr>
        <p:spPr>
          <a:xfrm xmlns:a="http://schemas.openxmlformats.org/drawingml/2006/main" flipV="1">
            <a:off x="853440" y="2119461"/>
            <a:ext cx="160020" cy="4677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sues200_uav_150m_to_satellite/sues200_uav_150m_to_satellite/seed-1/visual/segment-3-4">
            <a:extLst xmlns:a="http://schemas.openxmlformats.org/drawingml/2006/main">
              <a:ext uri="{FF2B5EF4-FFF2-40B4-BE49-F238E27FC236}">
                <a16:creationId xmlns:a16="http://schemas.microsoft.com/office/drawing/2014/main" id="{AD6D3DF1-11F1-4F96-982D-BE2A8107F5DB}"/>
              </a:ext>
            </a:extLst>
          </p:cNvPr>
          <p:cNvSpPr>
            <a:spLocks xmlns:a="http://schemas.openxmlformats.org/drawingml/2006/main" noGrp="1"/>
          </p:cNvSpPr>
          <p:nvPr/>
        </p:nvSpPr>
        <p:spPr>
          <a:xfrm xmlns:a="http://schemas.openxmlformats.org/drawingml/2006/main" flipV="1">
            <a:off x="1013460" y="2085276"/>
            <a:ext cx="160020" cy="3418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sues200_uav_150m_to_satellite/sues200_uav_150m_to_satellite/seed-1/visual/segment-4-5">
            <a:extLst xmlns:a="http://schemas.openxmlformats.org/drawingml/2006/main">
              <a:ext uri="{FF2B5EF4-FFF2-40B4-BE49-F238E27FC236}">
                <a16:creationId xmlns:a16="http://schemas.microsoft.com/office/drawing/2014/main" id="{02539B8F-8763-4580-AC63-8D3BCF564E97}"/>
              </a:ext>
            </a:extLst>
          </p:cNvPr>
          <p:cNvSpPr>
            <a:spLocks xmlns:a="http://schemas.openxmlformats.org/drawingml/2006/main" noGrp="1"/>
          </p:cNvSpPr>
          <p:nvPr/>
        </p:nvSpPr>
        <p:spPr>
          <a:xfrm xmlns:a="http://schemas.openxmlformats.org/drawingml/2006/main" flipV="1">
            <a:off x="1173480" y="2021586"/>
            <a:ext cx="160020" cy="6369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sues200_uav_150m_to_satellite/sues200_uav_150m_to_satellite/seed-1/visual/segment-5-6">
            <a:extLst xmlns:a="http://schemas.openxmlformats.org/drawingml/2006/main">
              <a:ext uri="{FF2B5EF4-FFF2-40B4-BE49-F238E27FC236}">
                <a16:creationId xmlns:a16="http://schemas.microsoft.com/office/drawing/2014/main" id="{1197DFE1-C258-496C-A63C-7A530E244CA5}"/>
              </a:ext>
            </a:extLst>
          </p:cNvPr>
          <p:cNvSpPr>
            <a:spLocks xmlns:a="http://schemas.openxmlformats.org/drawingml/2006/main" noGrp="1"/>
          </p:cNvSpPr>
          <p:nvPr/>
        </p:nvSpPr>
        <p:spPr>
          <a:xfrm xmlns:a="http://schemas.openxmlformats.org/drawingml/2006/main" flipV="1">
            <a:off x="1333500" y="1974088"/>
            <a:ext cx="160020" cy="4749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sues200_uav_150m_to_satellite/sues200_uav_150m_to_satellite/seed-1/visual/segment-6-7">
            <a:extLst xmlns:a="http://schemas.openxmlformats.org/drawingml/2006/main">
              <a:ext uri="{FF2B5EF4-FFF2-40B4-BE49-F238E27FC236}">
                <a16:creationId xmlns:a16="http://schemas.microsoft.com/office/drawing/2014/main" id="{B72BB77B-812C-43F9-AF3C-7C497B13C9E9}"/>
              </a:ext>
            </a:extLst>
          </p:cNvPr>
          <p:cNvSpPr>
            <a:spLocks xmlns:a="http://schemas.openxmlformats.org/drawingml/2006/main" noGrp="1"/>
          </p:cNvSpPr>
          <p:nvPr/>
        </p:nvSpPr>
        <p:spPr>
          <a:xfrm xmlns:a="http://schemas.openxmlformats.org/drawingml/2006/main" flipV="1">
            <a:off x="1493520" y="1941395"/>
            <a:ext cx="160020" cy="3269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sues200_uav_150m_to_satellite/sues200_uav_150m_to_satellite/seed-1/visual/segment-7-8">
            <a:extLst xmlns:a="http://schemas.openxmlformats.org/drawingml/2006/main">
              <a:ext uri="{FF2B5EF4-FFF2-40B4-BE49-F238E27FC236}">
                <a16:creationId xmlns:a16="http://schemas.microsoft.com/office/drawing/2014/main" id="{C4915663-7066-475A-9194-1C8B5F07EDAF}"/>
              </a:ext>
            </a:extLst>
          </p:cNvPr>
          <p:cNvSpPr>
            <a:spLocks xmlns:a="http://schemas.openxmlformats.org/drawingml/2006/main" noGrp="1"/>
          </p:cNvSpPr>
          <p:nvPr/>
        </p:nvSpPr>
        <p:spPr>
          <a:xfrm xmlns:a="http://schemas.openxmlformats.org/drawingml/2006/main" flipV="1">
            <a:off x="1653540" y="1905540"/>
            <a:ext cx="160020" cy="3585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sues200_uav_150m_to_satellite/sues200_uav_150m_to_satellite/seed-1/visual/segment-8-9">
            <a:extLst xmlns:a="http://schemas.openxmlformats.org/drawingml/2006/main">
              <a:ext uri="{FF2B5EF4-FFF2-40B4-BE49-F238E27FC236}">
                <a16:creationId xmlns:a16="http://schemas.microsoft.com/office/drawing/2014/main" id="{95A42621-8889-4790-B55B-675A5AE2E147}"/>
              </a:ext>
            </a:extLst>
          </p:cNvPr>
          <p:cNvSpPr>
            <a:spLocks xmlns:a="http://schemas.openxmlformats.org/drawingml/2006/main" noGrp="1"/>
          </p:cNvSpPr>
          <p:nvPr/>
        </p:nvSpPr>
        <p:spPr>
          <a:xfrm xmlns:a="http://schemas.openxmlformats.org/drawingml/2006/main" flipV="1">
            <a:off x="1813560" y="1882450"/>
            <a:ext cx="160020" cy="2308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sues200_uav_150m_to_satellite/sues200_uav_150m_to_satellite/seed-1/visual/segment-9-10">
            <a:extLst xmlns:a="http://schemas.openxmlformats.org/drawingml/2006/main">
              <a:ext uri="{FF2B5EF4-FFF2-40B4-BE49-F238E27FC236}">
                <a16:creationId xmlns:a16="http://schemas.microsoft.com/office/drawing/2014/main" id="{E30CFB07-1726-44F2-8D4F-77CD8EBDEB1D}"/>
              </a:ext>
            </a:extLst>
          </p:cNvPr>
          <p:cNvSpPr>
            <a:spLocks xmlns:a="http://schemas.openxmlformats.org/drawingml/2006/main" noGrp="1"/>
          </p:cNvSpPr>
          <p:nvPr/>
        </p:nvSpPr>
        <p:spPr>
          <a:xfrm xmlns:a="http://schemas.openxmlformats.org/drawingml/2006/main" flipV="1">
            <a:off x="1973580" y="1845843"/>
            <a:ext cx="160020" cy="3660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sues200_uav_150m_to_satellite/sues200_uav_150m_to_satellite/seed-1/visual/point-1">
            <a:extLst xmlns:a="http://schemas.openxmlformats.org/drawingml/2006/main">
              <a:ext uri="{FF2B5EF4-FFF2-40B4-BE49-F238E27FC236}">
                <a16:creationId xmlns:a16="http://schemas.microsoft.com/office/drawing/2014/main" id="{18DED62D-CB6A-4427-BFBE-DB3D3571880D}"/>
              </a:ext>
            </a:extLst>
          </p:cNvPr>
          <p:cNvSpPr>
            <a:spLocks xmlns:a="http://schemas.openxmlformats.org/drawingml/2006/main" noGrp="1"/>
          </p:cNvSpPr>
          <p:nvPr/>
        </p:nvSpPr>
        <p:spPr>
          <a:xfrm xmlns:a="http://schemas.openxmlformats.org/drawingml/2006/main">
            <a:off x="669925" y="218376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sues200_uav_150m_to_satellite/sues200_uav_150m_to_satellite/seed-1/visual/point-2">
            <a:extLst xmlns:a="http://schemas.openxmlformats.org/drawingml/2006/main">
              <a:ext uri="{FF2B5EF4-FFF2-40B4-BE49-F238E27FC236}">
                <a16:creationId xmlns:a16="http://schemas.microsoft.com/office/drawing/2014/main" id="{FA060F21-8DBF-42AA-9C5F-5E7F09DF6028}"/>
              </a:ext>
            </a:extLst>
          </p:cNvPr>
          <p:cNvSpPr>
            <a:spLocks xmlns:a="http://schemas.openxmlformats.org/drawingml/2006/main" noGrp="1"/>
          </p:cNvSpPr>
          <p:nvPr/>
        </p:nvSpPr>
        <p:spPr>
          <a:xfrm xmlns:a="http://schemas.openxmlformats.org/drawingml/2006/main">
            <a:off x="829945" y="214274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sues200_uav_150m_to_satellite/sues200_uav_150m_to_satellite/seed-1/visual/point-3">
            <a:extLst xmlns:a="http://schemas.openxmlformats.org/drawingml/2006/main">
              <a:ext uri="{FF2B5EF4-FFF2-40B4-BE49-F238E27FC236}">
                <a16:creationId xmlns:a16="http://schemas.microsoft.com/office/drawing/2014/main" id="{B609544F-DA9A-4693-9F06-42B47D3139F7}"/>
              </a:ext>
            </a:extLst>
          </p:cNvPr>
          <p:cNvSpPr>
            <a:spLocks xmlns:a="http://schemas.openxmlformats.org/drawingml/2006/main" noGrp="1"/>
          </p:cNvSpPr>
          <p:nvPr/>
        </p:nvSpPr>
        <p:spPr>
          <a:xfrm xmlns:a="http://schemas.openxmlformats.org/drawingml/2006/main">
            <a:off x="989965" y="209596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sues200_uav_150m_to_satellite/sues200_uav_150m_to_satellite/seed-1/visual/point-4">
            <a:extLst xmlns:a="http://schemas.openxmlformats.org/drawingml/2006/main">
              <a:ext uri="{FF2B5EF4-FFF2-40B4-BE49-F238E27FC236}">
                <a16:creationId xmlns:a16="http://schemas.microsoft.com/office/drawing/2014/main" id="{3205BB04-C3A9-4C33-A2F1-28AC21B298DD}"/>
              </a:ext>
            </a:extLst>
          </p:cNvPr>
          <p:cNvSpPr>
            <a:spLocks xmlns:a="http://schemas.openxmlformats.org/drawingml/2006/main" noGrp="1"/>
          </p:cNvSpPr>
          <p:nvPr/>
        </p:nvSpPr>
        <p:spPr>
          <a:xfrm xmlns:a="http://schemas.openxmlformats.org/drawingml/2006/main">
            <a:off x="1149985" y="206178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sues200_uav_150m_to_satellite/sues200_uav_150m_to_satellite/seed-1/visual/point-5">
            <a:extLst xmlns:a="http://schemas.openxmlformats.org/drawingml/2006/main">
              <a:ext uri="{FF2B5EF4-FFF2-40B4-BE49-F238E27FC236}">
                <a16:creationId xmlns:a16="http://schemas.microsoft.com/office/drawing/2014/main" id="{920F6303-BD16-4009-B010-9C322C8D5CE3}"/>
              </a:ext>
            </a:extLst>
          </p:cNvPr>
          <p:cNvSpPr>
            <a:spLocks xmlns:a="http://schemas.openxmlformats.org/drawingml/2006/main" noGrp="1"/>
          </p:cNvSpPr>
          <p:nvPr/>
        </p:nvSpPr>
        <p:spPr>
          <a:xfrm xmlns:a="http://schemas.openxmlformats.org/drawingml/2006/main">
            <a:off x="1310005" y="199809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sues200_uav_150m_to_satellite/sues200_uav_150m_to_satellite/seed-1/visual/point-6">
            <a:extLst xmlns:a="http://schemas.openxmlformats.org/drawingml/2006/main">
              <a:ext uri="{FF2B5EF4-FFF2-40B4-BE49-F238E27FC236}">
                <a16:creationId xmlns:a16="http://schemas.microsoft.com/office/drawing/2014/main" id="{951481D2-3F4E-4653-9755-5672A0EFA775}"/>
              </a:ext>
            </a:extLst>
          </p:cNvPr>
          <p:cNvSpPr>
            <a:spLocks xmlns:a="http://schemas.openxmlformats.org/drawingml/2006/main" noGrp="1"/>
          </p:cNvSpPr>
          <p:nvPr/>
        </p:nvSpPr>
        <p:spPr>
          <a:xfrm xmlns:a="http://schemas.openxmlformats.org/drawingml/2006/main">
            <a:off x="1470025" y="195059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sues200_uav_150m_to_satellite/sues200_uav_150m_to_satellite/seed-1/visual/point-7">
            <a:extLst xmlns:a="http://schemas.openxmlformats.org/drawingml/2006/main">
              <a:ext uri="{FF2B5EF4-FFF2-40B4-BE49-F238E27FC236}">
                <a16:creationId xmlns:a16="http://schemas.microsoft.com/office/drawing/2014/main" id="{CB4F379A-5D3E-4B19-8563-0A0D8904E99E}"/>
              </a:ext>
            </a:extLst>
          </p:cNvPr>
          <p:cNvSpPr>
            <a:spLocks xmlns:a="http://schemas.openxmlformats.org/drawingml/2006/main" noGrp="1"/>
          </p:cNvSpPr>
          <p:nvPr/>
        </p:nvSpPr>
        <p:spPr>
          <a:xfrm xmlns:a="http://schemas.openxmlformats.org/drawingml/2006/main">
            <a:off x="1630045" y="191790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sues200_uav_150m_to_satellite/sues200_uav_150m_to_satellite/seed-1/visual/point-8">
            <a:extLst xmlns:a="http://schemas.openxmlformats.org/drawingml/2006/main">
              <a:ext uri="{FF2B5EF4-FFF2-40B4-BE49-F238E27FC236}">
                <a16:creationId xmlns:a16="http://schemas.microsoft.com/office/drawing/2014/main" id="{15AF0241-0541-4AA5-9AA7-0CE15F7E2ED2}"/>
              </a:ext>
            </a:extLst>
          </p:cNvPr>
          <p:cNvSpPr>
            <a:spLocks xmlns:a="http://schemas.openxmlformats.org/drawingml/2006/main" noGrp="1"/>
          </p:cNvSpPr>
          <p:nvPr/>
        </p:nvSpPr>
        <p:spPr>
          <a:xfrm xmlns:a="http://schemas.openxmlformats.org/drawingml/2006/main">
            <a:off x="1790065" y="188204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sues200_uav_150m_to_satellite/sues200_uav_150m_to_satellite/seed-1/visual/point-9">
            <a:extLst xmlns:a="http://schemas.openxmlformats.org/drawingml/2006/main">
              <a:ext uri="{FF2B5EF4-FFF2-40B4-BE49-F238E27FC236}">
                <a16:creationId xmlns:a16="http://schemas.microsoft.com/office/drawing/2014/main" id="{EAD6B90E-C47E-4DB8-81E9-018316B7FB47}"/>
              </a:ext>
            </a:extLst>
          </p:cNvPr>
          <p:cNvSpPr>
            <a:spLocks xmlns:a="http://schemas.openxmlformats.org/drawingml/2006/main" noGrp="1"/>
          </p:cNvSpPr>
          <p:nvPr/>
        </p:nvSpPr>
        <p:spPr>
          <a:xfrm xmlns:a="http://schemas.openxmlformats.org/drawingml/2006/main">
            <a:off x="1950085" y="185895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sues200_uav_150m_to_satellite/sues200_uav_150m_to_satellite/seed-1/visual/point-10">
            <a:extLst xmlns:a="http://schemas.openxmlformats.org/drawingml/2006/main">
              <a:ext uri="{FF2B5EF4-FFF2-40B4-BE49-F238E27FC236}">
                <a16:creationId xmlns:a16="http://schemas.microsoft.com/office/drawing/2014/main" id="{C20B9150-E816-4DE6-BE11-E1B91AACF34A}"/>
              </a:ext>
            </a:extLst>
          </p:cNvPr>
          <p:cNvSpPr>
            <a:spLocks xmlns:a="http://schemas.openxmlformats.org/drawingml/2006/main" noGrp="1"/>
          </p:cNvSpPr>
          <p:nvPr/>
        </p:nvSpPr>
        <p:spPr>
          <a:xfrm xmlns:a="http://schemas.openxmlformats.org/drawingml/2006/main">
            <a:off x="2110105" y="182234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sues200_uav_150m_to_satellite/seed-1/visual/AURC">
            <a:extLst xmlns:a="http://schemas.openxmlformats.org/drawingml/2006/main">
              <a:ext uri="{FF2B5EF4-FFF2-40B4-BE49-F238E27FC236}">
                <a16:creationId xmlns:a16="http://schemas.microsoft.com/office/drawing/2014/main" id="{59499BDA-C87E-4832-B8F8-C6EC53D85BB4}"/>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0.5485</a:t>
            </a:r>
          </a:p>
        </p:txBody>
      </p:sp>
      <p:sp>
        <p:nvSpPr>
          <p:cNvPr id="51" name="sues200_uav_150m_to_satellite/sues200_uav_150m_to_satellite/seed-1/full/segment-1-2">
            <a:extLst xmlns:a="http://schemas.openxmlformats.org/drawingml/2006/main">
              <a:ext uri="{FF2B5EF4-FFF2-40B4-BE49-F238E27FC236}">
                <a16:creationId xmlns:a16="http://schemas.microsoft.com/office/drawing/2014/main" id="{932AEDD3-9D73-45D2-AB99-E786E82F88DB}"/>
              </a:ext>
            </a:extLst>
          </p:cNvPr>
          <p:cNvSpPr>
            <a:spLocks xmlns:a="http://schemas.openxmlformats.org/drawingml/2006/main" noGrp="1"/>
          </p:cNvSpPr>
          <p:nvPr/>
        </p:nvSpPr>
        <p:spPr>
          <a:xfrm xmlns:a="http://schemas.openxmlformats.org/drawingml/2006/main" flipV="1">
            <a:off x="693420" y="1991360"/>
            <a:ext cx="160020" cy="2159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sues200_uav_150m_to_satellite/sues200_uav_150m_to_satellite/seed-1/full/segment-2-3">
            <a:extLst xmlns:a="http://schemas.openxmlformats.org/drawingml/2006/main">
              <a:ext uri="{FF2B5EF4-FFF2-40B4-BE49-F238E27FC236}">
                <a16:creationId xmlns:a16="http://schemas.microsoft.com/office/drawing/2014/main" id="{380A6FCF-406C-492A-8ADC-003A1DE9E8EC}"/>
              </a:ext>
            </a:extLst>
          </p:cNvPr>
          <p:cNvSpPr>
            <a:spLocks xmlns:a="http://schemas.openxmlformats.org/drawingml/2006/main" noGrp="1"/>
          </p:cNvSpPr>
          <p:nvPr/>
        </p:nvSpPr>
        <p:spPr>
          <a:xfrm xmlns:a="http://schemas.openxmlformats.org/drawingml/2006/main" flipV="1">
            <a:off x="853440" y="1974088"/>
            <a:ext cx="160020" cy="1727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sues200_uav_150m_to_satellite/sues200_uav_150m_to_satellite/seed-1/full/segment-3-4">
            <a:extLst xmlns:a="http://schemas.openxmlformats.org/drawingml/2006/main">
              <a:ext uri="{FF2B5EF4-FFF2-40B4-BE49-F238E27FC236}">
                <a16:creationId xmlns:a16="http://schemas.microsoft.com/office/drawing/2014/main" id="{2DA67521-D5F6-4808-9C7B-2E039F94A995}"/>
              </a:ext>
            </a:extLst>
          </p:cNvPr>
          <p:cNvSpPr>
            <a:spLocks xmlns:a="http://schemas.openxmlformats.org/drawingml/2006/main" noGrp="1"/>
          </p:cNvSpPr>
          <p:nvPr/>
        </p:nvSpPr>
        <p:spPr>
          <a:xfrm xmlns:a="http://schemas.openxmlformats.org/drawingml/2006/main" flipV="1">
            <a:off x="1013460" y="1917954"/>
            <a:ext cx="160020" cy="5613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sues200_uav_150m_to_satellite/sues200_uav_150m_to_satellite/seed-1/full/segment-4-5">
            <a:extLst xmlns:a="http://schemas.openxmlformats.org/drawingml/2006/main">
              <a:ext uri="{FF2B5EF4-FFF2-40B4-BE49-F238E27FC236}">
                <a16:creationId xmlns:a16="http://schemas.microsoft.com/office/drawing/2014/main" id="{3ECA3459-C9DB-4D63-A352-F9486A057F8B}"/>
              </a:ext>
            </a:extLst>
          </p:cNvPr>
          <p:cNvSpPr>
            <a:spLocks xmlns:a="http://schemas.openxmlformats.org/drawingml/2006/main" noGrp="1"/>
          </p:cNvSpPr>
          <p:nvPr/>
        </p:nvSpPr>
        <p:spPr>
          <a:xfrm xmlns:a="http://schemas.openxmlformats.org/drawingml/2006/main" flipV="1">
            <a:off x="1173480" y="1883410"/>
            <a:ext cx="160020" cy="3454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sues200_uav_150m_to_satellite/sues200_uav_150m_to_satellite/seed-1/full/segment-5-6">
            <a:extLst xmlns:a="http://schemas.openxmlformats.org/drawingml/2006/main">
              <a:ext uri="{FF2B5EF4-FFF2-40B4-BE49-F238E27FC236}">
                <a16:creationId xmlns:a16="http://schemas.microsoft.com/office/drawing/2014/main" id="{1C7464E0-BB13-4ABD-B3CD-B55A5FA7435A}"/>
              </a:ext>
            </a:extLst>
          </p:cNvPr>
          <p:cNvSpPr>
            <a:spLocks xmlns:a="http://schemas.openxmlformats.org/drawingml/2006/main" noGrp="1"/>
          </p:cNvSpPr>
          <p:nvPr/>
        </p:nvSpPr>
        <p:spPr>
          <a:xfrm xmlns:a="http://schemas.openxmlformats.org/drawingml/2006/main" flipV="1">
            <a:off x="1333500" y="1853904"/>
            <a:ext cx="160020" cy="2950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sues200_uav_150m_to_satellite/sues200_uav_150m_to_satellite/seed-1/full/segment-6-7">
            <a:extLst xmlns:a="http://schemas.openxmlformats.org/drawingml/2006/main">
              <a:ext uri="{FF2B5EF4-FFF2-40B4-BE49-F238E27FC236}">
                <a16:creationId xmlns:a16="http://schemas.microsoft.com/office/drawing/2014/main" id="{31BA7412-19E7-4288-8F27-90A76A8FC055}"/>
              </a:ext>
            </a:extLst>
          </p:cNvPr>
          <p:cNvSpPr>
            <a:spLocks xmlns:a="http://schemas.openxmlformats.org/drawingml/2006/main" noGrp="1"/>
          </p:cNvSpPr>
          <p:nvPr/>
        </p:nvSpPr>
        <p:spPr>
          <a:xfrm xmlns:a="http://schemas.openxmlformats.org/drawingml/2006/main" flipV="1">
            <a:off x="1493520" y="1819257"/>
            <a:ext cx="160020" cy="3464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sues200_uav_150m_to_satellite/sues200_uav_150m_to_satellite/seed-1/full/segment-7-8">
            <a:extLst xmlns:a="http://schemas.openxmlformats.org/drawingml/2006/main">
              <a:ext uri="{FF2B5EF4-FFF2-40B4-BE49-F238E27FC236}">
                <a16:creationId xmlns:a16="http://schemas.microsoft.com/office/drawing/2014/main" id="{48BC5DC3-D68C-4CEB-BE25-845DF1AB26B2}"/>
              </a:ext>
            </a:extLst>
          </p:cNvPr>
          <p:cNvSpPr>
            <a:spLocks xmlns:a="http://schemas.openxmlformats.org/drawingml/2006/main" noGrp="1"/>
          </p:cNvSpPr>
          <p:nvPr/>
        </p:nvSpPr>
        <p:spPr>
          <a:xfrm xmlns:a="http://schemas.openxmlformats.org/drawingml/2006/main" flipV="1">
            <a:off x="1653540" y="1801908"/>
            <a:ext cx="160020" cy="1734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sues200_uav_150m_to_satellite/sues200_uav_150m_to_satellite/seed-1/full/segment-8-9">
            <a:extLst xmlns:a="http://schemas.openxmlformats.org/drawingml/2006/main">
              <a:ext uri="{FF2B5EF4-FFF2-40B4-BE49-F238E27FC236}">
                <a16:creationId xmlns:a16="http://schemas.microsoft.com/office/drawing/2014/main" id="{C854430F-563D-480E-B6E6-186C74CD2F04}"/>
              </a:ext>
            </a:extLst>
          </p:cNvPr>
          <p:cNvSpPr>
            <a:spLocks xmlns:a="http://schemas.openxmlformats.org/drawingml/2006/main" noGrp="1"/>
          </p:cNvSpPr>
          <p:nvPr/>
        </p:nvSpPr>
        <p:spPr>
          <a:xfrm xmlns:a="http://schemas.openxmlformats.org/drawingml/2006/main" flipV="1">
            <a:off x="1813560" y="1778818"/>
            <a:ext cx="160020" cy="2308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sues200_uav_150m_to_satellite/sues200_uav_150m_to_satellite/seed-1/full/segment-9-10">
            <a:extLst xmlns:a="http://schemas.openxmlformats.org/drawingml/2006/main">
              <a:ext uri="{FF2B5EF4-FFF2-40B4-BE49-F238E27FC236}">
                <a16:creationId xmlns:a16="http://schemas.microsoft.com/office/drawing/2014/main" id="{A1EEA549-0585-456E-B12A-15C512752449}"/>
              </a:ext>
            </a:extLst>
          </p:cNvPr>
          <p:cNvSpPr>
            <a:spLocks xmlns:a="http://schemas.openxmlformats.org/drawingml/2006/main" noGrp="1"/>
          </p:cNvSpPr>
          <p:nvPr/>
        </p:nvSpPr>
        <p:spPr>
          <a:xfrm xmlns:a="http://schemas.openxmlformats.org/drawingml/2006/main" flipV="1">
            <a:off x="1973580" y="1753006"/>
            <a:ext cx="160020" cy="2581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sues200_uav_150m_to_satellite/sues200_uav_150m_to_satellite/seed-1/full/point-1">
            <a:extLst xmlns:a="http://schemas.openxmlformats.org/drawingml/2006/main">
              <a:ext uri="{FF2B5EF4-FFF2-40B4-BE49-F238E27FC236}">
                <a16:creationId xmlns:a16="http://schemas.microsoft.com/office/drawing/2014/main" id="{F1FB7DF3-24D1-4E84-A9B9-E7C39EF9FF78}"/>
              </a:ext>
            </a:extLst>
          </p:cNvPr>
          <p:cNvSpPr>
            <a:spLocks xmlns:a="http://schemas.openxmlformats.org/drawingml/2006/main" noGrp="1"/>
          </p:cNvSpPr>
          <p:nvPr/>
        </p:nvSpPr>
        <p:spPr>
          <a:xfrm xmlns:a="http://schemas.openxmlformats.org/drawingml/2006/main">
            <a:off x="669925" y="19894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sues200_uav_150m_to_satellite/sues200_uav_150m_to_satellite/seed-1/full/point-2">
            <a:extLst xmlns:a="http://schemas.openxmlformats.org/drawingml/2006/main">
              <a:ext uri="{FF2B5EF4-FFF2-40B4-BE49-F238E27FC236}">
                <a16:creationId xmlns:a16="http://schemas.microsoft.com/office/drawing/2014/main" id="{95BD4AE1-1D58-410C-96D7-189B3C482FB7}"/>
              </a:ext>
            </a:extLst>
          </p:cNvPr>
          <p:cNvSpPr>
            <a:spLocks xmlns:a="http://schemas.openxmlformats.org/drawingml/2006/main" noGrp="1"/>
          </p:cNvSpPr>
          <p:nvPr/>
        </p:nvSpPr>
        <p:spPr>
          <a:xfrm xmlns:a="http://schemas.openxmlformats.org/drawingml/2006/main">
            <a:off x="829945" y="196786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sues200_uav_150m_to_satellite/sues200_uav_150m_to_satellite/seed-1/full/point-3">
            <a:extLst xmlns:a="http://schemas.openxmlformats.org/drawingml/2006/main">
              <a:ext uri="{FF2B5EF4-FFF2-40B4-BE49-F238E27FC236}">
                <a16:creationId xmlns:a16="http://schemas.microsoft.com/office/drawing/2014/main" id="{E834B4B5-59A7-46DB-8C03-A9764913B5E5}"/>
              </a:ext>
            </a:extLst>
          </p:cNvPr>
          <p:cNvSpPr>
            <a:spLocks xmlns:a="http://schemas.openxmlformats.org/drawingml/2006/main" noGrp="1"/>
          </p:cNvSpPr>
          <p:nvPr/>
        </p:nvSpPr>
        <p:spPr>
          <a:xfrm xmlns:a="http://schemas.openxmlformats.org/drawingml/2006/main">
            <a:off x="989965" y="195059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sues200_uav_150m_to_satellite/sues200_uav_150m_to_satellite/seed-1/full/point-4">
            <a:extLst xmlns:a="http://schemas.openxmlformats.org/drawingml/2006/main">
              <a:ext uri="{FF2B5EF4-FFF2-40B4-BE49-F238E27FC236}">
                <a16:creationId xmlns:a16="http://schemas.microsoft.com/office/drawing/2014/main" id="{C9273C58-1F6B-49DB-903E-BB9D57AC814E}"/>
              </a:ext>
            </a:extLst>
          </p:cNvPr>
          <p:cNvSpPr>
            <a:spLocks xmlns:a="http://schemas.openxmlformats.org/drawingml/2006/main" noGrp="1"/>
          </p:cNvSpPr>
          <p:nvPr/>
        </p:nvSpPr>
        <p:spPr>
          <a:xfrm xmlns:a="http://schemas.openxmlformats.org/drawingml/2006/main">
            <a:off x="1149985" y="189445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sues200_uav_150m_to_satellite/sues200_uav_150m_to_satellite/seed-1/full/point-5">
            <a:extLst xmlns:a="http://schemas.openxmlformats.org/drawingml/2006/main">
              <a:ext uri="{FF2B5EF4-FFF2-40B4-BE49-F238E27FC236}">
                <a16:creationId xmlns:a16="http://schemas.microsoft.com/office/drawing/2014/main" id="{A5EB98DA-D968-4194-913C-73C7D47059A6}"/>
              </a:ext>
            </a:extLst>
          </p:cNvPr>
          <p:cNvSpPr>
            <a:spLocks xmlns:a="http://schemas.openxmlformats.org/drawingml/2006/main" noGrp="1"/>
          </p:cNvSpPr>
          <p:nvPr/>
        </p:nvSpPr>
        <p:spPr>
          <a:xfrm xmlns:a="http://schemas.openxmlformats.org/drawingml/2006/main">
            <a:off x="1310005" y="185991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sues200_uav_150m_to_satellite/sues200_uav_150m_to_satellite/seed-1/full/point-6">
            <a:extLst xmlns:a="http://schemas.openxmlformats.org/drawingml/2006/main">
              <a:ext uri="{FF2B5EF4-FFF2-40B4-BE49-F238E27FC236}">
                <a16:creationId xmlns:a16="http://schemas.microsoft.com/office/drawing/2014/main" id="{C52D19AB-6F5B-4C5B-B7CA-EBC6BC9B5EAA}"/>
              </a:ext>
            </a:extLst>
          </p:cNvPr>
          <p:cNvSpPr>
            <a:spLocks xmlns:a="http://schemas.openxmlformats.org/drawingml/2006/main" noGrp="1"/>
          </p:cNvSpPr>
          <p:nvPr/>
        </p:nvSpPr>
        <p:spPr>
          <a:xfrm xmlns:a="http://schemas.openxmlformats.org/drawingml/2006/main">
            <a:off x="1470025" y="183040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sues200_uav_150m_to_satellite/sues200_uav_150m_to_satellite/seed-1/full/point-7">
            <a:extLst xmlns:a="http://schemas.openxmlformats.org/drawingml/2006/main">
              <a:ext uri="{FF2B5EF4-FFF2-40B4-BE49-F238E27FC236}">
                <a16:creationId xmlns:a16="http://schemas.microsoft.com/office/drawing/2014/main" id="{F3290098-0A14-49AA-AF90-9B9709DFD5C2}"/>
              </a:ext>
            </a:extLst>
          </p:cNvPr>
          <p:cNvSpPr>
            <a:spLocks xmlns:a="http://schemas.openxmlformats.org/drawingml/2006/main" noGrp="1"/>
          </p:cNvSpPr>
          <p:nvPr/>
        </p:nvSpPr>
        <p:spPr>
          <a:xfrm xmlns:a="http://schemas.openxmlformats.org/drawingml/2006/main">
            <a:off x="1630045" y="179576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sues200_uav_150m_to_satellite/sues200_uav_150m_to_satellite/seed-1/full/point-8">
            <a:extLst xmlns:a="http://schemas.openxmlformats.org/drawingml/2006/main">
              <a:ext uri="{FF2B5EF4-FFF2-40B4-BE49-F238E27FC236}">
                <a16:creationId xmlns:a16="http://schemas.microsoft.com/office/drawing/2014/main" id="{D01525D4-3AF0-4EE5-A004-D5D934A46F59}"/>
              </a:ext>
            </a:extLst>
          </p:cNvPr>
          <p:cNvSpPr>
            <a:spLocks xmlns:a="http://schemas.openxmlformats.org/drawingml/2006/main" noGrp="1"/>
          </p:cNvSpPr>
          <p:nvPr/>
        </p:nvSpPr>
        <p:spPr>
          <a:xfrm xmlns:a="http://schemas.openxmlformats.org/drawingml/2006/main">
            <a:off x="1790065" y="177841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sues200_uav_150m_to_satellite/sues200_uav_150m_to_satellite/seed-1/full/point-9">
            <a:extLst xmlns:a="http://schemas.openxmlformats.org/drawingml/2006/main">
              <a:ext uri="{FF2B5EF4-FFF2-40B4-BE49-F238E27FC236}">
                <a16:creationId xmlns:a16="http://schemas.microsoft.com/office/drawing/2014/main" id="{9371E7C1-CC06-41D5-840D-2D6B3D1CE235}"/>
              </a:ext>
            </a:extLst>
          </p:cNvPr>
          <p:cNvSpPr>
            <a:spLocks xmlns:a="http://schemas.openxmlformats.org/drawingml/2006/main" noGrp="1"/>
          </p:cNvSpPr>
          <p:nvPr/>
        </p:nvSpPr>
        <p:spPr>
          <a:xfrm xmlns:a="http://schemas.openxmlformats.org/drawingml/2006/main">
            <a:off x="1950085" y="175532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sues200_uav_150m_to_satellite/sues200_uav_150m_to_satellite/seed-1/full/point-10">
            <a:extLst xmlns:a="http://schemas.openxmlformats.org/drawingml/2006/main">
              <a:ext uri="{FF2B5EF4-FFF2-40B4-BE49-F238E27FC236}">
                <a16:creationId xmlns:a16="http://schemas.microsoft.com/office/drawing/2014/main" id="{51910997-2989-45D2-A3E1-F577763FD138}"/>
              </a:ext>
            </a:extLst>
          </p:cNvPr>
          <p:cNvSpPr>
            <a:spLocks xmlns:a="http://schemas.openxmlformats.org/drawingml/2006/main" noGrp="1"/>
          </p:cNvSpPr>
          <p:nvPr/>
        </p:nvSpPr>
        <p:spPr>
          <a:xfrm xmlns:a="http://schemas.openxmlformats.org/drawingml/2006/main">
            <a:off x="2110105" y="172951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sues200_uav_150m_to_satellite/seed-1/full/AURC">
            <a:extLst xmlns:a="http://schemas.openxmlformats.org/drawingml/2006/main">
              <a:ext uri="{FF2B5EF4-FFF2-40B4-BE49-F238E27FC236}">
                <a16:creationId xmlns:a16="http://schemas.microsoft.com/office/drawing/2014/main" id="{A8945A55-B16A-46BA-B677-451275BD1B89}"/>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0.6403</a:t>
            </a:r>
          </a:p>
        </p:txBody>
      </p:sp>
      <p:sp>
        <p:nvSpPr>
          <p:cNvPr id="71" name="sues200_uav_150m_to_satellite/seed-1/AURC-label">
            <a:extLst xmlns:a="http://schemas.openxmlformats.org/drawingml/2006/main">
              <a:ext uri="{FF2B5EF4-FFF2-40B4-BE49-F238E27FC236}">
                <a16:creationId xmlns:a16="http://schemas.microsoft.com/office/drawing/2014/main" id="{412FD1DD-E260-42B8-B448-E1A9953E9EF8}"/>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sues200_uav_150m_to_satellite/seed-2/heading">
            <a:extLst xmlns:a="http://schemas.openxmlformats.org/drawingml/2006/main">
              <a:ext uri="{FF2B5EF4-FFF2-40B4-BE49-F238E27FC236}">
                <a16:creationId xmlns:a16="http://schemas.microsoft.com/office/drawing/2014/main" id="{03005DE3-39D3-48CD-A7AE-628CE65C1240}"/>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sues200_uav_150m_to_satellite/seed-2/y-grid-0">
            <a:extLst xmlns:a="http://schemas.openxmlformats.org/drawingml/2006/main">
              <a:ext uri="{FF2B5EF4-FFF2-40B4-BE49-F238E27FC236}">
                <a16:creationId xmlns:a16="http://schemas.microsoft.com/office/drawing/2014/main" id="{AC7D1145-8959-4E84-8F2D-0ADF01133321}"/>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sues200_uav_150m_to_satellite/seed-2/y-label-0">
            <a:extLst xmlns:a="http://schemas.openxmlformats.org/drawingml/2006/main">
              <a:ext uri="{FF2B5EF4-FFF2-40B4-BE49-F238E27FC236}">
                <a16:creationId xmlns:a16="http://schemas.microsoft.com/office/drawing/2014/main" id="{0F71A9A3-51F3-495B-B958-562BC1804B60}"/>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sues200_uav_150m_to_satellite/seed-2/x-tick-0">
            <a:extLst xmlns:a="http://schemas.openxmlformats.org/drawingml/2006/main">
              <a:ext uri="{FF2B5EF4-FFF2-40B4-BE49-F238E27FC236}">
                <a16:creationId xmlns:a16="http://schemas.microsoft.com/office/drawing/2014/main" id="{76249E96-23E8-4333-9787-40E31DB52A37}"/>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sues200_uav_150m_to_satellite/seed-2/x-label-0">
            <a:extLst xmlns:a="http://schemas.openxmlformats.org/drawingml/2006/main">
              <a:ext uri="{FF2B5EF4-FFF2-40B4-BE49-F238E27FC236}">
                <a16:creationId xmlns:a16="http://schemas.microsoft.com/office/drawing/2014/main" id="{99AC2D2A-1C61-431D-95C8-FF468587644A}"/>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sues200_uav_150m_to_satellite/seed-2/y-grid-25">
            <a:extLst xmlns:a="http://schemas.openxmlformats.org/drawingml/2006/main">
              <a:ext uri="{FF2B5EF4-FFF2-40B4-BE49-F238E27FC236}">
                <a16:creationId xmlns:a16="http://schemas.microsoft.com/office/drawing/2014/main" id="{9C568DEC-DA90-44CD-9EBC-C0AD175CC8F0}"/>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sues200_uav_150m_to_satellite/seed-2/y-label-25">
            <a:extLst xmlns:a="http://schemas.openxmlformats.org/drawingml/2006/main">
              <a:ext uri="{FF2B5EF4-FFF2-40B4-BE49-F238E27FC236}">
                <a16:creationId xmlns:a16="http://schemas.microsoft.com/office/drawing/2014/main" id="{5B968628-6945-4117-8C3B-588378C604AE}"/>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sues200_uav_150m_to_satellite/seed-2/x-tick-25">
            <a:extLst xmlns:a="http://schemas.openxmlformats.org/drawingml/2006/main">
              <a:ext uri="{FF2B5EF4-FFF2-40B4-BE49-F238E27FC236}">
                <a16:creationId xmlns:a16="http://schemas.microsoft.com/office/drawing/2014/main" id="{D55AC7E7-4AA3-4B10-8743-6012C99AD0B4}"/>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sues200_uav_150m_to_satellite/seed-2/x-label-25">
            <a:extLst xmlns:a="http://schemas.openxmlformats.org/drawingml/2006/main">
              <a:ext uri="{FF2B5EF4-FFF2-40B4-BE49-F238E27FC236}">
                <a16:creationId xmlns:a16="http://schemas.microsoft.com/office/drawing/2014/main" id="{E0E83F32-6714-4736-8328-C3E3D3E70F68}"/>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sues200_uav_150m_to_satellite/seed-2/y-grid-50">
            <a:extLst xmlns:a="http://schemas.openxmlformats.org/drawingml/2006/main">
              <a:ext uri="{FF2B5EF4-FFF2-40B4-BE49-F238E27FC236}">
                <a16:creationId xmlns:a16="http://schemas.microsoft.com/office/drawing/2014/main" id="{DC68AE83-78C9-4694-A992-49280AC8089C}"/>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sues200_uav_150m_to_satellite/seed-2/y-label-50">
            <a:extLst xmlns:a="http://schemas.openxmlformats.org/drawingml/2006/main">
              <a:ext uri="{FF2B5EF4-FFF2-40B4-BE49-F238E27FC236}">
                <a16:creationId xmlns:a16="http://schemas.microsoft.com/office/drawing/2014/main" id="{7DD5B81A-7A58-4409-A7FE-43BAA1389B27}"/>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sues200_uav_150m_to_satellite/seed-2/x-tick-50">
            <a:extLst xmlns:a="http://schemas.openxmlformats.org/drawingml/2006/main">
              <a:ext uri="{FF2B5EF4-FFF2-40B4-BE49-F238E27FC236}">
                <a16:creationId xmlns:a16="http://schemas.microsoft.com/office/drawing/2014/main" id="{4A8FEE12-E8F0-4241-A5BE-1C6794AE50D7}"/>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sues200_uav_150m_to_satellite/seed-2/x-label-50">
            <a:extLst xmlns:a="http://schemas.openxmlformats.org/drawingml/2006/main">
              <a:ext uri="{FF2B5EF4-FFF2-40B4-BE49-F238E27FC236}">
                <a16:creationId xmlns:a16="http://schemas.microsoft.com/office/drawing/2014/main" id="{10CC8F50-9634-4007-9670-590B6AC88934}"/>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sues200_uav_150m_to_satellite/seed-2/y-grid-75">
            <a:extLst xmlns:a="http://schemas.openxmlformats.org/drawingml/2006/main">
              <a:ext uri="{FF2B5EF4-FFF2-40B4-BE49-F238E27FC236}">
                <a16:creationId xmlns:a16="http://schemas.microsoft.com/office/drawing/2014/main" id="{0EF3797C-6DE6-4FBC-A4FB-DD7F127D6C91}"/>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sues200_uav_150m_to_satellite/seed-2/y-label-75">
            <a:extLst xmlns:a="http://schemas.openxmlformats.org/drawingml/2006/main">
              <a:ext uri="{FF2B5EF4-FFF2-40B4-BE49-F238E27FC236}">
                <a16:creationId xmlns:a16="http://schemas.microsoft.com/office/drawing/2014/main" id="{E2CFE467-5B71-46A0-9A3F-28559A92529C}"/>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sues200_uav_150m_to_satellite/seed-2/x-tick-75">
            <a:extLst xmlns:a="http://schemas.openxmlformats.org/drawingml/2006/main">
              <a:ext uri="{FF2B5EF4-FFF2-40B4-BE49-F238E27FC236}">
                <a16:creationId xmlns:a16="http://schemas.microsoft.com/office/drawing/2014/main" id="{F47B5BB4-48FA-42A5-941B-079ECD5F93EE}"/>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sues200_uav_150m_to_satellite/seed-2/x-label-75">
            <a:extLst xmlns:a="http://schemas.openxmlformats.org/drawingml/2006/main">
              <a:ext uri="{FF2B5EF4-FFF2-40B4-BE49-F238E27FC236}">
                <a16:creationId xmlns:a16="http://schemas.microsoft.com/office/drawing/2014/main" id="{15AB65B4-AC75-4DA1-A2F6-FA7198180852}"/>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sues200_uav_150m_to_satellite/seed-2/y-grid-100">
            <a:extLst xmlns:a="http://schemas.openxmlformats.org/drawingml/2006/main">
              <a:ext uri="{FF2B5EF4-FFF2-40B4-BE49-F238E27FC236}">
                <a16:creationId xmlns:a16="http://schemas.microsoft.com/office/drawing/2014/main" id="{34DF3195-3263-44CD-8FBE-45B8703A9342}"/>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uav_150m_to_satellite/seed-2/y-label-100">
            <a:extLst xmlns:a="http://schemas.openxmlformats.org/drawingml/2006/main">
              <a:ext uri="{FF2B5EF4-FFF2-40B4-BE49-F238E27FC236}">
                <a16:creationId xmlns:a16="http://schemas.microsoft.com/office/drawing/2014/main" id="{568343AA-E7A6-4127-B29D-5C5E1165B183}"/>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sues200_uav_150m_to_satellite/seed-2/x-tick-100">
            <a:extLst xmlns:a="http://schemas.openxmlformats.org/drawingml/2006/main">
              <a:ext uri="{FF2B5EF4-FFF2-40B4-BE49-F238E27FC236}">
                <a16:creationId xmlns:a16="http://schemas.microsoft.com/office/drawing/2014/main" id="{6BD270E2-EFA0-4DE2-9CD5-6DEF688CC2B1}"/>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uav_150m_to_satellite/seed-2/x-label-100">
            <a:extLst xmlns:a="http://schemas.openxmlformats.org/drawingml/2006/main">
              <a:ext uri="{FF2B5EF4-FFF2-40B4-BE49-F238E27FC236}">
                <a16:creationId xmlns:a16="http://schemas.microsoft.com/office/drawing/2014/main" id="{E6FFB386-7057-495E-A3DE-6B6C4BEFD2E3}"/>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sues200_uav_150m_to_satellite/seed-2/y-axis">
            <a:extLst xmlns:a="http://schemas.openxmlformats.org/drawingml/2006/main">
              <a:ext uri="{FF2B5EF4-FFF2-40B4-BE49-F238E27FC236}">
                <a16:creationId xmlns:a16="http://schemas.microsoft.com/office/drawing/2014/main" id="{52B16850-44DD-45FF-83C1-A563AEBD3F04}"/>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sues200_uav_150m_to_satellite/seed-2/x-axis">
            <a:extLst xmlns:a="http://schemas.openxmlformats.org/drawingml/2006/main">
              <a:ext uri="{FF2B5EF4-FFF2-40B4-BE49-F238E27FC236}">
                <a16:creationId xmlns:a16="http://schemas.microsoft.com/office/drawing/2014/main" id="{F922601A-1883-4FEE-B859-D3EBB1BBA060}"/>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sues200_uav_150m_to_satellite/sues200_uav_150m_to_satellite/seed-2/visual/segment-1-2">
            <a:extLst xmlns:a="http://schemas.openxmlformats.org/drawingml/2006/main">
              <a:ext uri="{FF2B5EF4-FFF2-40B4-BE49-F238E27FC236}">
                <a16:creationId xmlns:a16="http://schemas.microsoft.com/office/drawing/2014/main" id="{E4245526-D640-4B4D-A010-A2CDA661363D}"/>
              </a:ext>
            </a:extLst>
          </p:cNvPr>
          <p:cNvSpPr>
            <a:spLocks xmlns:a="http://schemas.openxmlformats.org/drawingml/2006/main" noGrp="1"/>
          </p:cNvSpPr>
          <p:nvPr/>
        </p:nvSpPr>
        <p:spPr>
          <a:xfrm xmlns:a="http://schemas.openxmlformats.org/drawingml/2006/main" flipV="1">
            <a:off x="2700020" y="2148967"/>
            <a:ext cx="160020" cy="5397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sues200_uav_150m_to_satellite/sues200_uav_150m_to_satellite/seed-2/visual/segment-2-3">
            <a:extLst xmlns:a="http://schemas.openxmlformats.org/drawingml/2006/main">
              <a:ext uri="{FF2B5EF4-FFF2-40B4-BE49-F238E27FC236}">
                <a16:creationId xmlns:a16="http://schemas.microsoft.com/office/drawing/2014/main" id="{EABA6C75-F6A1-44C4-8CEC-6BF16E4C200F}"/>
              </a:ext>
            </a:extLst>
          </p:cNvPr>
          <p:cNvSpPr>
            <a:spLocks xmlns:a="http://schemas.openxmlformats.org/drawingml/2006/main" noGrp="1"/>
          </p:cNvSpPr>
          <p:nvPr/>
        </p:nvSpPr>
        <p:spPr>
          <a:xfrm xmlns:a="http://schemas.openxmlformats.org/drawingml/2006/main" flipV="1">
            <a:off x="2860040" y="2123779"/>
            <a:ext cx="160020" cy="2518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sues200_uav_150m_to_satellite/sues200_uav_150m_to_satellite/seed-2/visual/segment-3-4">
            <a:extLst xmlns:a="http://schemas.openxmlformats.org/drawingml/2006/main">
              <a:ext uri="{FF2B5EF4-FFF2-40B4-BE49-F238E27FC236}">
                <a16:creationId xmlns:a16="http://schemas.microsoft.com/office/drawing/2014/main" id="{E1193ADB-0C8A-462C-A30B-3AA7258F7C57}"/>
              </a:ext>
            </a:extLst>
          </p:cNvPr>
          <p:cNvSpPr>
            <a:spLocks xmlns:a="http://schemas.openxmlformats.org/drawingml/2006/main" noGrp="1"/>
          </p:cNvSpPr>
          <p:nvPr/>
        </p:nvSpPr>
        <p:spPr>
          <a:xfrm xmlns:a="http://schemas.openxmlformats.org/drawingml/2006/main" flipV="1">
            <a:off x="3020060" y="2076640"/>
            <a:ext cx="160020" cy="4713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sues200_uav_150m_to_satellite/sues200_uav_150m_to_satellite/seed-2/visual/segment-4-5">
            <a:extLst xmlns:a="http://schemas.openxmlformats.org/drawingml/2006/main">
              <a:ext uri="{FF2B5EF4-FFF2-40B4-BE49-F238E27FC236}">
                <a16:creationId xmlns:a16="http://schemas.microsoft.com/office/drawing/2014/main" id="{AF18CDF4-BFB3-4429-B867-628C8CDFD8BA}"/>
              </a:ext>
            </a:extLst>
          </p:cNvPr>
          <p:cNvSpPr>
            <a:spLocks xmlns:a="http://schemas.openxmlformats.org/drawingml/2006/main" noGrp="1"/>
          </p:cNvSpPr>
          <p:nvPr/>
        </p:nvSpPr>
        <p:spPr>
          <a:xfrm xmlns:a="http://schemas.openxmlformats.org/drawingml/2006/main" flipV="1">
            <a:off x="3180080" y="2025040"/>
            <a:ext cx="160020" cy="5160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sues200_uav_150m_to_satellite/sues200_uav_150m_to_satellite/seed-2/visual/segment-5-6">
            <a:extLst xmlns:a="http://schemas.openxmlformats.org/drawingml/2006/main">
              <a:ext uri="{FF2B5EF4-FFF2-40B4-BE49-F238E27FC236}">
                <a16:creationId xmlns:a16="http://schemas.microsoft.com/office/drawing/2014/main" id="{05E7DDB8-A475-4980-B772-19ADDFA11FDA}"/>
              </a:ext>
            </a:extLst>
          </p:cNvPr>
          <p:cNvSpPr>
            <a:spLocks xmlns:a="http://schemas.openxmlformats.org/drawingml/2006/main" noGrp="1"/>
          </p:cNvSpPr>
          <p:nvPr/>
        </p:nvSpPr>
        <p:spPr>
          <a:xfrm xmlns:a="http://schemas.openxmlformats.org/drawingml/2006/main" flipV="1">
            <a:off x="3340100" y="1985603"/>
            <a:ext cx="160020" cy="3943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sues200_uav_150m_to_satellite/sues200_uav_150m_to_satellite/seed-2/visual/segment-6-7">
            <a:extLst xmlns:a="http://schemas.openxmlformats.org/drawingml/2006/main">
              <a:ext uri="{FF2B5EF4-FFF2-40B4-BE49-F238E27FC236}">
                <a16:creationId xmlns:a16="http://schemas.microsoft.com/office/drawing/2014/main" id="{83B6CBC8-842F-493B-B762-9DE31580761B}"/>
              </a:ext>
            </a:extLst>
          </p:cNvPr>
          <p:cNvSpPr>
            <a:spLocks xmlns:a="http://schemas.openxmlformats.org/drawingml/2006/main" noGrp="1"/>
          </p:cNvSpPr>
          <p:nvPr/>
        </p:nvSpPr>
        <p:spPr>
          <a:xfrm xmlns:a="http://schemas.openxmlformats.org/drawingml/2006/main" flipV="1">
            <a:off x="3500120" y="1933992"/>
            <a:ext cx="160020" cy="5161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sues200_uav_150m_to_satellite/sues200_uav_150m_to_satellite/seed-2/visual/segment-7-8">
            <a:extLst xmlns:a="http://schemas.openxmlformats.org/drawingml/2006/main">
              <a:ext uri="{FF2B5EF4-FFF2-40B4-BE49-F238E27FC236}">
                <a16:creationId xmlns:a16="http://schemas.microsoft.com/office/drawing/2014/main" id="{ECDD958F-C895-43CB-8AAE-4C51999A43B5}"/>
              </a:ext>
            </a:extLst>
          </p:cNvPr>
          <p:cNvSpPr>
            <a:spLocks xmlns:a="http://schemas.openxmlformats.org/drawingml/2006/main" noGrp="1"/>
          </p:cNvSpPr>
          <p:nvPr/>
        </p:nvSpPr>
        <p:spPr>
          <a:xfrm xmlns:a="http://schemas.openxmlformats.org/drawingml/2006/main" flipV="1">
            <a:off x="3660140" y="1900142"/>
            <a:ext cx="160020" cy="338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sues200_uav_150m_to_satellite/sues200_uav_150m_to_satellite/seed-2/visual/segment-8-9">
            <a:extLst xmlns:a="http://schemas.openxmlformats.org/drawingml/2006/main">
              <a:ext uri="{FF2B5EF4-FFF2-40B4-BE49-F238E27FC236}">
                <a16:creationId xmlns:a16="http://schemas.microsoft.com/office/drawing/2014/main" id="{9C94FED0-A302-49B2-AD68-CDA19FF76415}"/>
              </a:ext>
            </a:extLst>
          </p:cNvPr>
          <p:cNvSpPr>
            <a:spLocks xmlns:a="http://schemas.openxmlformats.org/drawingml/2006/main" noGrp="1"/>
          </p:cNvSpPr>
          <p:nvPr/>
        </p:nvSpPr>
        <p:spPr>
          <a:xfrm xmlns:a="http://schemas.openxmlformats.org/drawingml/2006/main" flipV="1">
            <a:off x="3820160" y="1870936"/>
            <a:ext cx="160020" cy="2920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sues200_uav_150m_to_satellite/sues200_uav_150m_to_satellite/seed-2/visual/segment-9-10">
            <a:extLst xmlns:a="http://schemas.openxmlformats.org/drawingml/2006/main">
              <a:ext uri="{FF2B5EF4-FFF2-40B4-BE49-F238E27FC236}">
                <a16:creationId xmlns:a16="http://schemas.microsoft.com/office/drawing/2014/main" id="{EEBF6AFC-968F-4784-9B7F-F06A1196B4DE}"/>
              </a:ext>
            </a:extLst>
          </p:cNvPr>
          <p:cNvSpPr>
            <a:spLocks xmlns:a="http://schemas.openxmlformats.org/drawingml/2006/main" noGrp="1"/>
          </p:cNvSpPr>
          <p:nvPr/>
        </p:nvSpPr>
        <p:spPr>
          <a:xfrm xmlns:a="http://schemas.openxmlformats.org/drawingml/2006/main" flipV="1">
            <a:off x="3980180" y="1841957"/>
            <a:ext cx="160020" cy="2897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sues200_uav_150m_to_satellite/sues200_uav_150m_to_satellite/seed-2/visual/point-1">
            <a:extLst xmlns:a="http://schemas.openxmlformats.org/drawingml/2006/main">
              <a:ext uri="{FF2B5EF4-FFF2-40B4-BE49-F238E27FC236}">
                <a16:creationId xmlns:a16="http://schemas.microsoft.com/office/drawing/2014/main" id="{995AAAD2-4793-4E82-A977-AB474AFDF981}"/>
              </a:ext>
            </a:extLst>
          </p:cNvPr>
          <p:cNvSpPr>
            <a:spLocks xmlns:a="http://schemas.openxmlformats.org/drawingml/2006/main" noGrp="1"/>
          </p:cNvSpPr>
          <p:nvPr/>
        </p:nvSpPr>
        <p:spPr>
          <a:xfrm xmlns:a="http://schemas.openxmlformats.org/drawingml/2006/main">
            <a:off x="2676525" y="217944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sues200_uav_150m_to_satellite/sues200_uav_150m_to_satellite/seed-2/visual/point-2">
            <a:extLst xmlns:a="http://schemas.openxmlformats.org/drawingml/2006/main">
              <a:ext uri="{FF2B5EF4-FFF2-40B4-BE49-F238E27FC236}">
                <a16:creationId xmlns:a16="http://schemas.microsoft.com/office/drawing/2014/main" id="{C4482A9B-D50D-4224-A3FD-48B5B4636C65}"/>
              </a:ext>
            </a:extLst>
          </p:cNvPr>
          <p:cNvSpPr>
            <a:spLocks xmlns:a="http://schemas.openxmlformats.org/drawingml/2006/main" noGrp="1"/>
          </p:cNvSpPr>
          <p:nvPr/>
        </p:nvSpPr>
        <p:spPr>
          <a:xfrm xmlns:a="http://schemas.openxmlformats.org/drawingml/2006/main">
            <a:off x="2836545" y="21254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sues200_uav_150m_to_satellite/sues200_uav_150m_to_satellite/seed-2/visual/point-3">
            <a:extLst xmlns:a="http://schemas.openxmlformats.org/drawingml/2006/main">
              <a:ext uri="{FF2B5EF4-FFF2-40B4-BE49-F238E27FC236}">
                <a16:creationId xmlns:a16="http://schemas.microsoft.com/office/drawing/2014/main" id="{DDD0714D-74CD-43A3-B8CA-6FB3581B0EF6}"/>
              </a:ext>
            </a:extLst>
          </p:cNvPr>
          <p:cNvSpPr>
            <a:spLocks xmlns:a="http://schemas.openxmlformats.org/drawingml/2006/main" noGrp="1"/>
          </p:cNvSpPr>
          <p:nvPr/>
        </p:nvSpPr>
        <p:spPr>
          <a:xfrm xmlns:a="http://schemas.openxmlformats.org/drawingml/2006/main">
            <a:off x="2996565" y="210028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sues200_uav_150m_to_satellite/sues200_uav_150m_to_satellite/seed-2/visual/point-4">
            <a:extLst xmlns:a="http://schemas.openxmlformats.org/drawingml/2006/main">
              <a:ext uri="{FF2B5EF4-FFF2-40B4-BE49-F238E27FC236}">
                <a16:creationId xmlns:a16="http://schemas.microsoft.com/office/drawing/2014/main" id="{04A76BE7-92A7-48E1-8DC4-9DE995CB4BCF}"/>
              </a:ext>
            </a:extLst>
          </p:cNvPr>
          <p:cNvSpPr>
            <a:spLocks xmlns:a="http://schemas.openxmlformats.org/drawingml/2006/main" noGrp="1"/>
          </p:cNvSpPr>
          <p:nvPr/>
        </p:nvSpPr>
        <p:spPr>
          <a:xfrm xmlns:a="http://schemas.openxmlformats.org/drawingml/2006/main">
            <a:off x="3156585" y="205314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sues200_uav_150m_to_satellite/sues200_uav_150m_to_satellite/seed-2/visual/point-5">
            <a:extLst xmlns:a="http://schemas.openxmlformats.org/drawingml/2006/main">
              <a:ext uri="{FF2B5EF4-FFF2-40B4-BE49-F238E27FC236}">
                <a16:creationId xmlns:a16="http://schemas.microsoft.com/office/drawing/2014/main" id="{782CADB3-9816-4399-A01B-660EFAACF50F}"/>
              </a:ext>
            </a:extLst>
          </p:cNvPr>
          <p:cNvSpPr>
            <a:spLocks xmlns:a="http://schemas.openxmlformats.org/drawingml/2006/main" noGrp="1"/>
          </p:cNvSpPr>
          <p:nvPr/>
        </p:nvSpPr>
        <p:spPr>
          <a:xfrm xmlns:a="http://schemas.openxmlformats.org/drawingml/2006/main">
            <a:off x="3316605" y="200154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sues200_uav_150m_to_satellite/sues200_uav_150m_to_satellite/seed-2/visual/point-6">
            <a:extLst xmlns:a="http://schemas.openxmlformats.org/drawingml/2006/main">
              <a:ext uri="{FF2B5EF4-FFF2-40B4-BE49-F238E27FC236}">
                <a16:creationId xmlns:a16="http://schemas.microsoft.com/office/drawing/2014/main" id="{97E22F5D-79C7-4868-9E1C-020EA08E6765}"/>
              </a:ext>
            </a:extLst>
          </p:cNvPr>
          <p:cNvSpPr>
            <a:spLocks xmlns:a="http://schemas.openxmlformats.org/drawingml/2006/main" noGrp="1"/>
          </p:cNvSpPr>
          <p:nvPr/>
        </p:nvSpPr>
        <p:spPr>
          <a:xfrm xmlns:a="http://schemas.openxmlformats.org/drawingml/2006/main">
            <a:off x="3476625" y="196210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sues200_uav_150m_to_satellite/sues200_uav_150m_to_satellite/seed-2/visual/point-7">
            <a:extLst xmlns:a="http://schemas.openxmlformats.org/drawingml/2006/main">
              <a:ext uri="{FF2B5EF4-FFF2-40B4-BE49-F238E27FC236}">
                <a16:creationId xmlns:a16="http://schemas.microsoft.com/office/drawing/2014/main" id="{960B6422-8A5E-4D1A-AE22-D48D5E5FA85E}"/>
              </a:ext>
            </a:extLst>
          </p:cNvPr>
          <p:cNvSpPr>
            <a:spLocks xmlns:a="http://schemas.openxmlformats.org/drawingml/2006/main" noGrp="1"/>
          </p:cNvSpPr>
          <p:nvPr/>
        </p:nvSpPr>
        <p:spPr>
          <a:xfrm xmlns:a="http://schemas.openxmlformats.org/drawingml/2006/main">
            <a:off x="3636645" y="191049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sues200_uav_150m_to_satellite/sues200_uav_150m_to_satellite/seed-2/visual/point-8">
            <a:extLst xmlns:a="http://schemas.openxmlformats.org/drawingml/2006/main">
              <a:ext uri="{FF2B5EF4-FFF2-40B4-BE49-F238E27FC236}">
                <a16:creationId xmlns:a16="http://schemas.microsoft.com/office/drawing/2014/main" id="{ECC5EA0D-6BE5-426E-BC6E-84BB7CD0150D}"/>
              </a:ext>
            </a:extLst>
          </p:cNvPr>
          <p:cNvSpPr>
            <a:spLocks xmlns:a="http://schemas.openxmlformats.org/drawingml/2006/main" noGrp="1"/>
          </p:cNvSpPr>
          <p:nvPr/>
        </p:nvSpPr>
        <p:spPr>
          <a:xfrm xmlns:a="http://schemas.openxmlformats.org/drawingml/2006/main">
            <a:off x="3796665" y="187664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sues200_uav_150m_to_satellite/sues200_uav_150m_to_satellite/seed-2/visual/point-9">
            <a:extLst xmlns:a="http://schemas.openxmlformats.org/drawingml/2006/main">
              <a:ext uri="{FF2B5EF4-FFF2-40B4-BE49-F238E27FC236}">
                <a16:creationId xmlns:a16="http://schemas.microsoft.com/office/drawing/2014/main" id="{E29B8752-2DB1-4AAB-A1BE-9DFF745B9852}"/>
              </a:ext>
            </a:extLst>
          </p:cNvPr>
          <p:cNvSpPr>
            <a:spLocks xmlns:a="http://schemas.openxmlformats.org/drawingml/2006/main" noGrp="1"/>
          </p:cNvSpPr>
          <p:nvPr/>
        </p:nvSpPr>
        <p:spPr>
          <a:xfrm xmlns:a="http://schemas.openxmlformats.org/drawingml/2006/main">
            <a:off x="3956685" y="184744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sues200_uav_150m_to_satellite/sues200_uav_150m_to_satellite/seed-2/visual/point-10">
            <a:extLst xmlns:a="http://schemas.openxmlformats.org/drawingml/2006/main">
              <a:ext uri="{FF2B5EF4-FFF2-40B4-BE49-F238E27FC236}">
                <a16:creationId xmlns:a16="http://schemas.microsoft.com/office/drawing/2014/main" id="{097D4973-EB73-4DF3-BA2B-50D52145925E}"/>
              </a:ext>
            </a:extLst>
          </p:cNvPr>
          <p:cNvSpPr>
            <a:spLocks xmlns:a="http://schemas.openxmlformats.org/drawingml/2006/main" noGrp="1"/>
          </p:cNvSpPr>
          <p:nvPr/>
        </p:nvSpPr>
        <p:spPr>
          <a:xfrm xmlns:a="http://schemas.openxmlformats.org/drawingml/2006/main">
            <a:off x="4116705" y="181846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sues200_uav_150m_to_satellite/seed-2/visual/AURC">
            <a:extLst xmlns:a="http://schemas.openxmlformats.org/drawingml/2006/main">
              <a:ext uri="{FF2B5EF4-FFF2-40B4-BE49-F238E27FC236}">
                <a16:creationId xmlns:a16="http://schemas.microsoft.com/office/drawing/2014/main" id="{B532AB5D-35D8-41C7-9E75-D934B9E0CB53}"/>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0.5596</a:t>
            </a:r>
          </a:p>
        </p:txBody>
      </p:sp>
      <p:sp>
        <p:nvSpPr>
          <p:cNvPr id="115" name="sues200_uav_150m_to_satellite/sues200_uav_150m_to_satellite/seed-2/full/segment-1-2">
            <a:extLst xmlns:a="http://schemas.openxmlformats.org/drawingml/2006/main">
              <a:ext uri="{FF2B5EF4-FFF2-40B4-BE49-F238E27FC236}">
                <a16:creationId xmlns:a16="http://schemas.microsoft.com/office/drawing/2014/main" id="{A5D5B432-26A9-4F2B-824B-CE1D4025D58E}"/>
              </a:ext>
            </a:extLst>
          </p:cNvPr>
          <p:cNvSpPr>
            <a:spLocks xmlns:a="http://schemas.openxmlformats.org/drawingml/2006/main" noGrp="1"/>
          </p:cNvSpPr>
          <p:nvPr/>
        </p:nvSpPr>
        <p:spPr>
          <a:xfrm xmlns:a="http://schemas.openxmlformats.org/drawingml/2006/main" flipV="1">
            <a:off x="2700020" y="2017268"/>
            <a:ext cx="160020" cy="2590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sues200_uav_150m_to_satellite/sues200_uav_150m_to_satellite/seed-2/full/segment-2-3">
            <a:extLst xmlns:a="http://schemas.openxmlformats.org/drawingml/2006/main">
              <a:ext uri="{FF2B5EF4-FFF2-40B4-BE49-F238E27FC236}">
                <a16:creationId xmlns:a16="http://schemas.microsoft.com/office/drawing/2014/main" id="{076CDDD7-6B7D-4074-82C1-56C1DFA471FF}"/>
              </a:ext>
            </a:extLst>
          </p:cNvPr>
          <p:cNvSpPr>
            <a:spLocks xmlns:a="http://schemas.openxmlformats.org/drawingml/2006/main" noGrp="1"/>
          </p:cNvSpPr>
          <p:nvPr/>
        </p:nvSpPr>
        <p:spPr>
          <a:xfrm xmlns:a="http://schemas.openxmlformats.org/drawingml/2006/main" flipV="1">
            <a:off x="2860040" y="1962573"/>
            <a:ext cx="160020" cy="5469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sues200_uav_150m_to_satellite/sues200_uav_150m_to_satellite/seed-2/full/segment-3-4">
            <a:extLst xmlns:a="http://schemas.openxmlformats.org/drawingml/2006/main">
              <a:ext uri="{FF2B5EF4-FFF2-40B4-BE49-F238E27FC236}">
                <a16:creationId xmlns:a16="http://schemas.microsoft.com/office/drawing/2014/main" id="{6EDBE71C-EC14-4EED-AC04-5044B106142B}"/>
              </a:ext>
            </a:extLst>
          </p:cNvPr>
          <p:cNvSpPr>
            <a:spLocks xmlns:a="http://schemas.openxmlformats.org/drawingml/2006/main" noGrp="1"/>
          </p:cNvSpPr>
          <p:nvPr/>
        </p:nvSpPr>
        <p:spPr>
          <a:xfrm xmlns:a="http://schemas.openxmlformats.org/drawingml/2006/main" flipV="1">
            <a:off x="3020060" y="1899602"/>
            <a:ext cx="160020" cy="6297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sues200_uav_150m_to_satellite/sues200_uav_150m_to_satellite/seed-2/full/segment-4-5">
            <a:extLst xmlns:a="http://schemas.openxmlformats.org/drawingml/2006/main">
              <a:ext uri="{FF2B5EF4-FFF2-40B4-BE49-F238E27FC236}">
                <a16:creationId xmlns:a16="http://schemas.microsoft.com/office/drawing/2014/main" id="{35BC9107-257A-4C89-B707-C1D945E18EAB}"/>
              </a:ext>
            </a:extLst>
          </p:cNvPr>
          <p:cNvSpPr>
            <a:spLocks xmlns:a="http://schemas.openxmlformats.org/drawingml/2006/main" noGrp="1"/>
          </p:cNvSpPr>
          <p:nvPr/>
        </p:nvSpPr>
        <p:spPr>
          <a:xfrm xmlns:a="http://schemas.openxmlformats.org/drawingml/2006/main" flipV="1">
            <a:off x="3180080" y="1863547"/>
            <a:ext cx="160020" cy="3605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sues200_uav_150m_to_satellite/sues200_uav_150m_to_satellite/seed-2/full/segment-5-6">
            <a:extLst xmlns:a="http://schemas.openxmlformats.org/drawingml/2006/main">
              <a:ext uri="{FF2B5EF4-FFF2-40B4-BE49-F238E27FC236}">
                <a16:creationId xmlns:a16="http://schemas.microsoft.com/office/drawing/2014/main" id="{2808EB4C-58AE-4686-B40B-2922BC900153}"/>
              </a:ext>
            </a:extLst>
          </p:cNvPr>
          <p:cNvSpPr>
            <a:spLocks xmlns:a="http://schemas.openxmlformats.org/drawingml/2006/main" noGrp="1"/>
          </p:cNvSpPr>
          <p:nvPr/>
        </p:nvSpPr>
        <p:spPr>
          <a:xfrm xmlns:a="http://schemas.openxmlformats.org/drawingml/2006/main" flipV="1">
            <a:off x="3340100" y="1822958"/>
            <a:ext cx="160020" cy="4058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sues200_uav_150m_to_satellite/sues200_uav_150m_to_satellite/seed-2/full/segment-6-7">
            <a:extLst xmlns:a="http://schemas.openxmlformats.org/drawingml/2006/main">
              <a:ext uri="{FF2B5EF4-FFF2-40B4-BE49-F238E27FC236}">
                <a16:creationId xmlns:a16="http://schemas.microsoft.com/office/drawing/2014/main" id="{5A89D52E-B659-45B8-B704-63378C8F0D72}"/>
              </a:ext>
            </a:extLst>
          </p:cNvPr>
          <p:cNvSpPr>
            <a:spLocks xmlns:a="http://schemas.openxmlformats.org/drawingml/2006/main" noGrp="1"/>
          </p:cNvSpPr>
          <p:nvPr/>
        </p:nvSpPr>
        <p:spPr>
          <a:xfrm xmlns:a="http://schemas.openxmlformats.org/drawingml/2006/main" flipV="1">
            <a:off x="3500120" y="1807537"/>
            <a:ext cx="160020" cy="1542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sues200_uav_150m_to_satellite/sues200_uav_150m_to_satellite/seed-2/full/segment-7-8">
            <a:extLst xmlns:a="http://schemas.openxmlformats.org/drawingml/2006/main">
              <a:ext uri="{FF2B5EF4-FFF2-40B4-BE49-F238E27FC236}">
                <a16:creationId xmlns:a16="http://schemas.microsoft.com/office/drawing/2014/main" id="{3C97E967-583F-4344-89E8-5F254FE5CB1F}"/>
              </a:ext>
            </a:extLst>
          </p:cNvPr>
          <p:cNvSpPr>
            <a:spLocks xmlns:a="http://schemas.openxmlformats.org/drawingml/2006/main" noGrp="1"/>
          </p:cNvSpPr>
          <p:nvPr/>
        </p:nvSpPr>
        <p:spPr>
          <a:xfrm xmlns:a="http://schemas.openxmlformats.org/drawingml/2006/main" flipV="1">
            <a:off x="3660140" y="1776000"/>
            <a:ext cx="160020" cy="3153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sues200_uav_150m_to_satellite/sues200_uav_150m_to_satellite/seed-2/full/segment-8-9">
            <a:extLst xmlns:a="http://schemas.openxmlformats.org/drawingml/2006/main">
              <a:ext uri="{FF2B5EF4-FFF2-40B4-BE49-F238E27FC236}">
                <a16:creationId xmlns:a16="http://schemas.microsoft.com/office/drawing/2014/main" id="{9C2AC3B4-B01A-47E2-81A5-CF186422E137}"/>
              </a:ext>
            </a:extLst>
          </p:cNvPr>
          <p:cNvSpPr>
            <a:spLocks xmlns:a="http://schemas.openxmlformats.org/drawingml/2006/main" noGrp="1"/>
          </p:cNvSpPr>
          <p:nvPr/>
        </p:nvSpPr>
        <p:spPr>
          <a:xfrm xmlns:a="http://schemas.openxmlformats.org/drawingml/2006/main" flipV="1">
            <a:off x="3820160" y="1749072"/>
            <a:ext cx="160020" cy="2692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sues200_uav_150m_to_satellite/sues200_uav_150m_to_satellite/seed-2/full/segment-9-10">
            <a:extLst xmlns:a="http://schemas.openxmlformats.org/drawingml/2006/main">
              <a:ext uri="{FF2B5EF4-FFF2-40B4-BE49-F238E27FC236}">
                <a16:creationId xmlns:a16="http://schemas.microsoft.com/office/drawing/2014/main" id="{1A349461-B9CD-4C33-9B31-837772709D6A}"/>
              </a:ext>
            </a:extLst>
          </p:cNvPr>
          <p:cNvSpPr>
            <a:spLocks xmlns:a="http://schemas.openxmlformats.org/drawingml/2006/main" noGrp="1"/>
          </p:cNvSpPr>
          <p:nvPr/>
        </p:nvSpPr>
        <p:spPr>
          <a:xfrm xmlns:a="http://schemas.openxmlformats.org/drawingml/2006/main" flipV="1">
            <a:off x="3980180" y="1721053"/>
            <a:ext cx="160020" cy="2801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sues200_uav_150m_to_satellite/sues200_uav_150m_to_satellite/seed-2/full/point-1">
            <a:extLst xmlns:a="http://schemas.openxmlformats.org/drawingml/2006/main">
              <a:ext uri="{FF2B5EF4-FFF2-40B4-BE49-F238E27FC236}">
                <a16:creationId xmlns:a16="http://schemas.microsoft.com/office/drawing/2014/main" id="{03B21363-BF82-40E2-987A-D2B5F1DCF9EC}"/>
              </a:ext>
            </a:extLst>
          </p:cNvPr>
          <p:cNvSpPr>
            <a:spLocks xmlns:a="http://schemas.openxmlformats.org/drawingml/2006/main" noGrp="1"/>
          </p:cNvSpPr>
          <p:nvPr/>
        </p:nvSpPr>
        <p:spPr>
          <a:xfrm xmlns:a="http://schemas.openxmlformats.org/drawingml/2006/main">
            <a:off x="2676525" y="201968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sues200_uav_150m_to_satellite/sues200_uav_150m_to_satellite/seed-2/full/point-2">
            <a:extLst xmlns:a="http://schemas.openxmlformats.org/drawingml/2006/main">
              <a:ext uri="{FF2B5EF4-FFF2-40B4-BE49-F238E27FC236}">
                <a16:creationId xmlns:a16="http://schemas.microsoft.com/office/drawing/2014/main" id="{498E8E4D-48A1-4C03-AA2A-333F405683F3}"/>
              </a:ext>
            </a:extLst>
          </p:cNvPr>
          <p:cNvSpPr>
            <a:spLocks xmlns:a="http://schemas.openxmlformats.org/drawingml/2006/main" noGrp="1"/>
          </p:cNvSpPr>
          <p:nvPr/>
        </p:nvSpPr>
        <p:spPr>
          <a:xfrm xmlns:a="http://schemas.openxmlformats.org/drawingml/2006/main">
            <a:off x="2836545" y="199377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sues200_uav_150m_to_satellite/sues200_uav_150m_to_satellite/seed-2/full/point-3">
            <a:extLst xmlns:a="http://schemas.openxmlformats.org/drawingml/2006/main">
              <a:ext uri="{FF2B5EF4-FFF2-40B4-BE49-F238E27FC236}">
                <a16:creationId xmlns:a16="http://schemas.microsoft.com/office/drawing/2014/main" id="{83E5DF28-44FB-45E2-AB68-B20A5172C7FD}"/>
              </a:ext>
            </a:extLst>
          </p:cNvPr>
          <p:cNvSpPr>
            <a:spLocks xmlns:a="http://schemas.openxmlformats.org/drawingml/2006/main" noGrp="1"/>
          </p:cNvSpPr>
          <p:nvPr/>
        </p:nvSpPr>
        <p:spPr>
          <a:xfrm xmlns:a="http://schemas.openxmlformats.org/drawingml/2006/main">
            <a:off x="2996565" y="193907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sues200_uav_150m_to_satellite/sues200_uav_150m_to_satellite/seed-2/full/point-4">
            <a:extLst xmlns:a="http://schemas.openxmlformats.org/drawingml/2006/main">
              <a:ext uri="{FF2B5EF4-FFF2-40B4-BE49-F238E27FC236}">
                <a16:creationId xmlns:a16="http://schemas.microsoft.com/office/drawing/2014/main" id="{DD0AF885-0F51-45F8-97AC-86EEC04DFD91}"/>
              </a:ext>
            </a:extLst>
          </p:cNvPr>
          <p:cNvSpPr>
            <a:spLocks xmlns:a="http://schemas.openxmlformats.org/drawingml/2006/main" noGrp="1"/>
          </p:cNvSpPr>
          <p:nvPr/>
        </p:nvSpPr>
        <p:spPr>
          <a:xfrm xmlns:a="http://schemas.openxmlformats.org/drawingml/2006/main">
            <a:off x="3156585" y="187610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sues200_uav_150m_to_satellite/sues200_uav_150m_to_satellite/seed-2/full/point-5">
            <a:extLst xmlns:a="http://schemas.openxmlformats.org/drawingml/2006/main">
              <a:ext uri="{FF2B5EF4-FFF2-40B4-BE49-F238E27FC236}">
                <a16:creationId xmlns:a16="http://schemas.microsoft.com/office/drawing/2014/main" id="{B6496A1B-3449-4E81-8DF3-ACE81F1A8A9E}"/>
              </a:ext>
            </a:extLst>
          </p:cNvPr>
          <p:cNvSpPr>
            <a:spLocks xmlns:a="http://schemas.openxmlformats.org/drawingml/2006/main" noGrp="1"/>
          </p:cNvSpPr>
          <p:nvPr/>
        </p:nvSpPr>
        <p:spPr>
          <a:xfrm xmlns:a="http://schemas.openxmlformats.org/drawingml/2006/main">
            <a:off x="3316605" y="184005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sues200_uav_150m_to_satellite/sues200_uav_150m_to_satellite/seed-2/full/point-6">
            <a:extLst xmlns:a="http://schemas.openxmlformats.org/drawingml/2006/main">
              <a:ext uri="{FF2B5EF4-FFF2-40B4-BE49-F238E27FC236}">
                <a16:creationId xmlns:a16="http://schemas.microsoft.com/office/drawing/2014/main" id="{428434DF-EE2C-48A8-9746-CA8916894F23}"/>
              </a:ext>
            </a:extLst>
          </p:cNvPr>
          <p:cNvSpPr>
            <a:spLocks xmlns:a="http://schemas.openxmlformats.org/drawingml/2006/main" noGrp="1"/>
          </p:cNvSpPr>
          <p:nvPr/>
        </p:nvSpPr>
        <p:spPr>
          <a:xfrm xmlns:a="http://schemas.openxmlformats.org/drawingml/2006/main">
            <a:off x="3476625" y="179946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sues200_uav_150m_to_satellite/sues200_uav_150m_to_satellite/seed-2/full/point-7">
            <a:extLst xmlns:a="http://schemas.openxmlformats.org/drawingml/2006/main">
              <a:ext uri="{FF2B5EF4-FFF2-40B4-BE49-F238E27FC236}">
                <a16:creationId xmlns:a16="http://schemas.microsoft.com/office/drawing/2014/main" id="{B626946F-1934-48F8-B053-C0BB08B2FB8D}"/>
              </a:ext>
            </a:extLst>
          </p:cNvPr>
          <p:cNvSpPr>
            <a:spLocks xmlns:a="http://schemas.openxmlformats.org/drawingml/2006/main" noGrp="1"/>
          </p:cNvSpPr>
          <p:nvPr/>
        </p:nvSpPr>
        <p:spPr>
          <a:xfrm xmlns:a="http://schemas.openxmlformats.org/drawingml/2006/main">
            <a:off x="3636645" y="178404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sues200_uav_150m_to_satellite/sues200_uav_150m_to_satellite/seed-2/full/point-8">
            <a:extLst xmlns:a="http://schemas.openxmlformats.org/drawingml/2006/main">
              <a:ext uri="{FF2B5EF4-FFF2-40B4-BE49-F238E27FC236}">
                <a16:creationId xmlns:a16="http://schemas.microsoft.com/office/drawing/2014/main" id="{0A8CA052-C2A0-4378-9B36-F26DFD238294}"/>
              </a:ext>
            </a:extLst>
          </p:cNvPr>
          <p:cNvSpPr>
            <a:spLocks xmlns:a="http://schemas.openxmlformats.org/drawingml/2006/main" noGrp="1"/>
          </p:cNvSpPr>
          <p:nvPr/>
        </p:nvSpPr>
        <p:spPr>
          <a:xfrm xmlns:a="http://schemas.openxmlformats.org/drawingml/2006/main">
            <a:off x="3796665" y="17525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sues200_uav_150m_to_satellite/sues200_uav_150m_to_satellite/seed-2/full/point-9">
            <a:extLst xmlns:a="http://schemas.openxmlformats.org/drawingml/2006/main">
              <a:ext uri="{FF2B5EF4-FFF2-40B4-BE49-F238E27FC236}">
                <a16:creationId xmlns:a16="http://schemas.microsoft.com/office/drawing/2014/main" id="{881FED80-20D2-40F3-8F67-EEDE73FDD41D}"/>
              </a:ext>
            </a:extLst>
          </p:cNvPr>
          <p:cNvSpPr>
            <a:spLocks xmlns:a="http://schemas.openxmlformats.org/drawingml/2006/main" noGrp="1"/>
          </p:cNvSpPr>
          <p:nvPr/>
        </p:nvSpPr>
        <p:spPr>
          <a:xfrm xmlns:a="http://schemas.openxmlformats.org/drawingml/2006/main">
            <a:off x="3956685" y="172557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sues200_uav_150m_to_satellite/sues200_uav_150m_to_satellite/seed-2/full/point-10">
            <a:extLst xmlns:a="http://schemas.openxmlformats.org/drawingml/2006/main">
              <a:ext uri="{FF2B5EF4-FFF2-40B4-BE49-F238E27FC236}">
                <a16:creationId xmlns:a16="http://schemas.microsoft.com/office/drawing/2014/main" id="{0F09D9DD-348C-46F4-B32F-35675EFB55E5}"/>
              </a:ext>
            </a:extLst>
          </p:cNvPr>
          <p:cNvSpPr>
            <a:spLocks xmlns:a="http://schemas.openxmlformats.org/drawingml/2006/main" noGrp="1"/>
          </p:cNvSpPr>
          <p:nvPr/>
        </p:nvSpPr>
        <p:spPr>
          <a:xfrm xmlns:a="http://schemas.openxmlformats.org/drawingml/2006/main">
            <a:off x="4116705" y="169755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sues200_uav_150m_to_satellite/seed-2/full/AURC">
            <a:extLst xmlns:a="http://schemas.openxmlformats.org/drawingml/2006/main">
              <a:ext uri="{FF2B5EF4-FFF2-40B4-BE49-F238E27FC236}">
                <a16:creationId xmlns:a16="http://schemas.microsoft.com/office/drawing/2014/main" id="{BBB3165E-CA38-49F1-8A20-5C850144467A}"/>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0.6450</a:t>
            </a:r>
          </a:p>
        </p:txBody>
      </p:sp>
      <p:sp>
        <p:nvSpPr>
          <p:cNvPr id="135" name="sues200_uav_150m_to_satellite/seed-2/AURC-label">
            <a:extLst xmlns:a="http://schemas.openxmlformats.org/drawingml/2006/main">
              <a:ext uri="{FF2B5EF4-FFF2-40B4-BE49-F238E27FC236}">
                <a16:creationId xmlns:a16="http://schemas.microsoft.com/office/drawing/2014/main" id="{572425AA-11FD-47B6-B8EA-1B93D4764F81}"/>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sues200_uav_150m_to_satellite/seed-3/heading">
            <a:extLst xmlns:a="http://schemas.openxmlformats.org/drawingml/2006/main">
              <a:ext uri="{FF2B5EF4-FFF2-40B4-BE49-F238E27FC236}">
                <a16:creationId xmlns:a16="http://schemas.microsoft.com/office/drawing/2014/main" id="{CC5BD3AE-2597-4CB2-854B-C2CD2338C55F}"/>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sues200_uav_150m_to_satellite/seed-3/y-grid-0">
            <a:extLst xmlns:a="http://schemas.openxmlformats.org/drawingml/2006/main">
              <a:ext uri="{FF2B5EF4-FFF2-40B4-BE49-F238E27FC236}">
                <a16:creationId xmlns:a16="http://schemas.microsoft.com/office/drawing/2014/main" id="{58A0B27E-042A-4704-9C3D-89E635F96ACD}"/>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sues200_uav_150m_to_satellite/seed-3/y-label-0">
            <a:extLst xmlns:a="http://schemas.openxmlformats.org/drawingml/2006/main">
              <a:ext uri="{FF2B5EF4-FFF2-40B4-BE49-F238E27FC236}">
                <a16:creationId xmlns:a16="http://schemas.microsoft.com/office/drawing/2014/main" id="{F33B4AEF-5EF0-45B5-8574-57F67D561B4A}"/>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sues200_uav_150m_to_satellite/seed-3/x-tick-0">
            <a:extLst xmlns:a="http://schemas.openxmlformats.org/drawingml/2006/main">
              <a:ext uri="{FF2B5EF4-FFF2-40B4-BE49-F238E27FC236}">
                <a16:creationId xmlns:a16="http://schemas.microsoft.com/office/drawing/2014/main" id="{2A377996-BFFD-4E75-A556-F1A4C100C8CA}"/>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sues200_uav_150m_to_satellite/seed-3/x-label-0">
            <a:extLst xmlns:a="http://schemas.openxmlformats.org/drawingml/2006/main">
              <a:ext uri="{FF2B5EF4-FFF2-40B4-BE49-F238E27FC236}">
                <a16:creationId xmlns:a16="http://schemas.microsoft.com/office/drawing/2014/main" id="{45DC8406-43B3-4DAA-81A6-917526889F46}"/>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sues200_uav_150m_to_satellite/seed-3/y-grid-25">
            <a:extLst xmlns:a="http://schemas.openxmlformats.org/drawingml/2006/main">
              <a:ext uri="{FF2B5EF4-FFF2-40B4-BE49-F238E27FC236}">
                <a16:creationId xmlns:a16="http://schemas.microsoft.com/office/drawing/2014/main" id="{86AE2CF1-1B8F-40D3-A950-03218C76EDE2}"/>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sues200_uav_150m_to_satellite/seed-3/y-label-25">
            <a:extLst xmlns:a="http://schemas.openxmlformats.org/drawingml/2006/main">
              <a:ext uri="{FF2B5EF4-FFF2-40B4-BE49-F238E27FC236}">
                <a16:creationId xmlns:a16="http://schemas.microsoft.com/office/drawing/2014/main" id="{CB965345-C4FC-4DE8-A3EC-731F72EDD51A}"/>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sues200_uav_150m_to_satellite/seed-3/x-tick-25">
            <a:extLst xmlns:a="http://schemas.openxmlformats.org/drawingml/2006/main">
              <a:ext uri="{FF2B5EF4-FFF2-40B4-BE49-F238E27FC236}">
                <a16:creationId xmlns:a16="http://schemas.microsoft.com/office/drawing/2014/main" id="{186710CA-4A9A-437B-85AB-D24BAEDB3B13}"/>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sues200_uav_150m_to_satellite/seed-3/x-label-25">
            <a:extLst xmlns:a="http://schemas.openxmlformats.org/drawingml/2006/main">
              <a:ext uri="{FF2B5EF4-FFF2-40B4-BE49-F238E27FC236}">
                <a16:creationId xmlns:a16="http://schemas.microsoft.com/office/drawing/2014/main" id="{834A62AD-CC24-4FBB-B4A7-9612B0C37ADB}"/>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sues200_uav_150m_to_satellite/seed-3/y-grid-50">
            <a:extLst xmlns:a="http://schemas.openxmlformats.org/drawingml/2006/main">
              <a:ext uri="{FF2B5EF4-FFF2-40B4-BE49-F238E27FC236}">
                <a16:creationId xmlns:a16="http://schemas.microsoft.com/office/drawing/2014/main" id="{83C1A00F-6EDC-4436-B29E-271AEA4F6206}"/>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sues200_uav_150m_to_satellite/seed-3/y-label-50">
            <a:extLst xmlns:a="http://schemas.openxmlformats.org/drawingml/2006/main">
              <a:ext uri="{FF2B5EF4-FFF2-40B4-BE49-F238E27FC236}">
                <a16:creationId xmlns:a16="http://schemas.microsoft.com/office/drawing/2014/main" id="{69CE9EDB-5F91-4361-A312-82E8E2807B31}"/>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sues200_uav_150m_to_satellite/seed-3/x-tick-50">
            <a:extLst xmlns:a="http://schemas.openxmlformats.org/drawingml/2006/main">
              <a:ext uri="{FF2B5EF4-FFF2-40B4-BE49-F238E27FC236}">
                <a16:creationId xmlns:a16="http://schemas.microsoft.com/office/drawing/2014/main" id="{824FA723-C269-47BA-AC57-C6AA7277613D}"/>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sues200_uav_150m_to_satellite/seed-3/x-label-50">
            <a:extLst xmlns:a="http://schemas.openxmlformats.org/drawingml/2006/main">
              <a:ext uri="{FF2B5EF4-FFF2-40B4-BE49-F238E27FC236}">
                <a16:creationId xmlns:a16="http://schemas.microsoft.com/office/drawing/2014/main" id="{D8D9FE43-EEBC-4B86-8198-A28C87EC4B77}"/>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sues200_uav_150m_to_satellite/seed-3/y-grid-75">
            <a:extLst xmlns:a="http://schemas.openxmlformats.org/drawingml/2006/main">
              <a:ext uri="{FF2B5EF4-FFF2-40B4-BE49-F238E27FC236}">
                <a16:creationId xmlns:a16="http://schemas.microsoft.com/office/drawing/2014/main" id="{5F308803-F361-4463-8DE8-A7931E0723F3}"/>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sues200_uav_150m_to_satellite/seed-3/y-label-75">
            <a:extLst xmlns:a="http://schemas.openxmlformats.org/drawingml/2006/main">
              <a:ext uri="{FF2B5EF4-FFF2-40B4-BE49-F238E27FC236}">
                <a16:creationId xmlns:a16="http://schemas.microsoft.com/office/drawing/2014/main" id="{D9155743-71A2-4C3B-9FD3-9457CEDABB1D}"/>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sues200_uav_150m_to_satellite/seed-3/x-tick-75">
            <a:extLst xmlns:a="http://schemas.openxmlformats.org/drawingml/2006/main">
              <a:ext uri="{FF2B5EF4-FFF2-40B4-BE49-F238E27FC236}">
                <a16:creationId xmlns:a16="http://schemas.microsoft.com/office/drawing/2014/main" id="{9551A552-93EB-40E6-B0DC-683B11EE7142}"/>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sues200_uav_150m_to_satellite/seed-3/x-label-75">
            <a:extLst xmlns:a="http://schemas.openxmlformats.org/drawingml/2006/main">
              <a:ext uri="{FF2B5EF4-FFF2-40B4-BE49-F238E27FC236}">
                <a16:creationId xmlns:a16="http://schemas.microsoft.com/office/drawing/2014/main" id="{65D99A42-D073-415C-B07A-FD4663C572DF}"/>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sues200_uav_150m_to_satellite/seed-3/y-grid-100">
            <a:extLst xmlns:a="http://schemas.openxmlformats.org/drawingml/2006/main">
              <a:ext uri="{FF2B5EF4-FFF2-40B4-BE49-F238E27FC236}">
                <a16:creationId xmlns:a16="http://schemas.microsoft.com/office/drawing/2014/main" id="{F19E84FF-7707-4E1F-B9DF-AB2CEE60944D}"/>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sues200_uav_150m_to_satellite/seed-3/y-label-100">
            <a:extLst xmlns:a="http://schemas.openxmlformats.org/drawingml/2006/main">
              <a:ext uri="{FF2B5EF4-FFF2-40B4-BE49-F238E27FC236}">
                <a16:creationId xmlns:a16="http://schemas.microsoft.com/office/drawing/2014/main" id="{17167301-0C42-46DB-964A-83FF0873EE3E}"/>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sues200_uav_150m_to_satellite/seed-3/x-tick-100">
            <a:extLst xmlns:a="http://schemas.openxmlformats.org/drawingml/2006/main">
              <a:ext uri="{FF2B5EF4-FFF2-40B4-BE49-F238E27FC236}">
                <a16:creationId xmlns:a16="http://schemas.microsoft.com/office/drawing/2014/main" id="{EFABE54D-1937-4A8F-A885-F89EE8CBBA31}"/>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sues200_uav_150m_to_satellite/seed-3/x-label-100">
            <a:extLst xmlns:a="http://schemas.openxmlformats.org/drawingml/2006/main">
              <a:ext uri="{FF2B5EF4-FFF2-40B4-BE49-F238E27FC236}">
                <a16:creationId xmlns:a16="http://schemas.microsoft.com/office/drawing/2014/main" id="{FFE6D238-3C65-4EA9-B936-C481522C1BE9}"/>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sues200_uav_150m_to_satellite/seed-3/y-axis">
            <a:extLst xmlns:a="http://schemas.openxmlformats.org/drawingml/2006/main">
              <a:ext uri="{FF2B5EF4-FFF2-40B4-BE49-F238E27FC236}">
                <a16:creationId xmlns:a16="http://schemas.microsoft.com/office/drawing/2014/main" id="{956DF232-33A8-43F0-B093-8F4DD76B50D6}"/>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uav_150m_to_satellite/seed-3/x-axis">
            <a:extLst xmlns:a="http://schemas.openxmlformats.org/drawingml/2006/main">
              <a:ext uri="{FF2B5EF4-FFF2-40B4-BE49-F238E27FC236}">
                <a16:creationId xmlns:a16="http://schemas.microsoft.com/office/drawing/2014/main" id="{5DB7CBE2-4513-4B6E-B05C-3E6958A77EBD}"/>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sues200_uav_150m_to_satellite/sues200_uav_150m_to_satellite/seed-3/visual/segment-1-2">
            <a:extLst xmlns:a="http://schemas.openxmlformats.org/drawingml/2006/main">
              <a:ext uri="{FF2B5EF4-FFF2-40B4-BE49-F238E27FC236}">
                <a16:creationId xmlns:a16="http://schemas.microsoft.com/office/drawing/2014/main" id="{E2728390-3EB4-417B-A5EC-4F95646D1D73}"/>
              </a:ext>
            </a:extLst>
          </p:cNvPr>
          <p:cNvSpPr>
            <a:spLocks xmlns:a="http://schemas.openxmlformats.org/drawingml/2006/main" noGrp="1"/>
          </p:cNvSpPr>
          <p:nvPr/>
        </p:nvSpPr>
        <p:spPr>
          <a:xfrm xmlns:a="http://schemas.openxmlformats.org/drawingml/2006/main" flipV="1">
            <a:off x="4706620" y="2369185"/>
            <a:ext cx="160020" cy="11442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sues200_uav_150m_to_satellite/sues200_uav_150m_to_satellite/seed-3/visual/segment-2-3">
            <a:extLst xmlns:a="http://schemas.openxmlformats.org/drawingml/2006/main">
              <a:ext uri="{FF2B5EF4-FFF2-40B4-BE49-F238E27FC236}">
                <a16:creationId xmlns:a16="http://schemas.microsoft.com/office/drawing/2014/main" id="{68635FC4-CB0D-4FBA-84A4-739FF4357905}"/>
              </a:ext>
            </a:extLst>
          </p:cNvPr>
          <p:cNvSpPr>
            <a:spLocks xmlns:a="http://schemas.openxmlformats.org/drawingml/2006/main" noGrp="1"/>
          </p:cNvSpPr>
          <p:nvPr/>
        </p:nvSpPr>
        <p:spPr>
          <a:xfrm xmlns:a="http://schemas.openxmlformats.org/drawingml/2006/main" flipV="1">
            <a:off x="4866640" y="2315210"/>
            <a:ext cx="160020" cy="5397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sues200_uav_150m_to_satellite/sues200_uav_150m_to_satellite/seed-3/visual/segment-3-4">
            <a:extLst xmlns:a="http://schemas.openxmlformats.org/drawingml/2006/main">
              <a:ext uri="{FF2B5EF4-FFF2-40B4-BE49-F238E27FC236}">
                <a16:creationId xmlns:a16="http://schemas.microsoft.com/office/drawing/2014/main" id="{ECA9EE5E-00ED-4982-8C88-1E726361A087}"/>
              </a:ext>
            </a:extLst>
          </p:cNvPr>
          <p:cNvSpPr>
            <a:spLocks xmlns:a="http://schemas.openxmlformats.org/drawingml/2006/main" noGrp="1"/>
          </p:cNvSpPr>
          <p:nvPr/>
        </p:nvSpPr>
        <p:spPr>
          <a:xfrm xmlns:a="http://schemas.openxmlformats.org/drawingml/2006/main" flipV="1">
            <a:off x="5026660" y="2234248"/>
            <a:ext cx="160020" cy="8096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sues200_uav_150m_to_satellite/sues200_uav_150m_to_satellite/seed-3/visual/segment-4-5">
            <a:extLst xmlns:a="http://schemas.openxmlformats.org/drawingml/2006/main">
              <a:ext uri="{FF2B5EF4-FFF2-40B4-BE49-F238E27FC236}">
                <a16:creationId xmlns:a16="http://schemas.microsoft.com/office/drawing/2014/main" id="{718B8D38-CB6A-44E1-B999-DB57DEA8712D}"/>
              </a:ext>
            </a:extLst>
          </p:cNvPr>
          <p:cNvSpPr>
            <a:spLocks xmlns:a="http://schemas.openxmlformats.org/drawingml/2006/main" noGrp="1"/>
          </p:cNvSpPr>
          <p:nvPr/>
        </p:nvSpPr>
        <p:spPr>
          <a:xfrm xmlns:a="http://schemas.openxmlformats.org/drawingml/2006/main" flipV="1">
            <a:off x="5186680" y="2170125"/>
            <a:ext cx="160020" cy="6412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sues200_uav_150m_to_satellite/sues200_uav_150m_to_satellite/seed-3/visual/segment-5-6">
            <a:extLst xmlns:a="http://schemas.openxmlformats.org/drawingml/2006/main">
              <a:ext uri="{FF2B5EF4-FFF2-40B4-BE49-F238E27FC236}">
                <a16:creationId xmlns:a16="http://schemas.microsoft.com/office/drawing/2014/main" id="{82FCFE48-7A7F-4822-BE6A-BDE926E650C7}"/>
              </a:ext>
            </a:extLst>
          </p:cNvPr>
          <p:cNvSpPr>
            <a:spLocks xmlns:a="http://schemas.openxmlformats.org/drawingml/2006/main" noGrp="1"/>
          </p:cNvSpPr>
          <p:nvPr/>
        </p:nvSpPr>
        <p:spPr>
          <a:xfrm xmlns:a="http://schemas.openxmlformats.org/drawingml/2006/main" flipV="1">
            <a:off x="5346700" y="2097871"/>
            <a:ext cx="160020" cy="7225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sues200_uav_150m_to_satellite/sues200_uav_150m_to_satellite/seed-3/visual/segment-6-7">
            <a:extLst xmlns:a="http://schemas.openxmlformats.org/drawingml/2006/main">
              <a:ext uri="{FF2B5EF4-FFF2-40B4-BE49-F238E27FC236}">
                <a16:creationId xmlns:a16="http://schemas.microsoft.com/office/drawing/2014/main" id="{75F589B9-63D2-4F48-A1B8-5A9083F48C44}"/>
              </a:ext>
            </a:extLst>
          </p:cNvPr>
          <p:cNvSpPr>
            <a:spLocks xmlns:a="http://schemas.openxmlformats.org/drawingml/2006/main" noGrp="1"/>
          </p:cNvSpPr>
          <p:nvPr/>
        </p:nvSpPr>
        <p:spPr>
          <a:xfrm xmlns:a="http://schemas.openxmlformats.org/drawingml/2006/main" flipV="1">
            <a:off x="5506720" y="2043176"/>
            <a:ext cx="160020" cy="5469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sues200_uav_150m_to_satellite/sues200_uav_150m_to_satellite/seed-3/visual/segment-7-8">
            <a:extLst xmlns:a="http://schemas.openxmlformats.org/drawingml/2006/main">
              <a:ext uri="{FF2B5EF4-FFF2-40B4-BE49-F238E27FC236}">
                <a16:creationId xmlns:a16="http://schemas.microsoft.com/office/drawing/2014/main" id="{1D331AC3-0FA6-44E3-83B3-D93AE914572C}"/>
              </a:ext>
            </a:extLst>
          </p:cNvPr>
          <p:cNvSpPr>
            <a:spLocks xmlns:a="http://schemas.openxmlformats.org/drawingml/2006/main" noGrp="1"/>
          </p:cNvSpPr>
          <p:nvPr/>
        </p:nvSpPr>
        <p:spPr>
          <a:xfrm xmlns:a="http://schemas.openxmlformats.org/drawingml/2006/main" flipV="1">
            <a:off x="5666740" y="2001615"/>
            <a:ext cx="160020" cy="4156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sues200_uav_150m_to_satellite/sues200_uav_150m_to_satellite/seed-3/visual/segment-8-9">
            <a:extLst xmlns:a="http://schemas.openxmlformats.org/drawingml/2006/main">
              <a:ext uri="{FF2B5EF4-FFF2-40B4-BE49-F238E27FC236}">
                <a16:creationId xmlns:a16="http://schemas.microsoft.com/office/drawing/2014/main" id="{84EDD8A1-6607-4375-B273-8F3B9B401F01}"/>
              </a:ext>
            </a:extLst>
          </p:cNvPr>
          <p:cNvSpPr>
            <a:spLocks xmlns:a="http://schemas.openxmlformats.org/drawingml/2006/main" noGrp="1"/>
          </p:cNvSpPr>
          <p:nvPr/>
        </p:nvSpPr>
        <p:spPr>
          <a:xfrm xmlns:a="http://schemas.openxmlformats.org/drawingml/2006/main" flipV="1">
            <a:off x="5826760" y="1968331"/>
            <a:ext cx="160020" cy="3328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sues200_uav_150m_to_satellite/sues200_uav_150m_to_satellite/seed-3/visual/segment-9-10">
            <a:extLst xmlns:a="http://schemas.openxmlformats.org/drawingml/2006/main">
              <a:ext uri="{FF2B5EF4-FFF2-40B4-BE49-F238E27FC236}">
                <a16:creationId xmlns:a16="http://schemas.microsoft.com/office/drawing/2014/main" id="{F2B9C796-4A02-4112-9147-331BC3A2A92A}"/>
              </a:ext>
            </a:extLst>
          </p:cNvPr>
          <p:cNvSpPr>
            <a:spLocks xmlns:a="http://schemas.openxmlformats.org/drawingml/2006/main" noGrp="1"/>
          </p:cNvSpPr>
          <p:nvPr/>
        </p:nvSpPr>
        <p:spPr>
          <a:xfrm xmlns:a="http://schemas.openxmlformats.org/drawingml/2006/main" flipV="1">
            <a:off x="5986780" y="1926590"/>
            <a:ext cx="160020" cy="4174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sues200_uav_150m_to_satellite/sues200_uav_150m_to_satellite/seed-3/visual/point-1">
            <a:extLst xmlns:a="http://schemas.openxmlformats.org/drawingml/2006/main">
              <a:ext uri="{FF2B5EF4-FFF2-40B4-BE49-F238E27FC236}">
                <a16:creationId xmlns:a16="http://schemas.microsoft.com/office/drawing/2014/main" id="{5053A075-27C6-4929-B424-73ED11FD0A35}"/>
              </a:ext>
            </a:extLst>
          </p:cNvPr>
          <p:cNvSpPr>
            <a:spLocks xmlns:a="http://schemas.openxmlformats.org/drawingml/2006/main" noGrp="1"/>
          </p:cNvSpPr>
          <p:nvPr/>
        </p:nvSpPr>
        <p:spPr>
          <a:xfrm xmlns:a="http://schemas.openxmlformats.org/drawingml/2006/main">
            <a:off x="4683125" y="246011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sues200_uav_150m_to_satellite/sues200_uav_150m_to_satellite/seed-3/visual/point-2">
            <a:extLst xmlns:a="http://schemas.openxmlformats.org/drawingml/2006/main">
              <a:ext uri="{FF2B5EF4-FFF2-40B4-BE49-F238E27FC236}">
                <a16:creationId xmlns:a16="http://schemas.microsoft.com/office/drawing/2014/main" id="{3EA65DF6-016F-4249-8F28-77179AB84979}"/>
              </a:ext>
            </a:extLst>
          </p:cNvPr>
          <p:cNvSpPr>
            <a:spLocks xmlns:a="http://schemas.openxmlformats.org/drawingml/2006/main" noGrp="1"/>
          </p:cNvSpPr>
          <p:nvPr/>
        </p:nvSpPr>
        <p:spPr>
          <a:xfrm xmlns:a="http://schemas.openxmlformats.org/drawingml/2006/main">
            <a:off x="4843145" y="234569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sues200_uav_150m_to_satellite/sues200_uav_150m_to_satellite/seed-3/visual/point-3">
            <a:extLst xmlns:a="http://schemas.openxmlformats.org/drawingml/2006/main">
              <a:ext uri="{FF2B5EF4-FFF2-40B4-BE49-F238E27FC236}">
                <a16:creationId xmlns:a16="http://schemas.microsoft.com/office/drawing/2014/main" id="{C4FC9B67-4662-4D9A-B3F5-0B1DC3EBD8D7}"/>
              </a:ext>
            </a:extLst>
          </p:cNvPr>
          <p:cNvSpPr>
            <a:spLocks xmlns:a="http://schemas.openxmlformats.org/drawingml/2006/main" noGrp="1"/>
          </p:cNvSpPr>
          <p:nvPr/>
        </p:nvSpPr>
        <p:spPr>
          <a:xfrm xmlns:a="http://schemas.openxmlformats.org/drawingml/2006/main">
            <a:off x="5003165" y="229171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sues200_uav_150m_to_satellite/sues200_uav_150m_to_satellite/seed-3/visual/point-4">
            <a:extLst xmlns:a="http://schemas.openxmlformats.org/drawingml/2006/main">
              <a:ext uri="{FF2B5EF4-FFF2-40B4-BE49-F238E27FC236}">
                <a16:creationId xmlns:a16="http://schemas.microsoft.com/office/drawing/2014/main" id="{000F71D1-37CD-453D-A3E0-BB294BE05AF0}"/>
              </a:ext>
            </a:extLst>
          </p:cNvPr>
          <p:cNvSpPr>
            <a:spLocks xmlns:a="http://schemas.openxmlformats.org/drawingml/2006/main" noGrp="1"/>
          </p:cNvSpPr>
          <p:nvPr/>
        </p:nvSpPr>
        <p:spPr>
          <a:xfrm xmlns:a="http://schemas.openxmlformats.org/drawingml/2006/main">
            <a:off x="5163185" y="221075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sues200_uav_150m_to_satellite/sues200_uav_150m_to_satellite/seed-3/visual/point-5">
            <a:extLst xmlns:a="http://schemas.openxmlformats.org/drawingml/2006/main">
              <a:ext uri="{FF2B5EF4-FFF2-40B4-BE49-F238E27FC236}">
                <a16:creationId xmlns:a16="http://schemas.microsoft.com/office/drawing/2014/main" id="{B9ACE539-7521-4485-BB53-D3243D2F74E2}"/>
              </a:ext>
            </a:extLst>
          </p:cNvPr>
          <p:cNvSpPr>
            <a:spLocks xmlns:a="http://schemas.openxmlformats.org/drawingml/2006/main" noGrp="1"/>
          </p:cNvSpPr>
          <p:nvPr/>
        </p:nvSpPr>
        <p:spPr>
          <a:xfrm xmlns:a="http://schemas.openxmlformats.org/drawingml/2006/main">
            <a:off x="5323205" y="214663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sues200_uav_150m_to_satellite/sues200_uav_150m_to_satellite/seed-3/visual/point-6">
            <a:extLst xmlns:a="http://schemas.openxmlformats.org/drawingml/2006/main">
              <a:ext uri="{FF2B5EF4-FFF2-40B4-BE49-F238E27FC236}">
                <a16:creationId xmlns:a16="http://schemas.microsoft.com/office/drawing/2014/main" id="{105A7620-BAA9-474A-B4C1-B843BE745B1F}"/>
              </a:ext>
            </a:extLst>
          </p:cNvPr>
          <p:cNvSpPr>
            <a:spLocks xmlns:a="http://schemas.openxmlformats.org/drawingml/2006/main" noGrp="1"/>
          </p:cNvSpPr>
          <p:nvPr/>
        </p:nvSpPr>
        <p:spPr>
          <a:xfrm xmlns:a="http://schemas.openxmlformats.org/drawingml/2006/main">
            <a:off x="5483225" y="207437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sues200_uav_150m_to_satellite/sues200_uav_150m_to_satellite/seed-3/visual/point-7">
            <a:extLst xmlns:a="http://schemas.openxmlformats.org/drawingml/2006/main">
              <a:ext uri="{FF2B5EF4-FFF2-40B4-BE49-F238E27FC236}">
                <a16:creationId xmlns:a16="http://schemas.microsoft.com/office/drawing/2014/main" id="{999C23A7-2722-4075-B126-A1C00E6F62E6}"/>
              </a:ext>
            </a:extLst>
          </p:cNvPr>
          <p:cNvSpPr>
            <a:spLocks xmlns:a="http://schemas.openxmlformats.org/drawingml/2006/main" noGrp="1"/>
          </p:cNvSpPr>
          <p:nvPr/>
        </p:nvSpPr>
        <p:spPr>
          <a:xfrm xmlns:a="http://schemas.openxmlformats.org/drawingml/2006/main">
            <a:off x="5643245" y="201968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sues200_uav_150m_to_satellite/sues200_uav_150m_to_satellite/seed-3/visual/point-8">
            <a:extLst xmlns:a="http://schemas.openxmlformats.org/drawingml/2006/main">
              <a:ext uri="{FF2B5EF4-FFF2-40B4-BE49-F238E27FC236}">
                <a16:creationId xmlns:a16="http://schemas.microsoft.com/office/drawing/2014/main" id="{7776C294-82F1-4FDD-9C52-E7F62F8DFCD0}"/>
              </a:ext>
            </a:extLst>
          </p:cNvPr>
          <p:cNvSpPr>
            <a:spLocks xmlns:a="http://schemas.openxmlformats.org/drawingml/2006/main" noGrp="1"/>
          </p:cNvSpPr>
          <p:nvPr/>
        </p:nvSpPr>
        <p:spPr>
          <a:xfrm xmlns:a="http://schemas.openxmlformats.org/drawingml/2006/main">
            <a:off x="5803265" y="197812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sues200_uav_150m_to_satellite/sues200_uav_150m_to_satellite/seed-3/visual/point-9">
            <a:extLst xmlns:a="http://schemas.openxmlformats.org/drawingml/2006/main">
              <a:ext uri="{FF2B5EF4-FFF2-40B4-BE49-F238E27FC236}">
                <a16:creationId xmlns:a16="http://schemas.microsoft.com/office/drawing/2014/main" id="{4C80C345-7A48-4D33-BBB9-9DEE529482BD}"/>
              </a:ext>
            </a:extLst>
          </p:cNvPr>
          <p:cNvSpPr>
            <a:spLocks xmlns:a="http://schemas.openxmlformats.org/drawingml/2006/main" noGrp="1"/>
          </p:cNvSpPr>
          <p:nvPr/>
        </p:nvSpPr>
        <p:spPr>
          <a:xfrm xmlns:a="http://schemas.openxmlformats.org/drawingml/2006/main">
            <a:off x="5963285" y="194483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sues200_uav_150m_to_satellite/sues200_uav_150m_to_satellite/seed-3/visual/point-10">
            <a:extLst xmlns:a="http://schemas.openxmlformats.org/drawingml/2006/main">
              <a:ext uri="{FF2B5EF4-FFF2-40B4-BE49-F238E27FC236}">
                <a16:creationId xmlns:a16="http://schemas.microsoft.com/office/drawing/2014/main" id="{8D77ADE1-654A-4BA3-A08B-9BDE7AD1837F}"/>
              </a:ext>
            </a:extLst>
          </p:cNvPr>
          <p:cNvSpPr>
            <a:spLocks xmlns:a="http://schemas.openxmlformats.org/drawingml/2006/main" noGrp="1"/>
          </p:cNvSpPr>
          <p:nvPr/>
        </p:nvSpPr>
        <p:spPr>
          <a:xfrm xmlns:a="http://schemas.openxmlformats.org/drawingml/2006/main">
            <a:off x="6123305" y="190309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sues200_uav_150m_to_satellite/seed-3/visual/AURC">
            <a:extLst xmlns:a="http://schemas.openxmlformats.org/drawingml/2006/main">
              <a:ext uri="{FF2B5EF4-FFF2-40B4-BE49-F238E27FC236}">
                <a16:creationId xmlns:a16="http://schemas.microsoft.com/office/drawing/2014/main" id="{68A50D28-E9BE-4E91-A330-E870A42F4858}"/>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0.4634</a:t>
            </a:r>
          </a:p>
        </p:txBody>
      </p:sp>
      <p:sp>
        <p:nvSpPr>
          <p:cNvPr id="179" name="sues200_uav_150m_to_satellite/sues200_uav_150m_to_satellite/seed-3/full/segment-1-2">
            <a:extLst xmlns:a="http://schemas.openxmlformats.org/drawingml/2006/main">
              <a:ext uri="{FF2B5EF4-FFF2-40B4-BE49-F238E27FC236}">
                <a16:creationId xmlns:a16="http://schemas.microsoft.com/office/drawing/2014/main" id="{CA0E441A-156B-42EC-989D-49F8233BA74D}"/>
              </a:ext>
            </a:extLst>
          </p:cNvPr>
          <p:cNvSpPr>
            <a:spLocks xmlns:a="http://schemas.openxmlformats.org/drawingml/2006/main" noGrp="1"/>
          </p:cNvSpPr>
          <p:nvPr/>
        </p:nvSpPr>
        <p:spPr>
          <a:xfrm xmlns:a="http://schemas.openxmlformats.org/drawingml/2006/main" flipV="1">
            <a:off x="4706620" y="2120900"/>
            <a:ext cx="160020" cy="12522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sues200_uav_150m_to_satellite/sues200_uav_150m_to_satellite/seed-3/full/segment-2-3">
            <a:extLst xmlns:a="http://schemas.openxmlformats.org/drawingml/2006/main">
              <a:ext uri="{FF2B5EF4-FFF2-40B4-BE49-F238E27FC236}">
                <a16:creationId xmlns:a16="http://schemas.microsoft.com/office/drawing/2014/main" id="{D6E0C0AD-B5B0-4AC6-8B87-EEF313CD3249}"/>
              </a:ext>
            </a:extLst>
          </p:cNvPr>
          <p:cNvSpPr>
            <a:spLocks xmlns:a="http://schemas.openxmlformats.org/drawingml/2006/main" noGrp="1"/>
          </p:cNvSpPr>
          <p:nvPr/>
        </p:nvSpPr>
        <p:spPr>
          <a:xfrm xmlns:a="http://schemas.openxmlformats.org/drawingml/2006/main" flipV="1">
            <a:off x="4866640" y="2057569"/>
            <a:ext cx="160020" cy="6333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sues200_uav_150m_to_satellite/sues200_uav_150m_to_satellite/seed-3/full/segment-3-4">
            <a:extLst xmlns:a="http://schemas.openxmlformats.org/drawingml/2006/main">
              <a:ext uri="{FF2B5EF4-FFF2-40B4-BE49-F238E27FC236}">
                <a16:creationId xmlns:a16="http://schemas.microsoft.com/office/drawing/2014/main" id="{EA58B000-4486-4EDD-977B-AD3083603ED7}"/>
              </a:ext>
            </a:extLst>
          </p:cNvPr>
          <p:cNvSpPr>
            <a:spLocks xmlns:a="http://schemas.openxmlformats.org/drawingml/2006/main" noGrp="1"/>
          </p:cNvSpPr>
          <p:nvPr/>
        </p:nvSpPr>
        <p:spPr>
          <a:xfrm xmlns:a="http://schemas.openxmlformats.org/drawingml/2006/main" flipV="1">
            <a:off x="5026660" y="1981645"/>
            <a:ext cx="160020" cy="7592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sues200_uav_150m_to_satellite/sues200_uav_150m_to_satellite/seed-3/full/segment-4-5">
            <a:extLst xmlns:a="http://schemas.openxmlformats.org/drawingml/2006/main">
              <a:ext uri="{FF2B5EF4-FFF2-40B4-BE49-F238E27FC236}">
                <a16:creationId xmlns:a16="http://schemas.microsoft.com/office/drawing/2014/main" id="{2484EA72-FD3F-4843-A67A-9AD740F45F94}"/>
              </a:ext>
            </a:extLst>
          </p:cNvPr>
          <p:cNvSpPr>
            <a:spLocks xmlns:a="http://schemas.openxmlformats.org/drawingml/2006/main" noGrp="1"/>
          </p:cNvSpPr>
          <p:nvPr/>
        </p:nvSpPr>
        <p:spPr>
          <a:xfrm xmlns:a="http://schemas.openxmlformats.org/drawingml/2006/main" flipV="1">
            <a:off x="5186680" y="1928317"/>
            <a:ext cx="160020" cy="5332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sues200_uav_150m_to_satellite/sues200_uav_150m_to_satellite/seed-3/full/segment-5-6">
            <a:extLst xmlns:a="http://schemas.openxmlformats.org/drawingml/2006/main">
              <a:ext uri="{FF2B5EF4-FFF2-40B4-BE49-F238E27FC236}">
                <a16:creationId xmlns:a16="http://schemas.microsoft.com/office/drawing/2014/main" id="{5C1CD467-A223-4015-86D4-3D96FBFBE66C}"/>
              </a:ext>
            </a:extLst>
          </p:cNvPr>
          <p:cNvSpPr>
            <a:spLocks xmlns:a="http://schemas.openxmlformats.org/drawingml/2006/main" noGrp="1"/>
          </p:cNvSpPr>
          <p:nvPr/>
        </p:nvSpPr>
        <p:spPr>
          <a:xfrm xmlns:a="http://schemas.openxmlformats.org/drawingml/2006/main" flipV="1">
            <a:off x="5346700" y="1894925"/>
            <a:ext cx="160020" cy="3339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sues200_uav_150m_to_satellite/sues200_uav_150m_to_satellite/seed-3/full/segment-6-7">
            <a:extLst xmlns:a="http://schemas.openxmlformats.org/drawingml/2006/main">
              <a:ext uri="{FF2B5EF4-FFF2-40B4-BE49-F238E27FC236}">
                <a16:creationId xmlns:a16="http://schemas.microsoft.com/office/drawing/2014/main" id="{613B7984-DF3C-41AE-BE37-9A7E9AC28E5C}"/>
              </a:ext>
            </a:extLst>
          </p:cNvPr>
          <p:cNvSpPr>
            <a:spLocks xmlns:a="http://schemas.openxmlformats.org/drawingml/2006/main" noGrp="1"/>
          </p:cNvSpPr>
          <p:nvPr/>
        </p:nvSpPr>
        <p:spPr>
          <a:xfrm xmlns:a="http://schemas.openxmlformats.org/drawingml/2006/main" flipV="1">
            <a:off x="5506720" y="1851950"/>
            <a:ext cx="160020" cy="4297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sues200_uav_150m_to_satellite/sues200_uav_150m_to_satellite/seed-3/full/segment-7-8">
            <a:extLst xmlns:a="http://schemas.openxmlformats.org/drawingml/2006/main">
              <a:ext uri="{FF2B5EF4-FFF2-40B4-BE49-F238E27FC236}">
                <a16:creationId xmlns:a16="http://schemas.microsoft.com/office/drawing/2014/main" id="{6C0FBDE6-3FBF-41C2-AD49-AF8D225534C8}"/>
              </a:ext>
            </a:extLst>
          </p:cNvPr>
          <p:cNvSpPr>
            <a:spLocks xmlns:a="http://schemas.openxmlformats.org/drawingml/2006/main" noGrp="1"/>
          </p:cNvSpPr>
          <p:nvPr/>
        </p:nvSpPr>
        <p:spPr>
          <a:xfrm xmlns:a="http://schemas.openxmlformats.org/drawingml/2006/main" flipV="1">
            <a:off x="5666740" y="1826197"/>
            <a:ext cx="160020" cy="2575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sues200_uav_150m_to_satellite/sues200_uav_150m_to_satellite/seed-3/full/segment-8-9">
            <a:extLst xmlns:a="http://schemas.openxmlformats.org/drawingml/2006/main">
              <a:ext uri="{FF2B5EF4-FFF2-40B4-BE49-F238E27FC236}">
                <a16:creationId xmlns:a16="http://schemas.microsoft.com/office/drawing/2014/main" id="{CB200BCF-2A12-4358-9EC3-C92AF8C26194}"/>
              </a:ext>
            </a:extLst>
          </p:cNvPr>
          <p:cNvSpPr>
            <a:spLocks xmlns:a="http://schemas.openxmlformats.org/drawingml/2006/main" noGrp="1"/>
          </p:cNvSpPr>
          <p:nvPr/>
        </p:nvSpPr>
        <p:spPr>
          <a:xfrm xmlns:a="http://schemas.openxmlformats.org/drawingml/2006/main" flipV="1">
            <a:off x="5826760" y="1797050"/>
            <a:ext cx="160020" cy="2914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sues200_uav_150m_to_satellite/sues200_uav_150m_to_satellite/seed-3/full/segment-9-10">
            <a:extLst xmlns:a="http://schemas.openxmlformats.org/drawingml/2006/main">
              <a:ext uri="{FF2B5EF4-FFF2-40B4-BE49-F238E27FC236}">
                <a16:creationId xmlns:a16="http://schemas.microsoft.com/office/drawing/2014/main" id="{E4982947-5322-4A97-8574-E6431B3EE831}"/>
              </a:ext>
            </a:extLst>
          </p:cNvPr>
          <p:cNvSpPr>
            <a:spLocks xmlns:a="http://schemas.openxmlformats.org/drawingml/2006/main" noGrp="1"/>
          </p:cNvSpPr>
          <p:nvPr/>
        </p:nvSpPr>
        <p:spPr>
          <a:xfrm xmlns:a="http://schemas.openxmlformats.org/drawingml/2006/main" flipV="1">
            <a:off x="5986780" y="1771142"/>
            <a:ext cx="160020" cy="2590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sues200_uav_150m_to_satellite/sues200_uav_150m_to_satellite/seed-3/full/point-1">
            <a:extLst xmlns:a="http://schemas.openxmlformats.org/drawingml/2006/main">
              <a:ext uri="{FF2B5EF4-FFF2-40B4-BE49-F238E27FC236}">
                <a16:creationId xmlns:a16="http://schemas.microsoft.com/office/drawing/2014/main" id="{7639078E-E2EE-4F1C-A8FA-445596A8B1AB}"/>
              </a:ext>
            </a:extLst>
          </p:cNvPr>
          <p:cNvSpPr>
            <a:spLocks xmlns:a="http://schemas.openxmlformats.org/drawingml/2006/main" noGrp="1"/>
          </p:cNvSpPr>
          <p:nvPr/>
        </p:nvSpPr>
        <p:spPr>
          <a:xfrm xmlns:a="http://schemas.openxmlformats.org/drawingml/2006/main">
            <a:off x="4683125" y="222262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sues200_uav_150m_to_satellite/sues200_uav_150m_to_satellite/seed-3/full/point-2">
            <a:extLst xmlns:a="http://schemas.openxmlformats.org/drawingml/2006/main">
              <a:ext uri="{FF2B5EF4-FFF2-40B4-BE49-F238E27FC236}">
                <a16:creationId xmlns:a16="http://schemas.microsoft.com/office/drawing/2014/main" id="{A6D78414-1453-4999-A8C0-9564BEC3CED2}"/>
              </a:ext>
            </a:extLst>
          </p:cNvPr>
          <p:cNvSpPr>
            <a:spLocks xmlns:a="http://schemas.openxmlformats.org/drawingml/2006/main" noGrp="1"/>
          </p:cNvSpPr>
          <p:nvPr/>
        </p:nvSpPr>
        <p:spPr>
          <a:xfrm xmlns:a="http://schemas.openxmlformats.org/drawingml/2006/main">
            <a:off x="4843145" y="20974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sues200_uav_150m_to_satellite/sues200_uav_150m_to_satellite/seed-3/full/point-3">
            <a:extLst xmlns:a="http://schemas.openxmlformats.org/drawingml/2006/main">
              <a:ext uri="{FF2B5EF4-FFF2-40B4-BE49-F238E27FC236}">
                <a16:creationId xmlns:a16="http://schemas.microsoft.com/office/drawing/2014/main" id="{0CF7818A-FFA0-47B6-B8F3-4C27D84D8868}"/>
              </a:ext>
            </a:extLst>
          </p:cNvPr>
          <p:cNvSpPr>
            <a:spLocks xmlns:a="http://schemas.openxmlformats.org/drawingml/2006/main" noGrp="1"/>
          </p:cNvSpPr>
          <p:nvPr/>
        </p:nvSpPr>
        <p:spPr>
          <a:xfrm xmlns:a="http://schemas.openxmlformats.org/drawingml/2006/main">
            <a:off x="5003165" y="203407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sues200_uav_150m_to_satellite/sues200_uav_150m_to_satellite/seed-3/full/point-4">
            <a:extLst xmlns:a="http://schemas.openxmlformats.org/drawingml/2006/main">
              <a:ext uri="{FF2B5EF4-FFF2-40B4-BE49-F238E27FC236}">
                <a16:creationId xmlns:a16="http://schemas.microsoft.com/office/drawing/2014/main" id="{1BD534CD-CAA9-45F0-9127-FBB5A31760C0}"/>
              </a:ext>
            </a:extLst>
          </p:cNvPr>
          <p:cNvSpPr>
            <a:spLocks xmlns:a="http://schemas.openxmlformats.org/drawingml/2006/main" noGrp="1"/>
          </p:cNvSpPr>
          <p:nvPr/>
        </p:nvSpPr>
        <p:spPr>
          <a:xfrm xmlns:a="http://schemas.openxmlformats.org/drawingml/2006/main">
            <a:off x="5163185" y="195815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sues200_uav_150m_to_satellite/sues200_uav_150m_to_satellite/seed-3/full/point-5">
            <a:extLst xmlns:a="http://schemas.openxmlformats.org/drawingml/2006/main">
              <a:ext uri="{FF2B5EF4-FFF2-40B4-BE49-F238E27FC236}">
                <a16:creationId xmlns:a16="http://schemas.microsoft.com/office/drawing/2014/main" id="{29970B0C-6B2D-4115-A5B8-6C1A0F6296CE}"/>
              </a:ext>
            </a:extLst>
          </p:cNvPr>
          <p:cNvSpPr>
            <a:spLocks xmlns:a="http://schemas.openxmlformats.org/drawingml/2006/main" noGrp="1"/>
          </p:cNvSpPr>
          <p:nvPr/>
        </p:nvSpPr>
        <p:spPr>
          <a:xfrm xmlns:a="http://schemas.openxmlformats.org/drawingml/2006/main">
            <a:off x="5323205" y="190482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sues200_uav_150m_to_satellite/sues200_uav_150m_to_satellite/seed-3/full/point-6">
            <a:extLst xmlns:a="http://schemas.openxmlformats.org/drawingml/2006/main">
              <a:ext uri="{FF2B5EF4-FFF2-40B4-BE49-F238E27FC236}">
                <a16:creationId xmlns:a16="http://schemas.microsoft.com/office/drawing/2014/main" id="{C6DDD563-4217-4AF2-A1DC-7CDE2D302D6E}"/>
              </a:ext>
            </a:extLst>
          </p:cNvPr>
          <p:cNvSpPr>
            <a:spLocks xmlns:a="http://schemas.openxmlformats.org/drawingml/2006/main" noGrp="1"/>
          </p:cNvSpPr>
          <p:nvPr/>
        </p:nvSpPr>
        <p:spPr>
          <a:xfrm xmlns:a="http://schemas.openxmlformats.org/drawingml/2006/main">
            <a:off x="5483225" y="187143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sues200_uav_150m_to_satellite/sues200_uav_150m_to_satellite/seed-3/full/point-7">
            <a:extLst xmlns:a="http://schemas.openxmlformats.org/drawingml/2006/main">
              <a:ext uri="{FF2B5EF4-FFF2-40B4-BE49-F238E27FC236}">
                <a16:creationId xmlns:a16="http://schemas.microsoft.com/office/drawing/2014/main" id="{3948B854-3D9C-4FA3-BE4A-8D76EB6DB373}"/>
              </a:ext>
            </a:extLst>
          </p:cNvPr>
          <p:cNvSpPr>
            <a:spLocks xmlns:a="http://schemas.openxmlformats.org/drawingml/2006/main" noGrp="1"/>
          </p:cNvSpPr>
          <p:nvPr/>
        </p:nvSpPr>
        <p:spPr>
          <a:xfrm xmlns:a="http://schemas.openxmlformats.org/drawingml/2006/main">
            <a:off x="5643245" y="18284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sues200_uav_150m_to_satellite/sues200_uav_150m_to_satellite/seed-3/full/point-8">
            <a:extLst xmlns:a="http://schemas.openxmlformats.org/drawingml/2006/main">
              <a:ext uri="{FF2B5EF4-FFF2-40B4-BE49-F238E27FC236}">
                <a16:creationId xmlns:a16="http://schemas.microsoft.com/office/drawing/2014/main" id="{1D18BA59-1269-4F94-AB65-51C28A4DCAC7}"/>
              </a:ext>
            </a:extLst>
          </p:cNvPr>
          <p:cNvSpPr>
            <a:spLocks xmlns:a="http://schemas.openxmlformats.org/drawingml/2006/main" noGrp="1"/>
          </p:cNvSpPr>
          <p:nvPr/>
        </p:nvSpPr>
        <p:spPr>
          <a:xfrm xmlns:a="http://schemas.openxmlformats.org/drawingml/2006/main">
            <a:off x="5803265" y="180270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sues200_uav_150m_to_satellite/sues200_uav_150m_to_satellite/seed-3/full/point-9">
            <a:extLst xmlns:a="http://schemas.openxmlformats.org/drawingml/2006/main">
              <a:ext uri="{FF2B5EF4-FFF2-40B4-BE49-F238E27FC236}">
                <a16:creationId xmlns:a16="http://schemas.microsoft.com/office/drawing/2014/main" id="{7D0F0FA3-EB7A-44F0-9F94-54A9C330F694}"/>
              </a:ext>
            </a:extLst>
          </p:cNvPr>
          <p:cNvSpPr>
            <a:spLocks xmlns:a="http://schemas.openxmlformats.org/drawingml/2006/main" noGrp="1"/>
          </p:cNvSpPr>
          <p:nvPr/>
        </p:nvSpPr>
        <p:spPr>
          <a:xfrm xmlns:a="http://schemas.openxmlformats.org/drawingml/2006/main">
            <a:off x="5963285" y="17735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sues200_uav_150m_to_satellite/sues200_uav_150m_to_satellite/seed-3/full/point-10">
            <a:extLst xmlns:a="http://schemas.openxmlformats.org/drawingml/2006/main">
              <a:ext uri="{FF2B5EF4-FFF2-40B4-BE49-F238E27FC236}">
                <a16:creationId xmlns:a16="http://schemas.microsoft.com/office/drawing/2014/main" id="{222726F2-DF78-43A8-A0A6-95DCD5C6B6D4}"/>
              </a:ext>
            </a:extLst>
          </p:cNvPr>
          <p:cNvSpPr>
            <a:spLocks xmlns:a="http://schemas.openxmlformats.org/drawingml/2006/main" noGrp="1"/>
          </p:cNvSpPr>
          <p:nvPr/>
        </p:nvSpPr>
        <p:spPr>
          <a:xfrm xmlns:a="http://schemas.openxmlformats.org/drawingml/2006/main">
            <a:off x="6123305" y="174764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sues200_uav_150m_to_satellite/seed-3/full/AURC">
            <a:extLst xmlns:a="http://schemas.openxmlformats.org/drawingml/2006/main">
              <a:ext uri="{FF2B5EF4-FFF2-40B4-BE49-F238E27FC236}">
                <a16:creationId xmlns:a16="http://schemas.microsoft.com/office/drawing/2014/main" id="{7793DB83-990B-44CB-9B1C-EE551FAFCAAC}"/>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0.5917</a:t>
            </a:r>
          </a:p>
        </p:txBody>
      </p:sp>
      <p:sp>
        <p:nvSpPr>
          <p:cNvPr id="199" name="sues200_uav_150m_to_satellite/seed-3/AURC-label">
            <a:extLst xmlns:a="http://schemas.openxmlformats.org/drawingml/2006/main">
              <a:ext uri="{FF2B5EF4-FFF2-40B4-BE49-F238E27FC236}">
                <a16:creationId xmlns:a16="http://schemas.microsoft.com/office/drawing/2014/main" id="{A376DCC6-205C-4CB1-9A53-7959CCDD5863}"/>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sues200_uav_150m_to_satellite/coverage-axis-label">
            <a:extLst xmlns:a="http://schemas.openxmlformats.org/drawingml/2006/main">
              <a:ext uri="{FF2B5EF4-FFF2-40B4-BE49-F238E27FC236}">
                <a16:creationId xmlns:a16="http://schemas.microsoft.com/office/drawing/2014/main" id="{2C8C18A0-9CF0-4A26-A1BC-FE07BD2D9BEC}"/>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sues200_uav_150m_to_satellite/footnote-1">
            <a:extLst xmlns:a="http://schemas.openxmlformats.org/drawingml/2006/main">
              <a:ext uri="{FF2B5EF4-FFF2-40B4-BE49-F238E27FC236}">
                <a16:creationId xmlns:a16="http://schemas.microsoft.com/office/drawing/2014/main" id="{F24A2E16-6755-459F-AB7C-2E06C710852A}"/>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sues200_uav_150m_to_satellite/footnote-2">
            <a:extLst xmlns:a="http://schemas.openxmlformats.org/drawingml/2006/main">
              <a:ext uri="{FF2B5EF4-FFF2-40B4-BE49-F238E27FC236}">
                <a16:creationId xmlns:a16="http://schemas.microsoft.com/office/drawing/2014/main" id="{DD27C435-31FD-41CA-A0D7-59E22F6873F9}"/>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sues200_uav_150m_to_satellite/footnote-3">
            <a:extLst xmlns:a="http://schemas.openxmlformats.org/drawingml/2006/main">
              <a:ext uri="{FF2B5EF4-FFF2-40B4-BE49-F238E27FC236}">
                <a16:creationId xmlns:a16="http://schemas.microsoft.com/office/drawing/2014/main" id="{178FDAA4-75A1-487F-92B5-7473EDC2DCD1}"/>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sues200_uav_150m_to_satellite/footnote-4">
            <a:extLst xmlns:a="http://schemas.openxmlformats.org/drawingml/2006/main">
              <a:ext uri="{FF2B5EF4-FFF2-40B4-BE49-F238E27FC236}">
                <a16:creationId xmlns:a16="http://schemas.microsoft.com/office/drawing/2014/main" id="{C593E52A-1228-431C-AE27-533C31B25594}"/>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91626733"/>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sues200_satellite_to_uav_150m/title">
            <a:extLst xmlns:a="http://schemas.openxmlformats.org/drawingml/2006/main">
              <a:ext uri="{FF2B5EF4-FFF2-40B4-BE49-F238E27FC236}">
                <a16:creationId xmlns:a16="http://schemas.microsoft.com/office/drawing/2014/main" id="{29B70D40-28F2-40C5-BAAC-273EB64FFCD9}"/>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150 m</a:t>
            </a:r>
          </a:p>
        </p:txBody>
      </p:sp>
      <p:sp>
        <p:nvSpPr>
          <p:cNvPr id="2" name="sues200_satellite_to_uav_150m/subtitle">
            <a:extLst xmlns:a="http://schemas.openxmlformats.org/drawingml/2006/main">
              <a:ext uri="{FF2B5EF4-FFF2-40B4-BE49-F238E27FC236}">
                <a16:creationId xmlns:a16="http://schemas.microsoft.com/office/drawing/2014/main" id="{A21DCB70-1230-4CD1-B81D-4AD6C5363C06}"/>
              </a:ext>
            </a:extLst>
          </p:cNvPr>
          <p:cNvSpPr>
            <a:spLocks xmlns:a="http://schemas.openxmlformats.org/drawingml/2006/main" noGrp="1"/>
          </p:cNvSpPr>
          <p:nvPr/>
        </p:nvSpPr>
        <p:spPr>
          <a:xfrm xmlns:a="http://schemas.openxmlformats.org/drawingml/2006/main">
            <a:off x="190500" y="326644"/>
            <a:ext cx="3112961"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80 queries</a:t>
            </a:r>
          </a:p>
        </p:txBody>
      </p:sp>
      <p:sp>
        <p:nvSpPr>
          <p:cNvPr id="3" name="sues200_satellite_to_uav_150m/legend/visual/marker">
            <a:extLst xmlns:a="http://schemas.openxmlformats.org/drawingml/2006/main">
              <a:ext uri="{FF2B5EF4-FFF2-40B4-BE49-F238E27FC236}">
                <a16:creationId xmlns:a16="http://schemas.microsoft.com/office/drawing/2014/main" id="{F35E2FCC-F74B-4133-8C15-6D49ADA2B14D}"/>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sues200_satellite_to_uav_150m/legend/visual/text">
            <a:extLst xmlns:a="http://schemas.openxmlformats.org/drawingml/2006/main">
              <a:ext uri="{FF2B5EF4-FFF2-40B4-BE49-F238E27FC236}">
                <a16:creationId xmlns:a16="http://schemas.microsoft.com/office/drawing/2014/main" id="{51493F8B-3882-4B91-8F07-4E0EE79AC550}"/>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sues200_satellite_to_uav_150m/legend/full/marker">
            <a:extLst xmlns:a="http://schemas.openxmlformats.org/drawingml/2006/main">
              <a:ext uri="{FF2B5EF4-FFF2-40B4-BE49-F238E27FC236}">
                <a16:creationId xmlns:a16="http://schemas.microsoft.com/office/drawing/2014/main" id="{97326524-86AD-4B15-A2AA-DF05DC29D24E}"/>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sues200_satellite_to_uav_150m/legend/full/text">
            <a:extLst xmlns:a="http://schemas.openxmlformats.org/drawingml/2006/main">
              <a:ext uri="{FF2B5EF4-FFF2-40B4-BE49-F238E27FC236}">
                <a16:creationId xmlns:a16="http://schemas.microsoft.com/office/drawing/2014/main" id="{F9E018DD-6228-4DA6-8183-9D8743E55F66}"/>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sues200_satellite_to_uav_150m/risk-axis-label">
            <a:extLst xmlns:a="http://schemas.openxmlformats.org/drawingml/2006/main">
              <a:ext uri="{FF2B5EF4-FFF2-40B4-BE49-F238E27FC236}">
                <a16:creationId xmlns:a16="http://schemas.microsoft.com/office/drawing/2014/main" id="{7E403865-AE2B-4592-96FC-06B318A0CC08}"/>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sues200_satellite_to_uav_150m/seed-1/heading">
            <a:extLst xmlns:a="http://schemas.openxmlformats.org/drawingml/2006/main">
              <a:ext uri="{FF2B5EF4-FFF2-40B4-BE49-F238E27FC236}">
                <a16:creationId xmlns:a16="http://schemas.microsoft.com/office/drawing/2014/main" id="{432A7853-4D74-4492-B561-5F440240F65E}"/>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satellite_to_uav_150m/seed-1/y-grid-0">
            <a:extLst xmlns:a="http://schemas.openxmlformats.org/drawingml/2006/main">
              <a:ext uri="{FF2B5EF4-FFF2-40B4-BE49-F238E27FC236}">
                <a16:creationId xmlns:a16="http://schemas.microsoft.com/office/drawing/2014/main" id="{2CADE627-9081-4148-9A41-764CE6271FD0}"/>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satellite_to_uav_150m/seed-1/y-label-0">
            <a:extLst xmlns:a="http://schemas.openxmlformats.org/drawingml/2006/main">
              <a:ext uri="{FF2B5EF4-FFF2-40B4-BE49-F238E27FC236}">
                <a16:creationId xmlns:a16="http://schemas.microsoft.com/office/drawing/2014/main" id="{1B7EC697-505F-42FF-B2F5-32185442065C}"/>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satellite_to_uav_150m/seed-1/x-tick-0">
            <a:extLst xmlns:a="http://schemas.openxmlformats.org/drawingml/2006/main">
              <a:ext uri="{FF2B5EF4-FFF2-40B4-BE49-F238E27FC236}">
                <a16:creationId xmlns:a16="http://schemas.microsoft.com/office/drawing/2014/main" id="{66441CB7-4B2E-4A93-958E-18C5548E735E}"/>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satellite_to_uav_150m/seed-1/x-label-0">
            <a:extLst xmlns:a="http://schemas.openxmlformats.org/drawingml/2006/main">
              <a:ext uri="{FF2B5EF4-FFF2-40B4-BE49-F238E27FC236}">
                <a16:creationId xmlns:a16="http://schemas.microsoft.com/office/drawing/2014/main" id="{46D11D7C-C74A-4111-AFE8-339D2C943B0D}"/>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150m/seed-1/y-grid-25">
            <a:extLst xmlns:a="http://schemas.openxmlformats.org/drawingml/2006/main">
              <a:ext uri="{FF2B5EF4-FFF2-40B4-BE49-F238E27FC236}">
                <a16:creationId xmlns:a16="http://schemas.microsoft.com/office/drawing/2014/main" id="{19F0E891-2B6D-48A2-8C86-966A24735622}"/>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satellite_to_uav_150m/seed-1/y-label-25">
            <a:extLst xmlns:a="http://schemas.openxmlformats.org/drawingml/2006/main">
              <a:ext uri="{FF2B5EF4-FFF2-40B4-BE49-F238E27FC236}">
                <a16:creationId xmlns:a16="http://schemas.microsoft.com/office/drawing/2014/main" id="{03E5F170-5E18-413D-91C4-27C4F53C283E}"/>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satellite_to_uav_150m/seed-1/x-tick-25">
            <a:extLst xmlns:a="http://schemas.openxmlformats.org/drawingml/2006/main">
              <a:ext uri="{FF2B5EF4-FFF2-40B4-BE49-F238E27FC236}">
                <a16:creationId xmlns:a16="http://schemas.microsoft.com/office/drawing/2014/main" id="{1F23CBA3-A5A2-4014-A581-B747CC2C7C39}"/>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satellite_to_uav_150m/seed-1/x-label-25">
            <a:extLst xmlns:a="http://schemas.openxmlformats.org/drawingml/2006/main">
              <a:ext uri="{FF2B5EF4-FFF2-40B4-BE49-F238E27FC236}">
                <a16:creationId xmlns:a16="http://schemas.microsoft.com/office/drawing/2014/main" id="{A8F497F5-1A71-412C-99DC-EFA8C2CC5EF3}"/>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satellite_to_uav_150m/seed-1/y-grid-50">
            <a:extLst xmlns:a="http://schemas.openxmlformats.org/drawingml/2006/main">
              <a:ext uri="{FF2B5EF4-FFF2-40B4-BE49-F238E27FC236}">
                <a16:creationId xmlns:a16="http://schemas.microsoft.com/office/drawing/2014/main" id="{9F882327-B642-4B48-AA2F-1F991093EE2D}"/>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satellite_to_uav_150m/seed-1/y-label-50">
            <a:extLst xmlns:a="http://schemas.openxmlformats.org/drawingml/2006/main">
              <a:ext uri="{FF2B5EF4-FFF2-40B4-BE49-F238E27FC236}">
                <a16:creationId xmlns:a16="http://schemas.microsoft.com/office/drawing/2014/main" id="{3EE3D79A-BB47-46B6-898B-1CC71E11DDA2}"/>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satellite_to_uav_150m/seed-1/x-tick-50">
            <a:extLst xmlns:a="http://schemas.openxmlformats.org/drawingml/2006/main">
              <a:ext uri="{FF2B5EF4-FFF2-40B4-BE49-F238E27FC236}">
                <a16:creationId xmlns:a16="http://schemas.microsoft.com/office/drawing/2014/main" id="{6C1BAD28-A92C-4C96-BCA8-1B3BEA8F0D43}"/>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satellite_to_uav_150m/seed-1/x-label-50">
            <a:extLst xmlns:a="http://schemas.openxmlformats.org/drawingml/2006/main">
              <a:ext uri="{FF2B5EF4-FFF2-40B4-BE49-F238E27FC236}">
                <a16:creationId xmlns:a16="http://schemas.microsoft.com/office/drawing/2014/main" id="{D0E6D29C-6D63-4A64-822E-7F5E70A7C8A4}"/>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satellite_to_uav_150m/seed-1/y-grid-75">
            <a:extLst xmlns:a="http://schemas.openxmlformats.org/drawingml/2006/main">
              <a:ext uri="{FF2B5EF4-FFF2-40B4-BE49-F238E27FC236}">
                <a16:creationId xmlns:a16="http://schemas.microsoft.com/office/drawing/2014/main" id="{D3BF4A50-0318-47CC-9DB2-D27F7C8F5668}"/>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satellite_to_uav_150m/seed-1/y-label-75">
            <a:extLst xmlns:a="http://schemas.openxmlformats.org/drawingml/2006/main">
              <a:ext uri="{FF2B5EF4-FFF2-40B4-BE49-F238E27FC236}">
                <a16:creationId xmlns:a16="http://schemas.microsoft.com/office/drawing/2014/main" id="{7F9B21E7-6DF3-42DD-AB13-ACB81931B159}"/>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satellite_to_uav_150m/seed-1/x-tick-75">
            <a:extLst xmlns:a="http://schemas.openxmlformats.org/drawingml/2006/main">
              <a:ext uri="{FF2B5EF4-FFF2-40B4-BE49-F238E27FC236}">
                <a16:creationId xmlns:a16="http://schemas.microsoft.com/office/drawing/2014/main" id="{224DD31F-66D0-4DE9-B1FE-1B33FC9DCF34}"/>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satellite_to_uav_150m/seed-1/x-label-75">
            <a:extLst xmlns:a="http://schemas.openxmlformats.org/drawingml/2006/main">
              <a:ext uri="{FF2B5EF4-FFF2-40B4-BE49-F238E27FC236}">
                <a16:creationId xmlns:a16="http://schemas.microsoft.com/office/drawing/2014/main" id="{FEDE2D70-4763-4FEB-AA69-6FF3A4AC60D8}"/>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satellite_to_uav_150m/seed-1/y-grid-100">
            <a:extLst xmlns:a="http://schemas.openxmlformats.org/drawingml/2006/main">
              <a:ext uri="{FF2B5EF4-FFF2-40B4-BE49-F238E27FC236}">
                <a16:creationId xmlns:a16="http://schemas.microsoft.com/office/drawing/2014/main" id="{79E14851-AECA-4B77-BFBB-8D9785619E61}"/>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satellite_to_uav_150m/seed-1/y-label-100">
            <a:extLst xmlns:a="http://schemas.openxmlformats.org/drawingml/2006/main">
              <a:ext uri="{FF2B5EF4-FFF2-40B4-BE49-F238E27FC236}">
                <a16:creationId xmlns:a16="http://schemas.microsoft.com/office/drawing/2014/main" id="{D5CEA1C2-2D6D-4644-A772-ED072BE6B41D}"/>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satellite_to_uav_150m/seed-1/x-tick-100">
            <a:extLst xmlns:a="http://schemas.openxmlformats.org/drawingml/2006/main">
              <a:ext uri="{FF2B5EF4-FFF2-40B4-BE49-F238E27FC236}">
                <a16:creationId xmlns:a16="http://schemas.microsoft.com/office/drawing/2014/main" id="{508D5F4C-2BA4-47E6-BE96-A431989B93DC}"/>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satellite_to_uav_150m/seed-1/x-label-100">
            <a:extLst xmlns:a="http://schemas.openxmlformats.org/drawingml/2006/main">
              <a:ext uri="{FF2B5EF4-FFF2-40B4-BE49-F238E27FC236}">
                <a16:creationId xmlns:a16="http://schemas.microsoft.com/office/drawing/2014/main" id="{6EDA5BA7-9F25-4BF1-ADDA-721CE8835651}"/>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satellite_to_uav_150m/seed-1/y-axis">
            <a:extLst xmlns:a="http://schemas.openxmlformats.org/drawingml/2006/main">
              <a:ext uri="{FF2B5EF4-FFF2-40B4-BE49-F238E27FC236}">
                <a16:creationId xmlns:a16="http://schemas.microsoft.com/office/drawing/2014/main" id="{9BA6B1F1-651C-4939-BB0D-454E7A249329}"/>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150m/seed-1/x-axis">
            <a:extLst xmlns:a="http://schemas.openxmlformats.org/drawingml/2006/main">
              <a:ext uri="{FF2B5EF4-FFF2-40B4-BE49-F238E27FC236}">
                <a16:creationId xmlns:a16="http://schemas.microsoft.com/office/drawing/2014/main" id="{2FBB8B4C-2445-4F6D-9DEC-8A8C4DB9724E}"/>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satellite_to_uav_150m/sues200_satellite_to_uav_150m/seed-1/visual/segment-1-2">
            <a:extLst xmlns:a="http://schemas.openxmlformats.org/drawingml/2006/main">
              <a:ext uri="{FF2B5EF4-FFF2-40B4-BE49-F238E27FC236}">
                <a16:creationId xmlns:a16="http://schemas.microsoft.com/office/drawing/2014/main" id="{8558FCB9-284E-47F9-A71A-18E1063E2DD8}"/>
              </a:ext>
            </a:extLst>
          </p:cNvPr>
          <p:cNvSpPr>
            <a:spLocks xmlns:a="http://schemas.openxmlformats.org/drawingml/2006/main" noGrp="1"/>
          </p:cNvSpPr>
          <p:nvPr/>
        </p:nvSpPr>
        <p:spPr>
          <a:xfrm xmlns:a="http://schemas.openxmlformats.org/drawingml/2006/main" flipV="0">
            <a:off x="693420" y="2120900"/>
            <a:ext cx="160020" cy="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sues200_satellite_to_uav_150m/sues200_satellite_to_uav_150m/seed-1/visual/segment-2-3">
            <a:extLst xmlns:a="http://schemas.openxmlformats.org/drawingml/2006/main">
              <a:ext uri="{FF2B5EF4-FFF2-40B4-BE49-F238E27FC236}">
                <a16:creationId xmlns:a16="http://schemas.microsoft.com/office/drawing/2014/main" id="{2FFAFAB8-0BBC-4C94-8409-FE4752687D5E}"/>
              </a:ext>
            </a:extLst>
          </p:cNvPr>
          <p:cNvSpPr>
            <a:spLocks xmlns:a="http://schemas.openxmlformats.org/drawingml/2006/main" noGrp="1"/>
          </p:cNvSpPr>
          <p:nvPr/>
        </p:nvSpPr>
        <p:spPr>
          <a:xfrm xmlns:a="http://schemas.openxmlformats.org/drawingml/2006/main" flipV="0">
            <a:off x="853440" y="2120900"/>
            <a:ext cx="160020" cy="7196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sues200_satellite_to_uav_150m/sues200_satellite_to_uav_150m/seed-1/visual/segment-3-4">
            <a:extLst xmlns:a="http://schemas.openxmlformats.org/drawingml/2006/main">
              <a:ext uri="{FF2B5EF4-FFF2-40B4-BE49-F238E27FC236}">
                <a16:creationId xmlns:a16="http://schemas.microsoft.com/office/drawing/2014/main" id="{FDA08603-2CE1-4E7D-BA59-C92D76F00F4C}"/>
              </a:ext>
            </a:extLst>
          </p:cNvPr>
          <p:cNvSpPr>
            <a:spLocks xmlns:a="http://schemas.openxmlformats.org/drawingml/2006/main" noGrp="1"/>
          </p:cNvSpPr>
          <p:nvPr/>
        </p:nvSpPr>
        <p:spPr>
          <a:xfrm xmlns:a="http://schemas.openxmlformats.org/drawingml/2006/main" flipV="0">
            <a:off x="1013460" y="2192867"/>
            <a:ext cx="160020" cy="8995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sues200_satellite_to_uav_150m/sues200_satellite_to_uav_150m/seed-1/visual/segment-4-5">
            <a:extLst xmlns:a="http://schemas.openxmlformats.org/drawingml/2006/main">
              <a:ext uri="{FF2B5EF4-FFF2-40B4-BE49-F238E27FC236}">
                <a16:creationId xmlns:a16="http://schemas.microsoft.com/office/drawing/2014/main" id="{6E673725-A3C7-41C7-AE22-4191E741F7C9}"/>
              </a:ext>
            </a:extLst>
          </p:cNvPr>
          <p:cNvSpPr>
            <a:spLocks xmlns:a="http://schemas.openxmlformats.org/drawingml/2006/main" noGrp="1"/>
          </p:cNvSpPr>
          <p:nvPr/>
        </p:nvSpPr>
        <p:spPr>
          <a:xfrm xmlns:a="http://schemas.openxmlformats.org/drawingml/2006/main" flipV="1">
            <a:off x="1173480" y="2250440"/>
            <a:ext cx="160020" cy="3238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sues200_satellite_to_uav_150m/sues200_satellite_to_uav_150m/seed-1/visual/segment-5-6">
            <a:extLst xmlns:a="http://schemas.openxmlformats.org/drawingml/2006/main">
              <a:ext uri="{FF2B5EF4-FFF2-40B4-BE49-F238E27FC236}">
                <a16:creationId xmlns:a16="http://schemas.microsoft.com/office/drawing/2014/main" id="{E0B398D0-29E0-4E08-AE22-E08CC308CBA3}"/>
              </a:ext>
            </a:extLst>
          </p:cNvPr>
          <p:cNvSpPr>
            <a:spLocks xmlns:a="http://schemas.openxmlformats.org/drawingml/2006/main" noGrp="1"/>
          </p:cNvSpPr>
          <p:nvPr/>
        </p:nvSpPr>
        <p:spPr>
          <a:xfrm xmlns:a="http://schemas.openxmlformats.org/drawingml/2006/main" flipV="0">
            <a:off x="1333500" y="2250440"/>
            <a:ext cx="160020" cy="1439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sues200_satellite_to_uav_150m/sues200_satellite_to_uav_150m/seed-1/visual/segment-6-7">
            <a:extLst xmlns:a="http://schemas.openxmlformats.org/drawingml/2006/main">
              <a:ext uri="{FF2B5EF4-FFF2-40B4-BE49-F238E27FC236}">
                <a16:creationId xmlns:a16="http://schemas.microsoft.com/office/drawing/2014/main" id="{4AD70BC6-A94E-4C47-B9F4-0E7322DB79B7}"/>
              </a:ext>
            </a:extLst>
          </p:cNvPr>
          <p:cNvSpPr>
            <a:spLocks xmlns:a="http://schemas.openxmlformats.org/drawingml/2006/main" noGrp="1"/>
          </p:cNvSpPr>
          <p:nvPr/>
        </p:nvSpPr>
        <p:spPr>
          <a:xfrm xmlns:a="http://schemas.openxmlformats.org/drawingml/2006/main" flipV="1">
            <a:off x="1493520" y="2244271"/>
            <a:ext cx="160020" cy="2056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sues200_satellite_to_uav_150m/sues200_satellite_to_uav_150m/seed-1/visual/segment-7-8">
            <a:extLst xmlns:a="http://schemas.openxmlformats.org/drawingml/2006/main">
              <a:ext uri="{FF2B5EF4-FFF2-40B4-BE49-F238E27FC236}">
                <a16:creationId xmlns:a16="http://schemas.microsoft.com/office/drawing/2014/main" id="{4C0588D6-11B9-4A39-A16F-55D107215324}"/>
              </a:ext>
            </a:extLst>
          </p:cNvPr>
          <p:cNvSpPr>
            <a:spLocks xmlns:a="http://schemas.openxmlformats.org/drawingml/2006/main" noGrp="1"/>
          </p:cNvSpPr>
          <p:nvPr/>
        </p:nvSpPr>
        <p:spPr>
          <a:xfrm xmlns:a="http://schemas.openxmlformats.org/drawingml/2006/main" flipV="1">
            <a:off x="1653540" y="2228850"/>
            <a:ext cx="160020" cy="1542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sues200_satellite_to_uav_150m/sues200_satellite_to_uav_150m/seed-1/visual/segment-8-9">
            <a:extLst xmlns:a="http://schemas.openxmlformats.org/drawingml/2006/main">
              <a:ext uri="{FF2B5EF4-FFF2-40B4-BE49-F238E27FC236}">
                <a16:creationId xmlns:a16="http://schemas.microsoft.com/office/drawing/2014/main" id="{153D8007-5883-4ACE-AF75-6503E68B780C}"/>
              </a:ext>
            </a:extLst>
          </p:cNvPr>
          <p:cNvSpPr>
            <a:spLocks xmlns:a="http://schemas.openxmlformats.org/drawingml/2006/main" noGrp="1"/>
          </p:cNvSpPr>
          <p:nvPr/>
        </p:nvSpPr>
        <p:spPr>
          <a:xfrm xmlns:a="http://schemas.openxmlformats.org/drawingml/2006/main" flipV="0">
            <a:off x="1813560" y="2228850"/>
            <a:ext cx="160020" cy="1199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sues200_satellite_to_uav_150m/sues200_satellite_to_uav_150m/seed-1/visual/segment-9-10">
            <a:extLst xmlns:a="http://schemas.openxmlformats.org/drawingml/2006/main">
              <a:ext uri="{FF2B5EF4-FFF2-40B4-BE49-F238E27FC236}">
                <a16:creationId xmlns:a16="http://schemas.microsoft.com/office/drawing/2014/main" id="{66E6A447-EA3A-4597-A204-AF72E1C2E9EF}"/>
              </a:ext>
            </a:extLst>
          </p:cNvPr>
          <p:cNvSpPr>
            <a:spLocks xmlns:a="http://schemas.openxmlformats.org/drawingml/2006/main" noGrp="1"/>
          </p:cNvSpPr>
          <p:nvPr/>
        </p:nvSpPr>
        <p:spPr>
          <a:xfrm xmlns:a="http://schemas.openxmlformats.org/drawingml/2006/main" flipV="1">
            <a:off x="1973580" y="2185670"/>
            <a:ext cx="160020" cy="5517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sues200_satellite_to_uav_150m/sues200_satellite_to_uav_150m/seed-1/visual/point-1">
            <a:extLst xmlns:a="http://schemas.openxmlformats.org/drawingml/2006/main">
              <a:ext uri="{FF2B5EF4-FFF2-40B4-BE49-F238E27FC236}">
                <a16:creationId xmlns:a16="http://schemas.microsoft.com/office/drawing/2014/main" id="{7792FB13-24FB-4A0A-BC33-AB9CFBED3518}"/>
              </a:ext>
            </a:extLst>
          </p:cNvPr>
          <p:cNvSpPr>
            <a:spLocks xmlns:a="http://schemas.openxmlformats.org/drawingml/2006/main" noGrp="1"/>
          </p:cNvSpPr>
          <p:nvPr/>
        </p:nvSpPr>
        <p:spPr>
          <a:xfrm xmlns:a="http://schemas.openxmlformats.org/drawingml/2006/main">
            <a:off x="669925" y="20974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sues200_satellite_to_uav_150m/sues200_satellite_to_uav_150m/seed-1/visual/point-2">
            <a:extLst xmlns:a="http://schemas.openxmlformats.org/drawingml/2006/main">
              <a:ext uri="{FF2B5EF4-FFF2-40B4-BE49-F238E27FC236}">
                <a16:creationId xmlns:a16="http://schemas.microsoft.com/office/drawing/2014/main" id="{1956EB8E-402D-4E3E-A0B7-AAB1F974F5F3}"/>
              </a:ext>
            </a:extLst>
          </p:cNvPr>
          <p:cNvSpPr>
            <a:spLocks xmlns:a="http://schemas.openxmlformats.org/drawingml/2006/main" noGrp="1"/>
          </p:cNvSpPr>
          <p:nvPr/>
        </p:nvSpPr>
        <p:spPr>
          <a:xfrm xmlns:a="http://schemas.openxmlformats.org/drawingml/2006/main">
            <a:off x="829945" y="20974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sues200_satellite_to_uav_150m/sues200_satellite_to_uav_150m/seed-1/visual/point-3">
            <a:extLst xmlns:a="http://schemas.openxmlformats.org/drawingml/2006/main">
              <a:ext uri="{FF2B5EF4-FFF2-40B4-BE49-F238E27FC236}">
                <a16:creationId xmlns:a16="http://schemas.microsoft.com/office/drawing/2014/main" id="{9EAC0489-62F4-459B-85DE-6859297CCE5C}"/>
              </a:ext>
            </a:extLst>
          </p:cNvPr>
          <p:cNvSpPr>
            <a:spLocks xmlns:a="http://schemas.openxmlformats.org/drawingml/2006/main" noGrp="1"/>
          </p:cNvSpPr>
          <p:nvPr/>
        </p:nvSpPr>
        <p:spPr>
          <a:xfrm xmlns:a="http://schemas.openxmlformats.org/drawingml/2006/main">
            <a:off x="989965" y="21693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sues200_satellite_to_uav_150m/sues200_satellite_to_uav_150m/seed-1/visual/point-4">
            <a:extLst xmlns:a="http://schemas.openxmlformats.org/drawingml/2006/main">
              <a:ext uri="{FF2B5EF4-FFF2-40B4-BE49-F238E27FC236}">
                <a16:creationId xmlns:a16="http://schemas.microsoft.com/office/drawing/2014/main" id="{1E5A8289-7D9D-4DFB-94A8-3A6944193ECA}"/>
              </a:ext>
            </a:extLst>
          </p:cNvPr>
          <p:cNvSpPr>
            <a:spLocks xmlns:a="http://schemas.openxmlformats.org/drawingml/2006/main" noGrp="1"/>
          </p:cNvSpPr>
          <p:nvPr/>
        </p:nvSpPr>
        <p:spPr>
          <a:xfrm xmlns:a="http://schemas.openxmlformats.org/drawingml/2006/main">
            <a:off x="1149985" y="225933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sues200_satellite_to_uav_150m/sues200_satellite_to_uav_150m/seed-1/visual/point-5">
            <a:extLst xmlns:a="http://schemas.openxmlformats.org/drawingml/2006/main">
              <a:ext uri="{FF2B5EF4-FFF2-40B4-BE49-F238E27FC236}">
                <a16:creationId xmlns:a16="http://schemas.microsoft.com/office/drawing/2014/main" id="{91360B04-FADB-4D7C-9DBD-9DD27BFD71E8}"/>
              </a:ext>
            </a:extLst>
          </p:cNvPr>
          <p:cNvSpPr>
            <a:spLocks xmlns:a="http://schemas.openxmlformats.org/drawingml/2006/main" noGrp="1"/>
          </p:cNvSpPr>
          <p:nvPr/>
        </p:nvSpPr>
        <p:spPr>
          <a:xfrm xmlns:a="http://schemas.openxmlformats.org/drawingml/2006/main">
            <a:off x="1310005" y="222694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sues200_satellite_to_uav_150m/sues200_satellite_to_uav_150m/seed-1/visual/point-6">
            <a:extLst xmlns:a="http://schemas.openxmlformats.org/drawingml/2006/main">
              <a:ext uri="{FF2B5EF4-FFF2-40B4-BE49-F238E27FC236}">
                <a16:creationId xmlns:a16="http://schemas.microsoft.com/office/drawing/2014/main" id="{15BE1C9A-A698-42CA-8CAD-7DEDDF0F76B0}"/>
              </a:ext>
            </a:extLst>
          </p:cNvPr>
          <p:cNvSpPr>
            <a:spLocks xmlns:a="http://schemas.openxmlformats.org/drawingml/2006/main" noGrp="1"/>
          </p:cNvSpPr>
          <p:nvPr/>
        </p:nvSpPr>
        <p:spPr>
          <a:xfrm xmlns:a="http://schemas.openxmlformats.org/drawingml/2006/main">
            <a:off x="1470025" y="224133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sues200_satellite_to_uav_150m/sues200_satellite_to_uav_150m/seed-1/visual/point-7">
            <a:extLst xmlns:a="http://schemas.openxmlformats.org/drawingml/2006/main">
              <a:ext uri="{FF2B5EF4-FFF2-40B4-BE49-F238E27FC236}">
                <a16:creationId xmlns:a16="http://schemas.microsoft.com/office/drawing/2014/main" id="{645C5CBD-1C76-414B-8A00-5060DFF83046}"/>
              </a:ext>
            </a:extLst>
          </p:cNvPr>
          <p:cNvSpPr>
            <a:spLocks xmlns:a="http://schemas.openxmlformats.org/drawingml/2006/main" noGrp="1"/>
          </p:cNvSpPr>
          <p:nvPr/>
        </p:nvSpPr>
        <p:spPr>
          <a:xfrm xmlns:a="http://schemas.openxmlformats.org/drawingml/2006/main">
            <a:off x="1630045" y="222077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sues200_satellite_to_uav_150m/sues200_satellite_to_uav_150m/seed-1/visual/point-8">
            <a:extLst xmlns:a="http://schemas.openxmlformats.org/drawingml/2006/main">
              <a:ext uri="{FF2B5EF4-FFF2-40B4-BE49-F238E27FC236}">
                <a16:creationId xmlns:a16="http://schemas.microsoft.com/office/drawing/2014/main" id="{15501E01-27E1-467A-B57A-20859E6730BA}"/>
              </a:ext>
            </a:extLst>
          </p:cNvPr>
          <p:cNvSpPr>
            <a:spLocks xmlns:a="http://schemas.openxmlformats.org/drawingml/2006/main" noGrp="1"/>
          </p:cNvSpPr>
          <p:nvPr/>
        </p:nvSpPr>
        <p:spPr>
          <a:xfrm xmlns:a="http://schemas.openxmlformats.org/drawingml/2006/main">
            <a:off x="1790065" y="220535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sues200_satellite_to_uav_150m/sues200_satellite_to_uav_150m/seed-1/visual/point-9">
            <a:extLst xmlns:a="http://schemas.openxmlformats.org/drawingml/2006/main">
              <a:ext uri="{FF2B5EF4-FFF2-40B4-BE49-F238E27FC236}">
                <a16:creationId xmlns:a16="http://schemas.microsoft.com/office/drawing/2014/main" id="{596F190A-95AD-48DA-93D2-CAA33AC8E407}"/>
              </a:ext>
            </a:extLst>
          </p:cNvPr>
          <p:cNvSpPr>
            <a:spLocks xmlns:a="http://schemas.openxmlformats.org/drawingml/2006/main" noGrp="1"/>
          </p:cNvSpPr>
          <p:nvPr/>
        </p:nvSpPr>
        <p:spPr>
          <a:xfrm xmlns:a="http://schemas.openxmlformats.org/drawingml/2006/main">
            <a:off x="1950085" y="221734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sues200_satellite_to_uav_150m/sues200_satellite_to_uav_150m/seed-1/visual/point-10">
            <a:extLst xmlns:a="http://schemas.openxmlformats.org/drawingml/2006/main">
              <a:ext uri="{FF2B5EF4-FFF2-40B4-BE49-F238E27FC236}">
                <a16:creationId xmlns:a16="http://schemas.microsoft.com/office/drawing/2014/main" id="{A637DEF4-9AF6-4EE8-8C16-AE89838D9D4B}"/>
              </a:ext>
            </a:extLst>
          </p:cNvPr>
          <p:cNvSpPr>
            <a:spLocks xmlns:a="http://schemas.openxmlformats.org/drawingml/2006/main" noGrp="1"/>
          </p:cNvSpPr>
          <p:nvPr/>
        </p:nvSpPr>
        <p:spPr>
          <a:xfrm xmlns:a="http://schemas.openxmlformats.org/drawingml/2006/main">
            <a:off x="2110105" y="216217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sues200_satellite_to_uav_150m/seed-1/visual/AURC">
            <a:extLst xmlns:a="http://schemas.openxmlformats.org/drawingml/2006/main">
              <a:ext uri="{FF2B5EF4-FFF2-40B4-BE49-F238E27FC236}">
                <a16:creationId xmlns:a16="http://schemas.microsoft.com/office/drawing/2014/main" id="{16FA0FBF-CAE1-4351-B4BF-C76CE61424BF}"/>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0.4515</a:t>
            </a:r>
          </a:p>
        </p:txBody>
      </p:sp>
      <p:sp>
        <p:nvSpPr>
          <p:cNvPr id="51" name="sues200_satellite_to_uav_150m/sues200_satellite_to_uav_150m/seed-1/full/segment-1-2">
            <a:extLst xmlns:a="http://schemas.openxmlformats.org/drawingml/2006/main">
              <a:ext uri="{FF2B5EF4-FFF2-40B4-BE49-F238E27FC236}">
                <a16:creationId xmlns:a16="http://schemas.microsoft.com/office/drawing/2014/main" id="{5EE063A4-AA3A-4CF6-A363-F546C8E6C2FF}"/>
              </a:ext>
            </a:extLst>
          </p:cNvPr>
          <p:cNvSpPr>
            <a:spLocks xmlns:a="http://schemas.openxmlformats.org/drawingml/2006/main" noGrp="1"/>
          </p:cNvSpPr>
          <p:nvPr/>
        </p:nvSpPr>
        <p:spPr>
          <a:xfrm xmlns:a="http://schemas.openxmlformats.org/drawingml/2006/main" flipV="1">
            <a:off x="693420" y="179705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sues200_satellite_to_uav_150m/sues200_satellite_to_uav_150m/seed-1/full/segment-2-3">
            <a:extLst xmlns:a="http://schemas.openxmlformats.org/drawingml/2006/main">
              <a:ext uri="{FF2B5EF4-FFF2-40B4-BE49-F238E27FC236}">
                <a16:creationId xmlns:a16="http://schemas.microsoft.com/office/drawing/2014/main" id="{6DBC6335-B3C3-488C-AA28-4312C0C61EEE}"/>
              </a:ext>
            </a:extLst>
          </p:cNvPr>
          <p:cNvSpPr>
            <a:spLocks xmlns:a="http://schemas.openxmlformats.org/drawingml/2006/main" noGrp="1"/>
          </p:cNvSpPr>
          <p:nvPr/>
        </p:nvSpPr>
        <p:spPr>
          <a:xfrm xmlns:a="http://schemas.openxmlformats.org/drawingml/2006/main" flipV="0">
            <a:off x="853440" y="1797050"/>
            <a:ext cx="160020" cy="17991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sues200_satellite_to_uav_150m/sues200_satellite_to_uav_150m/seed-1/full/segment-3-4">
            <a:extLst xmlns:a="http://schemas.openxmlformats.org/drawingml/2006/main">
              <a:ext uri="{FF2B5EF4-FFF2-40B4-BE49-F238E27FC236}">
                <a16:creationId xmlns:a16="http://schemas.microsoft.com/office/drawing/2014/main" id="{46D28A09-25D9-4C7A-B81E-192D0D9C0BB7}"/>
              </a:ext>
            </a:extLst>
          </p:cNvPr>
          <p:cNvSpPr>
            <a:spLocks xmlns:a="http://schemas.openxmlformats.org/drawingml/2006/main" noGrp="1"/>
          </p:cNvSpPr>
          <p:nvPr/>
        </p:nvSpPr>
        <p:spPr>
          <a:xfrm xmlns:a="http://schemas.openxmlformats.org/drawingml/2006/main" flipV="1">
            <a:off x="1013460" y="1958975"/>
            <a:ext cx="160020" cy="1799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sues200_satellite_to_uav_150m/sues200_satellite_to_uav_150m/seed-1/full/segment-4-5">
            <a:extLst xmlns:a="http://schemas.openxmlformats.org/drawingml/2006/main">
              <a:ext uri="{FF2B5EF4-FFF2-40B4-BE49-F238E27FC236}">
                <a16:creationId xmlns:a16="http://schemas.microsoft.com/office/drawing/2014/main" id="{0B6CF639-36AC-4870-A0EE-F3130C33FC4E}"/>
              </a:ext>
            </a:extLst>
          </p:cNvPr>
          <p:cNvSpPr>
            <a:spLocks xmlns:a="http://schemas.openxmlformats.org/drawingml/2006/main" noGrp="1"/>
          </p:cNvSpPr>
          <p:nvPr/>
        </p:nvSpPr>
        <p:spPr>
          <a:xfrm xmlns:a="http://schemas.openxmlformats.org/drawingml/2006/main" flipV="0">
            <a:off x="1173480" y="1958975"/>
            <a:ext cx="160020" cy="3238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sues200_satellite_to_uav_150m/sues200_satellite_to_uav_150m/seed-1/full/segment-5-6">
            <a:extLst xmlns:a="http://schemas.openxmlformats.org/drawingml/2006/main">
              <a:ext uri="{FF2B5EF4-FFF2-40B4-BE49-F238E27FC236}">
                <a16:creationId xmlns:a16="http://schemas.microsoft.com/office/drawing/2014/main" id="{69F5EA94-C6CF-461B-A21E-F8064965349C}"/>
              </a:ext>
            </a:extLst>
          </p:cNvPr>
          <p:cNvSpPr>
            <a:spLocks xmlns:a="http://schemas.openxmlformats.org/drawingml/2006/main" noGrp="1"/>
          </p:cNvSpPr>
          <p:nvPr/>
        </p:nvSpPr>
        <p:spPr>
          <a:xfrm xmlns:a="http://schemas.openxmlformats.org/drawingml/2006/main" flipV="0">
            <a:off x="1333500" y="1991360"/>
            <a:ext cx="160020" cy="2159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sues200_satellite_to_uav_150m/sues200_satellite_to_uav_150m/seed-1/full/segment-6-7">
            <a:extLst xmlns:a="http://schemas.openxmlformats.org/drawingml/2006/main">
              <a:ext uri="{FF2B5EF4-FFF2-40B4-BE49-F238E27FC236}">
                <a16:creationId xmlns:a16="http://schemas.microsoft.com/office/drawing/2014/main" id="{0041C8AD-8F44-4A53-8A12-B4A89760B160}"/>
              </a:ext>
            </a:extLst>
          </p:cNvPr>
          <p:cNvSpPr>
            <a:spLocks xmlns:a="http://schemas.openxmlformats.org/drawingml/2006/main" noGrp="1"/>
          </p:cNvSpPr>
          <p:nvPr/>
        </p:nvSpPr>
        <p:spPr>
          <a:xfrm xmlns:a="http://schemas.openxmlformats.org/drawingml/2006/main" flipV="0">
            <a:off x="1493520" y="2012950"/>
            <a:ext cx="160020" cy="4626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sues200_satellite_to_uav_150m/sues200_satellite_to_uav_150m/seed-1/full/segment-7-8">
            <a:extLst xmlns:a="http://schemas.openxmlformats.org/drawingml/2006/main">
              <a:ext uri="{FF2B5EF4-FFF2-40B4-BE49-F238E27FC236}">
                <a16:creationId xmlns:a16="http://schemas.microsoft.com/office/drawing/2014/main" id="{6A4FC1A3-E12E-4EF8-8176-EB22CA1D33AD}"/>
              </a:ext>
            </a:extLst>
          </p:cNvPr>
          <p:cNvSpPr>
            <a:spLocks xmlns:a="http://schemas.openxmlformats.org/drawingml/2006/main" noGrp="1"/>
          </p:cNvSpPr>
          <p:nvPr/>
        </p:nvSpPr>
        <p:spPr>
          <a:xfrm xmlns:a="http://schemas.openxmlformats.org/drawingml/2006/main" flipV="0">
            <a:off x="1653540" y="2059214"/>
            <a:ext cx="160020" cy="3469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sues200_satellite_to_uav_150m/sues200_satellite_to_uav_150m/seed-1/full/segment-8-9">
            <a:extLst xmlns:a="http://schemas.openxmlformats.org/drawingml/2006/main">
              <a:ext uri="{FF2B5EF4-FFF2-40B4-BE49-F238E27FC236}">
                <a16:creationId xmlns:a16="http://schemas.microsoft.com/office/drawing/2014/main" id="{001EEE59-4FB5-47C6-9C94-A4AC1B9DF9B9}"/>
              </a:ext>
            </a:extLst>
          </p:cNvPr>
          <p:cNvSpPr>
            <a:spLocks xmlns:a="http://schemas.openxmlformats.org/drawingml/2006/main" noGrp="1"/>
          </p:cNvSpPr>
          <p:nvPr/>
        </p:nvSpPr>
        <p:spPr>
          <a:xfrm xmlns:a="http://schemas.openxmlformats.org/drawingml/2006/main" flipV="0">
            <a:off x="1813560" y="2093912"/>
            <a:ext cx="160020" cy="2698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sues200_satellite_to_uav_150m/sues200_satellite_to_uav_150m/seed-1/full/segment-9-10">
            <a:extLst xmlns:a="http://schemas.openxmlformats.org/drawingml/2006/main">
              <a:ext uri="{FF2B5EF4-FFF2-40B4-BE49-F238E27FC236}">
                <a16:creationId xmlns:a16="http://schemas.microsoft.com/office/drawing/2014/main" id="{8B4FC937-BD1B-4C08-896F-51CBD87D4101}"/>
              </a:ext>
            </a:extLst>
          </p:cNvPr>
          <p:cNvSpPr>
            <a:spLocks xmlns:a="http://schemas.openxmlformats.org/drawingml/2006/main" noGrp="1"/>
          </p:cNvSpPr>
          <p:nvPr/>
        </p:nvSpPr>
        <p:spPr>
          <a:xfrm xmlns:a="http://schemas.openxmlformats.org/drawingml/2006/main" flipV="1">
            <a:off x="1973580" y="2077720"/>
            <a:ext cx="160020" cy="4318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sues200_satellite_to_uav_150m/sues200_satellite_to_uav_150m/seed-1/full/point-1">
            <a:extLst xmlns:a="http://schemas.openxmlformats.org/drawingml/2006/main">
              <a:ext uri="{FF2B5EF4-FFF2-40B4-BE49-F238E27FC236}">
                <a16:creationId xmlns:a16="http://schemas.microsoft.com/office/drawing/2014/main" id="{4BD58855-0410-410B-99A3-12BFD7E9DE1F}"/>
              </a:ext>
            </a:extLst>
          </p:cNvPr>
          <p:cNvSpPr>
            <a:spLocks xmlns:a="http://schemas.openxmlformats.org/drawingml/2006/main" noGrp="1"/>
          </p:cNvSpPr>
          <p:nvPr/>
        </p:nvSpPr>
        <p:spPr>
          <a:xfrm xmlns:a="http://schemas.openxmlformats.org/drawingml/2006/main">
            <a:off x="669925" y="18815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sues200_satellite_to_uav_150m/sues200_satellite_to_uav_150m/seed-1/full/point-2">
            <a:extLst xmlns:a="http://schemas.openxmlformats.org/drawingml/2006/main">
              <a:ext uri="{FF2B5EF4-FFF2-40B4-BE49-F238E27FC236}">
                <a16:creationId xmlns:a16="http://schemas.microsoft.com/office/drawing/2014/main" id="{423AAC4E-2686-41CB-9C1E-D106C32F3BC8}"/>
              </a:ext>
            </a:extLst>
          </p:cNvPr>
          <p:cNvSpPr>
            <a:spLocks xmlns:a="http://schemas.openxmlformats.org/drawingml/2006/main" noGrp="1"/>
          </p:cNvSpPr>
          <p:nvPr/>
        </p:nvSpPr>
        <p:spPr>
          <a:xfrm xmlns:a="http://schemas.openxmlformats.org/drawingml/2006/main">
            <a:off x="829945" y="17735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sues200_satellite_to_uav_150m/sues200_satellite_to_uav_150m/seed-1/full/point-3">
            <a:extLst xmlns:a="http://schemas.openxmlformats.org/drawingml/2006/main">
              <a:ext uri="{FF2B5EF4-FFF2-40B4-BE49-F238E27FC236}">
                <a16:creationId xmlns:a16="http://schemas.microsoft.com/office/drawing/2014/main" id="{A2B5178B-367B-4FEF-8273-5108744221B0}"/>
              </a:ext>
            </a:extLst>
          </p:cNvPr>
          <p:cNvSpPr>
            <a:spLocks xmlns:a="http://schemas.openxmlformats.org/drawingml/2006/main" noGrp="1"/>
          </p:cNvSpPr>
          <p:nvPr/>
        </p:nvSpPr>
        <p:spPr>
          <a:xfrm xmlns:a="http://schemas.openxmlformats.org/drawingml/2006/main">
            <a:off x="989965" y="195347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sues200_satellite_to_uav_150m/sues200_satellite_to_uav_150m/seed-1/full/point-4">
            <a:extLst xmlns:a="http://schemas.openxmlformats.org/drawingml/2006/main">
              <a:ext uri="{FF2B5EF4-FFF2-40B4-BE49-F238E27FC236}">
                <a16:creationId xmlns:a16="http://schemas.microsoft.com/office/drawing/2014/main" id="{65CE8CF7-BFCB-488F-A27D-D61B22612C27}"/>
              </a:ext>
            </a:extLst>
          </p:cNvPr>
          <p:cNvSpPr>
            <a:spLocks xmlns:a="http://schemas.openxmlformats.org/drawingml/2006/main" noGrp="1"/>
          </p:cNvSpPr>
          <p:nvPr/>
        </p:nvSpPr>
        <p:spPr>
          <a:xfrm xmlns:a="http://schemas.openxmlformats.org/drawingml/2006/main">
            <a:off x="1149985" y="193548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sues200_satellite_to_uav_150m/sues200_satellite_to_uav_150m/seed-1/full/point-5">
            <a:extLst xmlns:a="http://schemas.openxmlformats.org/drawingml/2006/main">
              <a:ext uri="{FF2B5EF4-FFF2-40B4-BE49-F238E27FC236}">
                <a16:creationId xmlns:a16="http://schemas.microsoft.com/office/drawing/2014/main" id="{60E23793-6B95-478D-865D-A15C2191389A}"/>
              </a:ext>
            </a:extLst>
          </p:cNvPr>
          <p:cNvSpPr>
            <a:spLocks xmlns:a="http://schemas.openxmlformats.org/drawingml/2006/main" noGrp="1"/>
          </p:cNvSpPr>
          <p:nvPr/>
        </p:nvSpPr>
        <p:spPr>
          <a:xfrm xmlns:a="http://schemas.openxmlformats.org/drawingml/2006/main">
            <a:off x="1310005" y="196786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sues200_satellite_to_uav_150m/sues200_satellite_to_uav_150m/seed-1/full/point-6">
            <a:extLst xmlns:a="http://schemas.openxmlformats.org/drawingml/2006/main">
              <a:ext uri="{FF2B5EF4-FFF2-40B4-BE49-F238E27FC236}">
                <a16:creationId xmlns:a16="http://schemas.microsoft.com/office/drawing/2014/main" id="{A918C214-E85A-41C1-95FA-7F19B072BCD1}"/>
              </a:ext>
            </a:extLst>
          </p:cNvPr>
          <p:cNvSpPr>
            <a:spLocks xmlns:a="http://schemas.openxmlformats.org/drawingml/2006/main" noGrp="1"/>
          </p:cNvSpPr>
          <p:nvPr/>
        </p:nvSpPr>
        <p:spPr>
          <a:xfrm xmlns:a="http://schemas.openxmlformats.org/drawingml/2006/main">
            <a:off x="1470025" y="19894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sues200_satellite_to_uav_150m/sues200_satellite_to_uav_150m/seed-1/full/point-7">
            <a:extLst xmlns:a="http://schemas.openxmlformats.org/drawingml/2006/main">
              <a:ext uri="{FF2B5EF4-FFF2-40B4-BE49-F238E27FC236}">
                <a16:creationId xmlns:a16="http://schemas.microsoft.com/office/drawing/2014/main" id="{6D30512D-0B08-4E2F-8B72-F472D14E62B8}"/>
              </a:ext>
            </a:extLst>
          </p:cNvPr>
          <p:cNvSpPr>
            <a:spLocks xmlns:a="http://schemas.openxmlformats.org/drawingml/2006/main" noGrp="1"/>
          </p:cNvSpPr>
          <p:nvPr/>
        </p:nvSpPr>
        <p:spPr>
          <a:xfrm xmlns:a="http://schemas.openxmlformats.org/drawingml/2006/main">
            <a:off x="1630045" y="203571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sues200_satellite_to_uav_150m/sues200_satellite_to_uav_150m/seed-1/full/point-8">
            <a:extLst xmlns:a="http://schemas.openxmlformats.org/drawingml/2006/main">
              <a:ext uri="{FF2B5EF4-FFF2-40B4-BE49-F238E27FC236}">
                <a16:creationId xmlns:a16="http://schemas.microsoft.com/office/drawing/2014/main" id="{C393904B-533F-4ACA-AE8E-EA4E31C33979}"/>
              </a:ext>
            </a:extLst>
          </p:cNvPr>
          <p:cNvSpPr>
            <a:spLocks xmlns:a="http://schemas.openxmlformats.org/drawingml/2006/main" noGrp="1"/>
          </p:cNvSpPr>
          <p:nvPr/>
        </p:nvSpPr>
        <p:spPr>
          <a:xfrm xmlns:a="http://schemas.openxmlformats.org/drawingml/2006/main">
            <a:off x="1790065" y="207041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sues200_satellite_to_uav_150m/sues200_satellite_to_uav_150m/seed-1/full/point-9">
            <a:extLst xmlns:a="http://schemas.openxmlformats.org/drawingml/2006/main">
              <a:ext uri="{FF2B5EF4-FFF2-40B4-BE49-F238E27FC236}">
                <a16:creationId xmlns:a16="http://schemas.microsoft.com/office/drawing/2014/main" id="{C9AE59B0-6536-4CB5-A67A-FE74A116F54D}"/>
              </a:ext>
            </a:extLst>
          </p:cNvPr>
          <p:cNvSpPr>
            <a:spLocks xmlns:a="http://schemas.openxmlformats.org/drawingml/2006/main" noGrp="1"/>
          </p:cNvSpPr>
          <p:nvPr/>
        </p:nvSpPr>
        <p:spPr>
          <a:xfrm xmlns:a="http://schemas.openxmlformats.org/drawingml/2006/main">
            <a:off x="1950085" y="20974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sues200_satellite_to_uav_150m/sues200_satellite_to_uav_150m/seed-1/full/point-10">
            <a:extLst xmlns:a="http://schemas.openxmlformats.org/drawingml/2006/main">
              <a:ext uri="{FF2B5EF4-FFF2-40B4-BE49-F238E27FC236}">
                <a16:creationId xmlns:a16="http://schemas.microsoft.com/office/drawing/2014/main" id="{3AD5CB0C-18E1-49F2-AAD2-405CCA042E7C}"/>
              </a:ext>
            </a:extLst>
          </p:cNvPr>
          <p:cNvSpPr>
            <a:spLocks xmlns:a="http://schemas.openxmlformats.org/drawingml/2006/main" noGrp="1"/>
          </p:cNvSpPr>
          <p:nvPr/>
        </p:nvSpPr>
        <p:spPr>
          <a:xfrm xmlns:a="http://schemas.openxmlformats.org/drawingml/2006/main">
            <a:off x="2110105" y="20542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sues200_satellite_to_uav_150m/seed-1/full/AURC">
            <a:extLst xmlns:a="http://schemas.openxmlformats.org/drawingml/2006/main">
              <a:ext uri="{FF2B5EF4-FFF2-40B4-BE49-F238E27FC236}">
                <a16:creationId xmlns:a16="http://schemas.microsoft.com/office/drawing/2014/main" id="{7CD436E3-5351-43AD-A486-2ABF00779875}"/>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0.5471</a:t>
            </a:r>
          </a:p>
        </p:txBody>
      </p:sp>
      <p:sp>
        <p:nvSpPr>
          <p:cNvPr id="71" name="sues200_satellite_to_uav_150m/seed-1/AURC-label">
            <a:extLst xmlns:a="http://schemas.openxmlformats.org/drawingml/2006/main">
              <a:ext uri="{FF2B5EF4-FFF2-40B4-BE49-F238E27FC236}">
                <a16:creationId xmlns:a16="http://schemas.microsoft.com/office/drawing/2014/main" id="{93DEBEC0-F266-48D6-B4DE-2F7277872CC4}"/>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sues200_satellite_to_uav_150m/seed-2/heading">
            <a:extLst xmlns:a="http://schemas.openxmlformats.org/drawingml/2006/main">
              <a:ext uri="{FF2B5EF4-FFF2-40B4-BE49-F238E27FC236}">
                <a16:creationId xmlns:a16="http://schemas.microsoft.com/office/drawing/2014/main" id="{83BA4042-9C51-4185-836D-C3AA7CDADB7E}"/>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sues200_satellite_to_uav_150m/seed-2/y-grid-0">
            <a:extLst xmlns:a="http://schemas.openxmlformats.org/drawingml/2006/main">
              <a:ext uri="{FF2B5EF4-FFF2-40B4-BE49-F238E27FC236}">
                <a16:creationId xmlns:a16="http://schemas.microsoft.com/office/drawing/2014/main" id="{8E03C334-35FF-44E5-9229-E4FE0F60BD31}"/>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sues200_satellite_to_uav_150m/seed-2/y-label-0">
            <a:extLst xmlns:a="http://schemas.openxmlformats.org/drawingml/2006/main">
              <a:ext uri="{FF2B5EF4-FFF2-40B4-BE49-F238E27FC236}">
                <a16:creationId xmlns:a16="http://schemas.microsoft.com/office/drawing/2014/main" id="{4F802747-9828-400F-BA6D-E0D907A31EAB}"/>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sues200_satellite_to_uav_150m/seed-2/x-tick-0">
            <a:extLst xmlns:a="http://schemas.openxmlformats.org/drawingml/2006/main">
              <a:ext uri="{FF2B5EF4-FFF2-40B4-BE49-F238E27FC236}">
                <a16:creationId xmlns:a16="http://schemas.microsoft.com/office/drawing/2014/main" id="{620E6525-5E08-4D41-8072-27BD5BA8626A}"/>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sues200_satellite_to_uav_150m/seed-2/x-label-0">
            <a:extLst xmlns:a="http://schemas.openxmlformats.org/drawingml/2006/main">
              <a:ext uri="{FF2B5EF4-FFF2-40B4-BE49-F238E27FC236}">
                <a16:creationId xmlns:a16="http://schemas.microsoft.com/office/drawing/2014/main" id="{0E191B3C-8E53-48DB-9364-1F8C82D9DAA3}"/>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sues200_satellite_to_uav_150m/seed-2/y-grid-25">
            <a:extLst xmlns:a="http://schemas.openxmlformats.org/drawingml/2006/main">
              <a:ext uri="{FF2B5EF4-FFF2-40B4-BE49-F238E27FC236}">
                <a16:creationId xmlns:a16="http://schemas.microsoft.com/office/drawing/2014/main" id="{9769283E-2F99-4C33-BED8-C17261E5CF2C}"/>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sues200_satellite_to_uav_150m/seed-2/y-label-25">
            <a:extLst xmlns:a="http://schemas.openxmlformats.org/drawingml/2006/main">
              <a:ext uri="{FF2B5EF4-FFF2-40B4-BE49-F238E27FC236}">
                <a16:creationId xmlns:a16="http://schemas.microsoft.com/office/drawing/2014/main" id="{DF0D838C-C31A-4728-BF3A-40994BA61D68}"/>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sues200_satellite_to_uav_150m/seed-2/x-tick-25">
            <a:extLst xmlns:a="http://schemas.openxmlformats.org/drawingml/2006/main">
              <a:ext uri="{FF2B5EF4-FFF2-40B4-BE49-F238E27FC236}">
                <a16:creationId xmlns:a16="http://schemas.microsoft.com/office/drawing/2014/main" id="{45761E72-2D1B-4AD5-A92D-1765B7D17C69}"/>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sues200_satellite_to_uav_150m/seed-2/x-label-25">
            <a:extLst xmlns:a="http://schemas.openxmlformats.org/drawingml/2006/main">
              <a:ext uri="{FF2B5EF4-FFF2-40B4-BE49-F238E27FC236}">
                <a16:creationId xmlns:a16="http://schemas.microsoft.com/office/drawing/2014/main" id="{B89E54A7-D83E-403A-9390-4866AA185D3C}"/>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sues200_satellite_to_uav_150m/seed-2/y-grid-50">
            <a:extLst xmlns:a="http://schemas.openxmlformats.org/drawingml/2006/main">
              <a:ext uri="{FF2B5EF4-FFF2-40B4-BE49-F238E27FC236}">
                <a16:creationId xmlns:a16="http://schemas.microsoft.com/office/drawing/2014/main" id="{96BC37BB-2046-49BB-9E3A-8C5FA519CE16}"/>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sues200_satellite_to_uav_150m/seed-2/y-label-50">
            <a:extLst xmlns:a="http://schemas.openxmlformats.org/drawingml/2006/main">
              <a:ext uri="{FF2B5EF4-FFF2-40B4-BE49-F238E27FC236}">
                <a16:creationId xmlns:a16="http://schemas.microsoft.com/office/drawing/2014/main" id="{1B2440DB-4015-4E9A-BABD-64F2F5E29207}"/>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sues200_satellite_to_uav_150m/seed-2/x-tick-50">
            <a:extLst xmlns:a="http://schemas.openxmlformats.org/drawingml/2006/main">
              <a:ext uri="{FF2B5EF4-FFF2-40B4-BE49-F238E27FC236}">
                <a16:creationId xmlns:a16="http://schemas.microsoft.com/office/drawing/2014/main" id="{EC9B2990-55B5-49CA-B6FB-B519717B9E93}"/>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sues200_satellite_to_uav_150m/seed-2/x-label-50">
            <a:extLst xmlns:a="http://schemas.openxmlformats.org/drawingml/2006/main">
              <a:ext uri="{FF2B5EF4-FFF2-40B4-BE49-F238E27FC236}">
                <a16:creationId xmlns:a16="http://schemas.microsoft.com/office/drawing/2014/main" id="{C0EE87B1-34DD-4AE1-A57F-F0419B37D1F2}"/>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sues200_satellite_to_uav_150m/seed-2/y-grid-75">
            <a:extLst xmlns:a="http://schemas.openxmlformats.org/drawingml/2006/main">
              <a:ext uri="{FF2B5EF4-FFF2-40B4-BE49-F238E27FC236}">
                <a16:creationId xmlns:a16="http://schemas.microsoft.com/office/drawing/2014/main" id="{A0D4AA58-8538-4D25-8A8B-59D3C97F45F9}"/>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sues200_satellite_to_uav_150m/seed-2/y-label-75">
            <a:extLst xmlns:a="http://schemas.openxmlformats.org/drawingml/2006/main">
              <a:ext uri="{FF2B5EF4-FFF2-40B4-BE49-F238E27FC236}">
                <a16:creationId xmlns:a16="http://schemas.microsoft.com/office/drawing/2014/main" id="{C384A166-2217-4D34-835C-D0771A6B02A5}"/>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sues200_satellite_to_uav_150m/seed-2/x-tick-75">
            <a:extLst xmlns:a="http://schemas.openxmlformats.org/drawingml/2006/main">
              <a:ext uri="{FF2B5EF4-FFF2-40B4-BE49-F238E27FC236}">
                <a16:creationId xmlns:a16="http://schemas.microsoft.com/office/drawing/2014/main" id="{2145B6A0-13B9-40F7-917F-A14379A56178}"/>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sues200_satellite_to_uav_150m/seed-2/x-label-75">
            <a:extLst xmlns:a="http://schemas.openxmlformats.org/drawingml/2006/main">
              <a:ext uri="{FF2B5EF4-FFF2-40B4-BE49-F238E27FC236}">
                <a16:creationId xmlns:a16="http://schemas.microsoft.com/office/drawing/2014/main" id="{C06E0E29-0A39-4027-84B5-9DF5F9E2988E}"/>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sues200_satellite_to_uav_150m/seed-2/y-grid-100">
            <a:extLst xmlns:a="http://schemas.openxmlformats.org/drawingml/2006/main">
              <a:ext uri="{FF2B5EF4-FFF2-40B4-BE49-F238E27FC236}">
                <a16:creationId xmlns:a16="http://schemas.microsoft.com/office/drawing/2014/main" id="{8F706800-14C4-45E1-BCAF-87A76BE9F143}"/>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satellite_to_uav_150m/seed-2/y-label-100">
            <a:extLst xmlns:a="http://schemas.openxmlformats.org/drawingml/2006/main">
              <a:ext uri="{FF2B5EF4-FFF2-40B4-BE49-F238E27FC236}">
                <a16:creationId xmlns:a16="http://schemas.microsoft.com/office/drawing/2014/main" id="{A7DB51A7-41C2-45B6-B3DA-CDC8DFABB7D5}"/>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sues200_satellite_to_uav_150m/seed-2/x-tick-100">
            <a:extLst xmlns:a="http://schemas.openxmlformats.org/drawingml/2006/main">
              <a:ext uri="{FF2B5EF4-FFF2-40B4-BE49-F238E27FC236}">
                <a16:creationId xmlns:a16="http://schemas.microsoft.com/office/drawing/2014/main" id="{B293EDDF-2D78-420E-8DA9-3DDBE4AAA9D2}"/>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satellite_to_uav_150m/seed-2/x-label-100">
            <a:extLst xmlns:a="http://schemas.openxmlformats.org/drawingml/2006/main">
              <a:ext uri="{FF2B5EF4-FFF2-40B4-BE49-F238E27FC236}">
                <a16:creationId xmlns:a16="http://schemas.microsoft.com/office/drawing/2014/main" id="{5DCE6D7C-C1E3-47EB-BD8A-10695A5D9754}"/>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sues200_satellite_to_uav_150m/seed-2/y-axis">
            <a:extLst xmlns:a="http://schemas.openxmlformats.org/drawingml/2006/main">
              <a:ext uri="{FF2B5EF4-FFF2-40B4-BE49-F238E27FC236}">
                <a16:creationId xmlns:a16="http://schemas.microsoft.com/office/drawing/2014/main" id="{62E381C6-F4C7-46AD-99A8-9291C5689657}"/>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sues200_satellite_to_uav_150m/seed-2/x-axis">
            <a:extLst xmlns:a="http://schemas.openxmlformats.org/drawingml/2006/main">
              <a:ext uri="{FF2B5EF4-FFF2-40B4-BE49-F238E27FC236}">
                <a16:creationId xmlns:a16="http://schemas.microsoft.com/office/drawing/2014/main" id="{E9D7D116-6273-4039-8C3A-60388B9ECC10}"/>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sues200_satellite_to_uav_150m/sues200_satellite_to_uav_150m/seed-2/visual/segment-1-2">
            <a:extLst xmlns:a="http://schemas.openxmlformats.org/drawingml/2006/main">
              <a:ext uri="{FF2B5EF4-FFF2-40B4-BE49-F238E27FC236}">
                <a16:creationId xmlns:a16="http://schemas.microsoft.com/office/drawing/2014/main" id="{97F96F8C-461F-48A6-9C86-835516E19790}"/>
              </a:ext>
            </a:extLst>
          </p:cNvPr>
          <p:cNvSpPr>
            <a:spLocks xmlns:a="http://schemas.openxmlformats.org/drawingml/2006/main" noGrp="1"/>
          </p:cNvSpPr>
          <p:nvPr/>
        </p:nvSpPr>
        <p:spPr>
          <a:xfrm xmlns:a="http://schemas.openxmlformats.org/drawingml/2006/main" flipV="1">
            <a:off x="2700020" y="2228850"/>
            <a:ext cx="160020" cy="3238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sues200_satellite_to_uav_150m/sues200_satellite_to_uav_150m/seed-2/visual/segment-2-3">
            <a:extLst xmlns:a="http://schemas.openxmlformats.org/drawingml/2006/main">
              <a:ext uri="{FF2B5EF4-FFF2-40B4-BE49-F238E27FC236}">
                <a16:creationId xmlns:a16="http://schemas.microsoft.com/office/drawing/2014/main" id="{99622D43-B040-4808-8EFB-F42E423D0E5F}"/>
              </a:ext>
            </a:extLst>
          </p:cNvPr>
          <p:cNvSpPr>
            <a:spLocks xmlns:a="http://schemas.openxmlformats.org/drawingml/2006/main" noGrp="1"/>
          </p:cNvSpPr>
          <p:nvPr/>
        </p:nvSpPr>
        <p:spPr>
          <a:xfrm xmlns:a="http://schemas.openxmlformats.org/drawingml/2006/main" flipV="0">
            <a:off x="2860040" y="2228850"/>
            <a:ext cx="160020" cy="1079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sues200_satellite_to_uav_150m/sues200_satellite_to_uav_150m/seed-2/visual/segment-3-4">
            <a:extLst xmlns:a="http://schemas.openxmlformats.org/drawingml/2006/main">
              <a:ext uri="{FF2B5EF4-FFF2-40B4-BE49-F238E27FC236}">
                <a16:creationId xmlns:a16="http://schemas.microsoft.com/office/drawing/2014/main" id="{C14AD9AB-CFAC-49CA-BD69-D456273AF763}"/>
              </a:ext>
            </a:extLst>
          </p:cNvPr>
          <p:cNvSpPr>
            <a:spLocks xmlns:a="http://schemas.openxmlformats.org/drawingml/2006/main" noGrp="1"/>
          </p:cNvSpPr>
          <p:nvPr/>
        </p:nvSpPr>
        <p:spPr>
          <a:xfrm xmlns:a="http://schemas.openxmlformats.org/drawingml/2006/main" flipV="1">
            <a:off x="3020060" y="2120900"/>
            <a:ext cx="160020" cy="21590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sues200_satellite_to_uav_150m/sues200_satellite_to_uav_150m/seed-2/visual/segment-4-5">
            <a:extLst xmlns:a="http://schemas.openxmlformats.org/drawingml/2006/main">
              <a:ext uri="{FF2B5EF4-FFF2-40B4-BE49-F238E27FC236}">
                <a16:creationId xmlns:a16="http://schemas.microsoft.com/office/drawing/2014/main" id="{48F078E4-0606-432E-9746-87A31B9B90BA}"/>
              </a:ext>
            </a:extLst>
          </p:cNvPr>
          <p:cNvSpPr>
            <a:spLocks xmlns:a="http://schemas.openxmlformats.org/drawingml/2006/main" noGrp="1"/>
          </p:cNvSpPr>
          <p:nvPr/>
        </p:nvSpPr>
        <p:spPr>
          <a:xfrm xmlns:a="http://schemas.openxmlformats.org/drawingml/2006/main" flipV="0">
            <a:off x="3180080" y="2120900"/>
            <a:ext cx="160020" cy="8636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sues200_satellite_to_uav_150m/sues200_satellite_to_uav_150m/seed-2/visual/segment-5-6">
            <a:extLst xmlns:a="http://schemas.openxmlformats.org/drawingml/2006/main">
              <a:ext uri="{FF2B5EF4-FFF2-40B4-BE49-F238E27FC236}">
                <a16:creationId xmlns:a16="http://schemas.microsoft.com/office/drawing/2014/main" id="{F662021A-891F-4343-B557-36249BA537C6}"/>
              </a:ext>
            </a:extLst>
          </p:cNvPr>
          <p:cNvSpPr>
            <a:spLocks xmlns:a="http://schemas.openxmlformats.org/drawingml/2006/main" noGrp="1"/>
          </p:cNvSpPr>
          <p:nvPr/>
        </p:nvSpPr>
        <p:spPr>
          <a:xfrm xmlns:a="http://schemas.openxmlformats.org/drawingml/2006/main" flipV="0">
            <a:off x="3340100" y="2207260"/>
            <a:ext cx="160020" cy="5757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sues200_satellite_to_uav_150m/sues200_satellite_to_uav_150m/seed-2/visual/segment-6-7">
            <a:extLst xmlns:a="http://schemas.openxmlformats.org/drawingml/2006/main">
              <a:ext uri="{FF2B5EF4-FFF2-40B4-BE49-F238E27FC236}">
                <a16:creationId xmlns:a16="http://schemas.microsoft.com/office/drawing/2014/main" id="{D5371860-383D-4259-B020-D1B37440E6AA}"/>
              </a:ext>
            </a:extLst>
          </p:cNvPr>
          <p:cNvSpPr>
            <a:spLocks xmlns:a="http://schemas.openxmlformats.org/drawingml/2006/main" noGrp="1"/>
          </p:cNvSpPr>
          <p:nvPr/>
        </p:nvSpPr>
        <p:spPr>
          <a:xfrm xmlns:a="http://schemas.openxmlformats.org/drawingml/2006/main" flipV="1">
            <a:off x="3500120" y="2244271"/>
            <a:ext cx="160020" cy="2056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sues200_satellite_to_uav_150m/sues200_satellite_to_uav_150m/seed-2/visual/segment-7-8">
            <a:extLst xmlns:a="http://schemas.openxmlformats.org/drawingml/2006/main">
              <a:ext uri="{FF2B5EF4-FFF2-40B4-BE49-F238E27FC236}">
                <a16:creationId xmlns:a16="http://schemas.microsoft.com/office/drawing/2014/main" id="{5EA5392A-04EC-4E4F-BF2A-27AFD5264657}"/>
              </a:ext>
            </a:extLst>
          </p:cNvPr>
          <p:cNvSpPr>
            <a:spLocks xmlns:a="http://schemas.openxmlformats.org/drawingml/2006/main" noGrp="1"/>
          </p:cNvSpPr>
          <p:nvPr/>
        </p:nvSpPr>
        <p:spPr>
          <a:xfrm xmlns:a="http://schemas.openxmlformats.org/drawingml/2006/main" flipV="1">
            <a:off x="3660140" y="2228850"/>
            <a:ext cx="160020" cy="1542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sues200_satellite_to_uav_150m/sues200_satellite_to_uav_150m/seed-2/visual/segment-8-9">
            <a:extLst xmlns:a="http://schemas.openxmlformats.org/drawingml/2006/main">
              <a:ext uri="{FF2B5EF4-FFF2-40B4-BE49-F238E27FC236}">
                <a16:creationId xmlns:a16="http://schemas.microsoft.com/office/drawing/2014/main" id="{84094D2F-8E35-4FCA-A5F9-F717BFFE6432}"/>
              </a:ext>
            </a:extLst>
          </p:cNvPr>
          <p:cNvSpPr>
            <a:spLocks xmlns:a="http://schemas.openxmlformats.org/drawingml/2006/main" noGrp="1"/>
          </p:cNvSpPr>
          <p:nvPr/>
        </p:nvSpPr>
        <p:spPr>
          <a:xfrm xmlns:a="http://schemas.openxmlformats.org/drawingml/2006/main" flipV="0">
            <a:off x="3820160" y="2228850"/>
            <a:ext cx="160020" cy="3598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sues200_satellite_to_uav_150m/sues200_satellite_to_uav_150m/seed-2/visual/segment-9-10">
            <a:extLst xmlns:a="http://schemas.openxmlformats.org/drawingml/2006/main">
              <a:ext uri="{FF2B5EF4-FFF2-40B4-BE49-F238E27FC236}">
                <a16:creationId xmlns:a16="http://schemas.microsoft.com/office/drawing/2014/main" id="{D8CA83D5-EC0B-4997-A17E-6E4DF500C38F}"/>
              </a:ext>
            </a:extLst>
          </p:cNvPr>
          <p:cNvSpPr>
            <a:spLocks xmlns:a="http://schemas.openxmlformats.org/drawingml/2006/main" noGrp="1"/>
          </p:cNvSpPr>
          <p:nvPr/>
        </p:nvSpPr>
        <p:spPr>
          <a:xfrm xmlns:a="http://schemas.openxmlformats.org/drawingml/2006/main" flipV="1">
            <a:off x="3980180" y="2250440"/>
            <a:ext cx="160020" cy="1439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sues200_satellite_to_uav_150m/sues200_satellite_to_uav_150m/seed-2/visual/point-1">
            <a:extLst xmlns:a="http://schemas.openxmlformats.org/drawingml/2006/main">
              <a:ext uri="{FF2B5EF4-FFF2-40B4-BE49-F238E27FC236}">
                <a16:creationId xmlns:a16="http://schemas.microsoft.com/office/drawing/2014/main" id="{AD1DA8FB-B400-49F3-BD48-28A055C8D0B2}"/>
              </a:ext>
            </a:extLst>
          </p:cNvPr>
          <p:cNvSpPr>
            <a:spLocks xmlns:a="http://schemas.openxmlformats.org/drawingml/2006/main" noGrp="1"/>
          </p:cNvSpPr>
          <p:nvPr/>
        </p:nvSpPr>
        <p:spPr>
          <a:xfrm xmlns:a="http://schemas.openxmlformats.org/drawingml/2006/main">
            <a:off x="267652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sues200_satellite_to_uav_150m/sues200_satellite_to_uav_150m/seed-2/visual/point-2">
            <a:extLst xmlns:a="http://schemas.openxmlformats.org/drawingml/2006/main">
              <a:ext uri="{FF2B5EF4-FFF2-40B4-BE49-F238E27FC236}">
                <a16:creationId xmlns:a16="http://schemas.microsoft.com/office/drawing/2014/main" id="{3318ECEB-4200-49DA-BD1D-3ABD9FE85311}"/>
              </a:ext>
            </a:extLst>
          </p:cNvPr>
          <p:cNvSpPr>
            <a:spLocks xmlns:a="http://schemas.openxmlformats.org/drawingml/2006/main" noGrp="1"/>
          </p:cNvSpPr>
          <p:nvPr/>
        </p:nvSpPr>
        <p:spPr>
          <a:xfrm xmlns:a="http://schemas.openxmlformats.org/drawingml/2006/main">
            <a:off x="2836545" y="220535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sues200_satellite_to_uav_150m/sues200_satellite_to_uav_150m/seed-2/visual/point-3">
            <a:extLst xmlns:a="http://schemas.openxmlformats.org/drawingml/2006/main">
              <a:ext uri="{FF2B5EF4-FFF2-40B4-BE49-F238E27FC236}">
                <a16:creationId xmlns:a16="http://schemas.microsoft.com/office/drawing/2014/main" id="{17C21A9A-E0B7-409E-B888-D8618313BF26}"/>
              </a:ext>
            </a:extLst>
          </p:cNvPr>
          <p:cNvSpPr>
            <a:spLocks xmlns:a="http://schemas.openxmlformats.org/drawingml/2006/main" noGrp="1"/>
          </p:cNvSpPr>
          <p:nvPr/>
        </p:nvSpPr>
        <p:spPr>
          <a:xfrm xmlns:a="http://schemas.openxmlformats.org/drawingml/2006/main">
            <a:off x="299656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sues200_satellite_to_uav_150m/sues200_satellite_to_uav_150m/seed-2/visual/point-4">
            <a:extLst xmlns:a="http://schemas.openxmlformats.org/drawingml/2006/main">
              <a:ext uri="{FF2B5EF4-FFF2-40B4-BE49-F238E27FC236}">
                <a16:creationId xmlns:a16="http://schemas.microsoft.com/office/drawing/2014/main" id="{BD739C51-B438-417D-91E0-2EED8C71A556}"/>
              </a:ext>
            </a:extLst>
          </p:cNvPr>
          <p:cNvSpPr>
            <a:spLocks xmlns:a="http://schemas.openxmlformats.org/drawingml/2006/main" noGrp="1"/>
          </p:cNvSpPr>
          <p:nvPr/>
        </p:nvSpPr>
        <p:spPr>
          <a:xfrm xmlns:a="http://schemas.openxmlformats.org/drawingml/2006/main">
            <a:off x="3156585" y="20974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sues200_satellite_to_uav_150m/sues200_satellite_to_uav_150m/seed-2/visual/point-5">
            <a:extLst xmlns:a="http://schemas.openxmlformats.org/drawingml/2006/main">
              <a:ext uri="{FF2B5EF4-FFF2-40B4-BE49-F238E27FC236}">
                <a16:creationId xmlns:a16="http://schemas.microsoft.com/office/drawing/2014/main" id="{43E40A20-D3C3-4B5A-B2B4-66F315B7A982}"/>
              </a:ext>
            </a:extLst>
          </p:cNvPr>
          <p:cNvSpPr>
            <a:spLocks xmlns:a="http://schemas.openxmlformats.org/drawingml/2006/main" noGrp="1"/>
          </p:cNvSpPr>
          <p:nvPr/>
        </p:nvSpPr>
        <p:spPr>
          <a:xfrm xmlns:a="http://schemas.openxmlformats.org/drawingml/2006/main">
            <a:off x="3316605" y="218376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sues200_satellite_to_uav_150m/sues200_satellite_to_uav_150m/seed-2/visual/point-6">
            <a:extLst xmlns:a="http://schemas.openxmlformats.org/drawingml/2006/main">
              <a:ext uri="{FF2B5EF4-FFF2-40B4-BE49-F238E27FC236}">
                <a16:creationId xmlns:a16="http://schemas.microsoft.com/office/drawing/2014/main" id="{3B77700B-BC64-4A82-8837-87303F0F1872}"/>
              </a:ext>
            </a:extLst>
          </p:cNvPr>
          <p:cNvSpPr>
            <a:spLocks xmlns:a="http://schemas.openxmlformats.org/drawingml/2006/main" noGrp="1"/>
          </p:cNvSpPr>
          <p:nvPr/>
        </p:nvSpPr>
        <p:spPr>
          <a:xfrm xmlns:a="http://schemas.openxmlformats.org/drawingml/2006/main">
            <a:off x="3476625" y="224133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sues200_satellite_to_uav_150m/sues200_satellite_to_uav_150m/seed-2/visual/point-7">
            <a:extLst xmlns:a="http://schemas.openxmlformats.org/drawingml/2006/main">
              <a:ext uri="{FF2B5EF4-FFF2-40B4-BE49-F238E27FC236}">
                <a16:creationId xmlns:a16="http://schemas.microsoft.com/office/drawing/2014/main" id="{77F2798E-2F9B-4ECB-A1FC-D689557A2477}"/>
              </a:ext>
            </a:extLst>
          </p:cNvPr>
          <p:cNvSpPr>
            <a:spLocks xmlns:a="http://schemas.openxmlformats.org/drawingml/2006/main" noGrp="1"/>
          </p:cNvSpPr>
          <p:nvPr/>
        </p:nvSpPr>
        <p:spPr>
          <a:xfrm xmlns:a="http://schemas.openxmlformats.org/drawingml/2006/main">
            <a:off x="3636645" y="222077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sues200_satellite_to_uav_150m/sues200_satellite_to_uav_150m/seed-2/visual/point-8">
            <a:extLst xmlns:a="http://schemas.openxmlformats.org/drawingml/2006/main">
              <a:ext uri="{FF2B5EF4-FFF2-40B4-BE49-F238E27FC236}">
                <a16:creationId xmlns:a16="http://schemas.microsoft.com/office/drawing/2014/main" id="{C322A168-5DFC-4569-A067-7DF19F52C8FF}"/>
              </a:ext>
            </a:extLst>
          </p:cNvPr>
          <p:cNvSpPr>
            <a:spLocks xmlns:a="http://schemas.openxmlformats.org/drawingml/2006/main" noGrp="1"/>
          </p:cNvSpPr>
          <p:nvPr/>
        </p:nvSpPr>
        <p:spPr>
          <a:xfrm xmlns:a="http://schemas.openxmlformats.org/drawingml/2006/main">
            <a:off x="3796665" y="220535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sues200_satellite_to_uav_150m/sues200_satellite_to_uav_150m/seed-2/visual/point-9">
            <a:extLst xmlns:a="http://schemas.openxmlformats.org/drawingml/2006/main">
              <a:ext uri="{FF2B5EF4-FFF2-40B4-BE49-F238E27FC236}">
                <a16:creationId xmlns:a16="http://schemas.microsoft.com/office/drawing/2014/main" id="{A2537F7F-3A50-4948-A3A2-573EBA87A495}"/>
              </a:ext>
            </a:extLst>
          </p:cNvPr>
          <p:cNvSpPr>
            <a:spLocks xmlns:a="http://schemas.openxmlformats.org/drawingml/2006/main" noGrp="1"/>
          </p:cNvSpPr>
          <p:nvPr/>
        </p:nvSpPr>
        <p:spPr>
          <a:xfrm xmlns:a="http://schemas.openxmlformats.org/drawingml/2006/main">
            <a:off x="3956685" y="224133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sues200_satellite_to_uav_150m/sues200_satellite_to_uav_150m/seed-2/visual/point-10">
            <a:extLst xmlns:a="http://schemas.openxmlformats.org/drawingml/2006/main">
              <a:ext uri="{FF2B5EF4-FFF2-40B4-BE49-F238E27FC236}">
                <a16:creationId xmlns:a16="http://schemas.microsoft.com/office/drawing/2014/main" id="{F22ABD12-70D2-4214-B521-AF5CA1E074ED}"/>
              </a:ext>
            </a:extLst>
          </p:cNvPr>
          <p:cNvSpPr>
            <a:spLocks xmlns:a="http://schemas.openxmlformats.org/drawingml/2006/main" noGrp="1"/>
          </p:cNvSpPr>
          <p:nvPr/>
        </p:nvSpPr>
        <p:spPr>
          <a:xfrm xmlns:a="http://schemas.openxmlformats.org/drawingml/2006/main">
            <a:off x="4116705" y="222694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sues200_satellite_to_uav_150m/seed-2/visual/AURC">
            <a:extLst xmlns:a="http://schemas.openxmlformats.org/drawingml/2006/main">
              <a:ext uri="{FF2B5EF4-FFF2-40B4-BE49-F238E27FC236}">
                <a16:creationId xmlns:a16="http://schemas.microsoft.com/office/drawing/2014/main" id="{10415BB9-5729-4EFF-8168-4E03B492BE72}"/>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0.4268</a:t>
            </a:r>
          </a:p>
        </p:txBody>
      </p:sp>
      <p:sp>
        <p:nvSpPr>
          <p:cNvPr id="115" name="sues200_satellite_to_uav_150m/sues200_satellite_to_uav_150m/seed-2/full/segment-1-2">
            <a:extLst xmlns:a="http://schemas.openxmlformats.org/drawingml/2006/main">
              <a:ext uri="{FF2B5EF4-FFF2-40B4-BE49-F238E27FC236}">
                <a16:creationId xmlns:a16="http://schemas.microsoft.com/office/drawing/2014/main" id="{8913F8AD-192A-43C3-AF41-6AB7983D059E}"/>
              </a:ext>
            </a:extLst>
          </p:cNvPr>
          <p:cNvSpPr>
            <a:spLocks xmlns:a="http://schemas.openxmlformats.org/drawingml/2006/main" noGrp="1"/>
          </p:cNvSpPr>
          <p:nvPr/>
        </p:nvSpPr>
        <p:spPr>
          <a:xfrm xmlns:a="http://schemas.openxmlformats.org/drawingml/2006/main" flipV="1">
            <a:off x="2700020" y="2120900"/>
            <a:ext cx="160020" cy="21590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sues200_satellite_to_uav_150m/sues200_satellite_to_uav_150m/seed-2/full/segment-2-3">
            <a:extLst xmlns:a="http://schemas.openxmlformats.org/drawingml/2006/main">
              <a:ext uri="{FF2B5EF4-FFF2-40B4-BE49-F238E27FC236}">
                <a16:creationId xmlns:a16="http://schemas.microsoft.com/office/drawing/2014/main" id="{AC5B4F27-65A1-434D-8E8B-896D87EC3C07}"/>
              </a:ext>
            </a:extLst>
          </p:cNvPr>
          <p:cNvSpPr>
            <a:spLocks xmlns:a="http://schemas.openxmlformats.org/drawingml/2006/main" noGrp="1"/>
          </p:cNvSpPr>
          <p:nvPr/>
        </p:nvSpPr>
        <p:spPr>
          <a:xfrm xmlns:a="http://schemas.openxmlformats.org/drawingml/2006/main" flipV="0">
            <a:off x="2860040" y="2120900"/>
            <a:ext cx="160020" cy="7196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sues200_satellite_to_uav_150m/sues200_satellite_to_uav_150m/seed-2/full/segment-3-4">
            <a:extLst xmlns:a="http://schemas.openxmlformats.org/drawingml/2006/main">
              <a:ext uri="{FF2B5EF4-FFF2-40B4-BE49-F238E27FC236}">
                <a16:creationId xmlns:a16="http://schemas.microsoft.com/office/drawing/2014/main" id="{AF5CB811-F803-4CD7-8E96-36DBC6219E6F}"/>
              </a:ext>
            </a:extLst>
          </p:cNvPr>
          <p:cNvSpPr>
            <a:spLocks xmlns:a="http://schemas.openxmlformats.org/drawingml/2006/main" noGrp="1"/>
          </p:cNvSpPr>
          <p:nvPr/>
        </p:nvSpPr>
        <p:spPr>
          <a:xfrm xmlns:a="http://schemas.openxmlformats.org/drawingml/2006/main" flipV="0">
            <a:off x="3020060" y="2192867"/>
            <a:ext cx="160020" cy="3598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sues200_satellite_to_uav_150m/sues200_satellite_to_uav_150m/seed-2/full/segment-4-5">
            <a:extLst xmlns:a="http://schemas.openxmlformats.org/drawingml/2006/main">
              <a:ext uri="{FF2B5EF4-FFF2-40B4-BE49-F238E27FC236}">
                <a16:creationId xmlns:a16="http://schemas.microsoft.com/office/drawing/2014/main" id="{1624D83C-4738-4F07-B96F-13C33133BE3B}"/>
              </a:ext>
            </a:extLst>
          </p:cNvPr>
          <p:cNvSpPr>
            <a:spLocks xmlns:a="http://schemas.openxmlformats.org/drawingml/2006/main" noGrp="1"/>
          </p:cNvSpPr>
          <p:nvPr/>
        </p:nvSpPr>
        <p:spPr>
          <a:xfrm xmlns:a="http://schemas.openxmlformats.org/drawingml/2006/main" flipV="1">
            <a:off x="3180080" y="2207260"/>
            <a:ext cx="160020" cy="2159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sues200_satellite_to_uav_150m/sues200_satellite_to_uav_150m/seed-2/full/segment-5-6">
            <a:extLst xmlns:a="http://schemas.openxmlformats.org/drawingml/2006/main">
              <a:ext uri="{FF2B5EF4-FFF2-40B4-BE49-F238E27FC236}">
                <a16:creationId xmlns:a16="http://schemas.microsoft.com/office/drawing/2014/main" id="{AC020087-AE44-44A5-A49B-5319B8E40721}"/>
              </a:ext>
            </a:extLst>
          </p:cNvPr>
          <p:cNvSpPr>
            <a:spLocks xmlns:a="http://schemas.openxmlformats.org/drawingml/2006/main" noGrp="1"/>
          </p:cNvSpPr>
          <p:nvPr/>
        </p:nvSpPr>
        <p:spPr>
          <a:xfrm xmlns:a="http://schemas.openxmlformats.org/drawingml/2006/main" flipV="1">
            <a:off x="3340100" y="2192867"/>
            <a:ext cx="160020" cy="1439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sues200_satellite_to_uav_150m/sues200_satellite_to_uav_150m/seed-2/full/segment-6-7">
            <a:extLst xmlns:a="http://schemas.openxmlformats.org/drawingml/2006/main">
              <a:ext uri="{FF2B5EF4-FFF2-40B4-BE49-F238E27FC236}">
                <a16:creationId xmlns:a16="http://schemas.microsoft.com/office/drawing/2014/main" id="{A1BD3DB9-D931-4DC1-A625-FA8367DA768E}"/>
              </a:ext>
            </a:extLst>
          </p:cNvPr>
          <p:cNvSpPr>
            <a:spLocks xmlns:a="http://schemas.openxmlformats.org/drawingml/2006/main" noGrp="1"/>
          </p:cNvSpPr>
          <p:nvPr/>
        </p:nvSpPr>
        <p:spPr>
          <a:xfrm xmlns:a="http://schemas.openxmlformats.org/drawingml/2006/main" flipV="1">
            <a:off x="3500120" y="2151743"/>
            <a:ext cx="160020" cy="4112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sues200_satellite_to_uav_150m/sues200_satellite_to_uav_150m/seed-2/full/segment-7-8">
            <a:extLst xmlns:a="http://schemas.openxmlformats.org/drawingml/2006/main">
              <a:ext uri="{FF2B5EF4-FFF2-40B4-BE49-F238E27FC236}">
                <a16:creationId xmlns:a16="http://schemas.microsoft.com/office/drawing/2014/main" id="{3AECEB72-FE67-4024-B4A0-A0FABD4E4334}"/>
              </a:ext>
            </a:extLst>
          </p:cNvPr>
          <p:cNvSpPr>
            <a:spLocks xmlns:a="http://schemas.openxmlformats.org/drawingml/2006/main" noGrp="1"/>
          </p:cNvSpPr>
          <p:nvPr/>
        </p:nvSpPr>
        <p:spPr>
          <a:xfrm xmlns:a="http://schemas.openxmlformats.org/drawingml/2006/main" flipV="1">
            <a:off x="3660140" y="2120900"/>
            <a:ext cx="160020" cy="3084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sues200_satellite_to_uav_150m/sues200_satellite_to_uav_150m/seed-2/full/segment-8-9">
            <a:extLst xmlns:a="http://schemas.openxmlformats.org/drawingml/2006/main">
              <a:ext uri="{FF2B5EF4-FFF2-40B4-BE49-F238E27FC236}">
                <a16:creationId xmlns:a16="http://schemas.microsoft.com/office/drawing/2014/main" id="{C91A79EF-5473-45E0-A680-837431BEE8D9}"/>
              </a:ext>
            </a:extLst>
          </p:cNvPr>
          <p:cNvSpPr>
            <a:spLocks xmlns:a="http://schemas.openxmlformats.org/drawingml/2006/main" noGrp="1"/>
          </p:cNvSpPr>
          <p:nvPr/>
        </p:nvSpPr>
        <p:spPr>
          <a:xfrm xmlns:a="http://schemas.openxmlformats.org/drawingml/2006/main" flipV="0">
            <a:off x="3820160" y="2120900"/>
            <a:ext cx="160020" cy="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sues200_satellite_to_uav_150m/sues200_satellite_to_uav_150m/seed-2/full/segment-9-10">
            <a:extLst xmlns:a="http://schemas.openxmlformats.org/drawingml/2006/main">
              <a:ext uri="{FF2B5EF4-FFF2-40B4-BE49-F238E27FC236}">
                <a16:creationId xmlns:a16="http://schemas.microsoft.com/office/drawing/2014/main" id="{D8F99BF7-910A-49F4-AB05-5A2191F036BB}"/>
              </a:ext>
            </a:extLst>
          </p:cNvPr>
          <p:cNvSpPr>
            <a:spLocks xmlns:a="http://schemas.openxmlformats.org/drawingml/2006/main" noGrp="1"/>
          </p:cNvSpPr>
          <p:nvPr/>
        </p:nvSpPr>
        <p:spPr>
          <a:xfrm xmlns:a="http://schemas.openxmlformats.org/drawingml/2006/main" flipV="1">
            <a:off x="3980180" y="2077720"/>
            <a:ext cx="160020" cy="4318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sues200_satellite_to_uav_150m/sues200_satellite_to_uav_150m/seed-2/full/point-1">
            <a:extLst xmlns:a="http://schemas.openxmlformats.org/drawingml/2006/main">
              <a:ext uri="{FF2B5EF4-FFF2-40B4-BE49-F238E27FC236}">
                <a16:creationId xmlns:a16="http://schemas.microsoft.com/office/drawing/2014/main" id="{67BD712C-532F-47F4-88A3-A7C133A9BA57}"/>
              </a:ext>
            </a:extLst>
          </p:cNvPr>
          <p:cNvSpPr>
            <a:spLocks xmlns:a="http://schemas.openxmlformats.org/drawingml/2006/main" noGrp="1"/>
          </p:cNvSpPr>
          <p:nvPr/>
        </p:nvSpPr>
        <p:spPr>
          <a:xfrm xmlns:a="http://schemas.openxmlformats.org/drawingml/2006/main">
            <a:off x="267652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sues200_satellite_to_uav_150m/sues200_satellite_to_uav_150m/seed-2/full/point-2">
            <a:extLst xmlns:a="http://schemas.openxmlformats.org/drawingml/2006/main">
              <a:ext uri="{FF2B5EF4-FFF2-40B4-BE49-F238E27FC236}">
                <a16:creationId xmlns:a16="http://schemas.microsoft.com/office/drawing/2014/main" id="{AA3D5654-C662-4C44-B8B1-2DFA1F517569}"/>
              </a:ext>
            </a:extLst>
          </p:cNvPr>
          <p:cNvSpPr>
            <a:spLocks xmlns:a="http://schemas.openxmlformats.org/drawingml/2006/main" noGrp="1"/>
          </p:cNvSpPr>
          <p:nvPr/>
        </p:nvSpPr>
        <p:spPr>
          <a:xfrm xmlns:a="http://schemas.openxmlformats.org/drawingml/2006/main">
            <a:off x="2836545" y="20974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sues200_satellite_to_uav_150m/sues200_satellite_to_uav_150m/seed-2/full/point-3">
            <a:extLst xmlns:a="http://schemas.openxmlformats.org/drawingml/2006/main">
              <a:ext uri="{FF2B5EF4-FFF2-40B4-BE49-F238E27FC236}">
                <a16:creationId xmlns:a16="http://schemas.microsoft.com/office/drawing/2014/main" id="{4DDF1A81-8A9A-4B28-831F-1B8338C721A0}"/>
              </a:ext>
            </a:extLst>
          </p:cNvPr>
          <p:cNvSpPr>
            <a:spLocks xmlns:a="http://schemas.openxmlformats.org/drawingml/2006/main" noGrp="1"/>
          </p:cNvSpPr>
          <p:nvPr/>
        </p:nvSpPr>
        <p:spPr>
          <a:xfrm xmlns:a="http://schemas.openxmlformats.org/drawingml/2006/main">
            <a:off x="2996565" y="216937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sues200_satellite_to_uav_150m/sues200_satellite_to_uav_150m/seed-2/full/point-4">
            <a:extLst xmlns:a="http://schemas.openxmlformats.org/drawingml/2006/main">
              <a:ext uri="{FF2B5EF4-FFF2-40B4-BE49-F238E27FC236}">
                <a16:creationId xmlns:a16="http://schemas.microsoft.com/office/drawing/2014/main" id="{D952A80C-D1B8-4988-86CC-7501BB600AF2}"/>
              </a:ext>
            </a:extLst>
          </p:cNvPr>
          <p:cNvSpPr>
            <a:spLocks xmlns:a="http://schemas.openxmlformats.org/drawingml/2006/main" noGrp="1"/>
          </p:cNvSpPr>
          <p:nvPr/>
        </p:nvSpPr>
        <p:spPr>
          <a:xfrm xmlns:a="http://schemas.openxmlformats.org/drawingml/2006/main">
            <a:off x="3156585" y="22053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sues200_satellite_to_uav_150m/sues200_satellite_to_uav_150m/seed-2/full/point-5">
            <a:extLst xmlns:a="http://schemas.openxmlformats.org/drawingml/2006/main">
              <a:ext uri="{FF2B5EF4-FFF2-40B4-BE49-F238E27FC236}">
                <a16:creationId xmlns:a16="http://schemas.microsoft.com/office/drawing/2014/main" id="{05AEAA54-626A-4547-95BE-7F710F1A1D74}"/>
              </a:ext>
            </a:extLst>
          </p:cNvPr>
          <p:cNvSpPr>
            <a:spLocks xmlns:a="http://schemas.openxmlformats.org/drawingml/2006/main" noGrp="1"/>
          </p:cNvSpPr>
          <p:nvPr/>
        </p:nvSpPr>
        <p:spPr>
          <a:xfrm xmlns:a="http://schemas.openxmlformats.org/drawingml/2006/main">
            <a:off x="3316605" y="218376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sues200_satellite_to_uav_150m/sues200_satellite_to_uav_150m/seed-2/full/point-6">
            <a:extLst xmlns:a="http://schemas.openxmlformats.org/drawingml/2006/main">
              <a:ext uri="{FF2B5EF4-FFF2-40B4-BE49-F238E27FC236}">
                <a16:creationId xmlns:a16="http://schemas.microsoft.com/office/drawing/2014/main" id="{5C87951B-4B8D-4F28-B542-3548953577E7}"/>
              </a:ext>
            </a:extLst>
          </p:cNvPr>
          <p:cNvSpPr>
            <a:spLocks xmlns:a="http://schemas.openxmlformats.org/drawingml/2006/main" noGrp="1"/>
          </p:cNvSpPr>
          <p:nvPr/>
        </p:nvSpPr>
        <p:spPr>
          <a:xfrm xmlns:a="http://schemas.openxmlformats.org/drawingml/2006/main">
            <a:off x="3476625" y="216937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sues200_satellite_to_uav_150m/sues200_satellite_to_uav_150m/seed-2/full/point-7">
            <a:extLst xmlns:a="http://schemas.openxmlformats.org/drawingml/2006/main">
              <a:ext uri="{FF2B5EF4-FFF2-40B4-BE49-F238E27FC236}">
                <a16:creationId xmlns:a16="http://schemas.microsoft.com/office/drawing/2014/main" id="{93FF260F-FF3B-49A6-9598-9B9797B8244A}"/>
              </a:ext>
            </a:extLst>
          </p:cNvPr>
          <p:cNvSpPr>
            <a:spLocks xmlns:a="http://schemas.openxmlformats.org/drawingml/2006/main" noGrp="1"/>
          </p:cNvSpPr>
          <p:nvPr/>
        </p:nvSpPr>
        <p:spPr>
          <a:xfrm xmlns:a="http://schemas.openxmlformats.org/drawingml/2006/main">
            <a:off x="3636645" y="212824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sues200_satellite_to_uav_150m/sues200_satellite_to_uav_150m/seed-2/full/point-8">
            <a:extLst xmlns:a="http://schemas.openxmlformats.org/drawingml/2006/main">
              <a:ext uri="{FF2B5EF4-FFF2-40B4-BE49-F238E27FC236}">
                <a16:creationId xmlns:a16="http://schemas.microsoft.com/office/drawing/2014/main" id="{4A48D967-A5F1-492F-B542-26589EBA51AD}"/>
              </a:ext>
            </a:extLst>
          </p:cNvPr>
          <p:cNvSpPr>
            <a:spLocks xmlns:a="http://schemas.openxmlformats.org/drawingml/2006/main" noGrp="1"/>
          </p:cNvSpPr>
          <p:nvPr/>
        </p:nvSpPr>
        <p:spPr>
          <a:xfrm xmlns:a="http://schemas.openxmlformats.org/drawingml/2006/main">
            <a:off x="3796665" y="20974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sues200_satellite_to_uav_150m/sues200_satellite_to_uav_150m/seed-2/full/point-9">
            <a:extLst xmlns:a="http://schemas.openxmlformats.org/drawingml/2006/main">
              <a:ext uri="{FF2B5EF4-FFF2-40B4-BE49-F238E27FC236}">
                <a16:creationId xmlns:a16="http://schemas.microsoft.com/office/drawing/2014/main" id="{0CB7E5DE-20C3-456B-8DEF-F29D07BDA99C}"/>
              </a:ext>
            </a:extLst>
          </p:cNvPr>
          <p:cNvSpPr>
            <a:spLocks xmlns:a="http://schemas.openxmlformats.org/drawingml/2006/main" noGrp="1"/>
          </p:cNvSpPr>
          <p:nvPr/>
        </p:nvSpPr>
        <p:spPr>
          <a:xfrm xmlns:a="http://schemas.openxmlformats.org/drawingml/2006/main">
            <a:off x="3956685" y="20974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sues200_satellite_to_uav_150m/sues200_satellite_to_uav_150m/seed-2/full/point-10">
            <a:extLst xmlns:a="http://schemas.openxmlformats.org/drawingml/2006/main">
              <a:ext uri="{FF2B5EF4-FFF2-40B4-BE49-F238E27FC236}">
                <a16:creationId xmlns:a16="http://schemas.microsoft.com/office/drawing/2014/main" id="{6A79B57D-C3A0-4DB2-BA6A-E7C79B49F573}"/>
              </a:ext>
            </a:extLst>
          </p:cNvPr>
          <p:cNvSpPr>
            <a:spLocks xmlns:a="http://schemas.openxmlformats.org/drawingml/2006/main" noGrp="1"/>
          </p:cNvSpPr>
          <p:nvPr/>
        </p:nvSpPr>
        <p:spPr>
          <a:xfrm xmlns:a="http://schemas.openxmlformats.org/drawingml/2006/main">
            <a:off x="4116705" y="20542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sues200_satellite_to_uav_150m/seed-2/full/AURC">
            <a:extLst xmlns:a="http://schemas.openxmlformats.org/drawingml/2006/main">
              <a:ext uri="{FF2B5EF4-FFF2-40B4-BE49-F238E27FC236}">
                <a16:creationId xmlns:a16="http://schemas.microsoft.com/office/drawing/2014/main" id="{C0C9A417-746B-43AB-96EF-A4DA6FE6AB03}"/>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0.4473</a:t>
            </a:r>
          </a:p>
        </p:txBody>
      </p:sp>
      <p:sp>
        <p:nvSpPr>
          <p:cNvPr id="135" name="sues200_satellite_to_uav_150m/seed-2/AURC-label">
            <a:extLst xmlns:a="http://schemas.openxmlformats.org/drawingml/2006/main">
              <a:ext uri="{FF2B5EF4-FFF2-40B4-BE49-F238E27FC236}">
                <a16:creationId xmlns:a16="http://schemas.microsoft.com/office/drawing/2014/main" id="{1C426718-12C1-45AA-A58F-A7DDADCD3FD9}"/>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sues200_satellite_to_uav_150m/seed-3/heading">
            <a:extLst xmlns:a="http://schemas.openxmlformats.org/drawingml/2006/main">
              <a:ext uri="{FF2B5EF4-FFF2-40B4-BE49-F238E27FC236}">
                <a16:creationId xmlns:a16="http://schemas.microsoft.com/office/drawing/2014/main" id="{99E31440-E1E5-40D6-BCD2-BC9DFD4CAC3F}"/>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sues200_satellite_to_uav_150m/seed-3/y-grid-0">
            <a:extLst xmlns:a="http://schemas.openxmlformats.org/drawingml/2006/main">
              <a:ext uri="{FF2B5EF4-FFF2-40B4-BE49-F238E27FC236}">
                <a16:creationId xmlns:a16="http://schemas.microsoft.com/office/drawing/2014/main" id="{BFB48F64-7C5B-4863-8061-48558444537C}"/>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sues200_satellite_to_uav_150m/seed-3/y-label-0">
            <a:extLst xmlns:a="http://schemas.openxmlformats.org/drawingml/2006/main">
              <a:ext uri="{FF2B5EF4-FFF2-40B4-BE49-F238E27FC236}">
                <a16:creationId xmlns:a16="http://schemas.microsoft.com/office/drawing/2014/main" id="{DBEB99DF-AA8E-4427-9FA3-FFC87EC195A1}"/>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sues200_satellite_to_uav_150m/seed-3/x-tick-0">
            <a:extLst xmlns:a="http://schemas.openxmlformats.org/drawingml/2006/main">
              <a:ext uri="{FF2B5EF4-FFF2-40B4-BE49-F238E27FC236}">
                <a16:creationId xmlns:a16="http://schemas.microsoft.com/office/drawing/2014/main" id="{20A1CC7E-7B72-4CD8-94E9-3076C134A395}"/>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sues200_satellite_to_uav_150m/seed-3/x-label-0">
            <a:extLst xmlns:a="http://schemas.openxmlformats.org/drawingml/2006/main">
              <a:ext uri="{FF2B5EF4-FFF2-40B4-BE49-F238E27FC236}">
                <a16:creationId xmlns:a16="http://schemas.microsoft.com/office/drawing/2014/main" id="{1CA019BF-C3E9-405F-8FAF-DAB7E2413C8E}"/>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sues200_satellite_to_uav_150m/seed-3/y-grid-25">
            <a:extLst xmlns:a="http://schemas.openxmlformats.org/drawingml/2006/main">
              <a:ext uri="{FF2B5EF4-FFF2-40B4-BE49-F238E27FC236}">
                <a16:creationId xmlns:a16="http://schemas.microsoft.com/office/drawing/2014/main" id="{1A01453A-A87B-4D29-AD67-C49FDB5EDF44}"/>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sues200_satellite_to_uav_150m/seed-3/y-label-25">
            <a:extLst xmlns:a="http://schemas.openxmlformats.org/drawingml/2006/main">
              <a:ext uri="{FF2B5EF4-FFF2-40B4-BE49-F238E27FC236}">
                <a16:creationId xmlns:a16="http://schemas.microsoft.com/office/drawing/2014/main" id="{518BEA77-91BC-4B9B-A4DB-32B58EDA1F92}"/>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sues200_satellite_to_uav_150m/seed-3/x-tick-25">
            <a:extLst xmlns:a="http://schemas.openxmlformats.org/drawingml/2006/main">
              <a:ext uri="{FF2B5EF4-FFF2-40B4-BE49-F238E27FC236}">
                <a16:creationId xmlns:a16="http://schemas.microsoft.com/office/drawing/2014/main" id="{DE8EEC8E-A7EF-4204-91CF-66616622ED9B}"/>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sues200_satellite_to_uav_150m/seed-3/x-label-25">
            <a:extLst xmlns:a="http://schemas.openxmlformats.org/drawingml/2006/main">
              <a:ext uri="{FF2B5EF4-FFF2-40B4-BE49-F238E27FC236}">
                <a16:creationId xmlns:a16="http://schemas.microsoft.com/office/drawing/2014/main" id="{E070C54B-19F3-491C-A24B-574C41F3EF2A}"/>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sues200_satellite_to_uav_150m/seed-3/y-grid-50">
            <a:extLst xmlns:a="http://schemas.openxmlformats.org/drawingml/2006/main">
              <a:ext uri="{FF2B5EF4-FFF2-40B4-BE49-F238E27FC236}">
                <a16:creationId xmlns:a16="http://schemas.microsoft.com/office/drawing/2014/main" id="{063CDD72-1264-4965-8E8C-D7CAFD3D115F}"/>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sues200_satellite_to_uav_150m/seed-3/y-label-50">
            <a:extLst xmlns:a="http://schemas.openxmlformats.org/drawingml/2006/main">
              <a:ext uri="{FF2B5EF4-FFF2-40B4-BE49-F238E27FC236}">
                <a16:creationId xmlns:a16="http://schemas.microsoft.com/office/drawing/2014/main" id="{EDAAE581-8C22-434C-81E8-4650259AE658}"/>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sues200_satellite_to_uav_150m/seed-3/x-tick-50">
            <a:extLst xmlns:a="http://schemas.openxmlformats.org/drawingml/2006/main">
              <a:ext uri="{FF2B5EF4-FFF2-40B4-BE49-F238E27FC236}">
                <a16:creationId xmlns:a16="http://schemas.microsoft.com/office/drawing/2014/main" id="{ECE45228-5792-4EF8-B720-CD7A1CC5DA6C}"/>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sues200_satellite_to_uav_150m/seed-3/x-label-50">
            <a:extLst xmlns:a="http://schemas.openxmlformats.org/drawingml/2006/main">
              <a:ext uri="{FF2B5EF4-FFF2-40B4-BE49-F238E27FC236}">
                <a16:creationId xmlns:a16="http://schemas.microsoft.com/office/drawing/2014/main" id="{61239084-726A-49BB-814A-2B34518469A2}"/>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sues200_satellite_to_uav_150m/seed-3/y-grid-75">
            <a:extLst xmlns:a="http://schemas.openxmlformats.org/drawingml/2006/main">
              <a:ext uri="{FF2B5EF4-FFF2-40B4-BE49-F238E27FC236}">
                <a16:creationId xmlns:a16="http://schemas.microsoft.com/office/drawing/2014/main" id="{065831A5-1DB0-48E8-8706-9E047D1F6600}"/>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sues200_satellite_to_uav_150m/seed-3/y-label-75">
            <a:extLst xmlns:a="http://schemas.openxmlformats.org/drawingml/2006/main">
              <a:ext uri="{FF2B5EF4-FFF2-40B4-BE49-F238E27FC236}">
                <a16:creationId xmlns:a16="http://schemas.microsoft.com/office/drawing/2014/main" id="{2624F224-F8B7-4544-8085-9A8D1D6D51C2}"/>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sues200_satellite_to_uav_150m/seed-3/x-tick-75">
            <a:extLst xmlns:a="http://schemas.openxmlformats.org/drawingml/2006/main">
              <a:ext uri="{FF2B5EF4-FFF2-40B4-BE49-F238E27FC236}">
                <a16:creationId xmlns:a16="http://schemas.microsoft.com/office/drawing/2014/main" id="{8759D557-B4DB-41B4-9A68-2544401ED18F}"/>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sues200_satellite_to_uav_150m/seed-3/x-label-75">
            <a:extLst xmlns:a="http://schemas.openxmlformats.org/drawingml/2006/main">
              <a:ext uri="{FF2B5EF4-FFF2-40B4-BE49-F238E27FC236}">
                <a16:creationId xmlns:a16="http://schemas.microsoft.com/office/drawing/2014/main" id="{4DDBC354-C40B-4BE1-B080-7552DAD2AEC5}"/>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sues200_satellite_to_uav_150m/seed-3/y-grid-100">
            <a:extLst xmlns:a="http://schemas.openxmlformats.org/drawingml/2006/main">
              <a:ext uri="{FF2B5EF4-FFF2-40B4-BE49-F238E27FC236}">
                <a16:creationId xmlns:a16="http://schemas.microsoft.com/office/drawing/2014/main" id="{CC419356-7349-4AFD-92C4-ABECB371F0CE}"/>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sues200_satellite_to_uav_150m/seed-3/y-label-100">
            <a:extLst xmlns:a="http://schemas.openxmlformats.org/drawingml/2006/main">
              <a:ext uri="{FF2B5EF4-FFF2-40B4-BE49-F238E27FC236}">
                <a16:creationId xmlns:a16="http://schemas.microsoft.com/office/drawing/2014/main" id="{5089FFB4-888D-45CE-9F3B-5FEDB77A20C6}"/>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sues200_satellite_to_uav_150m/seed-3/x-tick-100">
            <a:extLst xmlns:a="http://schemas.openxmlformats.org/drawingml/2006/main">
              <a:ext uri="{FF2B5EF4-FFF2-40B4-BE49-F238E27FC236}">
                <a16:creationId xmlns:a16="http://schemas.microsoft.com/office/drawing/2014/main" id="{7D406BBE-0281-4F1D-A7BE-DCFC23CD447B}"/>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sues200_satellite_to_uav_150m/seed-3/x-label-100">
            <a:extLst xmlns:a="http://schemas.openxmlformats.org/drawingml/2006/main">
              <a:ext uri="{FF2B5EF4-FFF2-40B4-BE49-F238E27FC236}">
                <a16:creationId xmlns:a16="http://schemas.microsoft.com/office/drawing/2014/main" id="{B8B79B12-B064-4851-AD74-9A3351A04BAA}"/>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sues200_satellite_to_uav_150m/seed-3/y-axis">
            <a:extLst xmlns:a="http://schemas.openxmlformats.org/drawingml/2006/main">
              <a:ext uri="{FF2B5EF4-FFF2-40B4-BE49-F238E27FC236}">
                <a16:creationId xmlns:a16="http://schemas.microsoft.com/office/drawing/2014/main" id="{D540BBA5-6D9F-4992-8092-EE50C49A813E}"/>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satellite_to_uav_150m/seed-3/x-axis">
            <a:extLst xmlns:a="http://schemas.openxmlformats.org/drawingml/2006/main">
              <a:ext uri="{FF2B5EF4-FFF2-40B4-BE49-F238E27FC236}">
                <a16:creationId xmlns:a16="http://schemas.microsoft.com/office/drawing/2014/main" id="{E5C67BE2-E54D-45B2-BCB5-7180108D3079}"/>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sues200_satellite_to_uav_150m/sues200_satellite_to_uav_150m/seed-3/visual/segment-1-2">
            <a:extLst xmlns:a="http://schemas.openxmlformats.org/drawingml/2006/main">
              <a:ext uri="{FF2B5EF4-FFF2-40B4-BE49-F238E27FC236}">
                <a16:creationId xmlns:a16="http://schemas.microsoft.com/office/drawing/2014/main" id="{FDB10136-A983-42A0-BE76-31C1D8B298CE}"/>
              </a:ext>
            </a:extLst>
          </p:cNvPr>
          <p:cNvSpPr>
            <a:spLocks xmlns:a="http://schemas.openxmlformats.org/drawingml/2006/main" noGrp="1"/>
          </p:cNvSpPr>
          <p:nvPr/>
        </p:nvSpPr>
        <p:spPr>
          <a:xfrm xmlns:a="http://schemas.openxmlformats.org/drawingml/2006/main" flipV="0">
            <a:off x="4706620" y="2120900"/>
            <a:ext cx="160020" cy="1079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sues200_satellite_to_uav_150m/sues200_satellite_to_uav_150m/seed-3/visual/segment-2-3">
            <a:extLst xmlns:a="http://schemas.openxmlformats.org/drawingml/2006/main">
              <a:ext uri="{FF2B5EF4-FFF2-40B4-BE49-F238E27FC236}">
                <a16:creationId xmlns:a16="http://schemas.microsoft.com/office/drawing/2014/main" id="{C256F8D0-FC0C-4416-A544-D949D235CE22}"/>
              </a:ext>
            </a:extLst>
          </p:cNvPr>
          <p:cNvSpPr>
            <a:spLocks xmlns:a="http://schemas.openxmlformats.org/drawingml/2006/main" noGrp="1"/>
          </p:cNvSpPr>
          <p:nvPr/>
        </p:nvSpPr>
        <p:spPr>
          <a:xfrm xmlns:a="http://schemas.openxmlformats.org/drawingml/2006/main" flipV="0">
            <a:off x="4866640" y="2228850"/>
            <a:ext cx="160020" cy="3598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sues200_satellite_to_uav_150m/sues200_satellite_to_uav_150m/seed-3/visual/segment-3-4">
            <a:extLst xmlns:a="http://schemas.openxmlformats.org/drawingml/2006/main">
              <a:ext uri="{FF2B5EF4-FFF2-40B4-BE49-F238E27FC236}">
                <a16:creationId xmlns:a16="http://schemas.microsoft.com/office/drawing/2014/main" id="{948D97D3-022F-4D5A-9F8E-4D2930E369C8}"/>
              </a:ext>
            </a:extLst>
          </p:cNvPr>
          <p:cNvSpPr>
            <a:spLocks xmlns:a="http://schemas.openxmlformats.org/drawingml/2006/main" noGrp="1"/>
          </p:cNvSpPr>
          <p:nvPr/>
        </p:nvSpPr>
        <p:spPr>
          <a:xfrm xmlns:a="http://schemas.openxmlformats.org/drawingml/2006/main" flipV="0">
            <a:off x="5026660" y="2264833"/>
            <a:ext cx="160020" cy="1799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sues200_satellite_to_uav_150m/sues200_satellite_to_uav_150m/seed-3/visual/segment-4-5">
            <a:extLst xmlns:a="http://schemas.openxmlformats.org/drawingml/2006/main">
              <a:ext uri="{FF2B5EF4-FFF2-40B4-BE49-F238E27FC236}">
                <a16:creationId xmlns:a16="http://schemas.microsoft.com/office/drawing/2014/main" id="{CA10E201-52B3-4334-B0FD-CC6FC10FAD2A}"/>
              </a:ext>
            </a:extLst>
          </p:cNvPr>
          <p:cNvSpPr>
            <a:spLocks xmlns:a="http://schemas.openxmlformats.org/drawingml/2006/main" noGrp="1"/>
          </p:cNvSpPr>
          <p:nvPr/>
        </p:nvSpPr>
        <p:spPr>
          <a:xfrm xmlns:a="http://schemas.openxmlformats.org/drawingml/2006/main" flipV="1">
            <a:off x="5186680" y="2250440"/>
            <a:ext cx="160020" cy="3238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sues200_satellite_to_uav_150m/sues200_satellite_to_uav_150m/seed-3/visual/segment-5-6">
            <a:extLst xmlns:a="http://schemas.openxmlformats.org/drawingml/2006/main">
              <a:ext uri="{FF2B5EF4-FFF2-40B4-BE49-F238E27FC236}">
                <a16:creationId xmlns:a16="http://schemas.microsoft.com/office/drawing/2014/main" id="{9DCDBECD-61D7-4E98-B007-4A9F1D837EEC}"/>
              </a:ext>
            </a:extLst>
          </p:cNvPr>
          <p:cNvSpPr>
            <a:spLocks xmlns:a="http://schemas.openxmlformats.org/drawingml/2006/main" noGrp="1"/>
          </p:cNvSpPr>
          <p:nvPr/>
        </p:nvSpPr>
        <p:spPr>
          <a:xfrm xmlns:a="http://schemas.openxmlformats.org/drawingml/2006/main" flipV="0">
            <a:off x="5346700" y="2250440"/>
            <a:ext cx="160020" cy="8636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sues200_satellite_to_uav_150m/sues200_satellite_to_uav_150m/seed-3/visual/segment-6-7">
            <a:extLst xmlns:a="http://schemas.openxmlformats.org/drawingml/2006/main">
              <a:ext uri="{FF2B5EF4-FFF2-40B4-BE49-F238E27FC236}">
                <a16:creationId xmlns:a16="http://schemas.microsoft.com/office/drawing/2014/main" id="{5EEA987C-04F3-4FF5-8473-EE491F4E88BD}"/>
              </a:ext>
            </a:extLst>
          </p:cNvPr>
          <p:cNvSpPr>
            <a:spLocks xmlns:a="http://schemas.openxmlformats.org/drawingml/2006/main" noGrp="1"/>
          </p:cNvSpPr>
          <p:nvPr/>
        </p:nvSpPr>
        <p:spPr>
          <a:xfrm xmlns:a="http://schemas.openxmlformats.org/drawingml/2006/main" flipV="0">
            <a:off x="5506720" y="2336800"/>
            <a:ext cx="160020" cy="6168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sues200_satellite_to_uav_150m/sues200_satellite_to_uav_150m/seed-3/visual/segment-7-8">
            <a:extLst xmlns:a="http://schemas.openxmlformats.org/drawingml/2006/main">
              <a:ext uri="{FF2B5EF4-FFF2-40B4-BE49-F238E27FC236}">
                <a16:creationId xmlns:a16="http://schemas.microsoft.com/office/drawing/2014/main" id="{CCD8656F-256B-4A03-9768-ED624AECEECC}"/>
              </a:ext>
            </a:extLst>
          </p:cNvPr>
          <p:cNvSpPr>
            <a:spLocks xmlns:a="http://schemas.openxmlformats.org/drawingml/2006/main" noGrp="1"/>
          </p:cNvSpPr>
          <p:nvPr/>
        </p:nvSpPr>
        <p:spPr>
          <a:xfrm xmlns:a="http://schemas.openxmlformats.org/drawingml/2006/main" flipV="1">
            <a:off x="5666740" y="2336800"/>
            <a:ext cx="160020" cy="6168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sues200_satellite_to_uav_150m/sues200_satellite_to_uav_150m/seed-3/visual/segment-8-9">
            <a:extLst xmlns:a="http://schemas.openxmlformats.org/drawingml/2006/main">
              <a:ext uri="{FF2B5EF4-FFF2-40B4-BE49-F238E27FC236}">
                <a16:creationId xmlns:a16="http://schemas.microsoft.com/office/drawing/2014/main" id="{94B39A76-4CB4-40CD-B791-84A99BF32C12}"/>
              </a:ext>
            </a:extLst>
          </p:cNvPr>
          <p:cNvSpPr>
            <a:spLocks xmlns:a="http://schemas.openxmlformats.org/drawingml/2006/main" noGrp="1"/>
          </p:cNvSpPr>
          <p:nvPr/>
        </p:nvSpPr>
        <p:spPr>
          <a:xfrm xmlns:a="http://schemas.openxmlformats.org/drawingml/2006/main" flipV="0">
            <a:off x="5826760" y="2336800"/>
            <a:ext cx="160020" cy="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sues200_satellite_to_uav_150m/sues200_satellite_to_uav_150m/seed-3/visual/segment-9-10">
            <a:extLst xmlns:a="http://schemas.openxmlformats.org/drawingml/2006/main">
              <a:ext uri="{FF2B5EF4-FFF2-40B4-BE49-F238E27FC236}">
                <a16:creationId xmlns:a16="http://schemas.microsoft.com/office/drawing/2014/main" id="{1A39D87A-FEFF-47B2-8A86-8645A88C7264}"/>
              </a:ext>
            </a:extLst>
          </p:cNvPr>
          <p:cNvSpPr>
            <a:spLocks xmlns:a="http://schemas.openxmlformats.org/drawingml/2006/main" noGrp="1"/>
          </p:cNvSpPr>
          <p:nvPr/>
        </p:nvSpPr>
        <p:spPr>
          <a:xfrm xmlns:a="http://schemas.openxmlformats.org/drawingml/2006/main" flipV="1">
            <a:off x="5986780" y="2315210"/>
            <a:ext cx="160020" cy="2159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sues200_satellite_to_uav_150m/sues200_satellite_to_uav_150m/seed-3/visual/point-1">
            <a:extLst xmlns:a="http://schemas.openxmlformats.org/drawingml/2006/main">
              <a:ext uri="{FF2B5EF4-FFF2-40B4-BE49-F238E27FC236}">
                <a16:creationId xmlns:a16="http://schemas.microsoft.com/office/drawing/2014/main" id="{C8CC3822-7E7B-4751-952C-0CB6FB00F6A2}"/>
              </a:ext>
            </a:extLst>
          </p:cNvPr>
          <p:cNvSpPr>
            <a:spLocks xmlns:a="http://schemas.openxmlformats.org/drawingml/2006/main" noGrp="1"/>
          </p:cNvSpPr>
          <p:nvPr/>
        </p:nvSpPr>
        <p:spPr>
          <a:xfrm xmlns:a="http://schemas.openxmlformats.org/drawingml/2006/main">
            <a:off x="4683125" y="20974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sues200_satellite_to_uav_150m/sues200_satellite_to_uav_150m/seed-3/visual/point-2">
            <a:extLst xmlns:a="http://schemas.openxmlformats.org/drawingml/2006/main">
              <a:ext uri="{FF2B5EF4-FFF2-40B4-BE49-F238E27FC236}">
                <a16:creationId xmlns:a16="http://schemas.microsoft.com/office/drawing/2014/main" id="{1261E98E-1587-40C5-847E-ECE6D1982FF4}"/>
              </a:ext>
            </a:extLst>
          </p:cNvPr>
          <p:cNvSpPr>
            <a:spLocks xmlns:a="http://schemas.openxmlformats.org/drawingml/2006/main" noGrp="1"/>
          </p:cNvSpPr>
          <p:nvPr/>
        </p:nvSpPr>
        <p:spPr>
          <a:xfrm xmlns:a="http://schemas.openxmlformats.org/drawingml/2006/main">
            <a:off x="4843145" y="220535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sues200_satellite_to_uav_150m/sues200_satellite_to_uav_150m/seed-3/visual/point-3">
            <a:extLst xmlns:a="http://schemas.openxmlformats.org/drawingml/2006/main">
              <a:ext uri="{FF2B5EF4-FFF2-40B4-BE49-F238E27FC236}">
                <a16:creationId xmlns:a16="http://schemas.microsoft.com/office/drawing/2014/main" id="{7430EDD3-DADA-4428-A342-7876FB9B2EA3}"/>
              </a:ext>
            </a:extLst>
          </p:cNvPr>
          <p:cNvSpPr>
            <a:spLocks xmlns:a="http://schemas.openxmlformats.org/drawingml/2006/main" noGrp="1"/>
          </p:cNvSpPr>
          <p:nvPr/>
        </p:nvSpPr>
        <p:spPr>
          <a:xfrm xmlns:a="http://schemas.openxmlformats.org/drawingml/2006/main">
            <a:off x="5003165" y="224133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sues200_satellite_to_uav_150m/sues200_satellite_to_uav_150m/seed-3/visual/point-4">
            <a:extLst xmlns:a="http://schemas.openxmlformats.org/drawingml/2006/main">
              <a:ext uri="{FF2B5EF4-FFF2-40B4-BE49-F238E27FC236}">
                <a16:creationId xmlns:a16="http://schemas.microsoft.com/office/drawing/2014/main" id="{6FF12764-9D49-424D-8418-5E6D8CCEFB08}"/>
              </a:ext>
            </a:extLst>
          </p:cNvPr>
          <p:cNvSpPr>
            <a:spLocks xmlns:a="http://schemas.openxmlformats.org/drawingml/2006/main" noGrp="1"/>
          </p:cNvSpPr>
          <p:nvPr/>
        </p:nvSpPr>
        <p:spPr>
          <a:xfrm xmlns:a="http://schemas.openxmlformats.org/drawingml/2006/main">
            <a:off x="5163185" y="225933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sues200_satellite_to_uav_150m/sues200_satellite_to_uav_150m/seed-3/visual/point-5">
            <a:extLst xmlns:a="http://schemas.openxmlformats.org/drawingml/2006/main">
              <a:ext uri="{FF2B5EF4-FFF2-40B4-BE49-F238E27FC236}">
                <a16:creationId xmlns:a16="http://schemas.microsoft.com/office/drawing/2014/main" id="{59327D36-1F32-4F30-9358-BBFAB6F10487}"/>
              </a:ext>
            </a:extLst>
          </p:cNvPr>
          <p:cNvSpPr>
            <a:spLocks xmlns:a="http://schemas.openxmlformats.org/drawingml/2006/main" noGrp="1"/>
          </p:cNvSpPr>
          <p:nvPr/>
        </p:nvSpPr>
        <p:spPr>
          <a:xfrm xmlns:a="http://schemas.openxmlformats.org/drawingml/2006/main">
            <a:off x="5323205" y="222694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sues200_satellite_to_uav_150m/sues200_satellite_to_uav_150m/seed-3/visual/point-6">
            <a:extLst xmlns:a="http://schemas.openxmlformats.org/drawingml/2006/main">
              <a:ext uri="{FF2B5EF4-FFF2-40B4-BE49-F238E27FC236}">
                <a16:creationId xmlns:a16="http://schemas.microsoft.com/office/drawing/2014/main" id="{F03A083A-F348-45B3-9826-ADAC910360EC}"/>
              </a:ext>
            </a:extLst>
          </p:cNvPr>
          <p:cNvSpPr>
            <a:spLocks xmlns:a="http://schemas.openxmlformats.org/drawingml/2006/main" noGrp="1"/>
          </p:cNvSpPr>
          <p:nvPr/>
        </p:nvSpPr>
        <p:spPr>
          <a:xfrm xmlns:a="http://schemas.openxmlformats.org/drawingml/2006/main">
            <a:off x="548322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sues200_satellite_to_uav_150m/sues200_satellite_to_uav_150m/seed-3/visual/point-7">
            <a:extLst xmlns:a="http://schemas.openxmlformats.org/drawingml/2006/main">
              <a:ext uri="{FF2B5EF4-FFF2-40B4-BE49-F238E27FC236}">
                <a16:creationId xmlns:a16="http://schemas.microsoft.com/office/drawing/2014/main" id="{E2A78981-DDE4-4593-8314-112864CC4D79}"/>
              </a:ext>
            </a:extLst>
          </p:cNvPr>
          <p:cNvSpPr>
            <a:spLocks xmlns:a="http://schemas.openxmlformats.org/drawingml/2006/main" noGrp="1"/>
          </p:cNvSpPr>
          <p:nvPr/>
        </p:nvSpPr>
        <p:spPr>
          <a:xfrm xmlns:a="http://schemas.openxmlformats.org/drawingml/2006/main">
            <a:off x="5643245" y="237499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sues200_satellite_to_uav_150m/sues200_satellite_to_uav_150m/seed-3/visual/point-8">
            <a:extLst xmlns:a="http://schemas.openxmlformats.org/drawingml/2006/main">
              <a:ext uri="{FF2B5EF4-FFF2-40B4-BE49-F238E27FC236}">
                <a16:creationId xmlns:a16="http://schemas.microsoft.com/office/drawing/2014/main" id="{31DBA4DF-C1F2-4911-935C-EF31C7DC1445}"/>
              </a:ext>
            </a:extLst>
          </p:cNvPr>
          <p:cNvSpPr>
            <a:spLocks xmlns:a="http://schemas.openxmlformats.org/drawingml/2006/main" noGrp="1"/>
          </p:cNvSpPr>
          <p:nvPr/>
        </p:nvSpPr>
        <p:spPr>
          <a:xfrm xmlns:a="http://schemas.openxmlformats.org/drawingml/2006/main">
            <a:off x="580326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sues200_satellite_to_uav_150m/sues200_satellite_to_uav_150m/seed-3/visual/point-9">
            <a:extLst xmlns:a="http://schemas.openxmlformats.org/drawingml/2006/main">
              <a:ext uri="{FF2B5EF4-FFF2-40B4-BE49-F238E27FC236}">
                <a16:creationId xmlns:a16="http://schemas.microsoft.com/office/drawing/2014/main" id="{5B6FE4AB-B6F1-42F2-B612-9426D6E0FEF6}"/>
              </a:ext>
            </a:extLst>
          </p:cNvPr>
          <p:cNvSpPr>
            <a:spLocks xmlns:a="http://schemas.openxmlformats.org/drawingml/2006/main" noGrp="1"/>
          </p:cNvSpPr>
          <p:nvPr/>
        </p:nvSpPr>
        <p:spPr>
          <a:xfrm xmlns:a="http://schemas.openxmlformats.org/drawingml/2006/main">
            <a:off x="596328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sues200_satellite_to_uav_150m/sues200_satellite_to_uav_150m/seed-3/visual/point-10">
            <a:extLst xmlns:a="http://schemas.openxmlformats.org/drawingml/2006/main">
              <a:ext uri="{FF2B5EF4-FFF2-40B4-BE49-F238E27FC236}">
                <a16:creationId xmlns:a16="http://schemas.microsoft.com/office/drawing/2014/main" id="{7C3BFE62-2C72-46C7-909E-BCA3ECB80C60}"/>
              </a:ext>
            </a:extLst>
          </p:cNvPr>
          <p:cNvSpPr>
            <a:spLocks xmlns:a="http://schemas.openxmlformats.org/drawingml/2006/main" noGrp="1"/>
          </p:cNvSpPr>
          <p:nvPr/>
        </p:nvSpPr>
        <p:spPr>
          <a:xfrm xmlns:a="http://schemas.openxmlformats.org/drawingml/2006/main">
            <a:off x="6123305" y="229171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sues200_satellite_to_uav_150m/seed-3/visual/AURC">
            <a:extLst xmlns:a="http://schemas.openxmlformats.org/drawingml/2006/main">
              <a:ext uri="{FF2B5EF4-FFF2-40B4-BE49-F238E27FC236}">
                <a16:creationId xmlns:a16="http://schemas.microsoft.com/office/drawing/2014/main" id="{74FACD66-72F9-4AB1-94B3-443C5029719B}"/>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0.4130</a:t>
            </a:r>
          </a:p>
        </p:txBody>
      </p:sp>
      <p:sp>
        <p:nvSpPr>
          <p:cNvPr id="179" name="sues200_satellite_to_uav_150m/sues200_satellite_to_uav_150m/seed-3/full/segment-1-2">
            <a:extLst xmlns:a="http://schemas.openxmlformats.org/drawingml/2006/main">
              <a:ext uri="{FF2B5EF4-FFF2-40B4-BE49-F238E27FC236}">
                <a16:creationId xmlns:a16="http://schemas.microsoft.com/office/drawing/2014/main" id="{E5D8A966-AC6C-4228-91EB-4B87C6FCBD2D}"/>
              </a:ext>
            </a:extLst>
          </p:cNvPr>
          <p:cNvSpPr>
            <a:spLocks xmlns:a="http://schemas.openxmlformats.org/drawingml/2006/main" noGrp="1"/>
          </p:cNvSpPr>
          <p:nvPr/>
        </p:nvSpPr>
        <p:spPr>
          <a:xfrm xmlns:a="http://schemas.openxmlformats.org/drawingml/2006/main" flipV="0">
            <a:off x="4706620" y="2336800"/>
            <a:ext cx="160020" cy="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sues200_satellite_to_uav_150m/sues200_satellite_to_uav_150m/seed-3/full/segment-2-3">
            <a:extLst xmlns:a="http://schemas.openxmlformats.org/drawingml/2006/main">
              <a:ext uri="{FF2B5EF4-FFF2-40B4-BE49-F238E27FC236}">
                <a16:creationId xmlns:a16="http://schemas.microsoft.com/office/drawing/2014/main" id="{A4E0DA7A-7C6F-4B3B-B41B-0CE1783FD8E5}"/>
              </a:ext>
            </a:extLst>
          </p:cNvPr>
          <p:cNvSpPr>
            <a:spLocks xmlns:a="http://schemas.openxmlformats.org/drawingml/2006/main" noGrp="1"/>
          </p:cNvSpPr>
          <p:nvPr/>
        </p:nvSpPr>
        <p:spPr>
          <a:xfrm xmlns:a="http://schemas.openxmlformats.org/drawingml/2006/main" flipV="0">
            <a:off x="4866640" y="2336800"/>
            <a:ext cx="160020" cy="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sues200_satellite_to_uav_150m/sues200_satellite_to_uav_150m/seed-3/full/segment-3-4">
            <a:extLst xmlns:a="http://schemas.openxmlformats.org/drawingml/2006/main">
              <a:ext uri="{FF2B5EF4-FFF2-40B4-BE49-F238E27FC236}">
                <a16:creationId xmlns:a16="http://schemas.microsoft.com/office/drawing/2014/main" id="{05B6BFF0-C4EA-432C-960F-574779151F07}"/>
              </a:ext>
            </a:extLst>
          </p:cNvPr>
          <p:cNvSpPr>
            <a:spLocks xmlns:a="http://schemas.openxmlformats.org/drawingml/2006/main" noGrp="1"/>
          </p:cNvSpPr>
          <p:nvPr/>
        </p:nvSpPr>
        <p:spPr>
          <a:xfrm xmlns:a="http://schemas.openxmlformats.org/drawingml/2006/main" flipV="1">
            <a:off x="5026660" y="222885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sues200_satellite_to_uav_150m/sues200_satellite_to_uav_150m/seed-3/full/segment-4-5">
            <a:extLst xmlns:a="http://schemas.openxmlformats.org/drawingml/2006/main">
              <a:ext uri="{FF2B5EF4-FFF2-40B4-BE49-F238E27FC236}">
                <a16:creationId xmlns:a16="http://schemas.microsoft.com/office/drawing/2014/main" id="{94BE1BCF-9D93-4BBD-A124-B7F22DDE6C30}"/>
              </a:ext>
            </a:extLst>
          </p:cNvPr>
          <p:cNvSpPr>
            <a:spLocks xmlns:a="http://schemas.openxmlformats.org/drawingml/2006/main" noGrp="1"/>
          </p:cNvSpPr>
          <p:nvPr/>
        </p:nvSpPr>
        <p:spPr>
          <a:xfrm xmlns:a="http://schemas.openxmlformats.org/drawingml/2006/main" flipV="1">
            <a:off x="5186680" y="2164080"/>
            <a:ext cx="160020" cy="6477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sues200_satellite_to_uav_150m/sues200_satellite_to_uav_150m/seed-3/full/segment-5-6">
            <a:extLst xmlns:a="http://schemas.openxmlformats.org/drawingml/2006/main">
              <a:ext uri="{FF2B5EF4-FFF2-40B4-BE49-F238E27FC236}">
                <a16:creationId xmlns:a16="http://schemas.microsoft.com/office/drawing/2014/main" id="{C47B3379-B483-4CFC-A26E-02D93D10E929}"/>
              </a:ext>
            </a:extLst>
          </p:cNvPr>
          <p:cNvSpPr>
            <a:spLocks xmlns:a="http://schemas.openxmlformats.org/drawingml/2006/main" noGrp="1"/>
          </p:cNvSpPr>
          <p:nvPr/>
        </p:nvSpPr>
        <p:spPr>
          <a:xfrm xmlns:a="http://schemas.openxmlformats.org/drawingml/2006/main" flipV="1">
            <a:off x="5346700" y="2120900"/>
            <a:ext cx="160020" cy="4318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sues200_satellite_to_uav_150m/sues200_satellite_to_uav_150m/seed-3/full/segment-6-7">
            <a:extLst xmlns:a="http://schemas.openxmlformats.org/drawingml/2006/main">
              <a:ext uri="{FF2B5EF4-FFF2-40B4-BE49-F238E27FC236}">
                <a16:creationId xmlns:a16="http://schemas.microsoft.com/office/drawing/2014/main" id="{2ED27971-2DC0-4303-B2EE-6793DC4DEA37}"/>
              </a:ext>
            </a:extLst>
          </p:cNvPr>
          <p:cNvSpPr>
            <a:spLocks xmlns:a="http://schemas.openxmlformats.org/drawingml/2006/main" noGrp="1"/>
          </p:cNvSpPr>
          <p:nvPr/>
        </p:nvSpPr>
        <p:spPr>
          <a:xfrm xmlns:a="http://schemas.openxmlformats.org/drawingml/2006/main" flipV="1">
            <a:off x="5506720" y="2059214"/>
            <a:ext cx="160020" cy="6168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sues200_satellite_to_uav_150m/sues200_satellite_to_uav_150m/seed-3/full/segment-7-8">
            <a:extLst xmlns:a="http://schemas.openxmlformats.org/drawingml/2006/main">
              <a:ext uri="{FF2B5EF4-FFF2-40B4-BE49-F238E27FC236}">
                <a16:creationId xmlns:a16="http://schemas.microsoft.com/office/drawing/2014/main" id="{20FE6983-BFFF-4532-A57E-28A8E692EA41}"/>
              </a:ext>
            </a:extLst>
          </p:cNvPr>
          <p:cNvSpPr>
            <a:spLocks xmlns:a="http://schemas.openxmlformats.org/drawingml/2006/main" noGrp="1"/>
          </p:cNvSpPr>
          <p:nvPr/>
        </p:nvSpPr>
        <p:spPr>
          <a:xfrm xmlns:a="http://schemas.openxmlformats.org/drawingml/2006/main" flipV="0">
            <a:off x="5666740" y="2059214"/>
            <a:ext cx="160020" cy="3469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sues200_satellite_to_uav_150m/sues200_satellite_to_uav_150m/seed-3/full/segment-8-9">
            <a:extLst xmlns:a="http://schemas.openxmlformats.org/drawingml/2006/main">
              <a:ext uri="{FF2B5EF4-FFF2-40B4-BE49-F238E27FC236}">
                <a16:creationId xmlns:a16="http://schemas.microsoft.com/office/drawing/2014/main" id="{72595CAE-DBD8-4BE5-BE3C-5408873B4DD5}"/>
              </a:ext>
            </a:extLst>
          </p:cNvPr>
          <p:cNvSpPr>
            <a:spLocks xmlns:a="http://schemas.openxmlformats.org/drawingml/2006/main" noGrp="1"/>
          </p:cNvSpPr>
          <p:nvPr/>
        </p:nvSpPr>
        <p:spPr>
          <a:xfrm xmlns:a="http://schemas.openxmlformats.org/drawingml/2006/main" flipV="0">
            <a:off x="5826760" y="2093912"/>
            <a:ext cx="160020" cy="299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sues200_satellite_to_uav_150m/sues200_satellite_to_uav_150m/seed-3/full/segment-9-10">
            <a:extLst xmlns:a="http://schemas.openxmlformats.org/drawingml/2006/main">
              <a:ext uri="{FF2B5EF4-FFF2-40B4-BE49-F238E27FC236}">
                <a16:creationId xmlns:a16="http://schemas.microsoft.com/office/drawing/2014/main" id="{A6CBC51F-49C5-4870-B698-6E2CA69DBCE1}"/>
              </a:ext>
            </a:extLst>
          </p:cNvPr>
          <p:cNvSpPr>
            <a:spLocks xmlns:a="http://schemas.openxmlformats.org/drawingml/2006/main" noGrp="1"/>
          </p:cNvSpPr>
          <p:nvPr/>
        </p:nvSpPr>
        <p:spPr>
          <a:xfrm xmlns:a="http://schemas.openxmlformats.org/drawingml/2006/main" flipV="0">
            <a:off x="5986780" y="2096911"/>
            <a:ext cx="160020" cy="239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sues200_satellite_to_uav_150m/sues200_satellite_to_uav_150m/seed-3/full/point-1">
            <a:extLst xmlns:a="http://schemas.openxmlformats.org/drawingml/2006/main">
              <a:ext uri="{FF2B5EF4-FFF2-40B4-BE49-F238E27FC236}">
                <a16:creationId xmlns:a16="http://schemas.microsoft.com/office/drawing/2014/main" id="{958A1584-FF5D-4B35-B66D-948E397AA11D}"/>
              </a:ext>
            </a:extLst>
          </p:cNvPr>
          <p:cNvSpPr>
            <a:spLocks xmlns:a="http://schemas.openxmlformats.org/drawingml/2006/main" noGrp="1"/>
          </p:cNvSpPr>
          <p:nvPr/>
        </p:nvSpPr>
        <p:spPr>
          <a:xfrm xmlns:a="http://schemas.openxmlformats.org/drawingml/2006/main">
            <a:off x="468312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sues200_satellite_to_uav_150m/sues200_satellite_to_uav_150m/seed-3/full/point-2">
            <a:extLst xmlns:a="http://schemas.openxmlformats.org/drawingml/2006/main">
              <a:ext uri="{FF2B5EF4-FFF2-40B4-BE49-F238E27FC236}">
                <a16:creationId xmlns:a16="http://schemas.microsoft.com/office/drawing/2014/main" id="{A19138E4-C7C7-45B5-84CD-2DF1E5BFEF40}"/>
              </a:ext>
            </a:extLst>
          </p:cNvPr>
          <p:cNvSpPr>
            <a:spLocks xmlns:a="http://schemas.openxmlformats.org/drawingml/2006/main" noGrp="1"/>
          </p:cNvSpPr>
          <p:nvPr/>
        </p:nvSpPr>
        <p:spPr>
          <a:xfrm xmlns:a="http://schemas.openxmlformats.org/drawingml/2006/main">
            <a:off x="484314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sues200_satellite_to_uav_150m/sues200_satellite_to_uav_150m/seed-3/full/point-3">
            <a:extLst xmlns:a="http://schemas.openxmlformats.org/drawingml/2006/main">
              <a:ext uri="{FF2B5EF4-FFF2-40B4-BE49-F238E27FC236}">
                <a16:creationId xmlns:a16="http://schemas.microsoft.com/office/drawing/2014/main" id="{CDB71B6B-444E-41AD-8E39-A75131C9C2A9}"/>
              </a:ext>
            </a:extLst>
          </p:cNvPr>
          <p:cNvSpPr>
            <a:spLocks xmlns:a="http://schemas.openxmlformats.org/drawingml/2006/main" noGrp="1"/>
          </p:cNvSpPr>
          <p:nvPr/>
        </p:nvSpPr>
        <p:spPr>
          <a:xfrm xmlns:a="http://schemas.openxmlformats.org/drawingml/2006/main">
            <a:off x="500316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sues200_satellite_to_uav_150m/sues200_satellite_to_uav_150m/seed-3/full/point-4">
            <a:extLst xmlns:a="http://schemas.openxmlformats.org/drawingml/2006/main">
              <a:ext uri="{FF2B5EF4-FFF2-40B4-BE49-F238E27FC236}">
                <a16:creationId xmlns:a16="http://schemas.microsoft.com/office/drawing/2014/main" id="{303B3E8A-F49E-4B9D-B88C-055034439ACD}"/>
              </a:ext>
            </a:extLst>
          </p:cNvPr>
          <p:cNvSpPr>
            <a:spLocks xmlns:a="http://schemas.openxmlformats.org/drawingml/2006/main" noGrp="1"/>
          </p:cNvSpPr>
          <p:nvPr/>
        </p:nvSpPr>
        <p:spPr>
          <a:xfrm xmlns:a="http://schemas.openxmlformats.org/drawingml/2006/main">
            <a:off x="5163185" y="22053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sues200_satellite_to_uav_150m/sues200_satellite_to_uav_150m/seed-3/full/point-5">
            <a:extLst xmlns:a="http://schemas.openxmlformats.org/drawingml/2006/main">
              <a:ext uri="{FF2B5EF4-FFF2-40B4-BE49-F238E27FC236}">
                <a16:creationId xmlns:a16="http://schemas.microsoft.com/office/drawing/2014/main" id="{3D93FD1B-F440-41EE-9255-692AA610B1A3}"/>
              </a:ext>
            </a:extLst>
          </p:cNvPr>
          <p:cNvSpPr>
            <a:spLocks xmlns:a="http://schemas.openxmlformats.org/drawingml/2006/main" noGrp="1"/>
          </p:cNvSpPr>
          <p:nvPr/>
        </p:nvSpPr>
        <p:spPr>
          <a:xfrm xmlns:a="http://schemas.openxmlformats.org/drawingml/2006/main">
            <a:off x="5323205" y="214058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sues200_satellite_to_uav_150m/sues200_satellite_to_uav_150m/seed-3/full/point-6">
            <a:extLst xmlns:a="http://schemas.openxmlformats.org/drawingml/2006/main">
              <a:ext uri="{FF2B5EF4-FFF2-40B4-BE49-F238E27FC236}">
                <a16:creationId xmlns:a16="http://schemas.microsoft.com/office/drawing/2014/main" id="{D4396AFE-28B6-45FC-A5DE-A18C9B84E1BF}"/>
              </a:ext>
            </a:extLst>
          </p:cNvPr>
          <p:cNvSpPr>
            <a:spLocks xmlns:a="http://schemas.openxmlformats.org/drawingml/2006/main" noGrp="1"/>
          </p:cNvSpPr>
          <p:nvPr/>
        </p:nvSpPr>
        <p:spPr>
          <a:xfrm xmlns:a="http://schemas.openxmlformats.org/drawingml/2006/main">
            <a:off x="5483225" y="20974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sues200_satellite_to_uav_150m/sues200_satellite_to_uav_150m/seed-3/full/point-7">
            <a:extLst xmlns:a="http://schemas.openxmlformats.org/drawingml/2006/main">
              <a:ext uri="{FF2B5EF4-FFF2-40B4-BE49-F238E27FC236}">
                <a16:creationId xmlns:a16="http://schemas.microsoft.com/office/drawing/2014/main" id="{A7C73230-CC21-4592-83DF-35DD5093B52A}"/>
              </a:ext>
            </a:extLst>
          </p:cNvPr>
          <p:cNvSpPr>
            <a:spLocks xmlns:a="http://schemas.openxmlformats.org/drawingml/2006/main" noGrp="1"/>
          </p:cNvSpPr>
          <p:nvPr/>
        </p:nvSpPr>
        <p:spPr>
          <a:xfrm xmlns:a="http://schemas.openxmlformats.org/drawingml/2006/main">
            <a:off x="5643245" y="203571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sues200_satellite_to_uav_150m/sues200_satellite_to_uav_150m/seed-3/full/point-8">
            <a:extLst xmlns:a="http://schemas.openxmlformats.org/drawingml/2006/main">
              <a:ext uri="{FF2B5EF4-FFF2-40B4-BE49-F238E27FC236}">
                <a16:creationId xmlns:a16="http://schemas.microsoft.com/office/drawing/2014/main" id="{BFC6962C-03D4-47D6-ABE4-39610E8DCAF7}"/>
              </a:ext>
            </a:extLst>
          </p:cNvPr>
          <p:cNvSpPr>
            <a:spLocks xmlns:a="http://schemas.openxmlformats.org/drawingml/2006/main" noGrp="1"/>
          </p:cNvSpPr>
          <p:nvPr/>
        </p:nvSpPr>
        <p:spPr>
          <a:xfrm xmlns:a="http://schemas.openxmlformats.org/drawingml/2006/main">
            <a:off x="5803265" y="207041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sues200_satellite_to_uav_150m/sues200_satellite_to_uav_150m/seed-3/full/point-9">
            <a:extLst xmlns:a="http://schemas.openxmlformats.org/drawingml/2006/main">
              <a:ext uri="{FF2B5EF4-FFF2-40B4-BE49-F238E27FC236}">
                <a16:creationId xmlns:a16="http://schemas.microsoft.com/office/drawing/2014/main" id="{CE5610B9-38B7-4F2D-A687-2A2348962739}"/>
              </a:ext>
            </a:extLst>
          </p:cNvPr>
          <p:cNvSpPr>
            <a:spLocks xmlns:a="http://schemas.openxmlformats.org/drawingml/2006/main" noGrp="1"/>
          </p:cNvSpPr>
          <p:nvPr/>
        </p:nvSpPr>
        <p:spPr>
          <a:xfrm xmlns:a="http://schemas.openxmlformats.org/drawingml/2006/main">
            <a:off x="5963285" y="207341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sues200_satellite_to_uav_150m/sues200_satellite_to_uav_150m/seed-3/full/point-10">
            <a:extLst xmlns:a="http://schemas.openxmlformats.org/drawingml/2006/main">
              <a:ext uri="{FF2B5EF4-FFF2-40B4-BE49-F238E27FC236}">
                <a16:creationId xmlns:a16="http://schemas.microsoft.com/office/drawing/2014/main" id="{D71AC5F2-89F3-440F-AF25-D15F1893D3CF}"/>
              </a:ext>
            </a:extLst>
          </p:cNvPr>
          <p:cNvSpPr>
            <a:spLocks xmlns:a="http://schemas.openxmlformats.org/drawingml/2006/main" noGrp="1"/>
          </p:cNvSpPr>
          <p:nvPr/>
        </p:nvSpPr>
        <p:spPr>
          <a:xfrm xmlns:a="http://schemas.openxmlformats.org/drawingml/2006/main">
            <a:off x="6123305" y="207581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sues200_satellite_to_uav_150m/seed-3/full/AURC">
            <a:extLst xmlns:a="http://schemas.openxmlformats.org/drawingml/2006/main">
              <a:ext uri="{FF2B5EF4-FFF2-40B4-BE49-F238E27FC236}">
                <a16:creationId xmlns:a16="http://schemas.microsoft.com/office/drawing/2014/main" id="{457EF5B7-CD98-48A9-BD0C-88FA22E38015}"/>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0.4521</a:t>
            </a:r>
          </a:p>
        </p:txBody>
      </p:sp>
      <p:sp>
        <p:nvSpPr>
          <p:cNvPr id="199" name="sues200_satellite_to_uav_150m/seed-3/AURC-label">
            <a:extLst xmlns:a="http://schemas.openxmlformats.org/drawingml/2006/main">
              <a:ext uri="{FF2B5EF4-FFF2-40B4-BE49-F238E27FC236}">
                <a16:creationId xmlns:a16="http://schemas.microsoft.com/office/drawing/2014/main" id="{510F9D73-FBDA-4837-82E9-5C7EFA5503E9}"/>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sues200_satellite_to_uav_150m/coverage-axis-label">
            <a:extLst xmlns:a="http://schemas.openxmlformats.org/drawingml/2006/main">
              <a:ext uri="{FF2B5EF4-FFF2-40B4-BE49-F238E27FC236}">
                <a16:creationId xmlns:a16="http://schemas.microsoft.com/office/drawing/2014/main" id="{E7D79508-51CF-489C-8C50-5B5054EBDADC}"/>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sues200_satellite_to_uav_150m/footnote-1">
            <a:extLst xmlns:a="http://schemas.openxmlformats.org/drawingml/2006/main">
              <a:ext uri="{FF2B5EF4-FFF2-40B4-BE49-F238E27FC236}">
                <a16:creationId xmlns:a16="http://schemas.microsoft.com/office/drawing/2014/main" id="{1354A9D0-72AB-47BF-99CC-F897BDAAC3DD}"/>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sues200_satellite_to_uav_150m/footnote-2">
            <a:extLst xmlns:a="http://schemas.openxmlformats.org/drawingml/2006/main">
              <a:ext uri="{FF2B5EF4-FFF2-40B4-BE49-F238E27FC236}">
                <a16:creationId xmlns:a16="http://schemas.microsoft.com/office/drawing/2014/main" id="{DE7CB3D5-1BD7-4B6D-9B23-78CAABFCA2F0}"/>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sues200_satellite_to_uav_150m/footnote-3">
            <a:extLst xmlns:a="http://schemas.openxmlformats.org/drawingml/2006/main">
              <a:ext uri="{FF2B5EF4-FFF2-40B4-BE49-F238E27FC236}">
                <a16:creationId xmlns:a16="http://schemas.microsoft.com/office/drawing/2014/main" id="{AE11D8A0-5180-4021-8B40-1D11E83FD70E}"/>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sues200_satellite_to_uav_150m/footnote-4">
            <a:extLst xmlns:a="http://schemas.openxmlformats.org/drawingml/2006/main">
              <a:ext uri="{FF2B5EF4-FFF2-40B4-BE49-F238E27FC236}">
                <a16:creationId xmlns:a16="http://schemas.microsoft.com/office/drawing/2014/main" id="{2A113017-FC8A-426D-A307-40DC40FB23CC}"/>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180004052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sues200_uav_200m_to_satellite/title">
            <a:extLst xmlns:a="http://schemas.openxmlformats.org/drawingml/2006/main">
              <a:ext uri="{FF2B5EF4-FFF2-40B4-BE49-F238E27FC236}">
                <a16:creationId xmlns:a16="http://schemas.microsoft.com/office/drawing/2014/main" id="{E1F5BE74-1B69-4DF0-B388-CFE7EBA78CA1}"/>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200 m → satellite</a:t>
            </a:r>
          </a:p>
        </p:txBody>
      </p:sp>
      <p:sp>
        <p:nvSpPr>
          <p:cNvPr id="2" name="sues200_uav_200m_to_satellite/subtitle">
            <a:extLst xmlns:a="http://schemas.openxmlformats.org/drawingml/2006/main">
              <a:ext uri="{FF2B5EF4-FFF2-40B4-BE49-F238E27FC236}">
                <a16:creationId xmlns:a16="http://schemas.microsoft.com/office/drawing/2014/main" id="{9DB226F2-C133-475F-AF71-D4E84029D963}"/>
              </a:ext>
            </a:extLst>
          </p:cNvPr>
          <p:cNvSpPr>
            <a:spLocks xmlns:a="http://schemas.openxmlformats.org/drawingml/2006/main" noGrp="1"/>
          </p:cNvSpPr>
          <p:nvPr/>
        </p:nvSpPr>
        <p:spPr>
          <a:xfrm xmlns:a="http://schemas.openxmlformats.org/drawingml/2006/main">
            <a:off x="190500" y="326644"/>
            <a:ext cx="3271838"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4,000 queries</a:t>
            </a:r>
          </a:p>
        </p:txBody>
      </p:sp>
      <p:sp>
        <p:nvSpPr>
          <p:cNvPr id="3" name="sues200_uav_200m_to_satellite/legend/visual/marker">
            <a:extLst xmlns:a="http://schemas.openxmlformats.org/drawingml/2006/main">
              <a:ext uri="{FF2B5EF4-FFF2-40B4-BE49-F238E27FC236}">
                <a16:creationId xmlns:a16="http://schemas.microsoft.com/office/drawing/2014/main" id="{E033FA9C-9826-474B-B942-C4F4B11AD3A6}"/>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sues200_uav_200m_to_satellite/legend/visual/text">
            <a:extLst xmlns:a="http://schemas.openxmlformats.org/drawingml/2006/main">
              <a:ext uri="{FF2B5EF4-FFF2-40B4-BE49-F238E27FC236}">
                <a16:creationId xmlns:a16="http://schemas.microsoft.com/office/drawing/2014/main" id="{2E5F891D-C5F0-4867-87AA-E3417FB6BC9E}"/>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sues200_uav_200m_to_satellite/legend/full/marker">
            <a:extLst xmlns:a="http://schemas.openxmlformats.org/drawingml/2006/main">
              <a:ext uri="{FF2B5EF4-FFF2-40B4-BE49-F238E27FC236}">
                <a16:creationId xmlns:a16="http://schemas.microsoft.com/office/drawing/2014/main" id="{9B0A9ABC-F610-4E3E-98FA-5C46A2C8E85D}"/>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sues200_uav_200m_to_satellite/legend/full/text">
            <a:extLst xmlns:a="http://schemas.openxmlformats.org/drawingml/2006/main">
              <a:ext uri="{FF2B5EF4-FFF2-40B4-BE49-F238E27FC236}">
                <a16:creationId xmlns:a16="http://schemas.microsoft.com/office/drawing/2014/main" id="{7CA60AF7-A821-42EF-B946-7589C9182CBA}"/>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sues200_uav_200m_to_satellite/risk-axis-label">
            <a:extLst xmlns:a="http://schemas.openxmlformats.org/drawingml/2006/main">
              <a:ext uri="{FF2B5EF4-FFF2-40B4-BE49-F238E27FC236}">
                <a16:creationId xmlns:a16="http://schemas.microsoft.com/office/drawing/2014/main" id="{56E75DD9-4DD4-4415-9ADB-63CA810C843F}"/>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sues200_uav_200m_to_satellite/seed-1/heading">
            <a:extLst xmlns:a="http://schemas.openxmlformats.org/drawingml/2006/main">
              <a:ext uri="{FF2B5EF4-FFF2-40B4-BE49-F238E27FC236}">
                <a16:creationId xmlns:a16="http://schemas.microsoft.com/office/drawing/2014/main" id="{AC552D15-C5E6-47FB-A910-2A3F8FD70BB3}"/>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uav_200m_to_satellite/seed-1/y-grid-0">
            <a:extLst xmlns:a="http://schemas.openxmlformats.org/drawingml/2006/main">
              <a:ext uri="{FF2B5EF4-FFF2-40B4-BE49-F238E27FC236}">
                <a16:creationId xmlns:a16="http://schemas.microsoft.com/office/drawing/2014/main" id="{9933F6D1-D589-4232-B708-ADDB230C120F}"/>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uav_200m_to_satellite/seed-1/y-label-0">
            <a:extLst xmlns:a="http://schemas.openxmlformats.org/drawingml/2006/main">
              <a:ext uri="{FF2B5EF4-FFF2-40B4-BE49-F238E27FC236}">
                <a16:creationId xmlns:a16="http://schemas.microsoft.com/office/drawing/2014/main" id="{3A8DC30E-C61B-4FD9-A81A-11C07B4BFA61}"/>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uav_200m_to_satellite/seed-1/x-tick-0">
            <a:extLst xmlns:a="http://schemas.openxmlformats.org/drawingml/2006/main">
              <a:ext uri="{FF2B5EF4-FFF2-40B4-BE49-F238E27FC236}">
                <a16:creationId xmlns:a16="http://schemas.microsoft.com/office/drawing/2014/main" id="{F9E259E5-B3FA-4494-B0BD-F7696ECEF573}"/>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uav_200m_to_satellite/seed-1/x-label-0">
            <a:extLst xmlns:a="http://schemas.openxmlformats.org/drawingml/2006/main">
              <a:ext uri="{FF2B5EF4-FFF2-40B4-BE49-F238E27FC236}">
                <a16:creationId xmlns:a16="http://schemas.microsoft.com/office/drawing/2014/main" id="{C999C171-6610-4710-B1FD-0636D56DA743}"/>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200m_to_satellite/seed-1/y-grid-25">
            <a:extLst xmlns:a="http://schemas.openxmlformats.org/drawingml/2006/main">
              <a:ext uri="{FF2B5EF4-FFF2-40B4-BE49-F238E27FC236}">
                <a16:creationId xmlns:a16="http://schemas.microsoft.com/office/drawing/2014/main" id="{C98C9809-7C36-4FCF-87AE-F0897F81948E}"/>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uav_200m_to_satellite/seed-1/y-label-25">
            <a:extLst xmlns:a="http://schemas.openxmlformats.org/drawingml/2006/main">
              <a:ext uri="{FF2B5EF4-FFF2-40B4-BE49-F238E27FC236}">
                <a16:creationId xmlns:a16="http://schemas.microsoft.com/office/drawing/2014/main" id="{819C744C-6824-4666-BAC8-FE649A613340}"/>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uav_200m_to_satellite/seed-1/x-tick-25">
            <a:extLst xmlns:a="http://schemas.openxmlformats.org/drawingml/2006/main">
              <a:ext uri="{FF2B5EF4-FFF2-40B4-BE49-F238E27FC236}">
                <a16:creationId xmlns:a16="http://schemas.microsoft.com/office/drawing/2014/main" id="{88583374-2875-422A-891E-BEC260FFEB2F}"/>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uav_200m_to_satellite/seed-1/x-label-25">
            <a:extLst xmlns:a="http://schemas.openxmlformats.org/drawingml/2006/main">
              <a:ext uri="{FF2B5EF4-FFF2-40B4-BE49-F238E27FC236}">
                <a16:creationId xmlns:a16="http://schemas.microsoft.com/office/drawing/2014/main" id="{AB4A59EB-DD4B-42AC-B7BD-48820FA26128}"/>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uav_200m_to_satellite/seed-1/y-grid-50">
            <a:extLst xmlns:a="http://schemas.openxmlformats.org/drawingml/2006/main">
              <a:ext uri="{FF2B5EF4-FFF2-40B4-BE49-F238E27FC236}">
                <a16:creationId xmlns:a16="http://schemas.microsoft.com/office/drawing/2014/main" id="{EC493B29-10EF-40C1-868F-D8C72D205B35}"/>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uav_200m_to_satellite/seed-1/y-label-50">
            <a:extLst xmlns:a="http://schemas.openxmlformats.org/drawingml/2006/main">
              <a:ext uri="{FF2B5EF4-FFF2-40B4-BE49-F238E27FC236}">
                <a16:creationId xmlns:a16="http://schemas.microsoft.com/office/drawing/2014/main" id="{83D9EEE8-50C3-41D4-83C8-CB7F73A0F3CE}"/>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uav_200m_to_satellite/seed-1/x-tick-50">
            <a:extLst xmlns:a="http://schemas.openxmlformats.org/drawingml/2006/main">
              <a:ext uri="{FF2B5EF4-FFF2-40B4-BE49-F238E27FC236}">
                <a16:creationId xmlns:a16="http://schemas.microsoft.com/office/drawing/2014/main" id="{477BD236-AC0D-4557-BA0A-9552FA003A75}"/>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uav_200m_to_satellite/seed-1/x-label-50">
            <a:extLst xmlns:a="http://schemas.openxmlformats.org/drawingml/2006/main">
              <a:ext uri="{FF2B5EF4-FFF2-40B4-BE49-F238E27FC236}">
                <a16:creationId xmlns:a16="http://schemas.microsoft.com/office/drawing/2014/main" id="{49010625-EF16-4F31-AFE3-B746312E7C85}"/>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uav_200m_to_satellite/seed-1/y-grid-75">
            <a:extLst xmlns:a="http://schemas.openxmlformats.org/drawingml/2006/main">
              <a:ext uri="{FF2B5EF4-FFF2-40B4-BE49-F238E27FC236}">
                <a16:creationId xmlns:a16="http://schemas.microsoft.com/office/drawing/2014/main" id="{BFBF125C-6336-4FFE-B058-12033320622E}"/>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uav_200m_to_satellite/seed-1/y-label-75">
            <a:extLst xmlns:a="http://schemas.openxmlformats.org/drawingml/2006/main">
              <a:ext uri="{FF2B5EF4-FFF2-40B4-BE49-F238E27FC236}">
                <a16:creationId xmlns:a16="http://schemas.microsoft.com/office/drawing/2014/main" id="{4C814D1C-C015-4236-81DF-DD0A709D8F50}"/>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uav_200m_to_satellite/seed-1/x-tick-75">
            <a:extLst xmlns:a="http://schemas.openxmlformats.org/drawingml/2006/main">
              <a:ext uri="{FF2B5EF4-FFF2-40B4-BE49-F238E27FC236}">
                <a16:creationId xmlns:a16="http://schemas.microsoft.com/office/drawing/2014/main" id="{E101C4B1-6E98-40C5-9637-070B62718CD0}"/>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uav_200m_to_satellite/seed-1/x-label-75">
            <a:extLst xmlns:a="http://schemas.openxmlformats.org/drawingml/2006/main">
              <a:ext uri="{FF2B5EF4-FFF2-40B4-BE49-F238E27FC236}">
                <a16:creationId xmlns:a16="http://schemas.microsoft.com/office/drawing/2014/main" id="{EF761681-B57E-4F73-A0A9-C13A72CD1A00}"/>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uav_200m_to_satellite/seed-1/y-grid-100">
            <a:extLst xmlns:a="http://schemas.openxmlformats.org/drawingml/2006/main">
              <a:ext uri="{FF2B5EF4-FFF2-40B4-BE49-F238E27FC236}">
                <a16:creationId xmlns:a16="http://schemas.microsoft.com/office/drawing/2014/main" id="{BBA4B41D-2390-4553-95BE-80139BFE4D32}"/>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uav_200m_to_satellite/seed-1/y-label-100">
            <a:extLst xmlns:a="http://schemas.openxmlformats.org/drawingml/2006/main">
              <a:ext uri="{FF2B5EF4-FFF2-40B4-BE49-F238E27FC236}">
                <a16:creationId xmlns:a16="http://schemas.microsoft.com/office/drawing/2014/main" id="{3791CFE7-FFB1-4A48-A4E5-A3E3E72F681F}"/>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uav_200m_to_satellite/seed-1/x-tick-100">
            <a:extLst xmlns:a="http://schemas.openxmlformats.org/drawingml/2006/main">
              <a:ext uri="{FF2B5EF4-FFF2-40B4-BE49-F238E27FC236}">
                <a16:creationId xmlns:a16="http://schemas.microsoft.com/office/drawing/2014/main" id="{BA430C1C-5CA3-4447-B5D4-D9321C5DEB59}"/>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uav_200m_to_satellite/seed-1/x-label-100">
            <a:extLst xmlns:a="http://schemas.openxmlformats.org/drawingml/2006/main">
              <a:ext uri="{FF2B5EF4-FFF2-40B4-BE49-F238E27FC236}">
                <a16:creationId xmlns:a16="http://schemas.microsoft.com/office/drawing/2014/main" id="{ADB5E819-7FE9-4E08-BC3B-920E07BB58F0}"/>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uav_200m_to_satellite/seed-1/y-axis">
            <a:extLst xmlns:a="http://schemas.openxmlformats.org/drawingml/2006/main">
              <a:ext uri="{FF2B5EF4-FFF2-40B4-BE49-F238E27FC236}">
                <a16:creationId xmlns:a16="http://schemas.microsoft.com/office/drawing/2014/main" id="{6A2CC050-E1B5-48BF-A754-863C3D0B725F}"/>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200m_to_satellite/seed-1/x-axis">
            <a:extLst xmlns:a="http://schemas.openxmlformats.org/drawingml/2006/main">
              <a:ext uri="{FF2B5EF4-FFF2-40B4-BE49-F238E27FC236}">
                <a16:creationId xmlns:a16="http://schemas.microsoft.com/office/drawing/2014/main" id="{E5D4DB24-F983-4872-BDFF-ED401E58C758}"/>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uav_200m_to_satellite/sues200_uav_200m_to_satellite/seed-1/visual/segment-1-2">
            <a:extLst xmlns:a="http://schemas.openxmlformats.org/drawingml/2006/main">
              <a:ext uri="{FF2B5EF4-FFF2-40B4-BE49-F238E27FC236}">
                <a16:creationId xmlns:a16="http://schemas.microsoft.com/office/drawing/2014/main" id="{F5F5BDF2-999C-4A94-9894-2648C34CF8CE}"/>
              </a:ext>
            </a:extLst>
          </p:cNvPr>
          <p:cNvSpPr>
            <a:spLocks xmlns:a="http://schemas.openxmlformats.org/drawingml/2006/main" noGrp="1"/>
          </p:cNvSpPr>
          <p:nvPr/>
        </p:nvSpPr>
        <p:spPr>
          <a:xfrm xmlns:a="http://schemas.openxmlformats.org/drawingml/2006/main" flipV="0">
            <a:off x="693420" y="2332482"/>
            <a:ext cx="160020" cy="647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sues200_uav_200m_to_satellite/sues200_uav_200m_to_satellite/seed-1/visual/segment-2-3">
            <a:extLst xmlns:a="http://schemas.openxmlformats.org/drawingml/2006/main">
              <a:ext uri="{FF2B5EF4-FFF2-40B4-BE49-F238E27FC236}">
                <a16:creationId xmlns:a16="http://schemas.microsoft.com/office/drawing/2014/main" id="{C631063B-5C58-464B-8E8A-C9EEC5135EEE}"/>
              </a:ext>
            </a:extLst>
          </p:cNvPr>
          <p:cNvSpPr>
            <a:spLocks xmlns:a="http://schemas.openxmlformats.org/drawingml/2006/main" noGrp="1"/>
          </p:cNvSpPr>
          <p:nvPr/>
        </p:nvSpPr>
        <p:spPr>
          <a:xfrm xmlns:a="http://schemas.openxmlformats.org/drawingml/2006/main" flipV="1">
            <a:off x="853440" y="2279227"/>
            <a:ext cx="160020" cy="5973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sues200_uav_200m_to_satellite/sues200_uav_200m_to_satellite/seed-1/visual/segment-3-4">
            <a:extLst xmlns:a="http://schemas.openxmlformats.org/drawingml/2006/main">
              <a:ext uri="{FF2B5EF4-FFF2-40B4-BE49-F238E27FC236}">
                <a16:creationId xmlns:a16="http://schemas.microsoft.com/office/drawing/2014/main" id="{67C1CE3D-0C0C-41B6-99D4-62F4628569A6}"/>
              </a:ext>
            </a:extLst>
          </p:cNvPr>
          <p:cNvSpPr>
            <a:spLocks xmlns:a="http://schemas.openxmlformats.org/drawingml/2006/main" noGrp="1"/>
          </p:cNvSpPr>
          <p:nvPr/>
        </p:nvSpPr>
        <p:spPr>
          <a:xfrm xmlns:a="http://schemas.openxmlformats.org/drawingml/2006/main" flipV="1">
            <a:off x="1013460" y="2226691"/>
            <a:ext cx="160020" cy="5253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sues200_uav_200m_to_satellite/sues200_uav_200m_to_satellite/seed-1/visual/segment-4-5">
            <a:extLst xmlns:a="http://schemas.openxmlformats.org/drawingml/2006/main">
              <a:ext uri="{FF2B5EF4-FFF2-40B4-BE49-F238E27FC236}">
                <a16:creationId xmlns:a16="http://schemas.microsoft.com/office/drawing/2014/main" id="{4DC93869-1B66-4E5F-81AD-5FAAFC092568}"/>
              </a:ext>
            </a:extLst>
          </p:cNvPr>
          <p:cNvSpPr>
            <a:spLocks xmlns:a="http://schemas.openxmlformats.org/drawingml/2006/main" noGrp="1"/>
          </p:cNvSpPr>
          <p:nvPr/>
        </p:nvSpPr>
        <p:spPr>
          <a:xfrm xmlns:a="http://schemas.openxmlformats.org/drawingml/2006/main" flipV="1">
            <a:off x="1173480" y="2175307"/>
            <a:ext cx="160020" cy="5138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sues200_uav_200m_to_satellite/sues200_uav_200m_to_satellite/seed-1/visual/segment-5-6">
            <a:extLst xmlns:a="http://schemas.openxmlformats.org/drawingml/2006/main">
              <a:ext uri="{FF2B5EF4-FFF2-40B4-BE49-F238E27FC236}">
                <a16:creationId xmlns:a16="http://schemas.microsoft.com/office/drawing/2014/main" id="{64769317-FE07-44AB-9D2A-A3757A0759D0}"/>
              </a:ext>
            </a:extLst>
          </p:cNvPr>
          <p:cNvSpPr>
            <a:spLocks xmlns:a="http://schemas.openxmlformats.org/drawingml/2006/main" noGrp="1"/>
          </p:cNvSpPr>
          <p:nvPr/>
        </p:nvSpPr>
        <p:spPr>
          <a:xfrm xmlns:a="http://schemas.openxmlformats.org/drawingml/2006/main" flipV="1">
            <a:off x="1333500" y="2135293"/>
            <a:ext cx="160020" cy="4001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sues200_uav_200m_to_satellite/sues200_uav_200m_to_satellite/seed-1/visual/segment-6-7">
            <a:extLst xmlns:a="http://schemas.openxmlformats.org/drawingml/2006/main">
              <a:ext uri="{FF2B5EF4-FFF2-40B4-BE49-F238E27FC236}">
                <a16:creationId xmlns:a16="http://schemas.microsoft.com/office/drawing/2014/main" id="{17C65FE3-B5D1-4950-9D7F-94E580E50EC3}"/>
              </a:ext>
            </a:extLst>
          </p:cNvPr>
          <p:cNvSpPr>
            <a:spLocks xmlns:a="http://schemas.openxmlformats.org/drawingml/2006/main" noGrp="1"/>
          </p:cNvSpPr>
          <p:nvPr/>
        </p:nvSpPr>
        <p:spPr>
          <a:xfrm xmlns:a="http://schemas.openxmlformats.org/drawingml/2006/main" flipV="1">
            <a:off x="1493520" y="2082038"/>
            <a:ext cx="160020" cy="5325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sues200_uav_200m_to_satellite/sues200_uav_200m_to_satellite/seed-1/visual/segment-7-8">
            <a:extLst xmlns:a="http://schemas.openxmlformats.org/drawingml/2006/main">
              <a:ext uri="{FF2B5EF4-FFF2-40B4-BE49-F238E27FC236}">
                <a16:creationId xmlns:a16="http://schemas.microsoft.com/office/drawing/2014/main" id="{76B0D3C0-856D-4214-A116-52530586C8A8}"/>
              </a:ext>
            </a:extLst>
          </p:cNvPr>
          <p:cNvSpPr>
            <a:spLocks xmlns:a="http://schemas.openxmlformats.org/drawingml/2006/main" noGrp="1"/>
          </p:cNvSpPr>
          <p:nvPr/>
        </p:nvSpPr>
        <p:spPr>
          <a:xfrm xmlns:a="http://schemas.openxmlformats.org/drawingml/2006/main" flipV="1">
            <a:off x="1653540" y="2042097"/>
            <a:ext cx="160020" cy="3994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sues200_uav_200m_to_satellite/sues200_uav_200m_to_satellite/seed-1/visual/segment-8-9">
            <a:extLst xmlns:a="http://schemas.openxmlformats.org/drawingml/2006/main">
              <a:ext uri="{FF2B5EF4-FFF2-40B4-BE49-F238E27FC236}">
                <a16:creationId xmlns:a16="http://schemas.microsoft.com/office/drawing/2014/main" id="{61CE8708-76F9-4D98-AA56-75625BEA23B8}"/>
              </a:ext>
            </a:extLst>
          </p:cNvPr>
          <p:cNvSpPr>
            <a:spLocks xmlns:a="http://schemas.openxmlformats.org/drawingml/2006/main" noGrp="1"/>
          </p:cNvSpPr>
          <p:nvPr/>
        </p:nvSpPr>
        <p:spPr>
          <a:xfrm xmlns:a="http://schemas.openxmlformats.org/drawingml/2006/main" flipV="1">
            <a:off x="1813560" y="2010071"/>
            <a:ext cx="160020" cy="3202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sues200_uav_200m_to_satellite/sues200_uav_200m_to_satellite/seed-1/visual/segment-9-10">
            <a:extLst xmlns:a="http://schemas.openxmlformats.org/drawingml/2006/main">
              <a:ext uri="{FF2B5EF4-FFF2-40B4-BE49-F238E27FC236}">
                <a16:creationId xmlns:a16="http://schemas.microsoft.com/office/drawing/2014/main" id="{F4C235CB-EBD0-4041-A8C8-865C2CC652D3}"/>
              </a:ext>
            </a:extLst>
          </p:cNvPr>
          <p:cNvSpPr>
            <a:spLocks xmlns:a="http://schemas.openxmlformats.org/drawingml/2006/main" noGrp="1"/>
          </p:cNvSpPr>
          <p:nvPr/>
        </p:nvSpPr>
        <p:spPr>
          <a:xfrm xmlns:a="http://schemas.openxmlformats.org/drawingml/2006/main" flipV="1">
            <a:off x="1973580" y="1973224"/>
            <a:ext cx="160020" cy="3684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sues200_uav_200m_to_satellite/sues200_uav_200m_to_satellite/seed-1/visual/point-1">
            <a:extLst xmlns:a="http://schemas.openxmlformats.org/drawingml/2006/main">
              <a:ext uri="{FF2B5EF4-FFF2-40B4-BE49-F238E27FC236}">
                <a16:creationId xmlns:a16="http://schemas.microsoft.com/office/drawing/2014/main" id="{379ACCBF-249A-4D1F-AD21-2F205B9C0F7C}"/>
              </a:ext>
            </a:extLst>
          </p:cNvPr>
          <p:cNvSpPr>
            <a:spLocks xmlns:a="http://schemas.openxmlformats.org/drawingml/2006/main" noGrp="1"/>
          </p:cNvSpPr>
          <p:nvPr/>
        </p:nvSpPr>
        <p:spPr>
          <a:xfrm xmlns:a="http://schemas.openxmlformats.org/drawingml/2006/main">
            <a:off x="669925" y="230898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sues200_uav_200m_to_satellite/sues200_uav_200m_to_satellite/seed-1/visual/point-2">
            <a:extLst xmlns:a="http://schemas.openxmlformats.org/drawingml/2006/main">
              <a:ext uri="{FF2B5EF4-FFF2-40B4-BE49-F238E27FC236}">
                <a16:creationId xmlns:a16="http://schemas.microsoft.com/office/drawing/2014/main" id="{62976991-DE06-4C68-B578-AF0A76508146}"/>
              </a:ext>
            </a:extLst>
          </p:cNvPr>
          <p:cNvSpPr>
            <a:spLocks xmlns:a="http://schemas.openxmlformats.org/drawingml/2006/main" noGrp="1"/>
          </p:cNvSpPr>
          <p:nvPr/>
        </p:nvSpPr>
        <p:spPr>
          <a:xfrm xmlns:a="http://schemas.openxmlformats.org/drawingml/2006/main">
            <a:off x="829945" y="231546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sues200_uav_200m_to_satellite/sues200_uav_200m_to_satellite/seed-1/visual/point-3">
            <a:extLst xmlns:a="http://schemas.openxmlformats.org/drawingml/2006/main">
              <a:ext uri="{FF2B5EF4-FFF2-40B4-BE49-F238E27FC236}">
                <a16:creationId xmlns:a16="http://schemas.microsoft.com/office/drawing/2014/main" id="{94E1F80F-0A83-4AF9-B2E4-D26D0485A7CA}"/>
              </a:ext>
            </a:extLst>
          </p:cNvPr>
          <p:cNvSpPr>
            <a:spLocks xmlns:a="http://schemas.openxmlformats.org/drawingml/2006/main" noGrp="1"/>
          </p:cNvSpPr>
          <p:nvPr/>
        </p:nvSpPr>
        <p:spPr>
          <a:xfrm xmlns:a="http://schemas.openxmlformats.org/drawingml/2006/main">
            <a:off x="989965" y="225573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sues200_uav_200m_to_satellite/sues200_uav_200m_to_satellite/seed-1/visual/point-4">
            <a:extLst xmlns:a="http://schemas.openxmlformats.org/drawingml/2006/main">
              <a:ext uri="{FF2B5EF4-FFF2-40B4-BE49-F238E27FC236}">
                <a16:creationId xmlns:a16="http://schemas.microsoft.com/office/drawing/2014/main" id="{B63E1C2F-FE65-482D-9764-1B07EA67711B}"/>
              </a:ext>
            </a:extLst>
          </p:cNvPr>
          <p:cNvSpPr>
            <a:spLocks xmlns:a="http://schemas.openxmlformats.org/drawingml/2006/main" noGrp="1"/>
          </p:cNvSpPr>
          <p:nvPr/>
        </p:nvSpPr>
        <p:spPr>
          <a:xfrm xmlns:a="http://schemas.openxmlformats.org/drawingml/2006/main">
            <a:off x="1149985" y="220319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sues200_uav_200m_to_satellite/sues200_uav_200m_to_satellite/seed-1/visual/point-5">
            <a:extLst xmlns:a="http://schemas.openxmlformats.org/drawingml/2006/main">
              <a:ext uri="{FF2B5EF4-FFF2-40B4-BE49-F238E27FC236}">
                <a16:creationId xmlns:a16="http://schemas.microsoft.com/office/drawing/2014/main" id="{821BC20C-DB17-4C6E-9985-BA0E85968FDE}"/>
              </a:ext>
            </a:extLst>
          </p:cNvPr>
          <p:cNvSpPr>
            <a:spLocks xmlns:a="http://schemas.openxmlformats.org/drawingml/2006/main" noGrp="1"/>
          </p:cNvSpPr>
          <p:nvPr/>
        </p:nvSpPr>
        <p:spPr>
          <a:xfrm xmlns:a="http://schemas.openxmlformats.org/drawingml/2006/main">
            <a:off x="1310005" y="215181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sues200_uav_200m_to_satellite/sues200_uav_200m_to_satellite/seed-1/visual/point-6">
            <a:extLst xmlns:a="http://schemas.openxmlformats.org/drawingml/2006/main">
              <a:ext uri="{FF2B5EF4-FFF2-40B4-BE49-F238E27FC236}">
                <a16:creationId xmlns:a16="http://schemas.microsoft.com/office/drawing/2014/main" id="{0CED6119-4797-4C03-B5E9-9A6649AEF393}"/>
              </a:ext>
            </a:extLst>
          </p:cNvPr>
          <p:cNvSpPr>
            <a:spLocks xmlns:a="http://schemas.openxmlformats.org/drawingml/2006/main" noGrp="1"/>
          </p:cNvSpPr>
          <p:nvPr/>
        </p:nvSpPr>
        <p:spPr>
          <a:xfrm xmlns:a="http://schemas.openxmlformats.org/drawingml/2006/main">
            <a:off x="1470025" y="211179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sues200_uav_200m_to_satellite/sues200_uav_200m_to_satellite/seed-1/visual/point-7">
            <a:extLst xmlns:a="http://schemas.openxmlformats.org/drawingml/2006/main">
              <a:ext uri="{FF2B5EF4-FFF2-40B4-BE49-F238E27FC236}">
                <a16:creationId xmlns:a16="http://schemas.microsoft.com/office/drawing/2014/main" id="{A433AF9D-CD4E-437E-9111-5A956A84C5B3}"/>
              </a:ext>
            </a:extLst>
          </p:cNvPr>
          <p:cNvSpPr>
            <a:spLocks xmlns:a="http://schemas.openxmlformats.org/drawingml/2006/main" noGrp="1"/>
          </p:cNvSpPr>
          <p:nvPr/>
        </p:nvSpPr>
        <p:spPr>
          <a:xfrm xmlns:a="http://schemas.openxmlformats.org/drawingml/2006/main">
            <a:off x="1630045" y="205854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sues200_uav_200m_to_satellite/sues200_uav_200m_to_satellite/seed-1/visual/point-8">
            <a:extLst xmlns:a="http://schemas.openxmlformats.org/drawingml/2006/main">
              <a:ext uri="{FF2B5EF4-FFF2-40B4-BE49-F238E27FC236}">
                <a16:creationId xmlns:a16="http://schemas.microsoft.com/office/drawing/2014/main" id="{5C6D0056-2179-4400-8B27-C52921B8D72C}"/>
              </a:ext>
            </a:extLst>
          </p:cNvPr>
          <p:cNvSpPr>
            <a:spLocks xmlns:a="http://schemas.openxmlformats.org/drawingml/2006/main" noGrp="1"/>
          </p:cNvSpPr>
          <p:nvPr/>
        </p:nvSpPr>
        <p:spPr>
          <a:xfrm xmlns:a="http://schemas.openxmlformats.org/drawingml/2006/main">
            <a:off x="1790065" y="201860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sues200_uav_200m_to_satellite/sues200_uav_200m_to_satellite/seed-1/visual/point-9">
            <a:extLst xmlns:a="http://schemas.openxmlformats.org/drawingml/2006/main">
              <a:ext uri="{FF2B5EF4-FFF2-40B4-BE49-F238E27FC236}">
                <a16:creationId xmlns:a16="http://schemas.microsoft.com/office/drawing/2014/main" id="{5EF16550-E5A9-44BC-A27A-F30768278EA1}"/>
              </a:ext>
            </a:extLst>
          </p:cNvPr>
          <p:cNvSpPr>
            <a:spLocks xmlns:a="http://schemas.openxmlformats.org/drawingml/2006/main" noGrp="1"/>
          </p:cNvSpPr>
          <p:nvPr/>
        </p:nvSpPr>
        <p:spPr>
          <a:xfrm xmlns:a="http://schemas.openxmlformats.org/drawingml/2006/main">
            <a:off x="1950085" y="198657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sues200_uav_200m_to_satellite/sues200_uav_200m_to_satellite/seed-1/visual/point-10">
            <a:extLst xmlns:a="http://schemas.openxmlformats.org/drawingml/2006/main">
              <a:ext uri="{FF2B5EF4-FFF2-40B4-BE49-F238E27FC236}">
                <a16:creationId xmlns:a16="http://schemas.microsoft.com/office/drawing/2014/main" id="{9B479B13-13F0-4ECE-AD80-6E3F7518F9B5}"/>
              </a:ext>
            </a:extLst>
          </p:cNvPr>
          <p:cNvSpPr>
            <a:spLocks xmlns:a="http://schemas.openxmlformats.org/drawingml/2006/main" noGrp="1"/>
          </p:cNvSpPr>
          <p:nvPr/>
        </p:nvSpPr>
        <p:spPr>
          <a:xfrm xmlns:a="http://schemas.openxmlformats.org/drawingml/2006/main">
            <a:off x="2110105" y="194972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sues200_uav_200m_to_satellite/seed-1/visual/AURC">
            <a:extLst xmlns:a="http://schemas.openxmlformats.org/drawingml/2006/main">
              <a:ext uri="{FF2B5EF4-FFF2-40B4-BE49-F238E27FC236}">
                <a16:creationId xmlns:a16="http://schemas.microsoft.com/office/drawing/2014/main" id="{76CF1712-510F-44F7-BC09-12B254C0D9FF}"/>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0.4714</a:t>
            </a:r>
          </a:p>
        </p:txBody>
      </p:sp>
      <p:sp>
        <p:nvSpPr>
          <p:cNvPr id="51" name="sues200_uav_200m_to_satellite/sues200_uav_200m_to_satellite/seed-1/full/segment-1-2">
            <a:extLst xmlns:a="http://schemas.openxmlformats.org/drawingml/2006/main">
              <a:ext uri="{FF2B5EF4-FFF2-40B4-BE49-F238E27FC236}">
                <a16:creationId xmlns:a16="http://schemas.microsoft.com/office/drawing/2014/main" id="{17C22088-F13F-4C21-8CAA-B7E0CD407CE6}"/>
              </a:ext>
            </a:extLst>
          </p:cNvPr>
          <p:cNvSpPr>
            <a:spLocks xmlns:a="http://schemas.openxmlformats.org/drawingml/2006/main" noGrp="1"/>
          </p:cNvSpPr>
          <p:nvPr/>
        </p:nvSpPr>
        <p:spPr>
          <a:xfrm xmlns:a="http://schemas.openxmlformats.org/drawingml/2006/main" flipV="0">
            <a:off x="693420" y="2107946"/>
            <a:ext cx="160020" cy="1727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sues200_uav_200m_to_satellite/sues200_uav_200m_to_satellite/seed-1/full/segment-2-3">
            <a:extLst xmlns:a="http://schemas.openxmlformats.org/drawingml/2006/main">
              <a:ext uri="{FF2B5EF4-FFF2-40B4-BE49-F238E27FC236}">
                <a16:creationId xmlns:a16="http://schemas.microsoft.com/office/drawing/2014/main" id="{F26DED2E-F08A-4FFF-9808-99DC9D13E47F}"/>
              </a:ext>
            </a:extLst>
          </p:cNvPr>
          <p:cNvSpPr>
            <a:spLocks xmlns:a="http://schemas.openxmlformats.org/drawingml/2006/main" noGrp="1"/>
          </p:cNvSpPr>
          <p:nvPr/>
        </p:nvSpPr>
        <p:spPr>
          <a:xfrm xmlns:a="http://schemas.openxmlformats.org/drawingml/2006/main" flipV="1">
            <a:off x="853440" y="2059009"/>
            <a:ext cx="160020" cy="6620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sues200_uav_200m_to_satellite/sues200_uav_200m_to_satellite/seed-1/full/segment-3-4">
            <a:extLst xmlns:a="http://schemas.openxmlformats.org/drawingml/2006/main">
              <a:ext uri="{FF2B5EF4-FFF2-40B4-BE49-F238E27FC236}">
                <a16:creationId xmlns:a16="http://schemas.microsoft.com/office/drawing/2014/main" id="{A700A510-5966-4B67-BA70-149109657C28}"/>
              </a:ext>
            </a:extLst>
          </p:cNvPr>
          <p:cNvSpPr>
            <a:spLocks xmlns:a="http://schemas.openxmlformats.org/drawingml/2006/main" noGrp="1"/>
          </p:cNvSpPr>
          <p:nvPr/>
        </p:nvSpPr>
        <p:spPr>
          <a:xfrm xmlns:a="http://schemas.openxmlformats.org/drawingml/2006/main" flipV="1">
            <a:off x="1013460" y="2008632"/>
            <a:ext cx="160020" cy="5037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sues200_uav_200m_to_satellite/sues200_uav_200m_to_satellite/seed-1/full/segment-4-5">
            <a:extLst xmlns:a="http://schemas.openxmlformats.org/drawingml/2006/main">
              <a:ext uri="{FF2B5EF4-FFF2-40B4-BE49-F238E27FC236}">
                <a16:creationId xmlns:a16="http://schemas.microsoft.com/office/drawing/2014/main" id="{4ABB809E-3C72-4F80-9450-CFD945B3D0D0}"/>
              </a:ext>
            </a:extLst>
          </p:cNvPr>
          <p:cNvSpPr>
            <a:spLocks xmlns:a="http://schemas.openxmlformats.org/drawingml/2006/main" noGrp="1"/>
          </p:cNvSpPr>
          <p:nvPr/>
        </p:nvSpPr>
        <p:spPr>
          <a:xfrm xmlns:a="http://schemas.openxmlformats.org/drawingml/2006/main" flipV="1">
            <a:off x="1173480" y="1983588"/>
            <a:ext cx="160020" cy="2504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sues200_uav_200m_to_satellite/sues200_uav_200m_to_satellite/seed-1/full/segment-5-6">
            <a:extLst xmlns:a="http://schemas.openxmlformats.org/drawingml/2006/main">
              <a:ext uri="{FF2B5EF4-FFF2-40B4-BE49-F238E27FC236}">
                <a16:creationId xmlns:a16="http://schemas.microsoft.com/office/drawing/2014/main" id="{DC7FDCE6-1D10-44C2-B549-AC84E683FF52}"/>
              </a:ext>
            </a:extLst>
          </p:cNvPr>
          <p:cNvSpPr>
            <a:spLocks xmlns:a="http://schemas.openxmlformats.org/drawingml/2006/main" noGrp="1"/>
          </p:cNvSpPr>
          <p:nvPr/>
        </p:nvSpPr>
        <p:spPr>
          <a:xfrm xmlns:a="http://schemas.openxmlformats.org/drawingml/2006/main" flipV="1">
            <a:off x="1333500" y="1943142"/>
            <a:ext cx="160020" cy="4044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sues200_uav_200m_to_satellite/sues200_uav_200m_to_satellite/seed-1/full/segment-6-7">
            <a:extLst xmlns:a="http://schemas.openxmlformats.org/drawingml/2006/main">
              <a:ext uri="{FF2B5EF4-FFF2-40B4-BE49-F238E27FC236}">
                <a16:creationId xmlns:a16="http://schemas.microsoft.com/office/drawing/2014/main" id="{92AFFD51-737D-4B3F-A991-B2587B46E471}"/>
              </a:ext>
            </a:extLst>
          </p:cNvPr>
          <p:cNvSpPr>
            <a:spLocks xmlns:a="http://schemas.openxmlformats.org/drawingml/2006/main" noGrp="1"/>
          </p:cNvSpPr>
          <p:nvPr/>
        </p:nvSpPr>
        <p:spPr>
          <a:xfrm xmlns:a="http://schemas.openxmlformats.org/drawingml/2006/main" flipV="1">
            <a:off x="1493520" y="1911169"/>
            <a:ext cx="160020" cy="3197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sues200_uav_200m_to_satellite/sues200_uav_200m_to_satellite/seed-1/full/segment-7-8">
            <a:extLst xmlns:a="http://schemas.openxmlformats.org/drawingml/2006/main">
              <a:ext uri="{FF2B5EF4-FFF2-40B4-BE49-F238E27FC236}">
                <a16:creationId xmlns:a16="http://schemas.microsoft.com/office/drawing/2014/main" id="{C3921F16-F82D-4A26-85CE-1BA69E1A6AD1}"/>
              </a:ext>
            </a:extLst>
          </p:cNvPr>
          <p:cNvSpPr>
            <a:spLocks xmlns:a="http://schemas.openxmlformats.org/drawingml/2006/main" noGrp="1"/>
          </p:cNvSpPr>
          <p:nvPr/>
        </p:nvSpPr>
        <p:spPr>
          <a:xfrm xmlns:a="http://schemas.openxmlformats.org/drawingml/2006/main" flipV="1">
            <a:off x="1653540" y="1888268"/>
            <a:ext cx="160020" cy="2290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sues200_uav_200m_to_satellite/sues200_uav_200m_to_satellite/seed-1/full/segment-8-9">
            <a:extLst xmlns:a="http://schemas.openxmlformats.org/drawingml/2006/main">
              <a:ext uri="{FF2B5EF4-FFF2-40B4-BE49-F238E27FC236}">
                <a16:creationId xmlns:a16="http://schemas.microsoft.com/office/drawing/2014/main" id="{46D41322-768A-4692-95B4-295D7A21E3F3}"/>
              </a:ext>
            </a:extLst>
          </p:cNvPr>
          <p:cNvSpPr>
            <a:spLocks xmlns:a="http://schemas.openxmlformats.org/drawingml/2006/main" noGrp="1"/>
          </p:cNvSpPr>
          <p:nvPr/>
        </p:nvSpPr>
        <p:spPr>
          <a:xfrm xmlns:a="http://schemas.openxmlformats.org/drawingml/2006/main" flipV="1">
            <a:off x="1813560" y="1864699"/>
            <a:ext cx="160020" cy="2356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sues200_uav_200m_to_satellite/sues200_uav_200m_to_satellite/seed-1/full/segment-9-10">
            <a:extLst xmlns:a="http://schemas.openxmlformats.org/drawingml/2006/main">
              <a:ext uri="{FF2B5EF4-FFF2-40B4-BE49-F238E27FC236}">
                <a16:creationId xmlns:a16="http://schemas.microsoft.com/office/drawing/2014/main" id="{74E9DAB3-302F-4173-A876-F09A1281E92B}"/>
              </a:ext>
            </a:extLst>
          </p:cNvPr>
          <p:cNvSpPr>
            <a:spLocks xmlns:a="http://schemas.openxmlformats.org/drawingml/2006/main" noGrp="1"/>
          </p:cNvSpPr>
          <p:nvPr/>
        </p:nvSpPr>
        <p:spPr>
          <a:xfrm xmlns:a="http://schemas.openxmlformats.org/drawingml/2006/main" flipV="1">
            <a:off x="1973580" y="1829867"/>
            <a:ext cx="160020" cy="3483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sues200_uav_200m_to_satellite/sues200_uav_200m_to_satellite/seed-1/full/point-1">
            <a:extLst xmlns:a="http://schemas.openxmlformats.org/drawingml/2006/main">
              <a:ext uri="{FF2B5EF4-FFF2-40B4-BE49-F238E27FC236}">
                <a16:creationId xmlns:a16="http://schemas.microsoft.com/office/drawing/2014/main" id="{B55E57E0-8C7F-4F0A-9CB2-500CEED861FA}"/>
              </a:ext>
            </a:extLst>
          </p:cNvPr>
          <p:cNvSpPr>
            <a:spLocks xmlns:a="http://schemas.openxmlformats.org/drawingml/2006/main" noGrp="1"/>
          </p:cNvSpPr>
          <p:nvPr/>
        </p:nvSpPr>
        <p:spPr>
          <a:xfrm xmlns:a="http://schemas.openxmlformats.org/drawingml/2006/main">
            <a:off x="669925" y="208445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sues200_uav_200m_to_satellite/sues200_uav_200m_to_satellite/seed-1/full/point-2">
            <a:extLst xmlns:a="http://schemas.openxmlformats.org/drawingml/2006/main">
              <a:ext uri="{FF2B5EF4-FFF2-40B4-BE49-F238E27FC236}">
                <a16:creationId xmlns:a16="http://schemas.microsoft.com/office/drawing/2014/main" id="{0B21D1B6-838E-42C2-B3C8-563C08DE2BA4}"/>
              </a:ext>
            </a:extLst>
          </p:cNvPr>
          <p:cNvSpPr>
            <a:spLocks xmlns:a="http://schemas.openxmlformats.org/drawingml/2006/main" noGrp="1"/>
          </p:cNvSpPr>
          <p:nvPr/>
        </p:nvSpPr>
        <p:spPr>
          <a:xfrm xmlns:a="http://schemas.openxmlformats.org/drawingml/2006/main">
            <a:off x="829945" y="210172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sues200_uav_200m_to_satellite/sues200_uav_200m_to_satellite/seed-1/full/point-3">
            <a:extLst xmlns:a="http://schemas.openxmlformats.org/drawingml/2006/main">
              <a:ext uri="{FF2B5EF4-FFF2-40B4-BE49-F238E27FC236}">
                <a16:creationId xmlns:a16="http://schemas.microsoft.com/office/drawing/2014/main" id="{435763C4-5958-484A-8CA5-5CE62B623304}"/>
              </a:ext>
            </a:extLst>
          </p:cNvPr>
          <p:cNvSpPr>
            <a:spLocks xmlns:a="http://schemas.openxmlformats.org/drawingml/2006/main" noGrp="1"/>
          </p:cNvSpPr>
          <p:nvPr/>
        </p:nvSpPr>
        <p:spPr>
          <a:xfrm xmlns:a="http://schemas.openxmlformats.org/drawingml/2006/main">
            <a:off x="989965" y="203551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sues200_uav_200m_to_satellite/sues200_uav_200m_to_satellite/seed-1/full/point-4">
            <a:extLst xmlns:a="http://schemas.openxmlformats.org/drawingml/2006/main">
              <a:ext uri="{FF2B5EF4-FFF2-40B4-BE49-F238E27FC236}">
                <a16:creationId xmlns:a16="http://schemas.microsoft.com/office/drawing/2014/main" id="{F7B07E54-A7A8-4C87-8806-5D1B18B080C8}"/>
              </a:ext>
            </a:extLst>
          </p:cNvPr>
          <p:cNvSpPr>
            <a:spLocks xmlns:a="http://schemas.openxmlformats.org/drawingml/2006/main" noGrp="1"/>
          </p:cNvSpPr>
          <p:nvPr/>
        </p:nvSpPr>
        <p:spPr>
          <a:xfrm xmlns:a="http://schemas.openxmlformats.org/drawingml/2006/main">
            <a:off x="1149985" y="198513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sues200_uav_200m_to_satellite/sues200_uav_200m_to_satellite/seed-1/full/point-5">
            <a:extLst xmlns:a="http://schemas.openxmlformats.org/drawingml/2006/main">
              <a:ext uri="{FF2B5EF4-FFF2-40B4-BE49-F238E27FC236}">
                <a16:creationId xmlns:a16="http://schemas.microsoft.com/office/drawing/2014/main" id="{39B18991-86B9-4392-BDC4-74399CE8CE0F}"/>
              </a:ext>
            </a:extLst>
          </p:cNvPr>
          <p:cNvSpPr>
            <a:spLocks xmlns:a="http://schemas.openxmlformats.org/drawingml/2006/main" noGrp="1"/>
          </p:cNvSpPr>
          <p:nvPr/>
        </p:nvSpPr>
        <p:spPr>
          <a:xfrm xmlns:a="http://schemas.openxmlformats.org/drawingml/2006/main">
            <a:off x="1310005" y="196009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sues200_uav_200m_to_satellite/sues200_uav_200m_to_satellite/seed-1/full/point-6">
            <a:extLst xmlns:a="http://schemas.openxmlformats.org/drawingml/2006/main">
              <a:ext uri="{FF2B5EF4-FFF2-40B4-BE49-F238E27FC236}">
                <a16:creationId xmlns:a16="http://schemas.microsoft.com/office/drawing/2014/main" id="{A4A4F66D-2CB3-42E3-B321-23D85AEA72AC}"/>
              </a:ext>
            </a:extLst>
          </p:cNvPr>
          <p:cNvSpPr>
            <a:spLocks xmlns:a="http://schemas.openxmlformats.org/drawingml/2006/main" noGrp="1"/>
          </p:cNvSpPr>
          <p:nvPr/>
        </p:nvSpPr>
        <p:spPr>
          <a:xfrm xmlns:a="http://schemas.openxmlformats.org/drawingml/2006/main">
            <a:off x="1470025" y="191964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sues200_uav_200m_to_satellite/sues200_uav_200m_to_satellite/seed-1/full/point-7">
            <a:extLst xmlns:a="http://schemas.openxmlformats.org/drawingml/2006/main">
              <a:ext uri="{FF2B5EF4-FFF2-40B4-BE49-F238E27FC236}">
                <a16:creationId xmlns:a16="http://schemas.microsoft.com/office/drawing/2014/main" id="{F586A746-756B-40D6-A79C-3331E93809C6}"/>
              </a:ext>
            </a:extLst>
          </p:cNvPr>
          <p:cNvSpPr>
            <a:spLocks xmlns:a="http://schemas.openxmlformats.org/drawingml/2006/main" noGrp="1"/>
          </p:cNvSpPr>
          <p:nvPr/>
        </p:nvSpPr>
        <p:spPr>
          <a:xfrm xmlns:a="http://schemas.openxmlformats.org/drawingml/2006/main">
            <a:off x="1630045" y="188767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sues200_uav_200m_to_satellite/sues200_uav_200m_to_satellite/seed-1/full/point-8">
            <a:extLst xmlns:a="http://schemas.openxmlformats.org/drawingml/2006/main">
              <a:ext uri="{FF2B5EF4-FFF2-40B4-BE49-F238E27FC236}">
                <a16:creationId xmlns:a16="http://schemas.microsoft.com/office/drawing/2014/main" id="{4487A2BF-47EA-4597-B92E-A1ADC0B18F5A}"/>
              </a:ext>
            </a:extLst>
          </p:cNvPr>
          <p:cNvSpPr>
            <a:spLocks xmlns:a="http://schemas.openxmlformats.org/drawingml/2006/main" noGrp="1"/>
          </p:cNvSpPr>
          <p:nvPr/>
        </p:nvSpPr>
        <p:spPr>
          <a:xfrm xmlns:a="http://schemas.openxmlformats.org/drawingml/2006/main">
            <a:off x="1790065" y="186477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sues200_uav_200m_to_satellite/sues200_uav_200m_to_satellite/seed-1/full/point-9">
            <a:extLst xmlns:a="http://schemas.openxmlformats.org/drawingml/2006/main">
              <a:ext uri="{FF2B5EF4-FFF2-40B4-BE49-F238E27FC236}">
                <a16:creationId xmlns:a16="http://schemas.microsoft.com/office/drawing/2014/main" id="{09C8E3BD-9271-46CD-B2D4-138A474F2FF5}"/>
              </a:ext>
            </a:extLst>
          </p:cNvPr>
          <p:cNvSpPr>
            <a:spLocks xmlns:a="http://schemas.openxmlformats.org/drawingml/2006/main" noGrp="1"/>
          </p:cNvSpPr>
          <p:nvPr/>
        </p:nvSpPr>
        <p:spPr>
          <a:xfrm xmlns:a="http://schemas.openxmlformats.org/drawingml/2006/main">
            <a:off x="1950085" y="184120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sues200_uav_200m_to_satellite/sues200_uav_200m_to_satellite/seed-1/full/point-10">
            <a:extLst xmlns:a="http://schemas.openxmlformats.org/drawingml/2006/main">
              <a:ext uri="{FF2B5EF4-FFF2-40B4-BE49-F238E27FC236}">
                <a16:creationId xmlns:a16="http://schemas.microsoft.com/office/drawing/2014/main" id="{C51E74EF-30F2-42CD-8FF0-7A1142B0FC86}"/>
              </a:ext>
            </a:extLst>
          </p:cNvPr>
          <p:cNvSpPr>
            <a:spLocks xmlns:a="http://schemas.openxmlformats.org/drawingml/2006/main" noGrp="1"/>
          </p:cNvSpPr>
          <p:nvPr/>
        </p:nvSpPr>
        <p:spPr>
          <a:xfrm xmlns:a="http://schemas.openxmlformats.org/drawingml/2006/main">
            <a:off x="2110105" y="180637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sues200_uav_200m_to_satellite/seed-1/full/AURC">
            <a:extLst xmlns:a="http://schemas.openxmlformats.org/drawingml/2006/main">
              <a:ext uri="{FF2B5EF4-FFF2-40B4-BE49-F238E27FC236}">
                <a16:creationId xmlns:a16="http://schemas.microsoft.com/office/drawing/2014/main" id="{A8A60ACB-94C2-44B7-A231-66DC5E0146BB}"/>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0.5899</a:t>
            </a:r>
          </a:p>
        </p:txBody>
      </p:sp>
      <p:sp>
        <p:nvSpPr>
          <p:cNvPr id="71" name="sues200_uav_200m_to_satellite/seed-1/AURC-label">
            <a:extLst xmlns:a="http://schemas.openxmlformats.org/drawingml/2006/main">
              <a:ext uri="{FF2B5EF4-FFF2-40B4-BE49-F238E27FC236}">
                <a16:creationId xmlns:a16="http://schemas.microsoft.com/office/drawing/2014/main" id="{F08FDCA5-22B4-4EB7-9D48-6F4A9A85BAB7}"/>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sues200_uav_200m_to_satellite/seed-2/heading">
            <a:extLst xmlns:a="http://schemas.openxmlformats.org/drawingml/2006/main">
              <a:ext uri="{FF2B5EF4-FFF2-40B4-BE49-F238E27FC236}">
                <a16:creationId xmlns:a16="http://schemas.microsoft.com/office/drawing/2014/main" id="{24A085AA-4697-44B2-AF4D-AD360B99035C}"/>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sues200_uav_200m_to_satellite/seed-2/y-grid-0">
            <a:extLst xmlns:a="http://schemas.openxmlformats.org/drawingml/2006/main">
              <a:ext uri="{FF2B5EF4-FFF2-40B4-BE49-F238E27FC236}">
                <a16:creationId xmlns:a16="http://schemas.microsoft.com/office/drawing/2014/main" id="{0375AC0C-6DE0-4EC3-AE63-18C7102758D0}"/>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sues200_uav_200m_to_satellite/seed-2/y-label-0">
            <a:extLst xmlns:a="http://schemas.openxmlformats.org/drawingml/2006/main">
              <a:ext uri="{FF2B5EF4-FFF2-40B4-BE49-F238E27FC236}">
                <a16:creationId xmlns:a16="http://schemas.microsoft.com/office/drawing/2014/main" id="{DA44638E-A0C5-48CA-B359-75BA1F89C9B7}"/>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sues200_uav_200m_to_satellite/seed-2/x-tick-0">
            <a:extLst xmlns:a="http://schemas.openxmlformats.org/drawingml/2006/main">
              <a:ext uri="{FF2B5EF4-FFF2-40B4-BE49-F238E27FC236}">
                <a16:creationId xmlns:a16="http://schemas.microsoft.com/office/drawing/2014/main" id="{FD8752D1-A2E0-4033-9CC4-22D54BC08AE8}"/>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sues200_uav_200m_to_satellite/seed-2/x-label-0">
            <a:extLst xmlns:a="http://schemas.openxmlformats.org/drawingml/2006/main">
              <a:ext uri="{FF2B5EF4-FFF2-40B4-BE49-F238E27FC236}">
                <a16:creationId xmlns:a16="http://schemas.microsoft.com/office/drawing/2014/main" id="{DA3E904C-BBF8-461D-AA71-B526A6C5967E}"/>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sues200_uav_200m_to_satellite/seed-2/y-grid-25">
            <a:extLst xmlns:a="http://schemas.openxmlformats.org/drawingml/2006/main">
              <a:ext uri="{FF2B5EF4-FFF2-40B4-BE49-F238E27FC236}">
                <a16:creationId xmlns:a16="http://schemas.microsoft.com/office/drawing/2014/main" id="{7DDF40B3-D037-4B47-9C7D-0E611A6D3BD0}"/>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sues200_uav_200m_to_satellite/seed-2/y-label-25">
            <a:extLst xmlns:a="http://schemas.openxmlformats.org/drawingml/2006/main">
              <a:ext uri="{FF2B5EF4-FFF2-40B4-BE49-F238E27FC236}">
                <a16:creationId xmlns:a16="http://schemas.microsoft.com/office/drawing/2014/main" id="{6D47AC22-D38B-4AD0-B2A8-38E5ACC24383}"/>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sues200_uav_200m_to_satellite/seed-2/x-tick-25">
            <a:extLst xmlns:a="http://schemas.openxmlformats.org/drawingml/2006/main">
              <a:ext uri="{FF2B5EF4-FFF2-40B4-BE49-F238E27FC236}">
                <a16:creationId xmlns:a16="http://schemas.microsoft.com/office/drawing/2014/main" id="{5FAD2C2D-E8E9-4F64-8EFE-77D8EEB6228D}"/>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sues200_uav_200m_to_satellite/seed-2/x-label-25">
            <a:extLst xmlns:a="http://schemas.openxmlformats.org/drawingml/2006/main">
              <a:ext uri="{FF2B5EF4-FFF2-40B4-BE49-F238E27FC236}">
                <a16:creationId xmlns:a16="http://schemas.microsoft.com/office/drawing/2014/main" id="{8E215551-671A-4CA3-B968-9E0E0208E698}"/>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sues200_uav_200m_to_satellite/seed-2/y-grid-50">
            <a:extLst xmlns:a="http://schemas.openxmlformats.org/drawingml/2006/main">
              <a:ext uri="{FF2B5EF4-FFF2-40B4-BE49-F238E27FC236}">
                <a16:creationId xmlns:a16="http://schemas.microsoft.com/office/drawing/2014/main" id="{DB52BE2F-812C-44FA-8EE6-B17AAC9AD8D5}"/>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sues200_uav_200m_to_satellite/seed-2/y-label-50">
            <a:extLst xmlns:a="http://schemas.openxmlformats.org/drawingml/2006/main">
              <a:ext uri="{FF2B5EF4-FFF2-40B4-BE49-F238E27FC236}">
                <a16:creationId xmlns:a16="http://schemas.microsoft.com/office/drawing/2014/main" id="{79C481C4-CED9-436A-9871-38C8462E20D2}"/>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sues200_uav_200m_to_satellite/seed-2/x-tick-50">
            <a:extLst xmlns:a="http://schemas.openxmlformats.org/drawingml/2006/main">
              <a:ext uri="{FF2B5EF4-FFF2-40B4-BE49-F238E27FC236}">
                <a16:creationId xmlns:a16="http://schemas.microsoft.com/office/drawing/2014/main" id="{9227433C-7EA7-4206-838F-C646BC935A33}"/>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sues200_uav_200m_to_satellite/seed-2/x-label-50">
            <a:extLst xmlns:a="http://schemas.openxmlformats.org/drawingml/2006/main">
              <a:ext uri="{FF2B5EF4-FFF2-40B4-BE49-F238E27FC236}">
                <a16:creationId xmlns:a16="http://schemas.microsoft.com/office/drawing/2014/main" id="{C50218C4-E99E-4334-BA27-FCD3C0B52C6E}"/>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sues200_uav_200m_to_satellite/seed-2/y-grid-75">
            <a:extLst xmlns:a="http://schemas.openxmlformats.org/drawingml/2006/main">
              <a:ext uri="{FF2B5EF4-FFF2-40B4-BE49-F238E27FC236}">
                <a16:creationId xmlns:a16="http://schemas.microsoft.com/office/drawing/2014/main" id="{A14C9602-C9CB-4D41-BED1-0B648AFF7FCF}"/>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sues200_uav_200m_to_satellite/seed-2/y-label-75">
            <a:extLst xmlns:a="http://schemas.openxmlformats.org/drawingml/2006/main">
              <a:ext uri="{FF2B5EF4-FFF2-40B4-BE49-F238E27FC236}">
                <a16:creationId xmlns:a16="http://schemas.microsoft.com/office/drawing/2014/main" id="{9AAA61B7-AB78-4191-B5F6-0ED615C72823}"/>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sues200_uav_200m_to_satellite/seed-2/x-tick-75">
            <a:extLst xmlns:a="http://schemas.openxmlformats.org/drawingml/2006/main">
              <a:ext uri="{FF2B5EF4-FFF2-40B4-BE49-F238E27FC236}">
                <a16:creationId xmlns:a16="http://schemas.microsoft.com/office/drawing/2014/main" id="{FCFBFFE8-7849-45ED-9AD4-C832845848D0}"/>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sues200_uav_200m_to_satellite/seed-2/x-label-75">
            <a:extLst xmlns:a="http://schemas.openxmlformats.org/drawingml/2006/main">
              <a:ext uri="{FF2B5EF4-FFF2-40B4-BE49-F238E27FC236}">
                <a16:creationId xmlns:a16="http://schemas.microsoft.com/office/drawing/2014/main" id="{E8CE6851-E42F-4AD9-B5F6-27EC8A857E43}"/>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sues200_uav_200m_to_satellite/seed-2/y-grid-100">
            <a:extLst xmlns:a="http://schemas.openxmlformats.org/drawingml/2006/main">
              <a:ext uri="{FF2B5EF4-FFF2-40B4-BE49-F238E27FC236}">
                <a16:creationId xmlns:a16="http://schemas.microsoft.com/office/drawing/2014/main" id="{F37695E4-7B40-4E25-92E3-6C7EE0F40DC9}"/>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uav_200m_to_satellite/seed-2/y-label-100">
            <a:extLst xmlns:a="http://schemas.openxmlformats.org/drawingml/2006/main">
              <a:ext uri="{FF2B5EF4-FFF2-40B4-BE49-F238E27FC236}">
                <a16:creationId xmlns:a16="http://schemas.microsoft.com/office/drawing/2014/main" id="{1BC42BF0-0223-48D7-86A7-7F550B0E068B}"/>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sues200_uav_200m_to_satellite/seed-2/x-tick-100">
            <a:extLst xmlns:a="http://schemas.openxmlformats.org/drawingml/2006/main">
              <a:ext uri="{FF2B5EF4-FFF2-40B4-BE49-F238E27FC236}">
                <a16:creationId xmlns:a16="http://schemas.microsoft.com/office/drawing/2014/main" id="{9500CE06-3A3B-4FE8-8D81-D962DF03BE05}"/>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uav_200m_to_satellite/seed-2/x-label-100">
            <a:extLst xmlns:a="http://schemas.openxmlformats.org/drawingml/2006/main">
              <a:ext uri="{FF2B5EF4-FFF2-40B4-BE49-F238E27FC236}">
                <a16:creationId xmlns:a16="http://schemas.microsoft.com/office/drawing/2014/main" id="{2D593128-786B-4434-AFAD-702FC284C2AB}"/>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sues200_uav_200m_to_satellite/seed-2/y-axis">
            <a:extLst xmlns:a="http://schemas.openxmlformats.org/drawingml/2006/main">
              <a:ext uri="{FF2B5EF4-FFF2-40B4-BE49-F238E27FC236}">
                <a16:creationId xmlns:a16="http://schemas.microsoft.com/office/drawing/2014/main" id="{B661E9A1-6200-49F2-AB56-0C1119706889}"/>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sues200_uav_200m_to_satellite/seed-2/x-axis">
            <a:extLst xmlns:a="http://schemas.openxmlformats.org/drawingml/2006/main">
              <a:ext uri="{FF2B5EF4-FFF2-40B4-BE49-F238E27FC236}">
                <a16:creationId xmlns:a16="http://schemas.microsoft.com/office/drawing/2014/main" id="{5EA56212-D4A8-42F4-B9EC-00E865FF4CC9}"/>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sues200_uav_200m_to_satellite/sues200_uav_200m_to_satellite/seed-2/visual/segment-1-2">
            <a:extLst xmlns:a="http://schemas.openxmlformats.org/drawingml/2006/main">
              <a:ext uri="{FF2B5EF4-FFF2-40B4-BE49-F238E27FC236}">
                <a16:creationId xmlns:a16="http://schemas.microsoft.com/office/drawing/2014/main" id="{8C976590-BD9E-4F19-91B4-7E39CDE108DB}"/>
              </a:ext>
            </a:extLst>
          </p:cNvPr>
          <p:cNvSpPr>
            <a:spLocks xmlns:a="http://schemas.openxmlformats.org/drawingml/2006/main" noGrp="1"/>
          </p:cNvSpPr>
          <p:nvPr/>
        </p:nvSpPr>
        <p:spPr>
          <a:xfrm xmlns:a="http://schemas.openxmlformats.org/drawingml/2006/main" flipV="0">
            <a:off x="2700020" y="2336800"/>
            <a:ext cx="160020" cy="2590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sues200_uav_200m_to_satellite/sues200_uav_200m_to_satellite/seed-2/visual/segment-2-3">
            <a:extLst xmlns:a="http://schemas.openxmlformats.org/drawingml/2006/main">
              <a:ext uri="{FF2B5EF4-FFF2-40B4-BE49-F238E27FC236}">
                <a16:creationId xmlns:a16="http://schemas.microsoft.com/office/drawing/2014/main" id="{D38002C0-3C33-4FA9-9695-D5830A483D20}"/>
              </a:ext>
            </a:extLst>
          </p:cNvPr>
          <p:cNvSpPr>
            <a:spLocks xmlns:a="http://schemas.openxmlformats.org/drawingml/2006/main" noGrp="1"/>
          </p:cNvSpPr>
          <p:nvPr/>
        </p:nvSpPr>
        <p:spPr>
          <a:xfrm xmlns:a="http://schemas.openxmlformats.org/drawingml/2006/main" flipV="1">
            <a:off x="2860040" y="2300817"/>
            <a:ext cx="160020" cy="6189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sues200_uav_200m_to_satellite/sues200_uav_200m_to_satellite/seed-2/visual/segment-3-4">
            <a:extLst xmlns:a="http://schemas.openxmlformats.org/drawingml/2006/main">
              <a:ext uri="{FF2B5EF4-FFF2-40B4-BE49-F238E27FC236}">
                <a16:creationId xmlns:a16="http://schemas.microsoft.com/office/drawing/2014/main" id="{C0483F0A-2E2A-47BA-9722-90D130A932BD}"/>
              </a:ext>
            </a:extLst>
          </p:cNvPr>
          <p:cNvSpPr>
            <a:spLocks xmlns:a="http://schemas.openxmlformats.org/drawingml/2006/main" noGrp="1"/>
          </p:cNvSpPr>
          <p:nvPr/>
        </p:nvSpPr>
        <p:spPr>
          <a:xfrm xmlns:a="http://schemas.openxmlformats.org/drawingml/2006/main" flipV="1">
            <a:off x="3020060" y="2246122"/>
            <a:ext cx="160020" cy="5469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sues200_uav_200m_to_satellite/sues200_uav_200m_to_satellite/seed-2/visual/segment-4-5">
            <a:extLst xmlns:a="http://schemas.openxmlformats.org/drawingml/2006/main">
              <a:ext uri="{FF2B5EF4-FFF2-40B4-BE49-F238E27FC236}">
                <a16:creationId xmlns:a16="http://schemas.microsoft.com/office/drawing/2014/main" id="{9DD20573-414A-4427-9F05-DEC3CC83B38A}"/>
              </a:ext>
            </a:extLst>
          </p:cNvPr>
          <p:cNvSpPr>
            <a:spLocks xmlns:a="http://schemas.openxmlformats.org/drawingml/2006/main" noGrp="1"/>
          </p:cNvSpPr>
          <p:nvPr/>
        </p:nvSpPr>
        <p:spPr>
          <a:xfrm xmlns:a="http://schemas.openxmlformats.org/drawingml/2006/main" flipV="1">
            <a:off x="3180080" y="2208124"/>
            <a:ext cx="160020" cy="3799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sues200_uav_200m_to_satellite/sues200_uav_200m_to_satellite/seed-2/visual/segment-5-6">
            <a:extLst xmlns:a="http://schemas.openxmlformats.org/drawingml/2006/main">
              <a:ext uri="{FF2B5EF4-FFF2-40B4-BE49-F238E27FC236}">
                <a16:creationId xmlns:a16="http://schemas.microsoft.com/office/drawing/2014/main" id="{F9E6FA72-9578-44C0-9950-DF1F8E61C8A4}"/>
              </a:ext>
            </a:extLst>
          </p:cNvPr>
          <p:cNvSpPr>
            <a:spLocks xmlns:a="http://schemas.openxmlformats.org/drawingml/2006/main" noGrp="1"/>
          </p:cNvSpPr>
          <p:nvPr/>
        </p:nvSpPr>
        <p:spPr>
          <a:xfrm xmlns:a="http://schemas.openxmlformats.org/drawingml/2006/main" flipV="1">
            <a:off x="3340100" y="2156164"/>
            <a:ext cx="160020" cy="5196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sues200_uav_200m_to_satellite/sues200_uav_200m_to_satellite/seed-2/visual/segment-6-7">
            <a:extLst xmlns:a="http://schemas.openxmlformats.org/drawingml/2006/main">
              <a:ext uri="{FF2B5EF4-FFF2-40B4-BE49-F238E27FC236}">
                <a16:creationId xmlns:a16="http://schemas.microsoft.com/office/drawing/2014/main" id="{3653CCFD-3F77-4E94-8F82-25736E520514}"/>
              </a:ext>
            </a:extLst>
          </p:cNvPr>
          <p:cNvSpPr>
            <a:spLocks xmlns:a="http://schemas.openxmlformats.org/drawingml/2006/main" noGrp="1"/>
          </p:cNvSpPr>
          <p:nvPr/>
        </p:nvSpPr>
        <p:spPr>
          <a:xfrm xmlns:a="http://schemas.openxmlformats.org/drawingml/2006/main" flipV="1">
            <a:off x="3500120" y="2116582"/>
            <a:ext cx="160020" cy="3958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sues200_uav_200m_to_satellite/sues200_uav_200m_to_satellite/seed-2/visual/segment-7-8">
            <a:extLst xmlns:a="http://schemas.openxmlformats.org/drawingml/2006/main">
              <a:ext uri="{FF2B5EF4-FFF2-40B4-BE49-F238E27FC236}">
                <a16:creationId xmlns:a16="http://schemas.microsoft.com/office/drawing/2014/main" id="{E8707958-3BE3-4249-95C0-6B20F4F38690}"/>
              </a:ext>
            </a:extLst>
          </p:cNvPr>
          <p:cNvSpPr>
            <a:spLocks xmlns:a="http://schemas.openxmlformats.org/drawingml/2006/main" noGrp="1"/>
          </p:cNvSpPr>
          <p:nvPr/>
        </p:nvSpPr>
        <p:spPr>
          <a:xfrm xmlns:a="http://schemas.openxmlformats.org/drawingml/2006/main" flipV="1">
            <a:off x="3660140" y="2081498"/>
            <a:ext cx="160020" cy="3508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sues200_uav_200m_to_satellite/sues200_uav_200m_to_satellite/seed-2/visual/segment-8-9">
            <a:extLst xmlns:a="http://schemas.openxmlformats.org/drawingml/2006/main">
              <a:ext uri="{FF2B5EF4-FFF2-40B4-BE49-F238E27FC236}">
                <a16:creationId xmlns:a16="http://schemas.microsoft.com/office/drawing/2014/main" id="{13E796AD-D774-44CC-8EB2-CF75052743C6}"/>
              </a:ext>
            </a:extLst>
          </p:cNvPr>
          <p:cNvSpPr>
            <a:spLocks xmlns:a="http://schemas.openxmlformats.org/drawingml/2006/main" noGrp="1"/>
          </p:cNvSpPr>
          <p:nvPr/>
        </p:nvSpPr>
        <p:spPr>
          <a:xfrm xmlns:a="http://schemas.openxmlformats.org/drawingml/2006/main" flipV="1">
            <a:off x="3820160" y="2038858"/>
            <a:ext cx="160020" cy="4264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sues200_uav_200m_to_satellite/sues200_uav_200m_to_satellite/seed-2/visual/segment-9-10">
            <a:extLst xmlns:a="http://schemas.openxmlformats.org/drawingml/2006/main">
              <a:ext uri="{FF2B5EF4-FFF2-40B4-BE49-F238E27FC236}">
                <a16:creationId xmlns:a16="http://schemas.microsoft.com/office/drawing/2014/main" id="{0DBA2A0F-522E-47C6-87DD-74144AE40A39}"/>
              </a:ext>
            </a:extLst>
          </p:cNvPr>
          <p:cNvSpPr>
            <a:spLocks xmlns:a="http://schemas.openxmlformats.org/drawingml/2006/main" noGrp="1"/>
          </p:cNvSpPr>
          <p:nvPr/>
        </p:nvSpPr>
        <p:spPr>
          <a:xfrm xmlns:a="http://schemas.openxmlformats.org/drawingml/2006/main" flipV="1">
            <a:off x="3980180" y="1995246"/>
            <a:ext cx="160020" cy="4361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sues200_uav_200m_to_satellite/sues200_uav_200m_to_satellite/seed-2/visual/point-1">
            <a:extLst xmlns:a="http://schemas.openxmlformats.org/drawingml/2006/main">
              <a:ext uri="{FF2B5EF4-FFF2-40B4-BE49-F238E27FC236}">
                <a16:creationId xmlns:a16="http://schemas.microsoft.com/office/drawing/2014/main" id="{9B2B4B84-9569-45C6-8391-98ACECB055FF}"/>
              </a:ext>
            </a:extLst>
          </p:cNvPr>
          <p:cNvSpPr>
            <a:spLocks xmlns:a="http://schemas.openxmlformats.org/drawingml/2006/main" noGrp="1"/>
          </p:cNvSpPr>
          <p:nvPr/>
        </p:nvSpPr>
        <p:spPr>
          <a:xfrm xmlns:a="http://schemas.openxmlformats.org/drawingml/2006/main">
            <a:off x="267652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sues200_uav_200m_to_satellite/sues200_uav_200m_to_satellite/seed-2/visual/point-2">
            <a:extLst xmlns:a="http://schemas.openxmlformats.org/drawingml/2006/main">
              <a:ext uri="{FF2B5EF4-FFF2-40B4-BE49-F238E27FC236}">
                <a16:creationId xmlns:a16="http://schemas.microsoft.com/office/drawing/2014/main" id="{247DC502-6B90-4EC8-8010-0D47D17CA748}"/>
              </a:ext>
            </a:extLst>
          </p:cNvPr>
          <p:cNvSpPr>
            <a:spLocks xmlns:a="http://schemas.openxmlformats.org/drawingml/2006/main" noGrp="1"/>
          </p:cNvSpPr>
          <p:nvPr/>
        </p:nvSpPr>
        <p:spPr>
          <a:xfrm xmlns:a="http://schemas.openxmlformats.org/drawingml/2006/main">
            <a:off x="2836545" y="233921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sues200_uav_200m_to_satellite/sues200_uav_200m_to_satellite/seed-2/visual/point-3">
            <a:extLst xmlns:a="http://schemas.openxmlformats.org/drawingml/2006/main">
              <a:ext uri="{FF2B5EF4-FFF2-40B4-BE49-F238E27FC236}">
                <a16:creationId xmlns:a16="http://schemas.microsoft.com/office/drawing/2014/main" id="{F7F9D71C-EC3C-4FD0-B12F-FF28CD9D5F07}"/>
              </a:ext>
            </a:extLst>
          </p:cNvPr>
          <p:cNvSpPr>
            <a:spLocks xmlns:a="http://schemas.openxmlformats.org/drawingml/2006/main" noGrp="1"/>
          </p:cNvSpPr>
          <p:nvPr/>
        </p:nvSpPr>
        <p:spPr>
          <a:xfrm xmlns:a="http://schemas.openxmlformats.org/drawingml/2006/main">
            <a:off x="2996565" y="227732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sues200_uav_200m_to_satellite/sues200_uav_200m_to_satellite/seed-2/visual/point-4">
            <a:extLst xmlns:a="http://schemas.openxmlformats.org/drawingml/2006/main">
              <a:ext uri="{FF2B5EF4-FFF2-40B4-BE49-F238E27FC236}">
                <a16:creationId xmlns:a16="http://schemas.microsoft.com/office/drawing/2014/main" id="{6E08ACF0-2A0E-4EEB-8E8B-CD5C7B285ADE}"/>
              </a:ext>
            </a:extLst>
          </p:cNvPr>
          <p:cNvSpPr>
            <a:spLocks xmlns:a="http://schemas.openxmlformats.org/drawingml/2006/main" noGrp="1"/>
          </p:cNvSpPr>
          <p:nvPr/>
        </p:nvSpPr>
        <p:spPr>
          <a:xfrm xmlns:a="http://schemas.openxmlformats.org/drawingml/2006/main">
            <a:off x="3156585" y="222262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sues200_uav_200m_to_satellite/sues200_uav_200m_to_satellite/seed-2/visual/point-5">
            <a:extLst xmlns:a="http://schemas.openxmlformats.org/drawingml/2006/main">
              <a:ext uri="{FF2B5EF4-FFF2-40B4-BE49-F238E27FC236}">
                <a16:creationId xmlns:a16="http://schemas.microsoft.com/office/drawing/2014/main" id="{0B4D60A6-89B8-4528-B346-2AD5F295AF63}"/>
              </a:ext>
            </a:extLst>
          </p:cNvPr>
          <p:cNvSpPr>
            <a:spLocks xmlns:a="http://schemas.openxmlformats.org/drawingml/2006/main" noGrp="1"/>
          </p:cNvSpPr>
          <p:nvPr/>
        </p:nvSpPr>
        <p:spPr>
          <a:xfrm xmlns:a="http://schemas.openxmlformats.org/drawingml/2006/main">
            <a:off x="3316605" y="218462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sues200_uav_200m_to_satellite/sues200_uav_200m_to_satellite/seed-2/visual/point-6">
            <a:extLst xmlns:a="http://schemas.openxmlformats.org/drawingml/2006/main">
              <a:ext uri="{FF2B5EF4-FFF2-40B4-BE49-F238E27FC236}">
                <a16:creationId xmlns:a16="http://schemas.microsoft.com/office/drawing/2014/main" id="{B383CAC6-4750-4BA7-BF13-D94BDEAC19F7}"/>
              </a:ext>
            </a:extLst>
          </p:cNvPr>
          <p:cNvSpPr>
            <a:spLocks xmlns:a="http://schemas.openxmlformats.org/drawingml/2006/main" noGrp="1"/>
          </p:cNvSpPr>
          <p:nvPr/>
        </p:nvSpPr>
        <p:spPr>
          <a:xfrm xmlns:a="http://schemas.openxmlformats.org/drawingml/2006/main">
            <a:off x="3476625" y="213266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sues200_uav_200m_to_satellite/sues200_uav_200m_to_satellite/seed-2/visual/point-7">
            <a:extLst xmlns:a="http://schemas.openxmlformats.org/drawingml/2006/main">
              <a:ext uri="{FF2B5EF4-FFF2-40B4-BE49-F238E27FC236}">
                <a16:creationId xmlns:a16="http://schemas.microsoft.com/office/drawing/2014/main" id="{8206673D-3EA7-4103-9D77-1277ED48CFF9}"/>
              </a:ext>
            </a:extLst>
          </p:cNvPr>
          <p:cNvSpPr>
            <a:spLocks xmlns:a="http://schemas.openxmlformats.org/drawingml/2006/main" noGrp="1"/>
          </p:cNvSpPr>
          <p:nvPr/>
        </p:nvSpPr>
        <p:spPr>
          <a:xfrm xmlns:a="http://schemas.openxmlformats.org/drawingml/2006/main">
            <a:off x="3636645" y="209308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sues200_uav_200m_to_satellite/sues200_uav_200m_to_satellite/seed-2/visual/point-8">
            <a:extLst xmlns:a="http://schemas.openxmlformats.org/drawingml/2006/main">
              <a:ext uri="{FF2B5EF4-FFF2-40B4-BE49-F238E27FC236}">
                <a16:creationId xmlns:a16="http://schemas.microsoft.com/office/drawing/2014/main" id="{FE794AF3-690E-4D83-97E9-6E45AD13AF42}"/>
              </a:ext>
            </a:extLst>
          </p:cNvPr>
          <p:cNvSpPr>
            <a:spLocks xmlns:a="http://schemas.openxmlformats.org/drawingml/2006/main" noGrp="1"/>
          </p:cNvSpPr>
          <p:nvPr/>
        </p:nvSpPr>
        <p:spPr>
          <a:xfrm xmlns:a="http://schemas.openxmlformats.org/drawingml/2006/main">
            <a:off x="3796665" y="205800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sues200_uav_200m_to_satellite/sues200_uav_200m_to_satellite/seed-2/visual/point-9">
            <a:extLst xmlns:a="http://schemas.openxmlformats.org/drawingml/2006/main">
              <a:ext uri="{FF2B5EF4-FFF2-40B4-BE49-F238E27FC236}">
                <a16:creationId xmlns:a16="http://schemas.microsoft.com/office/drawing/2014/main" id="{EE2FA1AB-4110-48BB-ADA9-8C6C33B0E2E0}"/>
              </a:ext>
            </a:extLst>
          </p:cNvPr>
          <p:cNvSpPr>
            <a:spLocks xmlns:a="http://schemas.openxmlformats.org/drawingml/2006/main" noGrp="1"/>
          </p:cNvSpPr>
          <p:nvPr/>
        </p:nvSpPr>
        <p:spPr>
          <a:xfrm xmlns:a="http://schemas.openxmlformats.org/drawingml/2006/main">
            <a:off x="3956685" y="201536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sues200_uav_200m_to_satellite/sues200_uav_200m_to_satellite/seed-2/visual/point-10">
            <a:extLst xmlns:a="http://schemas.openxmlformats.org/drawingml/2006/main">
              <a:ext uri="{FF2B5EF4-FFF2-40B4-BE49-F238E27FC236}">
                <a16:creationId xmlns:a16="http://schemas.microsoft.com/office/drawing/2014/main" id="{379346AA-DC20-41E3-9061-03A0447C749A}"/>
              </a:ext>
            </a:extLst>
          </p:cNvPr>
          <p:cNvSpPr>
            <a:spLocks xmlns:a="http://schemas.openxmlformats.org/drawingml/2006/main" noGrp="1"/>
          </p:cNvSpPr>
          <p:nvPr/>
        </p:nvSpPr>
        <p:spPr>
          <a:xfrm xmlns:a="http://schemas.openxmlformats.org/drawingml/2006/main">
            <a:off x="4116705" y="197175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sues200_uav_200m_to_satellite/seed-2/visual/AURC">
            <a:extLst xmlns:a="http://schemas.openxmlformats.org/drawingml/2006/main">
              <a:ext uri="{FF2B5EF4-FFF2-40B4-BE49-F238E27FC236}">
                <a16:creationId xmlns:a16="http://schemas.microsoft.com/office/drawing/2014/main" id="{8BB5398F-9690-40E5-A765-51A497DD29C8}"/>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0.4626</a:t>
            </a:r>
          </a:p>
        </p:txBody>
      </p:sp>
      <p:sp>
        <p:nvSpPr>
          <p:cNvPr id="115" name="sues200_uav_200m_to_satellite/sues200_uav_200m_to_satellite/seed-2/full/segment-1-2">
            <a:extLst xmlns:a="http://schemas.openxmlformats.org/drawingml/2006/main">
              <a:ext uri="{FF2B5EF4-FFF2-40B4-BE49-F238E27FC236}">
                <a16:creationId xmlns:a16="http://schemas.microsoft.com/office/drawing/2014/main" id="{E391D8D0-A634-4268-99FC-E88061210B77}"/>
              </a:ext>
            </a:extLst>
          </p:cNvPr>
          <p:cNvSpPr>
            <a:spLocks xmlns:a="http://schemas.openxmlformats.org/drawingml/2006/main" noGrp="1"/>
          </p:cNvSpPr>
          <p:nvPr/>
        </p:nvSpPr>
        <p:spPr>
          <a:xfrm xmlns:a="http://schemas.openxmlformats.org/drawingml/2006/main" flipV="1">
            <a:off x="2700020" y="2099310"/>
            <a:ext cx="160020" cy="4749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sues200_uav_200m_to_satellite/sues200_uav_200m_to_satellite/seed-2/full/segment-2-3">
            <a:extLst xmlns:a="http://schemas.openxmlformats.org/drawingml/2006/main">
              <a:ext uri="{FF2B5EF4-FFF2-40B4-BE49-F238E27FC236}">
                <a16:creationId xmlns:a16="http://schemas.microsoft.com/office/drawing/2014/main" id="{D8E75457-9D59-4D47-8BB0-50D4D5C8D5A5}"/>
              </a:ext>
            </a:extLst>
          </p:cNvPr>
          <p:cNvSpPr>
            <a:spLocks xmlns:a="http://schemas.openxmlformats.org/drawingml/2006/main" noGrp="1"/>
          </p:cNvSpPr>
          <p:nvPr/>
        </p:nvSpPr>
        <p:spPr>
          <a:xfrm xmlns:a="http://schemas.openxmlformats.org/drawingml/2006/main" flipV="1">
            <a:off x="2860040" y="2061887"/>
            <a:ext cx="160020" cy="3742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sues200_uav_200m_to_satellite/sues200_uav_200m_to_satellite/seed-2/full/segment-3-4">
            <a:extLst xmlns:a="http://schemas.openxmlformats.org/drawingml/2006/main">
              <a:ext uri="{FF2B5EF4-FFF2-40B4-BE49-F238E27FC236}">
                <a16:creationId xmlns:a16="http://schemas.microsoft.com/office/drawing/2014/main" id="{BC8FD7EB-4F34-4603-93AC-4C92F07ED77A}"/>
              </a:ext>
            </a:extLst>
          </p:cNvPr>
          <p:cNvSpPr>
            <a:spLocks xmlns:a="http://schemas.openxmlformats.org/drawingml/2006/main" noGrp="1"/>
          </p:cNvSpPr>
          <p:nvPr/>
        </p:nvSpPr>
        <p:spPr>
          <a:xfrm xmlns:a="http://schemas.openxmlformats.org/drawingml/2006/main" flipV="1">
            <a:off x="3020060" y="2018348"/>
            <a:ext cx="160020" cy="4354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sues200_uav_200m_to_satellite/sues200_uav_200m_to_satellite/seed-2/full/segment-4-5">
            <a:extLst xmlns:a="http://schemas.openxmlformats.org/drawingml/2006/main">
              <a:ext uri="{FF2B5EF4-FFF2-40B4-BE49-F238E27FC236}">
                <a16:creationId xmlns:a16="http://schemas.microsoft.com/office/drawing/2014/main" id="{22853584-E202-4544-A8CD-29B4AE1C6AF6}"/>
              </a:ext>
            </a:extLst>
          </p:cNvPr>
          <p:cNvSpPr>
            <a:spLocks xmlns:a="http://schemas.openxmlformats.org/drawingml/2006/main" noGrp="1"/>
          </p:cNvSpPr>
          <p:nvPr/>
        </p:nvSpPr>
        <p:spPr>
          <a:xfrm xmlns:a="http://schemas.openxmlformats.org/drawingml/2006/main" flipV="1">
            <a:off x="3180080" y="1976679"/>
            <a:ext cx="160020" cy="4166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sues200_uav_200m_to_satellite/sues200_uav_200m_to_satellite/seed-2/full/segment-5-6">
            <a:extLst xmlns:a="http://schemas.openxmlformats.org/drawingml/2006/main">
              <a:ext uri="{FF2B5EF4-FFF2-40B4-BE49-F238E27FC236}">
                <a16:creationId xmlns:a16="http://schemas.microsoft.com/office/drawing/2014/main" id="{37B365C8-BD6F-4088-885B-B24CF45F1FA6}"/>
              </a:ext>
            </a:extLst>
          </p:cNvPr>
          <p:cNvSpPr>
            <a:spLocks xmlns:a="http://schemas.openxmlformats.org/drawingml/2006/main" noGrp="1"/>
          </p:cNvSpPr>
          <p:nvPr/>
        </p:nvSpPr>
        <p:spPr>
          <a:xfrm xmlns:a="http://schemas.openxmlformats.org/drawingml/2006/main" flipV="1">
            <a:off x="3340100" y="1941703"/>
            <a:ext cx="160020" cy="3497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sues200_uav_200m_to_satellite/sues200_uav_200m_to_satellite/seed-2/full/segment-6-7">
            <a:extLst xmlns:a="http://schemas.openxmlformats.org/drawingml/2006/main">
              <a:ext uri="{FF2B5EF4-FFF2-40B4-BE49-F238E27FC236}">
                <a16:creationId xmlns:a16="http://schemas.microsoft.com/office/drawing/2014/main" id="{7036A8E2-3109-4971-9545-F5E1B1EFB533}"/>
              </a:ext>
            </a:extLst>
          </p:cNvPr>
          <p:cNvSpPr>
            <a:spLocks xmlns:a="http://schemas.openxmlformats.org/drawingml/2006/main" noGrp="1"/>
          </p:cNvSpPr>
          <p:nvPr/>
        </p:nvSpPr>
        <p:spPr>
          <a:xfrm xmlns:a="http://schemas.openxmlformats.org/drawingml/2006/main" flipV="1">
            <a:off x="3500120" y="1911785"/>
            <a:ext cx="160020" cy="2991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sues200_uav_200m_to_satellite/sues200_uav_200m_to_satellite/seed-2/full/segment-7-8">
            <a:extLst xmlns:a="http://schemas.openxmlformats.org/drawingml/2006/main">
              <a:ext uri="{FF2B5EF4-FFF2-40B4-BE49-F238E27FC236}">
                <a16:creationId xmlns:a16="http://schemas.microsoft.com/office/drawing/2014/main" id="{6D1F5425-5B79-4C9C-A776-2B68241A95C8}"/>
              </a:ext>
            </a:extLst>
          </p:cNvPr>
          <p:cNvSpPr>
            <a:spLocks xmlns:a="http://schemas.openxmlformats.org/drawingml/2006/main" noGrp="1"/>
          </p:cNvSpPr>
          <p:nvPr/>
        </p:nvSpPr>
        <p:spPr>
          <a:xfrm xmlns:a="http://schemas.openxmlformats.org/drawingml/2006/main" flipV="1">
            <a:off x="3660140" y="1881251"/>
            <a:ext cx="160020" cy="3053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sues200_uav_200m_to_satellite/sues200_uav_200m_to_satellite/seed-2/full/segment-8-9">
            <a:extLst xmlns:a="http://schemas.openxmlformats.org/drawingml/2006/main">
              <a:ext uri="{FF2B5EF4-FFF2-40B4-BE49-F238E27FC236}">
                <a16:creationId xmlns:a16="http://schemas.microsoft.com/office/drawing/2014/main" id="{1812BA80-5BFE-45B7-A771-1F9CA876FBC0}"/>
              </a:ext>
            </a:extLst>
          </p:cNvPr>
          <p:cNvSpPr>
            <a:spLocks xmlns:a="http://schemas.openxmlformats.org/drawingml/2006/main" noGrp="1"/>
          </p:cNvSpPr>
          <p:nvPr/>
        </p:nvSpPr>
        <p:spPr>
          <a:xfrm xmlns:a="http://schemas.openxmlformats.org/drawingml/2006/main" flipV="1">
            <a:off x="3820160" y="1855583"/>
            <a:ext cx="160020" cy="2566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sues200_uav_200m_to_satellite/sues200_uav_200m_to_satellite/seed-2/full/segment-9-10">
            <a:extLst xmlns:a="http://schemas.openxmlformats.org/drawingml/2006/main">
              <a:ext uri="{FF2B5EF4-FFF2-40B4-BE49-F238E27FC236}">
                <a16:creationId xmlns:a16="http://schemas.microsoft.com/office/drawing/2014/main" id="{105817F8-A5C9-40BB-8C9D-0FC4C9ADD29E}"/>
              </a:ext>
            </a:extLst>
          </p:cNvPr>
          <p:cNvSpPr>
            <a:spLocks xmlns:a="http://schemas.openxmlformats.org/drawingml/2006/main" noGrp="1"/>
          </p:cNvSpPr>
          <p:nvPr/>
        </p:nvSpPr>
        <p:spPr>
          <a:xfrm xmlns:a="http://schemas.openxmlformats.org/drawingml/2006/main" flipV="1">
            <a:off x="3980180" y="1822526"/>
            <a:ext cx="160020" cy="3305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sues200_uav_200m_to_satellite/sues200_uav_200m_to_satellite/seed-2/full/point-1">
            <a:extLst xmlns:a="http://schemas.openxmlformats.org/drawingml/2006/main">
              <a:ext uri="{FF2B5EF4-FFF2-40B4-BE49-F238E27FC236}">
                <a16:creationId xmlns:a16="http://schemas.microsoft.com/office/drawing/2014/main" id="{78E846D3-4DEF-4416-A041-63C6838B4102}"/>
              </a:ext>
            </a:extLst>
          </p:cNvPr>
          <p:cNvSpPr>
            <a:spLocks xmlns:a="http://schemas.openxmlformats.org/drawingml/2006/main" noGrp="1"/>
          </p:cNvSpPr>
          <p:nvPr/>
        </p:nvSpPr>
        <p:spPr>
          <a:xfrm xmlns:a="http://schemas.openxmlformats.org/drawingml/2006/main">
            <a:off x="2676525" y="212331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sues200_uav_200m_to_satellite/sues200_uav_200m_to_satellite/seed-2/full/point-2">
            <a:extLst xmlns:a="http://schemas.openxmlformats.org/drawingml/2006/main">
              <a:ext uri="{FF2B5EF4-FFF2-40B4-BE49-F238E27FC236}">
                <a16:creationId xmlns:a16="http://schemas.microsoft.com/office/drawing/2014/main" id="{FE89AC8F-0445-4725-AAE8-ECE7836D0737}"/>
              </a:ext>
            </a:extLst>
          </p:cNvPr>
          <p:cNvSpPr>
            <a:spLocks xmlns:a="http://schemas.openxmlformats.org/drawingml/2006/main" noGrp="1"/>
          </p:cNvSpPr>
          <p:nvPr/>
        </p:nvSpPr>
        <p:spPr>
          <a:xfrm xmlns:a="http://schemas.openxmlformats.org/drawingml/2006/main">
            <a:off x="2836545" y="207581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sues200_uav_200m_to_satellite/sues200_uav_200m_to_satellite/seed-2/full/point-3">
            <a:extLst xmlns:a="http://schemas.openxmlformats.org/drawingml/2006/main">
              <a:ext uri="{FF2B5EF4-FFF2-40B4-BE49-F238E27FC236}">
                <a16:creationId xmlns:a16="http://schemas.microsoft.com/office/drawing/2014/main" id="{414DC1C8-BAED-4F49-8305-663D134CF335}"/>
              </a:ext>
            </a:extLst>
          </p:cNvPr>
          <p:cNvSpPr>
            <a:spLocks xmlns:a="http://schemas.openxmlformats.org/drawingml/2006/main" noGrp="1"/>
          </p:cNvSpPr>
          <p:nvPr/>
        </p:nvSpPr>
        <p:spPr>
          <a:xfrm xmlns:a="http://schemas.openxmlformats.org/drawingml/2006/main">
            <a:off x="2996565" y="203839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sues200_uav_200m_to_satellite/sues200_uav_200m_to_satellite/seed-2/full/point-4">
            <a:extLst xmlns:a="http://schemas.openxmlformats.org/drawingml/2006/main">
              <a:ext uri="{FF2B5EF4-FFF2-40B4-BE49-F238E27FC236}">
                <a16:creationId xmlns:a16="http://schemas.microsoft.com/office/drawing/2014/main" id="{BA2E3D2A-434C-4462-8B1B-E884F1B9FA0C}"/>
              </a:ext>
            </a:extLst>
          </p:cNvPr>
          <p:cNvSpPr>
            <a:spLocks xmlns:a="http://schemas.openxmlformats.org/drawingml/2006/main" noGrp="1"/>
          </p:cNvSpPr>
          <p:nvPr/>
        </p:nvSpPr>
        <p:spPr>
          <a:xfrm xmlns:a="http://schemas.openxmlformats.org/drawingml/2006/main">
            <a:off x="3156585" y="199485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sues200_uav_200m_to_satellite/sues200_uav_200m_to_satellite/seed-2/full/point-5">
            <a:extLst xmlns:a="http://schemas.openxmlformats.org/drawingml/2006/main">
              <a:ext uri="{FF2B5EF4-FFF2-40B4-BE49-F238E27FC236}">
                <a16:creationId xmlns:a16="http://schemas.microsoft.com/office/drawing/2014/main" id="{590F8AB5-BE5E-415A-A04D-6895158DEBDE}"/>
              </a:ext>
            </a:extLst>
          </p:cNvPr>
          <p:cNvSpPr>
            <a:spLocks xmlns:a="http://schemas.openxmlformats.org/drawingml/2006/main" noGrp="1"/>
          </p:cNvSpPr>
          <p:nvPr/>
        </p:nvSpPr>
        <p:spPr>
          <a:xfrm xmlns:a="http://schemas.openxmlformats.org/drawingml/2006/main">
            <a:off x="3316605" y="195318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sues200_uav_200m_to_satellite/sues200_uav_200m_to_satellite/seed-2/full/point-6">
            <a:extLst xmlns:a="http://schemas.openxmlformats.org/drawingml/2006/main">
              <a:ext uri="{FF2B5EF4-FFF2-40B4-BE49-F238E27FC236}">
                <a16:creationId xmlns:a16="http://schemas.microsoft.com/office/drawing/2014/main" id="{3DC8C77C-8813-4E18-A4C8-864BDC86CBB7}"/>
              </a:ext>
            </a:extLst>
          </p:cNvPr>
          <p:cNvSpPr>
            <a:spLocks xmlns:a="http://schemas.openxmlformats.org/drawingml/2006/main" noGrp="1"/>
          </p:cNvSpPr>
          <p:nvPr/>
        </p:nvSpPr>
        <p:spPr>
          <a:xfrm xmlns:a="http://schemas.openxmlformats.org/drawingml/2006/main">
            <a:off x="3476625" y="191820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sues200_uav_200m_to_satellite/sues200_uav_200m_to_satellite/seed-2/full/point-7">
            <a:extLst xmlns:a="http://schemas.openxmlformats.org/drawingml/2006/main">
              <a:ext uri="{FF2B5EF4-FFF2-40B4-BE49-F238E27FC236}">
                <a16:creationId xmlns:a16="http://schemas.microsoft.com/office/drawing/2014/main" id="{D0146BA9-A72E-47EA-A613-DEAFDEABDC52}"/>
              </a:ext>
            </a:extLst>
          </p:cNvPr>
          <p:cNvSpPr>
            <a:spLocks xmlns:a="http://schemas.openxmlformats.org/drawingml/2006/main" noGrp="1"/>
          </p:cNvSpPr>
          <p:nvPr/>
        </p:nvSpPr>
        <p:spPr>
          <a:xfrm xmlns:a="http://schemas.openxmlformats.org/drawingml/2006/main">
            <a:off x="3636645" y="188829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sues200_uav_200m_to_satellite/sues200_uav_200m_to_satellite/seed-2/full/point-8">
            <a:extLst xmlns:a="http://schemas.openxmlformats.org/drawingml/2006/main">
              <a:ext uri="{FF2B5EF4-FFF2-40B4-BE49-F238E27FC236}">
                <a16:creationId xmlns:a16="http://schemas.microsoft.com/office/drawing/2014/main" id="{A99186C9-5BF6-4781-A0E1-99095B1E9711}"/>
              </a:ext>
            </a:extLst>
          </p:cNvPr>
          <p:cNvSpPr>
            <a:spLocks xmlns:a="http://schemas.openxmlformats.org/drawingml/2006/main" noGrp="1"/>
          </p:cNvSpPr>
          <p:nvPr/>
        </p:nvSpPr>
        <p:spPr>
          <a:xfrm xmlns:a="http://schemas.openxmlformats.org/drawingml/2006/main">
            <a:off x="3796665" y="185775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sues200_uav_200m_to_satellite/sues200_uav_200m_to_satellite/seed-2/full/point-9">
            <a:extLst xmlns:a="http://schemas.openxmlformats.org/drawingml/2006/main">
              <a:ext uri="{FF2B5EF4-FFF2-40B4-BE49-F238E27FC236}">
                <a16:creationId xmlns:a16="http://schemas.microsoft.com/office/drawing/2014/main" id="{B08716EF-66AD-4BDD-80A3-59E4B874DC61}"/>
              </a:ext>
            </a:extLst>
          </p:cNvPr>
          <p:cNvSpPr>
            <a:spLocks xmlns:a="http://schemas.openxmlformats.org/drawingml/2006/main" noGrp="1"/>
          </p:cNvSpPr>
          <p:nvPr/>
        </p:nvSpPr>
        <p:spPr>
          <a:xfrm xmlns:a="http://schemas.openxmlformats.org/drawingml/2006/main">
            <a:off x="3956685" y="183208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sues200_uav_200m_to_satellite/sues200_uav_200m_to_satellite/seed-2/full/point-10">
            <a:extLst xmlns:a="http://schemas.openxmlformats.org/drawingml/2006/main">
              <a:ext uri="{FF2B5EF4-FFF2-40B4-BE49-F238E27FC236}">
                <a16:creationId xmlns:a16="http://schemas.microsoft.com/office/drawing/2014/main" id="{2F8456A1-C3E3-489B-8FF0-04AE46AD718D}"/>
              </a:ext>
            </a:extLst>
          </p:cNvPr>
          <p:cNvSpPr>
            <a:spLocks xmlns:a="http://schemas.openxmlformats.org/drawingml/2006/main" noGrp="1"/>
          </p:cNvSpPr>
          <p:nvPr/>
        </p:nvSpPr>
        <p:spPr>
          <a:xfrm xmlns:a="http://schemas.openxmlformats.org/drawingml/2006/main">
            <a:off x="4116705" y="179903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sues200_uav_200m_to_satellite/seed-2/full/AURC">
            <a:extLst xmlns:a="http://schemas.openxmlformats.org/drawingml/2006/main">
              <a:ext uri="{FF2B5EF4-FFF2-40B4-BE49-F238E27FC236}">
                <a16:creationId xmlns:a16="http://schemas.microsoft.com/office/drawing/2014/main" id="{374874C5-4595-4FAE-BED5-1574173FCC72}"/>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0.5828</a:t>
            </a:r>
          </a:p>
        </p:txBody>
      </p:sp>
      <p:sp>
        <p:nvSpPr>
          <p:cNvPr id="135" name="sues200_uav_200m_to_satellite/seed-2/AURC-label">
            <a:extLst xmlns:a="http://schemas.openxmlformats.org/drawingml/2006/main">
              <a:ext uri="{FF2B5EF4-FFF2-40B4-BE49-F238E27FC236}">
                <a16:creationId xmlns:a16="http://schemas.microsoft.com/office/drawing/2014/main" id="{129EDF64-CC2C-4502-8136-241DA49369D3}"/>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sues200_uav_200m_to_satellite/seed-3/heading">
            <a:extLst xmlns:a="http://schemas.openxmlformats.org/drawingml/2006/main">
              <a:ext uri="{FF2B5EF4-FFF2-40B4-BE49-F238E27FC236}">
                <a16:creationId xmlns:a16="http://schemas.microsoft.com/office/drawing/2014/main" id="{00BF98BA-33F9-45B9-BA50-E76CF4FB16A8}"/>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sues200_uav_200m_to_satellite/seed-3/y-grid-0">
            <a:extLst xmlns:a="http://schemas.openxmlformats.org/drawingml/2006/main">
              <a:ext uri="{FF2B5EF4-FFF2-40B4-BE49-F238E27FC236}">
                <a16:creationId xmlns:a16="http://schemas.microsoft.com/office/drawing/2014/main" id="{75AA9AF4-A062-459B-87AD-749827A86559}"/>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sues200_uav_200m_to_satellite/seed-3/y-label-0">
            <a:extLst xmlns:a="http://schemas.openxmlformats.org/drawingml/2006/main">
              <a:ext uri="{FF2B5EF4-FFF2-40B4-BE49-F238E27FC236}">
                <a16:creationId xmlns:a16="http://schemas.microsoft.com/office/drawing/2014/main" id="{A0AADF85-3D0C-4AED-AFE9-696E61A46968}"/>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sues200_uav_200m_to_satellite/seed-3/x-tick-0">
            <a:extLst xmlns:a="http://schemas.openxmlformats.org/drawingml/2006/main">
              <a:ext uri="{FF2B5EF4-FFF2-40B4-BE49-F238E27FC236}">
                <a16:creationId xmlns:a16="http://schemas.microsoft.com/office/drawing/2014/main" id="{4A16CF87-51F8-4C5B-983C-F14BA031815F}"/>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sues200_uav_200m_to_satellite/seed-3/x-label-0">
            <a:extLst xmlns:a="http://schemas.openxmlformats.org/drawingml/2006/main">
              <a:ext uri="{FF2B5EF4-FFF2-40B4-BE49-F238E27FC236}">
                <a16:creationId xmlns:a16="http://schemas.microsoft.com/office/drawing/2014/main" id="{50277ED1-8605-4E94-ADA7-DDE34D4C808E}"/>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sues200_uav_200m_to_satellite/seed-3/y-grid-25">
            <a:extLst xmlns:a="http://schemas.openxmlformats.org/drawingml/2006/main">
              <a:ext uri="{FF2B5EF4-FFF2-40B4-BE49-F238E27FC236}">
                <a16:creationId xmlns:a16="http://schemas.microsoft.com/office/drawing/2014/main" id="{8C7F8747-0C15-4E2E-89D6-536AD53333CF}"/>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sues200_uav_200m_to_satellite/seed-3/y-label-25">
            <a:extLst xmlns:a="http://schemas.openxmlformats.org/drawingml/2006/main">
              <a:ext uri="{FF2B5EF4-FFF2-40B4-BE49-F238E27FC236}">
                <a16:creationId xmlns:a16="http://schemas.microsoft.com/office/drawing/2014/main" id="{67757C76-3814-490B-B7DB-A9C83229AD5F}"/>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sues200_uav_200m_to_satellite/seed-3/x-tick-25">
            <a:extLst xmlns:a="http://schemas.openxmlformats.org/drawingml/2006/main">
              <a:ext uri="{FF2B5EF4-FFF2-40B4-BE49-F238E27FC236}">
                <a16:creationId xmlns:a16="http://schemas.microsoft.com/office/drawing/2014/main" id="{B2166ED0-4A82-4B5F-89DB-F50DCA33DBE6}"/>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sues200_uav_200m_to_satellite/seed-3/x-label-25">
            <a:extLst xmlns:a="http://schemas.openxmlformats.org/drawingml/2006/main">
              <a:ext uri="{FF2B5EF4-FFF2-40B4-BE49-F238E27FC236}">
                <a16:creationId xmlns:a16="http://schemas.microsoft.com/office/drawing/2014/main" id="{F0D488DB-2F77-4EB2-AAFB-61D20E94F8EA}"/>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sues200_uav_200m_to_satellite/seed-3/y-grid-50">
            <a:extLst xmlns:a="http://schemas.openxmlformats.org/drawingml/2006/main">
              <a:ext uri="{FF2B5EF4-FFF2-40B4-BE49-F238E27FC236}">
                <a16:creationId xmlns:a16="http://schemas.microsoft.com/office/drawing/2014/main" id="{642D47DF-31A8-4786-AB1F-19E55D24D043}"/>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sues200_uav_200m_to_satellite/seed-3/y-label-50">
            <a:extLst xmlns:a="http://schemas.openxmlformats.org/drawingml/2006/main">
              <a:ext uri="{FF2B5EF4-FFF2-40B4-BE49-F238E27FC236}">
                <a16:creationId xmlns:a16="http://schemas.microsoft.com/office/drawing/2014/main" id="{D1FF2D92-820C-46AA-94A1-7E9A723BA374}"/>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sues200_uav_200m_to_satellite/seed-3/x-tick-50">
            <a:extLst xmlns:a="http://schemas.openxmlformats.org/drawingml/2006/main">
              <a:ext uri="{FF2B5EF4-FFF2-40B4-BE49-F238E27FC236}">
                <a16:creationId xmlns:a16="http://schemas.microsoft.com/office/drawing/2014/main" id="{5F148C3B-0DBE-40B4-93FB-0F56F3FA0C2E}"/>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sues200_uav_200m_to_satellite/seed-3/x-label-50">
            <a:extLst xmlns:a="http://schemas.openxmlformats.org/drawingml/2006/main">
              <a:ext uri="{FF2B5EF4-FFF2-40B4-BE49-F238E27FC236}">
                <a16:creationId xmlns:a16="http://schemas.microsoft.com/office/drawing/2014/main" id="{67D899B8-FAE1-493C-BD6A-8A9B164558CF}"/>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sues200_uav_200m_to_satellite/seed-3/y-grid-75">
            <a:extLst xmlns:a="http://schemas.openxmlformats.org/drawingml/2006/main">
              <a:ext uri="{FF2B5EF4-FFF2-40B4-BE49-F238E27FC236}">
                <a16:creationId xmlns:a16="http://schemas.microsoft.com/office/drawing/2014/main" id="{8D988CD7-94DC-459B-8388-F3BFDD5003EE}"/>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sues200_uav_200m_to_satellite/seed-3/y-label-75">
            <a:extLst xmlns:a="http://schemas.openxmlformats.org/drawingml/2006/main">
              <a:ext uri="{FF2B5EF4-FFF2-40B4-BE49-F238E27FC236}">
                <a16:creationId xmlns:a16="http://schemas.microsoft.com/office/drawing/2014/main" id="{26C1AD3E-2756-495E-96C7-0915B8DD1CC2}"/>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sues200_uav_200m_to_satellite/seed-3/x-tick-75">
            <a:extLst xmlns:a="http://schemas.openxmlformats.org/drawingml/2006/main">
              <a:ext uri="{FF2B5EF4-FFF2-40B4-BE49-F238E27FC236}">
                <a16:creationId xmlns:a16="http://schemas.microsoft.com/office/drawing/2014/main" id="{2A3551C4-B803-45DE-9309-2EB360B03DC6}"/>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sues200_uav_200m_to_satellite/seed-3/x-label-75">
            <a:extLst xmlns:a="http://schemas.openxmlformats.org/drawingml/2006/main">
              <a:ext uri="{FF2B5EF4-FFF2-40B4-BE49-F238E27FC236}">
                <a16:creationId xmlns:a16="http://schemas.microsoft.com/office/drawing/2014/main" id="{40FEE9C9-AF28-4C0B-9965-382BCA01D9C2}"/>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sues200_uav_200m_to_satellite/seed-3/y-grid-100">
            <a:extLst xmlns:a="http://schemas.openxmlformats.org/drawingml/2006/main">
              <a:ext uri="{FF2B5EF4-FFF2-40B4-BE49-F238E27FC236}">
                <a16:creationId xmlns:a16="http://schemas.microsoft.com/office/drawing/2014/main" id="{57FF0A38-C2CC-4E4F-9695-42D47974179E}"/>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sues200_uav_200m_to_satellite/seed-3/y-label-100">
            <a:extLst xmlns:a="http://schemas.openxmlformats.org/drawingml/2006/main">
              <a:ext uri="{FF2B5EF4-FFF2-40B4-BE49-F238E27FC236}">
                <a16:creationId xmlns:a16="http://schemas.microsoft.com/office/drawing/2014/main" id="{D28C433D-A9F9-420C-8D6D-D0C024044154}"/>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sues200_uav_200m_to_satellite/seed-3/x-tick-100">
            <a:extLst xmlns:a="http://schemas.openxmlformats.org/drawingml/2006/main">
              <a:ext uri="{FF2B5EF4-FFF2-40B4-BE49-F238E27FC236}">
                <a16:creationId xmlns:a16="http://schemas.microsoft.com/office/drawing/2014/main" id="{A13BE813-E58D-420A-B810-D50316386D7C}"/>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sues200_uav_200m_to_satellite/seed-3/x-label-100">
            <a:extLst xmlns:a="http://schemas.openxmlformats.org/drawingml/2006/main">
              <a:ext uri="{FF2B5EF4-FFF2-40B4-BE49-F238E27FC236}">
                <a16:creationId xmlns:a16="http://schemas.microsoft.com/office/drawing/2014/main" id="{97BB2E57-BE63-4B89-8737-FF18BA6E177F}"/>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sues200_uav_200m_to_satellite/seed-3/y-axis">
            <a:extLst xmlns:a="http://schemas.openxmlformats.org/drawingml/2006/main">
              <a:ext uri="{FF2B5EF4-FFF2-40B4-BE49-F238E27FC236}">
                <a16:creationId xmlns:a16="http://schemas.microsoft.com/office/drawing/2014/main" id="{17AB594C-CE73-4A93-AD68-9CD23DBF270B}"/>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uav_200m_to_satellite/seed-3/x-axis">
            <a:extLst xmlns:a="http://schemas.openxmlformats.org/drawingml/2006/main">
              <a:ext uri="{FF2B5EF4-FFF2-40B4-BE49-F238E27FC236}">
                <a16:creationId xmlns:a16="http://schemas.microsoft.com/office/drawing/2014/main" id="{5A912768-E810-41CE-B918-F56B24963004}"/>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sues200_uav_200m_to_satellite/sues200_uav_200m_to_satellite/seed-3/visual/segment-1-2">
            <a:extLst xmlns:a="http://schemas.openxmlformats.org/drawingml/2006/main">
              <a:ext uri="{FF2B5EF4-FFF2-40B4-BE49-F238E27FC236}">
                <a16:creationId xmlns:a16="http://schemas.microsoft.com/office/drawing/2014/main" id="{09E5DEFB-5D18-4F6B-A039-7024EAC3172E}"/>
              </a:ext>
            </a:extLst>
          </p:cNvPr>
          <p:cNvSpPr>
            <a:spLocks xmlns:a="http://schemas.openxmlformats.org/drawingml/2006/main" noGrp="1"/>
          </p:cNvSpPr>
          <p:nvPr/>
        </p:nvSpPr>
        <p:spPr>
          <a:xfrm xmlns:a="http://schemas.openxmlformats.org/drawingml/2006/main" flipV="1">
            <a:off x="4706620" y="2483612"/>
            <a:ext cx="160020" cy="8636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sues200_uav_200m_to_satellite/sues200_uav_200m_to_satellite/seed-3/visual/segment-2-3">
            <a:extLst xmlns:a="http://schemas.openxmlformats.org/drawingml/2006/main">
              <a:ext uri="{FF2B5EF4-FFF2-40B4-BE49-F238E27FC236}">
                <a16:creationId xmlns:a16="http://schemas.microsoft.com/office/drawing/2014/main" id="{F98DC793-9C18-4CDE-A92C-A0CE92F8E7CE}"/>
              </a:ext>
            </a:extLst>
          </p:cNvPr>
          <p:cNvSpPr>
            <a:spLocks xmlns:a="http://schemas.openxmlformats.org/drawingml/2006/main" noGrp="1"/>
          </p:cNvSpPr>
          <p:nvPr/>
        </p:nvSpPr>
        <p:spPr>
          <a:xfrm xmlns:a="http://schemas.openxmlformats.org/drawingml/2006/main" flipV="1">
            <a:off x="4866640" y="2381419"/>
            <a:ext cx="160020" cy="10219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sues200_uav_200m_to_satellite/sues200_uav_200m_to_satellite/seed-3/visual/segment-3-4">
            <a:extLst xmlns:a="http://schemas.openxmlformats.org/drawingml/2006/main">
              <a:ext uri="{FF2B5EF4-FFF2-40B4-BE49-F238E27FC236}">
                <a16:creationId xmlns:a16="http://schemas.microsoft.com/office/drawing/2014/main" id="{D1024B46-1F95-4065-8B4E-A2F8B0658761}"/>
              </a:ext>
            </a:extLst>
          </p:cNvPr>
          <p:cNvSpPr>
            <a:spLocks xmlns:a="http://schemas.openxmlformats.org/drawingml/2006/main" noGrp="1"/>
          </p:cNvSpPr>
          <p:nvPr/>
        </p:nvSpPr>
        <p:spPr>
          <a:xfrm xmlns:a="http://schemas.openxmlformats.org/drawingml/2006/main" flipV="1">
            <a:off x="5026660" y="2324926"/>
            <a:ext cx="160020" cy="5649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sues200_uav_200m_to_satellite/sues200_uav_200m_to_satellite/seed-3/visual/segment-4-5">
            <a:extLst xmlns:a="http://schemas.openxmlformats.org/drawingml/2006/main">
              <a:ext uri="{FF2B5EF4-FFF2-40B4-BE49-F238E27FC236}">
                <a16:creationId xmlns:a16="http://schemas.microsoft.com/office/drawing/2014/main" id="{018E70B4-B30E-4769-A59B-E1EAEF68E11F}"/>
              </a:ext>
            </a:extLst>
          </p:cNvPr>
          <p:cNvSpPr>
            <a:spLocks xmlns:a="http://schemas.openxmlformats.org/drawingml/2006/main" noGrp="1"/>
          </p:cNvSpPr>
          <p:nvPr/>
        </p:nvSpPr>
        <p:spPr>
          <a:xfrm xmlns:a="http://schemas.openxmlformats.org/drawingml/2006/main" flipV="1">
            <a:off x="5186680" y="2259076"/>
            <a:ext cx="160020" cy="658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sues200_uav_200m_to_satellite/sues200_uav_200m_to_satellite/seed-3/visual/segment-5-6">
            <a:extLst xmlns:a="http://schemas.openxmlformats.org/drawingml/2006/main">
              <a:ext uri="{FF2B5EF4-FFF2-40B4-BE49-F238E27FC236}">
                <a16:creationId xmlns:a16="http://schemas.microsoft.com/office/drawing/2014/main" id="{DBA57BE5-C7F9-4690-A522-B75239207DA8}"/>
              </a:ext>
            </a:extLst>
          </p:cNvPr>
          <p:cNvSpPr>
            <a:spLocks xmlns:a="http://schemas.openxmlformats.org/drawingml/2006/main" noGrp="1"/>
          </p:cNvSpPr>
          <p:nvPr/>
        </p:nvSpPr>
        <p:spPr>
          <a:xfrm xmlns:a="http://schemas.openxmlformats.org/drawingml/2006/main" flipV="1">
            <a:off x="5346700" y="2205821"/>
            <a:ext cx="160020" cy="5325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sues200_uav_200m_to_satellite/sues200_uav_200m_to_satellite/seed-3/visual/segment-6-7">
            <a:extLst xmlns:a="http://schemas.openxmlformats.org/drawingml/2006/main">
              <a:ext uri="{FF2B5EF4-FFF2-40B4-BE49-F238E27FC236}">
                <a16:creationId xmlns:a16="http://schemas.microsoft.com/office/drawing/2014/main" id="{BC027C0C-BEA7-4EFB-9725-9CB94546533E}"/>
              </a:ext>
            </a:extLst>
          </p:cNvPr>
          <p:cNvSpPr>
            <a:spLocks xmlns:a="http://schemas.openxmlformats.org/drawingml/2006/main" noGrp="1"/>
          </p:cNvSpPr>
          <p:nvPr/>
        </p:nvSpPr>
        <p:spPr>
          <a:xfrm xmlns:a="http://schemas.openxmlformats.org/drawingml/2006/main" flipV="1">
            <a:off x="5506720" y="2162846"/>
            <a:ext cx="160020" cy="4297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sues200_uav_200m_to_satellite/sues200_uav_200m_to_satellite/seed-3/visual/segment-7-8">
            <a:extLst xmlns:a="http://schemas.openxmlformats.org/drawingml/2006/main">
              <a:ext uri="{FF2B5EF4-FFF2-40B4-BE49-F238E27FC236}">
                <a16:creationId xmlns:a16="http://schemas.microsoft.com/office/drawing/2014/main" id="{9BB4B49D-94B5-4BBC-9A42-A19DDD7E4535}"/>
              </a:ext>
            </a:extLst>
          </p:cNvPr>
          <p:cNvSpPr>
            <a:spLocks xmlns:a="http://schemas.openxmlformats.org/drawingml/2006/main" noGrp="1"/>
          </p:cNvSpPr>
          <p:nvPr/>
        </p:nvSpPr>
        <p:spPr>
          <a:xfrm xmlns:a="http://schemas.openxmlformats.org/drawingml/2006/main" flipV="1">
            <a:off x="5666740" y="2118741"/>
            <a:ext cx="160020" cy="4410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sues200_uav_200m_to_satellite/sues200_uav_200m_to_satellite/seed-3/visual/segment-8-9">
            <a:extLst xmlns:a="http://schemas.openxmlformats.org/drawingml/2006/main">
              <a:ext uri="{FF2B5EF4-FFF2-40B4-BE49-F238E27FC236}">
                <a16:creationId xmlns:a16="http://schemas.microsoft.com/office/drawing/2014/main" id="{7B7E8C10-1CBB-4D6E-A701-986DB36E2283}"/>
              </a:ext>
            </a:extLst>
          </p:cNvPr>
          <p:cNvSpPr>
            <a:spLocks xmlns:a="http://schemas.openxmlformats.org/drawingml/2006/main" noGrp="1"/>
          </p:cNvSpPr>
          <p:nvPr/>
        </p:nvSpPr>
        <p:spPr>
          <a:xfrm xmlns:a="http://schemas.openxmlformats.org/drawingml/2006/main" flipV="1">
            <a:off x="5826760" y="2080119"/>
            <a:ext cx="160020" cy="3862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sues200_uav_200m_to_satellite/sues200_uav_200m_to_satellite/seed-3/visual/segment-9-10">
            <a:extLst xmlns:a="http://schemas.openxmlformats.org/drawingml/2006/main">
              <a:ext uri="{FF2B5EF4-FFF2-40B4-BE49-F238E27FC236}">
                <a16:creationId xmlns:a16="http://schemas.microsoft.com/office/drawing/2014/main" id="{7E559272-3E2E-4904-BF0C-7D2F11056F5C}"/>
              </a:ext>
            </a:extLst>
          </p:cNvPr>
          <p:cNvSpPr>
            <a:spLocks xmlns:a="http://schemas.openxmlformats.org/drawingml/2006/main" noGrp="1"/>
          </p:cNvSpPr>
          <p:nvPr/>
        </p:nvSpPr>
        <p:spPr>
          <a:xfrm xmlns:a="http://schemas.openxmlformats.org/drawingml/2006/main" flipV="1">
            <a:off x="5986780" y="2030222"/>
            <a:ext cx="160020" cy="4989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sues200_uav_200m_to_satellite/sues200_uav_200m_to_satellite/seed-3/visual/point-1">
            <a:extLst xmlns:a="http://schemas.openxmlformats.org/drawingml/2006/main">
              <a:ext uri="{FF2B5EF4-FFF2-40B4-BE49-F238E27FC236}">
                <a16:creationId xmlns:a16="http://schemas.microsoft.com/office/drawing/2014/main" id="{3F9F5474-1125-4275-AEAA-690C36AEB346}"/>
              </a:ext>
            </a:extLst>
          </p:cNvPr>
          <p:cNvSpPr>
            <a:spLocks xmlns:a="http://schemas.openxmlformats.org/drawingml/2006/main" noGrp="1"/>
          </p:cNvSpPr>
          <p:nvPr/>
        </p:nvSpPr>
        <p:spPr>
          <a:xfrm xmlns:a="http://schemas.openxmlformats.org/drawingml/2006/main">
            <a:off x="4683125" y="254647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sues200_uav_200m_to_satellite/sues200_uav_200m_to_satellite/seed-3/visual/point-2">
            <a:extLst xmlns:a="http://schemas.openxmlformats.org/drawingml/2006/main">
              <a:ext uri="{FF2B5EF4-FFF2-40B4-BE49-F238E27FC236}">
                <a16:creationId xmlns:a16="http://schemas.microsoft.com/office/drawing/2014/main" id="{B139AD82-0EFC-4405-8049-2E19DAEBFB6E}"/>
              </a:ext>
            </a:extLst>
          </p:cNvPr>
          <p:cNvSpPr>
            <a:spLocks xmlns:a="http://schemas.openxmlformats.org/drawingml/2006/main" noGrp="1"/>
          </p:cNvSpPr>
          <p:nvPr/>
        </p:nvSpPr>
        <p:spPr>
          <a:xfrm xmlns:a="http://schemas.openxmlformats.org/drawingml/2006/main">
            <a:off x="4843145" y="246011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sues200_uav_200m_to_satellite/sues200_uav_200m_to_satellite/seed-3/visual/point-3">
            <a:extLst xmlns:a="http://schemas.openxmlformats.org/drawingml/2006/main">
              <a:ext uri="{FF2B5EF4-FFF2-40B4-BE49-F238E27FC236}">
                <a16:creationId xmlns:a16="http://schemas.microsoft.com/office/drawing/2014/main" id="{2D5C48A6-1D96-4A52-AD65-709EBDB18949}"/>
              </a:ext>
            </a:extLst>
          </p:cNvPr>
          <p:cNvSpPr>
            <a:spLocks xmlns:a="http://schemas.openxmlformats.org/drawingml/2006/main" noGrp="1"/>
          </p:cNvSpPr>
          <p:nvPr/>
        </p:nvSpPr>
        <p:spPr>
          <a:xfrm xmlns:a="http://schemas.openxmlformats.org/drawingml/2006/main">
            <a:off x="5003165" y="235792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sues200_uav_200m_to_satellite/sues200_uav_200m_to_satellite/seed-3/visual/point-4">
            <a:extLst xmlns:a="http://schemas.openxmlformats.org/drawingml/2006/main">
              <a:ext uri="{FF2B5EF4-FFF2-40B4-BE49-F238E27FC236}">
                <a16:creationId xmlns:a16="http://schemas.microsoft.com/office/drawing/2014/main" id="{F985FA78-FC0B-4E23-8489-D332CC047485}"/>
              </a:ext>
            </a:extLst>
          </p:cNvPr>
          <p:cNvSpPr>
            <a:spLocks xmlns:a="http://schemas.openxmlformats.org/drawingml/2006/main" noGrp="1"/>
          </p:cNvSpPr>
          <p:nvPr/>
        </p:nvSpPr>
        <p:spPr>
          <a:xfrm xmlns:a="http://schemas.openxmlformats.org/drawingml/2006/main">
            <a:off x="5163185" y="230143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sues200_uav_200m_to_satellite/sues200_uav_200m_to_satellite/seed-3/visual/point-5">
            <a:extLst xmlns:a="http://schemas.openxmlformats.org/drawingml/2006/main">
              <a:ext uri="{FF2B5EF4-FFF2-40B4-BE49-F238E27FC236}">
                <a16:creationId xmlns:a16="http://schemas.microsoft.com/office/drawing/2014/main" id="{FD52CFE8-E43C-4C62-BB3C-A9D0D6C706EE}"/>
              </a:ext>
            </a:extLst>
          </p:cNvPr>
          <p:cNvSpPr>
            <a:spLocks xmlns:a="http://schemas.openxmlformats.org/drawingml/2006/main" noGrp="1"/>
          </p:cNvSpPr>
          <p:nvPr/>
        </p:nvSpPr>
        <p:spPr>
          <a:xfrm xmlns:a="http://schemas.openxmlformats.org/drawingml/2006/main">
            <a:off x="5323205" y="223558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sues200_uav_200m_to_satellite/sues200_uav_200m_to_satellite/seed-3/visual/point-6">
            <a:extLst xmlns:a="http://schemas.openxmlformats.org/drawingml/2006/main">
              <a:ext uri="{FF2B5EF4-FFF2-40B4-BE49-F238E27FC236}">
                <a16:creationId xmlns:a16="http://schemas.microsoft.com/office/drawing/2014/main" id="{28374E01-FF39-4513-B47A-A445EE43C003}"/>
              </a:ext>
            </a:extLst>
          </p:cNvPr>
          <p:cNvSpPr>
            <a:spLocks xmlns:a="http://schemas.openxmlformats.org/drawingml/2006/main" noGrp="1"/>
          </p:cNvSpPr>
          <p:nvPr/>
        </p:nvSpPr>
        <p:spPr>
          <a:xfrm xmlns:a="http://schemas.openxmlformats.org/drawingml/2006/main">
            <a:off x="5483225" y="218232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sues200_uav_200m_to_satellite/sues200_uav_200m_to_satellite/seed-3/visual/point-7">
            <a:extLst xmlns:a="http://schemas.openxmlformats.org/drawingml/2006/main">
              <a:ext uri="{FF2B5EF4-FFF2-40B4-BE49-F238E27FC236}">
                <a16:creationId xmlns:a16="http://schemas.microsoft.com/office/drawing/2014/main" id="{726036B3-3D1D-400C-B582-0D793AAC5F51}"/>
              </a:ext>
            </a:extLst>
          </p:cNvPr>
          <p:cNvSpPr>
            <a:spLocks xmlns:a="http://schemas.openxmlformats.org/drawingml/2006/main" noGrp="1"/>
          </p:cNvSpPr>
          <p:nvPr/>
        </p:nvSpPr>
        <p:spPr>
          <a:xfrm xmlns:a="http://schemas.openxmlformats.org/drawingml/2006/main">
            <a:off x="5643245" y="213935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sues200_uav_200m_to_satellite/sues200_uav_200m_to_satellite/seed-3/visual/point-8">
            <a:extLst xmlns:a="http://schemas.openxmlformats.org/drawingml/2006/main">
              <a:ext uri="{FF2B5EF4-FFF2-40B4-BE49-F238E27FC236}">
                <a16:creationId xmlns:a16="http://schemas.microsoft.com/office/drawing/2014/main" id="{8DF95434-E260-4BAC-84D4-E0700B9BE870}"/>
              </a:ext>
            </a:extLst>
          </p:cNvPr>
          <p:cNvSpPr>
            <a:spLocks xmlns:a="http://schemas.openxmlformats.org/drawingml/2006/main" noGrp="1"/>
          </p:cNvSpPr>
          <p:nvPr/>
        </p:nvSpPr>
        <p:spPr>
          <a:xfrm xmlns:a="http://schemas.openxmlformats.org/drawingml/2006/main">
            <a:off x="5803265" y="209524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sues200_uav_200m_to_satellite/sues200_uav_200m_to_satellite/seed-3/visual/point-9">
            <a:extLst xmlns:a="http://schemas.openxmlformats.org/drawingml/2006/main">
              <a:ext uri="{FF2B5EF4-FFF2-40B4-BE49-F238E27FC236}">
                <a16:creationId xmlns:a16="http://schemas.microsoft.com/office/drawing/2014/main" id="{FB97D9AC-8598-4D39-AEE2-0C98B2F6BA9D}"/>
              </a:ext>
            </a:extLst>
          </p:cNvPr>
          <p:cNvSpPr>
            <a:spLocks xmlns:a="http://schemas.openxmlformats.org/drawingml/2006/main" noGrp="1"/>
          </p:cNvSpPr>
          <p:nvPr/>
        </p:nvSpPr>
        <p:spPr>
          <a:xfrm xmlns:a="http://schemas.openxmlformats.org/drawingml/2006/main">
            <a:off x="5963285" y="205662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sues200_uav_200m_to_satellite/sues200_uav_200m_to_satellite/seed-3/visual/point-10">
            <a:extLst xmlns:a="http://schemas.openxmlformats.org/drawingml/2006/main">
              <a:ext uri="{FF2B5EF4-FFF2-40B4-BE49-F238E27FC236}">
                <a16:creationId xmlns:a16="http://schemas.microsoft.com/office/drawing/2014/main" id="{7F0550DE-DF04-452D-B74F-EC55507EE496}"/>
              </a:ext>
            </a:extLst>
          </p:cNvPr>
          <p:cNvSpPr>
            <a:spLocks xmlns:a="http://schemas.openxmlformats.org/drawingml/2006/main" noGrp="1"/>
          </p:cNvSpPr>
          <p:nvPr/>
        </p:nvSpPr>
        <p:spPr>
          <a:xfrm xmlns:a="http://schemas.openxmlformats.org/drawingml/2006/main">
            <a:off x="6123305" y="200672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sues200_uav_200m_to_satellite/seed-3/visual/AURC">
            <a:extLst xmlns:a="http://schemas.openxmlformats.org/drawingml/2006/main">
              <a:ext uri="{FF2B5EF4-FFF2-40B4-BE49-F238E27FC236}">
                <a16:creationId xmlns:a16="http://schemas.microsoft.com/office/drawing/2014/main" id="{31E67CAA-4F11-422E-AE78-005DAA3C55DD}"/>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0.4016</a:t>
            </a:r>
          </a:p>
        </p:txBody>
      </p:sp>
      <p:sp>
        <p:nvSpPr>
          <p:cNvPr id="179" name="sues200_uav_200m_to_satellite/sues200_uav_200m_to_satellite/seed-3/full/segment-1-2">
            <a:extLst xmlns:a="http://schemas.openxmlformats.org/drawingml/2006/main">
              <a:ext uri="{FF2B5EF4-FFF2-40B4-BE49-F238E27FC236}">
                <a16:creationId xmlns:a16="http://schemas.microsoft.com/office/drawing/2014/main" id="{F744F0A8-7EE5-4038-8500-E792B5B3E0C9}"/>
              </a:ext>
            </a:extLst>
          </p:cNvPr>
          <p:cNvSpPr>
            <a:spLocks xmlns:a="http://schemas.openxmlformats.org/drawingml/2006/main" noGrp="1"/>
          </p:cNvSpPr>
          <p:nvPr/>
        </p:nvSpPr>
        <p:spPr>
          <a:xfrm xmlns:a="http://schemas.openxmlformats.org/drawingml/2006/main" flipV="1">
            <a:off x="4706620" y="2239645"/>
            <a:ext cx="160020" cy="1079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sues200_uav_200m_to_satellite/sues200_uav_200m_to_satellite/seed-3/full/segment-2-3">
            <a:extLst xmlns:a="http://schemas.openxmlformats.org/drawingml/2006/main">
              <a:ext uri="{FF2B5EF4-FFF2-40B4-BE49-F238E27FC236}">
                <a16:creationId xmlns:a16="http://schemas.microsoft.com/office/drawing/2014/main" id="{A049B85E-66F2-4C3D-99D6-C448746448AE}"/>
              </a:ext>
            </a:extLst>
          </p:cNvPr>
          <p:cNvSpPr>
            <a:spLocks xmlns:a="http://schemas.openxmlformats.org/drawingml/2006/main" noGrp="1"/>
          </p:cNvSpPr>
          <p:nvPr/>
        </p:nvSpPr>
        <p:spPr>
          <a:xfrm xmlns:a="http://schemas.openxmlformats.org/drawingml/2006/main" flipV="1">
            <a:off x="4866640" y="2200063"/>
            <a:ext cx="160020" cy="3958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sues200_uav_200m_to_satellite/sues200_uav_200m_to_satellite/seed-3/full/segment-3-4">
            <a:extLst xmlns:a="http://schemas.openxmlformats.org/drawingml/2006/main">
              <a:ext uri="{FF2B5EF4-FFF2-40B4-BE49-F238E27FC236}">
                <a16:creationId xmlns:a16="http://schemas.microsoft.com/office/drawing/2014/main" id="{952CB91E-8413-4143-8C19-9F819AE504C2}"/>
              </a:ext>
            </a:extLst>
          </p:cNvPr>
          <p:cNvSpPr>
            <a:spLocks xmlns:a="http://schemas.openxmlformats.org/drawingml/2006/main" noGrp="1"/>
          </p:cNvSpPr>
          <p:nvPr/>
        </p:nvSpPr>
        <p:spPr>
          <a:xfrm xmlns:a="http://schemas.openxmlformats.org/drawingml/2006/main" flipV="1">
            <a:off x="5026660" y="2131695"/>
            <a:ext cx="160020" cy="6836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sues200_uav_200m_to_satellite/sues200_uav_200m_to_satellite/seed-3/full/segment-4-5">
            <a:extLst xmlns:a="http://schemas.openxmlformats.org/drawingml/2006/main">
              <a:ext uri="{FF2B5EF4-FFF2-40B4-BE49-F238E27FC236}">
                <a16:creationId xmlns:a16="http://schemas.microsoft.com/office/drawing/2014/main" id="{575785F9-B514-4209-8F29-CDFF5CC8F6D9}"/>
              </a:ext>
            </a:extLst>
          </p:cNvPr>
          <p:cNvSpPr>
            <a:spLocks xmlns:a="http://schemas.openxmlformats.org/drawingml/2006/main" noGrp="1"/>
          </p:cNvSpPr>
          <p:nvPr/>
        </p:nvSpPr>
        <p:spPr>
          <a:xfrm xmlns:a="http://schemas.openxmlformats.org/drawingml/2006/main" flipV="1">
            <a:off x="5186680" y="2077720"/>
            <a:ext cx="160020" cy="5397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sues200_uav_200m_to_satellite/sues200_uav_200m_to_satellite/seed-3/full/segment-5-6">
            <a:extLst xmlns:a="http://schemas.openxmlformats.org/drawingml/2006/main">
              <a:ext uri="{FF2B5EF4-FFF2-40B4-BE49-F238E27FC236}">
                <a16:creationId xmlns:a16="http://schemas.microsoft.com/office/drawing/2014/main" id="{1AFF221E-2889-40B6-9FC4-99D86F1914FD}"/>
              </a:ext>
            </a:extLst>
          </p:cNvPr>
          <p:cNvSpPr>
            <a:spLocks xmlns:a="http://schemas.openxmlformats.org/drawingml/2006/main" noGrp="1"/>
          </p:cNvSpPr>
          <p:nvPr/>
        </p:nvSpPr>
        <p:spPr>
          <a:xfrm xmlns:a="http://schemas.openxmlformats.org/drawingml/2006/main" flipV="1">
            <a:off x="5346700" y="2022306"/>
            <a:ext cx="160020" cy="5541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sues200_uav_200m_to_satellite/sues200_uav_200m_to_satellite/seed-3/full/segment-6-7">
            <a:extLst xmlns:a="http://schemas.openxmlformats.org/drawingml/2006/main">
              <a:ext uri="{FF2B5EF4-FFF2-40B4-BE49-F238E27FC236}">
                <a16:creationId xmlns:a16="http://schemas.microsoft.com/office/drawing/2014/main" id="{3570CDB7-172B-4218-ADCC-5C8747F44120}"/>
              </a:ext>
            </a:extLst>
          </p:cNvPr>
          <p:cNvSpPr>
            <a:spLocks xmlns:a="http://schemas.openxmlformats.org/drawingml/2006/main" noGrp="1"/>
          </p:cNvSpPr>
          <p:nvPr/>
        </p:nvSpPr>
        <p:spPr>
          <a:xfrm xmlns:a="http://schemas.openxmlformats.org/drawingml/2006/main" flipV="1">
            <a:off x="5506720" y="1977172"/>
            <a:ext cx="160020" cy="4513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sues200_uav_200m_to_satellite/sues200_uav_200m_to_satellite/seed-3/full/segment-7-8">
            <a:extLst xmlns:a="http://schemas.openxmlformats.org/drawingml/2006/main">
              <a:ext uri="{FF2B5EF4-FFF2-40B4-BE49-F238E27FC236}">
                <a16:creationId xmlns:a16="http://schemas.microsoft.com/office/drawing/2014/main" id="{CA02E270-F667-4AC1-A2E3-CEC5EDA83645}"/>
              </a:ext>
            </a:extLst>
          </p:cNvPr>
          <p:cNvSpPr>
            <a:spLocks xmlns:a="http://schemas.openxmlformats.org/drawingml/2006/main" noGrp="1"/>
          </p:cNvSpPr>
          <p:nvPr/>
        </p:nvSpPr>
        <p:spPr>
          <a:xfrm xmlns:a="http://schemas.openxmlformats.org/drawingml/2006/main" flipV="1">
            <a:off x="5666740" y="1935766"/>
            <a:ext cx="160020" cy="4140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sues200_uav_200m_to_satellite/sues200_uav_200m_to_satellite/seed-3/full/segment-8-9">
            <a:extLst xmlns:a="http://schemas.openxmlformats.org/drawingml/2006/main">
              <a:ext uri="{FF2B5EF4-FFF2-40B4-BE49-F238E27FC236}">
                <a16:creationId xmlns:a16="http://schemas.microsoft.com/office/drawing/2014/main" id="{AA12326D-3474-4BA5-B31E-BC4896ED3C30}"/>
              </a:ext>
            </a:extLst>
          </p:cNvPr>
          <p:cNvSpPr>
            <a:spLocks xmlns:a="http://schemas.openxmlformats.org/drawingml/2006/main" noGrp="1"/>
          </p:cNvSpPr>
          <p:nvPr/>
        </p:nvSpPr>
        <p:spPr>
          <a:xfrm xmlns:a="http://schemas.openxmlformats.org/drawingml/2006/main" flipV="1">
            <a:off x="5826760" y="1904520"/>
            <a:ext cx="160020" cy="3124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sues200_uav_200m_to_satellite/sues200_uav_200m_to_satellite/seed-3/full/segment-9-10">
            <a:extLst xmlns:a="http://schemas.openxmlformats.org/drawingml/2006/main">
              <a:ext uri="{FF2B5EF4-FFF2-40B4-BE49-F238E27FC236}">
                <a16:creationId xmlns:a16="http://schemas.microsoft.com/office/drawing/2014/main" id="{4A4CD55F-A80B-4AFB-84FC-1604148D06B0}"/>
              </a:ext>
            </a:extLst>
          </p:cNvPr>
          <p:cNvSpPr>
            <a:spLocks xmlns:a="http://schemas.openxmlformats.org/drawingml/2006/main" noGrp="1"/>
          </p:cNvSpPr>
          <p:nvPr/>
        </p:nvSpPr>
        <p:spPr>
          <a:xfrm xmlns:a="http://schemas.openxmlformats.org/drawingml/2006/main" flipV="1">
            <a:off x="5986780" y="1861820"/>
            <a:ext cx="160020" cy="4270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sues200_uav_200m_to_satellite/sues200_uav_200m_to_satellite/seed-3/full/point-1">
            <a:extLst xmlns:a="http://schemas.openxmlformats.org/drawingml/2006/main">
              <a:ext uri="{FF2B5EF4-FFF2-40B4-BE49-F238E27FC236}">
                <a16:creationId xmlns:a16="http://schemas.microsoft.com/office/drawing/2014/main" id="{D3751AA8-AFA2-46D0-AD88-E37B7D290743}"/>
              </a:ext>
            </a:extLst>
          </p:cNvPr>
          <p:cNvSpPr>
            <a:spLocks xmlns:a="http://schemas.openxmlformats.org/drawingml/2006/main" noGrp="1"/>
          </p:cNvSpPr>
          <p:nvPr/>
        </p:nvSpPr>
        <p:spPr>
          <a:xfrm xmlns:a="http://schemas.openxmlformats.org/drawingml/2006/main">
            <a:off x="4683125" y="222694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sues200_uav_200m_to_satellite/sues200_uav_200m_to_satellite/seed-3/full/point-2">
            <a:extLst xmlns:a="http://schemas.openxmlformats.org/drawingml/2006/main">
              <a:ext uri="{FF2B5EF4-FFF2-40B4-BE49-F238E27FC236}">
                <a16:creationId xmlns:a16="http://schemas.microsoft.com/office/drawing/2014/main" id="{1F24C8A8-E113-4BCA-AB35-DFC4EF9845F1}"/>
              </a:ext>
            </a:extLst>
          </p:cNvPr>
          <p:cNvSpPr>
            <a:spLocks xmlns:a="http://schemas.openxmlformats.org/drawingml/2006/main" noGrp="1"/>
          </p:cNvSpPr>
          <p:nvPr/>
        </p:nvSpPr>
        <p:spPr>
          <a:xfrm xmlns:a="http://schemas.openxmlformats.org/drawingml/2006/main">
            <a:off x="4843145" y="221615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sues200_uav_200m_to_satellite/sues200_uav_200m_to_satellite/seed-3/full/point-3">
            <a:extLst xmlns:a="http://schemas.openxmlformats.org/drawingml/2006/main">
              <a:ext uri="{FF2B5EF4-FFF2-40B4-BE49-F238E27FC236}">
                <a16:creationId xmlns:a16="http://schemas.microsoft.com/office/drawing/2014/main" id="{7203B7A2-6F51-4AD8-A5F9-70C0A33ED928}"/>
              </a:ext>
            </a:extLst>
          </p:cNvPr>
          <p:cNvSpPr>
            <a:spLocks xmlns:a="http://schemas.openxmlformats.org/drawingml/2006/main" noGrp="1"/>
          </p:cNvSpPr>
          <p:nvPr/>
        </p:nvSpPr>
        <p:spPr>
          <a:xfrm xmlns:a="http://schemas.openxmlformats.org/drawingml/2006/main">
            <a:off x="5003165" y="217656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sues200_uav_200m_to_satellite/sues200_uav_200m_to_satellite/seed-3/full/point-4">
            <a:extLst xmlns:a="http://schemas.openxmlformats.org/drawingml/2006/main">
              <a:ext uri="{FF2B5EF4-FFF2-40B4-BE49-F238E27FC236}">
                <a16:creationId xmlns:a16="http://schemas.microsoft.com/office/drawing/2014/main" id="{363378C4-8527-4006-AB79-B2DDD17B5968}"/>
              </a:ext>
            </a:extLst>
          </p:cNvPr>
          <p:cNvSpPr>
            <a:spLocks xmlns:a="http://schemas.openxmlformats.org/drawingml/2006/main" noGrp="1"/>
          </p:cNvSpPr>
          <p:nvPr/>
        </p:nvSpPr>
        <p:spPr>
          <a:xfrm xmlns:a="http://schemas.openxmlformats.org/drawingml/2006/main">
            <a:off x="5163185" y="210820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sues200_uav_200m_to_satellite/sues200_uav_200m_to_satellite/seed-3/full/point-5">
            <a:extLst xmlns:a="http://schemas.openxmlformats.org/drawingml/2006/main">
              <a:ext uri="{FF2B5EF4-FFF2-40B4-BE49-F238E27FC236}">
                <a16:creationId xmlns:a16="http://schemas.microsoft.com/office/drawing/2014/main" id="{746AEB5C-1DA6-4F6A-806A-6215B3897F05}"/>
              </a:ext>
            </a:extLst>
          </p:cNvPr>
          <p:cNvSpPr>
            <a:spLocks xmlns:a="http://schemas.openxmlformats.org/drawingml/2006/main" noGrp="1"/>
          </p:cNvSpPr>
          <p:nvPr/>
        </p:nvSpPr>
        <p:spPr>
          <a:xfrm xmlns:a="http://schemas.openxmlformats.org/drawingml/2006/main">
            <a:off x="5323205" y="20542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sues200_uav_200m_to_satellite/sues200_uav_200m_to_satellite/seed-3/full/point-6">
            <a:extLst xmlns:a="http://schemas.openxmlformats.org/drawingml/2006/main">
              <a:ext uri="{FF2B5EF4-FFF2-40B4-BE49-F238E27FC236}">
                <a16:creationId xmlns:a16="http://schemas.microsoft.com/office/drawing/2014/main" id="{875E46C1-6DE0-40C0-83AD-DBC071E283DA}"/>
              </a:ext>
            </a:extLst>
          </p:cNvPr>
          <p:cNvSpPr>
            <a:spLocks xmlns:a="http://schemas.openxmlformats.org/drawingml/2006/main" noGrp="1"/>
          </p:cNvSpPr>
          <p:nvPr/>
        </p:nvSpPr>
        <p:spPr>
          <a:xfrm xmlns:a="http://schemas.openxmlformats.org/drawingml/2006/main">
            <a:off x="5483225" y="199881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sues200_uav_200m_to_satellite/sues200_uav_200m_to_satellite/seed-3/full/point-7">
            <a:extLst xmlns:a="http://schemas.openxmlformats.org/drawingml/2006/main">
              <a:ext uri="{FF2B5EF4-FFF2-40B4-BE49-F238E27FC236}">
                <a16:creationId xmlns:a16="http://schemas.microsoft.com/office/drawing/2014/main" id="{93795E45-A498-4C55-A9F5-1F648FF8448C}"/>
              </a:ext>
            </a:extLst>
          </p:cNvPr>
          <p:cNvSpPr>
            <a:spLocks xmlns:a="http://schemas.openxmlformats.org/drawingml/2006/main" noGrp="1"/>
          </p:cNvSpPr>
          <p:nvPr/>
        </p:nvSpPr>
        <p:spPr>
          <a:xfrm xmlns:a="http://schemas.openxmlformats.org/drawingml/2006/main">
            <a:off x="5643245" y="195367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sues200_uav_200m_to_satellite/sues200_uav_200m_to_satellite/seed-3/full/point-8">
            <a:extLst xmlns:a="http://schemas.openxmlformats.org/drawingml/2006/main">
              <a:ext uri="{FF2B5EF4-FFF2-40B4-BE49-F238E27FC236}">
                <a16:creationId xmlns:a16="http://schemas.microsoft.com/office/drawing/2014/main" id="{3E86539D-DB76-48A7-97A5-B4C279D128C5}"/>
              </a:ext>
            </a:extLst>
          </p:cNvPr>
          <p:cNvSpPr>
            <a:spLocks xmlns:a="http://schemas.openxmlformats.org/drawingml/2006/main" noGrp="1"/>
          </p:cNvSpPr>
          <p:nvPr/>
        </p:nvSpPr>
        <p:spPr>
          <a:xfrm xmlns:a="http://schemas.openxmlformats.org/drawingml/2006/main">
            <a:off x="5803265" y="191227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sues200_uav_200m_to_satellite/sues200_uav_200m_to_satellite/seed-3/full/point-9">
            <a:extLst xmlns:a="http://schemas.openxmlformats.org/drawingml/2006/main">
              <a:ext uri="{FF2B5EF4-FFF2-40B4-BE49-F238E27FC236}">
                <a16:creationId xmlns:a16="http://schemas.microsoft.com/office/drawing/2014/main" id="{650A759D-0249-4FBD-9620-FCCDE67CA657}"/>
              </a:ext>
            </a:extLst>
          </p:cNvPr>
          <p:cNvSpPr>
            <a:spLocks xmlns:a="http://schemas.openxmlformats.org/drawingml/2006/main" noGrp="1"/>
          </p:cNvSpPr>
          <p:nvPr/>
        </p:nvSpPr>
        <p:spPr>
          <a:xfrm xmlns:a="http://schemas.openxmlformats.org/drawingml/2006/main">
            <a:off x="5963285" y="18810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sues200_uav_200m_to_satellite/sues200_uav_200m_to_satellite/seed-3/full/point-10">
            <a:extLst xmlns:a="http://schemas.openxmlformats.org/drawingml/2006/main">
              <a:ext uri="{FF2B5EF4-FFF2-40B4-BE49-F238E27FC236}">
                <a16:creationId xmlns:a16="http://schemas.microsoft.com/office/drawing/2014/main" id="{B4A77E3C-5FB3-4ADB-9D91-652D3966070E}"/>
              </a:ext>
            </a:extLst>
          </p:cNvPr>
          <p:cNvSpPr>
            <a:spLocks xmlns:a="http://schemas.openxmlformats.org/drawingml/2006/main" noGrp="1"/>
          </p:cNvSpPr>
          <p:nvPr/>
        </p:nvSpPr>
        <p:spPr>
          <a:xfrm xmlns:a="http://schemas.openxmlformats.org/drawingml/2006/main">
            <a:off x="6123305" y="18383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sues200_uav_200m_to_satellite/seed-3/full/AURC">
            <a:extLst xmlns:a="http://schemas.openxmlformats.org/drawingml/2006/main">
              <a:ext uri="{FF2B5EF4-FFF2-40B4-BE49-F238E27FC236}">
                <a16:creationId xmlns:a16="http://schemas.microsoft.com/office/drawing/2014/main" id="{0D9BE3F2-36E7-407A-A88E-00A8BC620794}"/>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0.5317</a:t>
            </a:r>
          </a:p>
        </p:txBody>
      </p:sp>
      <p:sp>
        <p:nvSpPr>
          <p:cNvPr id="199" name="sues200_uav_200m_to_satellite/seed-3/AURC-label">
            <a:extLst xmlns:a="http://schemas.openxmlformats.org/drawingml/2006/main">
              <a:ext uri="{FF2B5EF4-FFF2-40B4-BE49-F238E27FC236}">
                <a16:creationId xmlns:a16="http://schemas.microsoft.com/office/drawing/2014/main" id="{7919D024-A6D8-49B7-8CF4-3219D821087E}"/>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sues200_uav_200m_to_satellite/coverage-axis-label">
            <a:extLst xmlns:a="http://schemas.openxmlformats.org/drawingml/2006/main">
              <a:ext uri="{FF2B5EF4-FFF2-40B4-BE49-F238E27FC236}">
                <a16:creationId xmlns:a16="http://schemas.microsoft.com/office/drawing/2014/main" id="{13F123BD-2CB0-481B-B789-3072836A0BAB}"/>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sues200_uav_200m_to_satellite/footnote-1">
            <a:extLst xmlns:a="http://schemas.openxmlformats.org/drawingml/2006/main">
              <a:ext uri="{FF2B5EF4-FFF2-40B4-BE49-F238E27FC236}">
                <a16:creationId xmlns:a16="http://schemas.microsoft.com/office/drawing/2014/main" id="{5BE4D16A-3F2F-496A-8121-F0775773459D}"/>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sues200_uav_200m_to_satellite/footnote-2">
            <a:extLst xmlns:a="http://schemas.openxmlformats.org/drawingml/2006/main">
              <a:ext uri="{FF2B5EF4-FFF2-40B4-BE49-F238E27FC236}">
                <a16:creationId xmlns:a16="http://schemas.microsoft.com/office/drawing/2014/main" id="{D271FD39-2A15-4880-8FEE-395ADC02B4A1}"/>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sues200_uav_200m_to_satellite/footnote-3">
            <a:extLst xmlns:a="http://schemas.openxmlformats.org/drawingml/2006/main">
              <a:ext uri="{FF2B5EF4-FFF2-40B4-BE49-F238E27FC236}">
                <a16:creationId xmlns:a16="http://schemas.microsoft.com/office/drawing/2014/main" id="{851C3EDB-D64B-4AEB-A916-3950B3D68B9A}"/>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sues200_uav_200m_to_satellite/footnote-4">
            <a:extLst xmlns:a="http://schemas.openxmlformats.org/drawingml/2006/main">
              <a:ext uri="{FF2B5EF4-FFF2-40B4-BE49-F238E27FC236}">
                <a16:creationId xmlns:a16="http://schemas.microsoft.com/office/drawing/2014/main" id="{80981DF9-EFB5-473E-B568-710D61659CF1}"/>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212840553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sues200_satellite_to_uav_200m/title">
            <a:extLst xmlns:a="http://schemas.openxmlformats.org/drawingml/2006/main">
              <a:ext uri="{FF2B5EF4-FFF2-40B4-BE49-F238E27FC236}">
                <a16:creationId xmlns:a16="http://schemas.microsoft.com/office/drawing/2014/main" id="{FB66DAD4-9931-4321-AFB3-E0E9E5AE3EF4}"/>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200 m</a:t>
            </a:r>
          </a:p>
        </p:txBody>
      </p:sp>
      <p:sp>
        <p:nvSpPr>
          <p:cNvPr id="2" name="sues200_satellite_to_uav_200m/subtitle">
            <a:extLst xmlns:a="http://schemas.openxmlformats.org/drawingml/2006/main">
              <a:ext uri="{FF2B5EF4-FFF2-40B4-BE49-F238E27FC236}">
                <a16:creationId xmlns:a16="http://schemas.microsoft.com/office/drawing/2014/main" id="{EECF761F-CCA6-4F4D-A693-498FFE4EE93A}"/>
              </a:ext>
            </a:extLst>
          </p:cNvPr>
          <p:cNvSpPr>
            <a:spLocks xmlns:a="http://schemas.openxmlformats.org/drawingml/2006/main" noGrp="1"/>
          </p:cNvSpPr>
          <p:nvPr/>
        </p:nvSpPr>
        <p:spPr>
          <a:xfrm xmlns:a="http://schemas.openxmlformats.org/drawingml/2006/main">
            <a:off x="190500" y="326644"/>
            <a:ext cx="3112961"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80 queries</a:t>
            </a:r>
          </a:p>
        </p:txBody>
      </p:sp>
      <p:sp>
        <p:nvSpPr>
          <p:cNvPr id="3" name="sues200_satellite_to_uav_200m/legend/visual/marker">
            <a:extLst xmlns:a="http://schemas.openxmlformats.org/drawingml/2006/main">
              <a:ext uri="{FF2B5EF4-FFF2-40B4-BE49-F238E27FC236}">
                <a16:creationId xmlns:a16="http://schemas.microsoft.com/office/drawing/2014/main" id="{8AE47591-357C-4D18-B613-3B8D03D7F57D}"/>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sues200_satellite_to_uav_200m/legend/visual/text">
            <a:extLst xmlns:a="http://schemas.openxmlformats.org/drawingml/2006/main">
              <a:ext uri="{FF2B5EF4-FFF2-40B4-BE49-F238E27FC236}">
                <a16:creationId xmlns:a16="http://schemas.microsoft.com/office/drawing/2014/main" id="{6CE1D8A7-B3E0-4A5D-A871-7B7DFFF0ADBA}"/>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sues200_satellite_to_uav_200m/legend/full/marker">
            <a:extLst xmlns:a="http://schemas.openxmlformats.org/drawingml/2006/main">
              <a:ext uri="{FF2B5EF4-FFF2-40B4-BE49-F238E27FC236}">
                <a16:creationId xmlns:a16="http://schemas.microsoft.com/office/drawing/2014/main" id="{5967891A-EC25-4599-B284-ECE2CC65DABE}"/>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sues200_satellite_to_uav_200m/legend/full/text">
            <a:extLst xmlns:a="http://schemas.openxmlformats.org/drawingml/2006/main">
              <a:ext uri="{FF2B5EF4-FFF2-40B4-BE49-F238E27FC236}">
                <a16:creationId xmlns:a16="http://schemas.microsoft.com/office/drawing/2014/main" id="{BA6FF86C-A1BB-4AF8-8293-9230F9C507D4}"/>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sues200_satellite_to_uav_200m/risk-axis-label">
            <a:extLst xmlns:a="http://schemas.openxmlformats.org/drawingml/2006/main">
              <a:ext uri="{FF2B5EF4-FFF2-40B4-BE49-F238E27FC236}">
                <a16:creationId xmlns:a16="http://schemas.microsoft.com/office/drawing/2014/main" id="{37B0383C-DC3F-4CA8-B90B-B7DB3011F5FA}"/>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sues200_satellite_to_uav_200m/seed-1/heading">
            <a:extLst xmlns:a="http://schemas.openxmlformats.org/drawingml/2006/main">
              <a:ext uri="{FF2B5EF4-FFF2-40B4-BE49-F238E27FC236}">
                <a16:creationId xmlns:a16="http://schemas.microsoft.com/office/drawing/2014/main" id="{56F0A778-77A6-4EE5-9DA9-8356E491FE94}"/>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satellite_to_uav_200m/seed-1/y-grid-0">
            <a:extLst xmlns:a="http://schemas.openxmlformats.org/drawingml/2006/main">
              <a:ext uri="{FF2B5EF4-FFF2-40B4-BE49-F238E27FC236}">
                <a16:creationId xmlns:a16="http://schemas.microsoft.com/office/drawing/2014/main" id="{F1B8380C-2B30-4080-8145-3D3F8D2273FB}"/>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satellite_to_uav_200m/seed-1/y-label-0">
            <a:extLst xmlns:a="http://schemas.openxmlformats.org/drawingml/2006/main">
              <a:ext uri="{FF2B5EF4-FFF2-40B4-BE49-F238E27FC236}">
                <a16:creationId xmlns:a16="http://schemas.microsoft.com/office/drawing/2014/main" id="{6BEDBD64-2D06-4680-9326-E862D783D2F5}"/>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satellite_to_uav_200m/seed-1/x-tick-0">
            <a:extLst xmlns:a="http://schemas.openxmlformats.org/drawingml/2006/main">
              <a:ext uri="{FF2B5EF4-FFF2-40B4-BE49-F238E27FC236}">
                <a16:creationId xmlns:a16="http://schemas.microsoft.com/office/drawing/2014/main" id="{DCC0EFDC-E339-4B2B-8C68-5FCCC8A7AA15}"/>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satellite_to_uav_200m/seed-1/x-label-0">
            <a:extLst xmlns:a="http://schemas.openxmlformats.org/drawingml/2006/main">
              <a:ext uri="{FF2B5EF4-FFF2-40B4-BE49-F238E27FC236}">
                <a16:creationId xmlns:a16="http://schemas.microsoft.com/office/drawing/2014/main" id="{078DFF82-1E89-43E6-9852-0709A00B9AD5}"/>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200m/seed-1/y-grid-25">
            <a:extLst xmlns:a="http://schemas.openxmlformats.org/drawingml/2006/main">
              <a:ext uri="{FF2B5EF4-FFF2-40B4-BE49-F238E27FC236}">
                <a16:creationId xmlns:a16="http://schemas.microsoft.com/office/drawing/2014/main" id="{E59AA443-575E-4E82-BDFD-05C875C270BB}"/>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satellite_to_uav_200m/seed-1/y-label-25">
            <a:extLst xmlns:a="http://schemas.openxmlformats.org/drawingml/2006/main">
              <a:ext uri="{FF2B5EF4-FFF2-40B4-BE49-F238E27FC236}">
                <a16:creationId xmlns:a16="http://schemas.microsoft.com/office/drawing/2014/main" id="{4384AD4F-88BF-463F-B49D-8FADF5A38823}"/>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satellite_to_uav_200m/seed-1/x-tick-25">
            <a:extLst xmlns:a="http://schemas.openxmlformats.org/drawingml/2006/main">
              <a:ext uri="{FF2B5EF4-FFF2-40B4-BE49-F238E27FC236}">
                <a16:creationId xmlns:a16="http://schemas.microsoft.com/office/drawing/2014/main" id="{86DFCDE6-A3F1-4E39-B5B6-AB0F84320405}"/>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satellite_to_uav_200m/seed-1/x-label-25">
            <a:extLst xmlns:a="http://schemas.openxmlformats.org/drawingml/2006/main">
              <a:ext uri="{FF2B5EF4-FFF2-40B4-BE49-F238E27FC236}">
                <a16:creationId xmlns:a16="http://schemas.microsoft.com/office/drawing/2014/main" id="{B8355130-2AC5-468F-929F-27B173E151C7}"/>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satellite_to_uav_200m/seed-1/y-grid-50">
            <a:extLst xmlns:a="http://schemas.openxmlformats.org/drawingml/2006/main">
              <a:ext uri="{FF2B5EF4-FFF2-40B4-BE49-F238E27FC236}">
                <a16:creationId xmlns:a16="http://schemas.microsoft.com/office/drawing/2014/main" id="{185C9F50-324E-4F05-9F30-BB7BF22864DB}"/>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satellite_to_uav_200m/seed-1/y-label-50">
            <a:extLst xmlns:a="http://schemas.openxmlformats.org/drawingml/2006/main">
              <a:ext uri="{FF2B5EF4-FFF2-40B4-BE49-F238E27FC236}">
                <a16:creationId xmlns:a16="http://schemas.microsoft.com/office/drawing/2014/main" id="{7418276E-6495-4058-889A-78E88C259DA2}"/>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satellite_to_uav_200m/seed-1/x-tick-50">
            <a:extLst xmlns:a="http://schemas.openxmlformats.org/drawingml/2006/main">
              <a:ext uri="{FF2B5EF4-FFF2-40B4-BE49-F238E27FC236}">
                <a16:creationId xmlns:a16="http://schemas.microsoft.com/office/drawing/2014/main" id="{04DB2564-073B-41AE-ABBF-7BBC749A4CEC}"/>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satellite_to_uav_200m/seed-1/x-label-50">
            <a:extLst xmlns:a="http://schemas.openxmlformats.org/drawingml/2006/main">
              <a:ext uri="{FF2B5EF4-FFF2-40B4-BE49-F238E27FC236}">
                <a16:creationId xmlns:a16="http://schemas.microsoft.com/office/drawing/2014/main" id="{F5EDEC22-3104-4E8C-B3FA-616CA22277B0}"/>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satellite_to_uav_200m/seed-1/y-grid-75">
            <a:extLst xmlns:a="http://schemas.openxmlformats.org/drawingml/2006/main">
              <a:ext uri="{FF2B5EF4-FFF2-40B4-BE49-F238E27FC236}">
                <a16:creationId xmlns:a16="http://schemas.microsoft.com/office/drawing/2014/main" id="{AF2DA8EF-868F-4BB7-971D-545D08DB6331}"/>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satellite_to_uav_200m/seed-1/y-label-75">
            <a:extLst xmlns:a="http://schemas.openxmlformats.org/drawingml/2006/main">
              <a:ext uri="{FF2B5EF4-FFF2-40B4-BE49-F238E27FC236}">
                <a16:creationId xmlns:a16="http://schemas.microsoft.com/office/drawing/2014/main" id="{09F3E5B6-32E0-4E39-9154-34F43CAE84A3}"/>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satellite_to_uav_200m/seed-1/x-tick-75">
            <a:extLst xmlns:a="http://schemas.openxmlformats.org/drawingml/2006/main">
              <a:ext uri="{FF2B5EF4-FFF2-40B4-BE49-F238E27FC236}">
                <a16:creationId xmlns:a16="http://schemas.microsoft.com/office/drawing/2014/main" id="{96E3F885-0E1C-4E86-B568-2585064CD7DD}"/>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satellite_to_uav_200m/seed-1/x-label-75">
            <a:extLst xmlns:a="http://schemas.openxmlformats.org/drawingml/2006/main">
              <a:ext uri="{FF2B5EF4-FFF2-40B4-BE49-F238E27FC236}">
                <a16:creationId xmlns:a16="http://schemas.microsoft.com/office/drawing/2014/main" id="{5FEF7AC9-DAE6-4E73-B35D-8A3E68B28DFD}"/>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satellite_to_uav_200m/seed-1/y-grid-100">
            <a:extLst xmlns:a="http://schemas.openxmlformats.org/drawingml/2006/main">
              <a:ext uri="{FF2B5EF4-FFF2-40B4-BE49-F238E27FC236}">
                <a16:creationId xmlns:a16="http://schemas.microsoft.com/office/drawing/2014/main" id="{FD41C56C-61F1-4F43-BADB-794CD86DD94F}"/>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satellite_to_uav_200m/seed-1/y-label-100">
            <a:extLst xmlns:a="http://schemas.openxmlformats.org/drawingml/2006/main">
              <a:ext uri="{FF2B5EF4-FFF2-40B4-BE49-F238E27FC236}">
                <a16:creationId xmlns:a16="http://schemas.microsoft.com/office/drawing/2014/main" id="{68CC36BB-0732-4A2E-9A5C-9184351B277D}"/>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satellite_to_uav_200m/seed-1/x-tick-100">
            <a:extLst xmlns:a="http://schemas.openxmlformats.org/drawingml/2006/main">
              <a:ext uri="{FF2B5EF4-FFF2-40B4-BE49-F238E27FC236}">
                <a16:creationId xmlns:a16="http://schemas.microsoft.com/office/drawing/2014/main" id="{214B8675-2C42-4BB2-8713-D7D322829966}"/>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satellite_to_uav_200m/seed-1/x-label-100">
            <a:extLst xmlns:a="http://schemas.openxmlformats.org/drawingml/2006/main">
              <a:ext uri="{FF2B5EF4-FFF2-40B4-BE49-F238E27FC236}">
                <a16:creationId xmlns:a16="http://schemas.microsoft.com/office/drawing/2014/main" id="{4F3439D0-4C04-4735-8AFA-138C118A9E6D}"/>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satellite_to_uav_200m/seed-1/y-axis">
            <a:extLst xmlns:a="http://schemas.openxmlformats.org/drawingml/2006/main">
              <a:ext uri="{FF2B5EF4-FFF2-40B4-BE49-F238E27FC236}">
                <a16:creationId xmlns:a16="http://schemas.microsoft.com/office/drawing/2014/main" id="{3973624B-F97D-4628-B524-4DEEA8EFA448}"/>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200m/seed-1/x-axis">
            <a:extLst xmlns:a="http://schemas.openxmlformats.org/drawingml/2006/main">
              <a:ext uri="{FF2B5EF4-FFF2-40B4-BE49-F238E27FC236}">
                <a16:creationId xmlns:a16="http://schemas.microsoft.com/office/drawing/2014/main" id="{FBB84066-5DAB-43BB-A719-B809CAAB1E07}"/>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satellite_to_uav_200m/sues200_satellite_to_uav_200m/seed-1/visual/segment-1-2">
            <a:extLst xmlns:a="http://schemas.openxmlformats.org/drawingml/2006/main">
              <a:ext uri="{FF2B5EF4-FFF2-40B4-BE49-F238E27FC236}">
                <a16:creationId xmlns:a16="http://schemas.microsoft.com/office/drawing/2014/main" id="{1BF73939-2372-46EF-8A6E-A256C180D5FF}"/>
              </a:ext>
            </a:extLst>
          </p:cNvPr>
          <p:cNvSpPr>
            <a:spLocks xmlns:a="http://schemas.openxmlformats.org/drawingml/2006/main" noGrp="1"/>
          </p:cNvSpPr>
          <p:nvPr/>
        </p:nvSpPr>
        <p:spPr>
          <a:xfrm xmlns:a="http://schemas.openxmlformats.org/drawingml/2006/main" flipV="0">
            <a:off x="693420" y="2552700"/>
            <a:ext cx="160020" cy="1079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sues200_satellite_to_uav_200m/sues200_satellite_to_uav_200m/seed-1/visual/segment-2-3">
            <a:extLst xmlns:a="http://schemas.openxmlformats.org/drawingml/2006/main">
              <a:ext uri="{FF2B5EF4-FFF2-40B4-BE49-F238E27FC236}">
                <a16:creationId xmlns:a16="http://schemas.microsoft.com/office/drawing/2014/main" id="{0DADDBDB-D07B-41E5-9A0D-265BDF130FAA}"/>
              </a:ext>
            </a:extLst>
          </p:cNvPr>
          <p:cNvSpPr>
            <a:spLocks xmlns:a="http://schemas.openxmlformats.org/drawingml/2006/main" noGrp="1"/>
          </p:cNvSpPr>
          <p:nvPr/>
        </p:nvSpPr>
        <p:spPr>
          <a:xfrm xmlns:a="http://schemas.openxmlformats.org/drawingml/2006/main" flipV="1">
            <a:off x="853440" y="2624667"/>
            <a:ext cx="160020" cy="3598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sues200_satellite_to_uav_200m/sues200_satellite_to_uav_200m/seed-1/visual/segment-3-4">
            <a:extLst xmlns:a="http://schemas.openxmlformats.org/drawingml/2006/main">
              <a:ext uri="{FF2B5EF4-FFF2-40B4-BE49-F238E27FC236}">
                <a16:creationId xmlns:a16="http://schemas.microsoft.com/office/drawing/2014/main" id="{FA22BD4D-A529-4163-910A-C1F19763A593}"/>
              </a:ext>
            </a:extLst>
          </p:cNvPr>
          <p:cNvSpPr>
            <a:spLocks xmlns:a="http://schemas.openxmlformats.org/drawingml/2006/main" noGrp="1"/>
          </p:cNvSpPr>
          <p:nvPr/>
        </p:nvSpPr>
        <p:spPr>
          <a:xfrm xmlns:a="http://schemas.openxmlformats.org/drawingml/2006/main" flipV="1">
            <a:off x="1013460" y="2498725"/>
            <a:ext cx="160020" cy="12594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sues200_satellite_to_uav_200m/sues200_satellite_to_uav_200m/seed-1/visual/segment-4-5">
            <a:extLst xmlns:a="http://schemas.openxmlformats.org/drawingml/2006/main">
              <a:ext uri="{FF2B5EF4-FFF2-40B4-BE49-F238E27FC236}">
                <a16:creationId xmlns:a16="http://schemas.microsoft.com/office/drawing/2014/main" id="{7BDDD741-FF8F-44E8-A851-8AFF5239A3B3}"/>
              </a:ext>
            </a:extLst>
          </p:cNvPr>
          <p:cNvSpPr>
            <a:spLocks xmlns:a="http://schemas.openxmlformats.org/drawingml/2006/main" noGrp="1"/>
          </p:cNvSpPr>
          <p:nvPr/>
        </p:nvSpPr>
        <p:spPr>
          <a:xfrm xmlns:a="http://schemas.openxmlformats.org/drawingml/2006/main" flipV="1">
            <a:off x="1173480" y="2379980"/>
            <a:ext cx="160020" cy="11874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sues200_satellite_to_uav_200m/sues200_satellite_to_uav_200m/seed-1/visual/segment-5-6">
            <a:extLst xmlns:a="http://schemas.openxmlformats.org/drawingml/2006/main">
              <a:ext uri="{FF2B5EF4-FFF2-40B4-BE49-F238E27FC236}">
                <a16:creationId xmlns:a16="http://schemas.microsoft.com/office/drawing/2014/main" id="{7074836A-AF6A-475F-9EBA-A3B72E4BB2F3}"/>
              </a:ext>
            </a:extLst>
          </p:cNvPr>
          <p:cNvSpPr>
            <a:spLocks xmlns:a="http://schemas.openxmlformats.org/drawingml/2006/main" noGrp="1"/>
          </p:cNvSpPr>
          <p:nvPr/>
        </p:nvSpPr>
        <p:spPr>
          <a:xfrm xmlns:a="http://schemas.openxmlformats.org/drawingml/2006/main" flipV="1">
            <a:off x="1333500" y="2336800"/>
            <a:ext cx="160020" cy="4318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sues200_satellite_to_uav_200m/sues200_satellite_to_uav_200m/seed-1/visual/segment-6-7">
            <a:extLst xmlns:a="http://schemas.openxmlformats.org/drawingml/2006/main">
              <a:ext uri="{FF2B5EF4-FFF2-40B4-BE49-F238E27FC236}">
                <a16:creationId xmlns:a16="http://schemas.microsoft.com/office/drawing/2014/main" id="{C6649510-CEB1-4DD9-B4DD-BD8CB5B5639D}"/>
              </a:ext>
            </a:extLst>
          </p:cNvPr>
          <p:cNvSpPr>
            <a:spLocks xmlns:a="http://schemas.openxmlformats.org/drawingml/2006/main" noGrp="1"/>
          </p:cNvSpPr>
          <p:nvPr/>
        </p:nvSpPr>
        <p:spPr>
          <a:xfrm xmlns:a="http://schemas.openxmlformats.org/drawingml/2006/main" flipV="1">
            <a:off x="1493520" y="2305957"/>
            <a:ext cx="160020" cy="3084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sues200_satellite_to_uav_200m/sues200_satellite_to_uav_200m/seed-1/visual/segment-7-8">
            <a:extLst xmlns:a="http://schemas.openxmlformats.org/drawingml/2006/main">
              <a:ext uri="{FF2B5EF4-FFF2-40B4-BE49-F238E27FC236}">
                <a16:creationId xmlns:a16="http://schemas.microsoft.com/office/drawing/2014/main" id="{0BC40032-3B23-4730-A4A6-C8658A9180F7}"/>
              </a:ext>
            </a:extLst>
          </p:cNvPr>
          <p:cNvSpPr>
            <a:spLocks xmlns:a="http://schemas.openxmlformats.org/drawingml/2006/main" noGrp="1"/>
          </p:cNvSpPr>
          <p:nvPr/>
        </p:nvSpPr>
        <p:spPr>
          <a:xfrm xmlns:a="http://schemas.openxmlformats.org/drawingml/2006/main" flipV="1">
            <a:off x="1653540" y="2282825"/>
            <a:ext cx="160020" cy="2313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sues200_satellite_to_uav_200m/sues200_satellite_to_uav_200m/seed-1/visual/segment-8-9">
            <a:extLst xmlns:a="http://schemas.openxmlformats.org/drawingml/2006/main">
              <a:ext uri="{FF2B5EF4-FFF2-40B4-BE49-F238E27FC236}">
                <a16:creationId xmlns:a16="http://schemas.microsoft.com/office/drawing/2014/main" id="{692B0B2E-9AA1-4EA8-AF5B-F47267F141AF}"/>
              </a:ext>
            </a:extLst>
          </p:cNvPr>
          <p:cNvSpPr>
            <a:spLocks xmlns:a="http://schemas.openxmlformats.org/drawingml/2006/main" noGrp="1"/>
          </p:cNvSpPr>
          <p:nvPr/>
        </p:nvSpPr>
        <p:spPr>
          <a:xfrm xmlns:a="http://schemas.openxmlformats.org/drawingml/2006/main" flipV="0">
            <a:off x="1813560" y="2282825"/>
            <a:ext cx="160020" cy="5397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sues200_satellite_to_uav_200m/sues200_satellite_to_uav_200m/seed-1/visual/segment-9-10">
            <a:extLst xmlns:a="http://schemas.openxmlformats.org/drawingml/2006/main">
              <a:ext uri="{FF2B5EF4-FFF2-40B4-BE49-F238E27FC236}">
                <a16:creationId xmlns:a16="http://schemas.microsoft.com/office/drawing/2014/main" id="{D128C7A9-7CB3-46D1-B2C8-1DB6F8FA178B}"/>
              </a:ext>
            </a:extLst>
          </p:cNvPr>
          <p:cNvSpPr>
            <a:spLocks xmlns:a="http://schemas.openxmlformats.org/drawingml/2006/main" noGrp="1"/>
          </p:cNvSpPr>
          <p:nvPr/>
        </p:nvSpPr>
        <p:spPr>
          <a:xfrm xmlns:a="http://schemas.openxmlformats.org/drawingml/2006/main" flipV="1">
            <a:off x="1973580" y="2315210"/>
            <a:ext cx="160020" cy="2159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sues200_satellite_to_uav_200m/sues200_satellite_to_uav_200m/seed-1/visual/point-1">
            <a:extLst xmlns:a="http://schemas.openxmlformats.org/drawingml/2006/main">
              <a:ext uri="{FF2B5EF4-FFF2-40B4-BE49-F238E27FC236}">
                <a16:creationId xmlns:a16="http://schemas.microsoft.com/office/drawing/2014/main" id="{DEDDC4DC-F7CC-43EC-B383-8A634C2B720D}"/>
              </a:ext>
            </a:extLst>
          </p:cNvPr>
          <p:cNvSpPr>
            <a:spLocks xmlns:a="http://schemas.openxmlformats.org/drawingml/2006/main" noGrp="1"/>
          </p:cNvSpPr>
          <p:nvPr/>
        </p:nvSpPr>
        <p:spPr>
          <a:xfrm xmlns:a="http://schemas.openxmlformats.org/drawingml/2006/main">
            <a:off x="66992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sues200_satellite_to_uav_200m/sues200_satellite_to_uav_200m/seed-1/visual/point-2">
            <a:extLst xmlns:a="http://schemas.openxmlformats.org/drawingml/2006/main">
              <a:ext uri="{FF2B5EF4-FFF2-40B4-BE49-F238E27FC236}">
                <a16:creationId xmlns:a16="http://schemas.microsoft.com/office/drawing/2014/main" id="{DAD0EC77-F83D-4A1C-BEC8-AB5F056FEB8A}"/>
              </a:ext>
            </a:extLst>
          </p:cNvPr>
          <p:cNvSpPr>
            <a:spLocks xmlns:a="http://schemas.openxmlformats.org/drawingml/2006/main" noGrp="1"/>
          </p:cNvSpPr>
          <p:nvPr/>
        </p:nvSpPr>
        <p:spPr>
          <a:xfrm xmlns:a="http://schemas.openxmlformats.org/drawingml/2006/main">
            <a:off x="829945" y="263715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sues200_satellite_to_uav_200m/sues200_satellite_to_uav_200m/seed-1/visual/point-3">
            <a:extLst xmlns:a="http://schemas.openxmlformats.org/drawingml/2006/main">
              <a:ext uri="{FF2B5EF4-FFF2-40B4-BE49-F238E27FC236}">
                <a16:creationId xmlns:a16="http://schemas.microsoft.com/office/drawing/2014/main" id="{3D234E34-43B4-4E56-B523-850781FB3099}"/>
              </a:ext>
            </a:extLst>
          </p:cNvPr>
          <p:cNvSpPr>
            <a:spLocks xmlns:a="http://schemas.openxmlformats.org/drawingml/2006/main" noGrp="1"/>
          </p:cNvSpPr>
          <p:nvPr/>
        </p:nvSpPr>
        <p:spPr>
          <a:xfrm xmlns:a="http://schemas.openxmlformats.org/drawingml/2006/main">
            <a:off x="989965" y="26011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sues200_satellite_to_uav_200m/sues200_satellite_to_uav_200m/seed-1/visual/point-4">
            <a:extLst xmlns:a="http://schemas.openxmlformats.org/drawingml/2006/main">
              <a:ext uri="{FF2B5EF4-FFF2-40B4-BE49-F238E27FC236}">
                <a16:creationId xmlns:a16="http://schemas.microsoft.com/office/drawing/2014/main" id="{1966DD53-1D1A-4ACA-BC4C-FAF2C5B9619A}"/>
              </a:ext>
            </a:extLst>
          </p:cNvPr>
          <p:cNvSpPr>
            <a:spLocks xmlns:a="http://schemas.openxmlformats.org/drawingml/2006/main" noGrp="1"/>
          </p:cNvSpPr>
          <p:nvPr/>
        </p:nvSpPr>
        <p:spPr>
          <a:xfrm xmlns:a="http://schemas.openxmlformats.org/drawingml/2006/main">
            <a:off x="1149985" y="247523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sues200_satellite_to_uav_200m/sues200_satellite_to_uav_200m/seed-1/visual/point-5">
            <a:extLst xmlns:a="http://schemas.openxmlformats.org/drawingml/2006/main">
              <a:ext uri="{FF2B5EF4-FFF2-40B4-BE49-F238E27FC236}">
                <a16:creationId xmlns:a16="http://schemas.microsoft.com/office/drawing/2014/main" id="{7D337B86-876D-4697-B3C6-0717FB3E4250}"/>
              </a:ext>
            </a:extLst>
          </p:cNvPr>
          <p:cNvSpPr>
            <a:spLocks xmlns:a="http://schemas.openxmlformats.org/drawingml/2006/main" noGrp="1"/>
          </p:cNvSpPr>
          <p:nvPr/>
        </p:nvSpPr>
        <p:spPr>
          <a:xfrm xmlns:a="http://schemas.openxmlformats.org/drawingml/2006/main">
            <a:off x="1310005" y="235648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sues200_satellite_to_uav_200m/sues200_satellite_to_uav_200m/seed-1/visual/point-6">
            <a:extLst xmlns:a="http://schemas.openxmlformats.org/drawingml/2006/main">
              <a:ext uri="{FF2B5EF4-FFF2-40B4-BE49-F238E27FC236}">
                <a16:creationId xmlns:a16="http://schemas.microsoft.com/office/drawing/2014/main" id="{269561B9-D7CA-4A35-9A8D-DD7D524AA5C5}"/>
              </a:ext>
            </a:extLst>
          </p:cNvPr>
          <p:cNvSpPr>
            <a:spLocks xmlns:a="http://schemas.openxmlformats.org/drawingml/2006/main" noGrp="1"/>
          </p:cNvSpPr>
          <p:nvPr/>
        </p:nvSpPr>
        <p:spPr>
          <a:xfrm xmlns:a="http://schemas.openxmlformats.org/drawingml/2006/main">
            <a:off x="147002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sues200_satellite_to_uav_200m/sues200_satellite_to_uav_200m/seed-1/visual/point-7">
            <a:extLst xmlns:a="http://schemas.openxmlformats.org/drawingml/2006/main">
              <a:ext uri="{FF2B5EF4-FFF2-40B4-BE49-F238E27FC236}">
                <a16:creationId xmlns:a16="http://schemas.microsoft.com/office/drawing/2014/main" id="{F04878A8-F78D-4152-93B8-95F65B466177}"/>
              </a:ext>
            </a:extLst>
          </p:cNvPr>
          <p:cNvSpPr>
            <a:spLocks xmlns:a="http://schemas.openxmlformats.org/drawingml/2006/main" noGrp="1"/>
          </p:cNvSpPr>
          <p:nvPr/>
        </p:nvSpPr>
        <p:spPr>
          <a:xfrm xmlns:a="http://schemas.openxmlformats.org/drawingml/2006/main">
            <a:off x="1630045" y="228246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sues200_satellite_to_uav_200m/sues200_satellite_to_uav_200m/seed-1/visual/point-8">
            <a:extLst xmlns:a="http://schemas.openxmlformats.org/drawingml/2006/main">
              <a:ext uri="{FF2B5EF4-FFF2-40B4-BE49-F238E27FC236}">
                <a16:creationId xmlns:a16="http://schemas.microsoft.com/office/drawing/2014/main" id="{90974220-07C4-4C1B-81DA-56DC7FD48AE4}"/>
              </a:ext>
            </a:extLst>
          </p:cNvPr>
          <p:cNvSpPr>
            <a:spLocks xmlns:a="http://schemas.openxmlformats.org/drawingml/2006/main" noGrp="1"/>
          </p:cNvSpPr>
          <p:nvPr/>
        </p:nvSpPr>
        <p:spPr>
          <a:xfrm xmlns:a="http://schemas.openxmlformats.org/drawingml/2006/main">
            <a:off x="1790065" y="225933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sues200_satellite_to_uav_200m/sues200_satellite_to_uav_200m/seed-1/visual/point-9">
            <a:extLst xmlns:a="http://schemas.openxmlformats.org/drawingml/2006/main">
              <a:ext uri="{FF2B5EF4-FFF2-40B4-BE49-F238E27FC236}">
                <a16:creationId xmlns:a16="http://schemas.microsoft.com/office/drawing/2014/main" id="{03C6E70A-0A54-43EB-881A-FC3A1DA6D04C}"/>
              </a:ext>
            </a:extLst>
          </p:cNvPr>
          <p:cNvSpPr>
            <a:spLocks xmlns:a="http://schemas.openxmlformats.org/drawingml/2006/main" noGrp="1"/>
          </p:cNvSpPr>
          <p:nvPr/>
        </p:nvSpPr>
        <p:spPr>
          <a:xfrm xmlns:a="http://schemas.openxmlformats.org/drawingml/2006/main">
            <a:off x="195008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sues200_satellite_to_uav_200m/sues200_satellite_to_uav_200m/seed-1/visual/point-10">
            <a:extLst xmlns:a="http://schemas.openxmlformats.org/drawingml/2006/main">
              <a:ext uri="{FF2B5EF4-FFF2-40B4-BE49-F238E27FC236}">
                <a16:creationId xmlns:a16="http://schemas.microsoft.com/office/drawing/2014/main" id="{9C366802-C38D-43B7-A25B-33693A6B2351}"/>
              </a:ext>
            </a:extLst>
          </p:cNvPr>
          <p:cNvSpPr>
            <a:spLocks xmlns:a="http://schemas.openxmlformats.org/drawingml/2006/main" noGrp="1"/>
          </p:cNvSpPr>
          <p:nvPr/>
        </p:nvSpPr>
        <p:spPr>
          <a:xfrm xmlns:a="http://schemas.openxmlformats.org/drawingml/2006/main">
            <a:off x="2110105" y="229171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sues200_satellite_to_uav_200m/seed-1/visual/AURC">
            <a:extLst xmlns:a="http://schemas.openxmlformats.org/drawingml/2006/main">
              <a:ext uri="{FF2B5EF4-FFF2-40B4-BE49-F238E27FC236}">
                <a16:creationId xmlns:a16="http://schemas.microsoft.com/office/drawing/2014/main" id="{6FCE23DD-CC43-41A6-9F1E-A0B28F2F88A3}"/>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0.3092</a:t>
            </a:r>
          </a:p>
        </p:txBody>
      </p:sp>
      <p:sp>
        <p:nvSpPr>
          <p:cNvPr id="51" name="sues200_satellite_to_uav_200m/sues200_satellite_to_uav_200m/seed-1/full/segment-1-2">
            <a:extLst xmlns:a="http://schemas.openxmlformats.org/drawingml/2006/main">
              <a:ext uri="{FF2B5EF4-FFF2-40B4-BE49-F238E27FC236}">
                <a16:creationId xmlns:a16="http://schemas.microsoft.com/office/drawing/2014/main" id="{25C75C7A-0750-4FF0-B7A9-6C3641C4ACC5}"/>
              </a:ext>
            </a:extLst>
          </p:cNvPr>
          <p:cNvSpPr>
            <a:spLocks xmlns:a="http://schemas.openxmlformats.org/drawingml/2006/main" noGrp="1"/>
          </p:cNvSpPr>
          <p:nvPr/>
        </p:nvSpPr>
        <p:spPr>
          <a:xfrm xmlns:a="http://schemas.openxmlformats.org/drawingml/2006/main" flipV="0">
            <a:off x="693420" y="2552700"/>
            <a:ext cx="160020" cy="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sues200_satellite_to_uav_200m/sues200_satellite_to_uav_200m/seed-1/full/segment-2-3">
            <a:extLst xmlns:a="http://schemas.openxmlformats.org/drawingml/2006/main">
              <a:ext uri="{FF2B5EF4-FFF2-40B4-BE49-F238E27FC236}">
                <a16:creationId xmlns:a16="http://schemas.microsoft.com/office/drawing/2014/main" id="{CCF3467B-2E9F-4A80-AE3D-A4980FB22AEA}"/>
              </a:ext>
            </a:extLst>
          </p:cNvPr>
          <p:cNvSpPr>
            <a:spLocks xmlns:a="http://schemas.openxmlformats.org/drawingml/2006/main" noGrp="1"/>
          </p:cNvSpPr>
          <p:nvPr/>
        </p:nvSpPr>
        <p:spPr>
          <a:xfrm xmlns:a="http://schemas.openxmlformats.org/drawingml/2006/main" flipV="1">
            <a:off x="853440" y="2480733"/>
            <a:ext cx="160020" cy="7196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sues200_satellite_to_uav_200m/sues200_satellite_to_uav_200m/seed-1/full/segment-3-4">
            <a:extLst xmlns:a="http://schemas.openxmlformats.org/drawingml/2006/main">
              <a:ext uri="{FF2B5EF4-FFF2-40B4-BE49-F238E27FC236}">
                <a16:creationId xmlns:a16="http://schemas.microsoft.com/office/drawing/2014/main" id="{681298C6-C115-4EBE-8885-162E930B6FB3}"/>
              </a:ext>
            </a:extLst>
          </p:cNvPr>
          <p:cNvSpPr>
            <a:spLocks xmlns:a="http://schemas.openxmlformats.org/drawingml/2006/main" noGrp="1"/>
          </p:cNvSpPr>
          <p:nvPr/>
        </p:nvSpPr>
        <p:spPr>
          <a:xfrm xmlns:a="http://schemas.openxmlformats.org/drawingml/2006/main" flipV="1">
            <a:off x="1013460" y="2444750"/>
            <a:ext cx="160020" cy="3598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sues200_satellite_to_uav_200m/sues200_satellite_to_uav_200m/seed-1/full/segment-4-5">
            <a:extLst xmlns:a="http://schemas.openxmlformats.org/drawingml/2006/main">
              <a:ext uri="{FF2B5EF4-FFF2-40B4-BE49-F238E27FC236}">
                <a16:creationId xmlns:a16="http://schemas.microsoft.com/office/drawing/2014/main" id="{104954B8-C6B3-4369-A2E8-016A9ED1A9D8}"/>
              </a:ext>
            </a:extLst>
          </p:cNvPr>
          <p:cNvSpPr>
            <a:spLocks xmlns:a="http://schemas.openxmlformats.org/drawingml/2006/main" noGrp="1"/>
          </p:cNvSpPr>
          <p:nvPr/>
        </p:nvSpPr>
        <p:spPr>
          <a:xfrm xmlns:a="http://schemas.openxmlformats.org/drawingml/2006/main" flipV="1">
            <a:off x="1173480" y="2293620"/>
            <a:ext cx="160020" cy="15113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sues200_satellite_to_uav_200m/sues200_satellite_to_uav_200m/seed-1/full/segment-5-6">
            <a:extLst xmlns:a="http://schemas.openxmlformats.org/drawingml/2006/main">
              <a:ext uri="{FF2B5EF4-FFF2-40B4-BE49-F238E27FC236}">
                <a16:creationId xmlns:a16="http://schemas.microsoft.com/office/drawing/2014/main" id="{0C946881-2F78-4893-AF8B-3BB1A115EFB3}"/>
              </a:ext>
            </a:extLst>
          </p:cNvPr>
          <p:cNvSpPr>
            <a:spLocks xmlns:a="http://schemas.openxmlformats.org/drawingml/2006/main" noGrp="1"/>
          </p:cNvSpPr>
          <p:nvPr/>
        </p:nvSpPr>
        <p:spPr>
          <a:xfrm xmlns:a="http://schemas.openxmlformats.org/drawingml/2006/main" flipV="0">
            <a:off x="1333500" y="2293620"/>
            <a:ext cx="160020" cy="4318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sues200_satellite_to_uav_200m/sues200_satellite_to_uav_200m/seed-1/full/segment-6-7">
            <a:extLst xmlns:a="http://schemas.openxmlformats.org/drawingml/2006/main">
              <a:ext uri="{FF2B5EF4-FFF2-40B4-BE49-F238E27FC236}">
                <a16:creationId xmlns:a16="http://schemas.microsoft.com/office/drawing/2014/main" id="{10901FF8-DD6D-476D-A8CA-703908639C69}"/>
              </a:ext>
            </a:extLst>
          </p:cNvPr>
          <p:cNvSpPr>
            <a:spLocks xmlns:a="http://schemas.openxmlformats.org/drawingml/2006/main" noGrp="1"/>
          </p:cNvSpPr>
          <p:nvPr/>
        </p:nvSpPr>
        <p:spPr>
          <a:xfrm xmlns:a="http://schemas.openxmlformats.org/drawingml/2006/main" flipV="0">
            <a:off x="1493520" y="2336800"/>
            <a:ext cx="160020" cy="3084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sues200_satellite_to_uav_200m/sues200_satellite_to_uav_200m/seed-1/full/segment-7-8">
            <a:extLst xmlns:a="http://schemas.openxmlformats.org/drawingml/2006/main">
              <a:ext uri="{FF2B5EF4-FFF2-40B4-BE49-F238E27FC236}">
                <a16:creationId xmlns:a16="http://schemas.microsoft.com/office/drawing/2014/main" id="{4337F74B-79B5-488B-9B51-3CCD104F4CA2}"/>
              </a:ext>
            </a:extLst>
          </p:cNvPr>
          <p:cNvSpPr>
            <a:spLocks xmlns:a="http://schemas.openxmlformats.org/drawingml/2006/main" noGrp="1"/>
          </p:cNvSpPr>
          <p:nvPr/>
        </p:nvSpPr>
        <p:spPr>
          <a:xfrm xmlns:a="http://schemas.openxmlformats.org/drawingml/2006/main" flipV="0">
            <a:off x="1653540" y="2367643"/>
            <a:ext cx="160020" cy="2313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sues200_satellite_to_uav_200m/sues200_satellite_to_uav_200m/seed-1/full/segment-8-9">
            <a:extLst xmlns:a="http://schemas.openxmlformats.org/drawingml/2006/main">
              <a:ext uri="{FF2B5EF4-FFF2-40B4-BE49-F238E27FC236}">
                <a16:creationId xmlns:a16="http://schemas.microsoft.com/office/drawing/2014/main" id="{63DC24FB-F74E-47F4-9BAE-E313AE78EE21}"/>
              </a:ext>
            </a:extLst>
          </p:cNvPr>
          <p:cNvSpPr>
            <a:spLocks xmlns:a="http://schemas.openxmlformats.org/drawingml/2006/main" noGrp="1"/>
          </p:cNvSpPr>
          <p:nvPr/>
        </p:nvSpPr>
        <p:spPr>
          <a:xfrm xmlns:a="http://schemas.openxmlformats.org/drawingml/2006/main" flipV="1">
            <a:off x="1813560" y="2336800"/>
            <a:ext cx="160020" cy="5397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sues200_satellite_to_uav_200m/sues200_satellite_to_uav_200m/seed-1/full/segment-9-10">
            <a:extLst xmlns:a="http://schemas.openxmlformats.org/drawingml/2006/main">
              <a:ext uri="{FF2B5EF4-FFF2-40B4-BE49-F238E27FC236}">
                <a16:creationId xmlns:a16="http://schemas.microsoft.com/office/drawing/2014/main" id="{E6036840-D2CA-475A-AC4A-40B87581024A}"/>
              </a:ext>
            </a:extLst>
          </p:cNvPr>
          <p:cNvSpPr>
            <a:spLocks xmlns:a="http://schemas.openxmlformats.org/drawingml/2006/main" noGrp="1"/>
          </p:cNvSpPr>
          <p:nvPr/>
        </p:nvSpPr>
        <p:spPr>
          <a:xfrm xmlns:a="http://schemas.openxmlformats.org/drawingml/2006/main" flipV="1">
            <a:off x="1973580" y="2315210"/>
            <a:ext cx="160020" cy="2159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sues200_satellite_to_uav_200m/sues200_satellite_to_uav_200m/seed-1/full/point-1">
            <a:extLst xmlns:a="http://schemas.openxmlformats.org/drawingml/2006/main">
              <a:ext uri="{FF2B5EF4-FFF2-40B4-BE49-F238E27FC236}">
                <a16:creationId xmlns:a16="http://schemas.microsoft.com/office/drawing/2014/main" id="{E3BA554A-AEB4-4F2A-937A-7CE72EFC2288}"/>
              </a:ext>
            </a:extLst>
          </p:cNvPr>
          <p:cNvSpPr>
            <a:spLocks xmlns:a="http://schemas.openxmlformats.org/drawingml/2006/main" noGrp="1"/>
          </p:cNvSpPr>
          <p:nvPr/>
        </p:nvSpPr>
        <p:spPr>
          <a:xfrm xmlns:a="http://schemas.openxmlformats.org/drawingml/2006/main">
            <a:off x="669925" y="25292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sues200_satellite_to_uav_200m/sues200_satellite_to_uav_200m/seed-1/full/point-2">
            <a:extLst xmlns:a="http://schemas.openxmlformats.org/drawingml/2006/main">
              <a:ext uri="{FF2B5EF4-FFF2-40B4-BE49-F238E27FC236}">
                <a16:creationId xmlns:a16="http://schemas.microsoft.com/office/drawing/2014/main" id="{1EC93C85-AD35-4132-A487-75999D0AB8BF}"/>
              </a:ext>
            </a:extLst>
          </p:cNvPr>
          <p:cNvSpPr>
            <a:spLocks xmlns:a="http://schemas.openxmlformats.org/drawingml/2006/main" noGrp="1"/>
          </p:cNvSpPr>
          <p:nvPr/>
        </p:nvSpPr>
        <p:spPr>
          <a:xfrm xmlns:a="http://schemas.openxmlformats.org/drawingml/2006/main">
            <a:off x="829945" y="25292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sues200_satellite_to_uav_200m/sues200_satellite_to_uav_200m/seed-1/full/point-3">
            <a:extLst xmlns:a="http://schemas.openxmlformats.org/drawingml/2006/main">
              <a:ext uri="{FF2B5EF4-FFF2-40B4-BE49-F238E27FC236}">
                <a16:creationId xmlns:a16="http://schemas.microsoft.com/office/drawing/2014/main" id="{BA0227FD-500D-4550-A498-BAED7B5CA469}"/>
              </a:ext>
            </a:extLst>
          </p:cNvPr>
          <p:cNvSpPr>
            <a:spLocks xmlns:a="http://schemas.openxmlformats.org/drawingml/2006/main" noGrp="1"/>
          </p:cNvSpPr>
          <p:nvPr/>
        </p:nvSpPr>
        <p:spPr>
          <a:xfrm xmlns:a="http://schemas.openxmlformats.org/drawingml/2006/main">
            <a:off x="989965" y="245723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sues200_satellite_to_uav_200m/sues200_satellite_to_uav_200m/seed-1/full/point-4">
            <a:extLst xmlns:a="http://schemas.openxmlformats.org/drawingml/2006/main">
              <a:ext uri="{FF2B5EF4-FFF2-40B4-BE49-F238E27FC236}">
                <a16:creationId xmlns:a16="http://schemas.microsoft.com/office/drawing/2014/main" id="{E4ED440F-543A-4831-B071-188D662AA761}"/>
              </a:ext>
            </a:extLst>
          </p:cNvPr>
          <p:cNvSpPr>
            <a:spLocks xmlns:a="http://schemas.openxmlformats.org/drawingml/2006/main" noGrp="1"/>
          </p:cNvSpPr>
          <p:nvPr/>
        </p:nvSpPr>
        <p:spPr>
          <a:xfrm xmlns:a="http://schemas.openxmlformats.org/drawingml/2006/main">
            <a:off x="1149985" y="24212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sues200_satellite_to_uav_200m/sues200_satellite_to_uav_200m/seed-1/full/point-5">
            <a:extLst xmlns:a="http://schemas.openxmlformats.org/drawingml/2006/main">
              <a:ext uri="{FF2B5EF4-FFF2-40B4-BE49-F238E27FC236}">
                <a16:creationId xmlns:a16="http://schemas.microsoft.com/office/drawing/2014/main" id="{3A54C139-EBFE-402D-BBE4-35DDF0413153}"/>
              </a:ext>
            </a:extLst>
          </p:cNvPr>
          <p:cNvSpPr>
            <a:spLocks xmlns:a="http://schemas.openxmlformats.org/drawingml/2006/main" noGrp="1"/>
          </p:cNvSpPr>
          <p:nvPr/>
        </p:nvSpPr>
        <p:spPr>
          <a:xfrm xmlns:a="http://schemas.openxmlformats.org/drawingml/2006/main">
            <a:off x="1310005" y="22701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sues200_satellite_to_uav_200m/sues200_satellite_to_uav_200m/seed-1/full/point-6">
            <a:extLst xmlns:a="http://schemas.openxmlformats.org/drawingml/2006/main">
              <a:ext uri="{FF2B5EF4-FFF2-40B4-BE49-F238E27FC236}">
                <a16:creationId xmlns:a16="http://schemas.microsoft.com/office/drawing/2014/main" id="{CB59A0B1-D608-4DD4-93FB-8C0CE8385378}"/>
              </a:ext>
            </a:extLst>
          </p:cNvPr>
          <p:cNvSpPr>
            <a:spLocks xmlns:a="http://schemas.openxmlformats.org/drawingml/2006/main" noGrp="1"/>
          </p:cNvSpPr>
          <p:nvPr/>
        </p:nvSpPr>
        <p:spPr>
          <a:xfrm xmlns:a="http://schemas.openxmlformats.org/drawingml/2006/main">
            <a:off x="147002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sues200_satellite_to_uav_200m/sues200_satellite_to_uav_200m/seed-1/full/point-7">
            <a:extLst xmlns:a="http://schemas.openxmlformats.org/drawingml/2006/main">
              <a:ext uri="{FF2B5EF4-FFF2-40B4-BE49-F238E27FC236}">
                <a16:creationId xmlns:a16="http://schemas.microsoft.com/office/drawing/2014/main" id="{B54284A4-B2E7-49E7-8B85-D75106739A6C}"/>
              </a:ext>
            </a:extLst>
          </p:cNvPr>
          <p:cNvSpPr>
            <a:spLocks xmlns:a="http://schemas.openxmlformats.org/drawingml/2006/main" noGrp="1"/>
          </p:cNvSpPr>
          <p:nvPr/>
        </p:nvSpPr>
        <p:spPr>
          <a:xfrm xmlns:a="http://schemas.openxmlformats.org/drawingml/2006/main">
            <a:off x="1630045" y="234414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sues200_satellite_to_uav_200m/sues200_satellite_to_uav_200m/seed-1/full/point-8">
            <a:extLst xmlns:a="http://schemas.openxmlformats.org/drawingml/2006/main">
              <a:ext uri="{FF2B5EF4-FFF2-40B4-BE49-F238E27FC236}">
                <a16:creationId xmlns:a16="http://schemas.microsoft.com/office/drawing/2014/main" id="{A92FA383-9BB5-4C9C-BDA3-FB4DD5D18A4C}"/>
              </a:ext>
            </a:extLst>
          </p:cNvPr>
          <p:cNvSpPr>
            <a:spLocks xmlns:a="http://schemas.openxmlformats.org/drawingml/2006/main" noGrp="1"/>
          </p:cNvSpPr>
          <p:nvPr/>
        </p:nvSpPr>
        <p:spPr>
          <a:xfrm xmlns:a="http://schemas.openxmlformats.org/drawingml/2006/main">
            <a:off x="1790065" y="236728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sues200_satellite_to_uav_200m/sues200_satellite_to_uav_200m/seed-1/full/point-9">
            <a:extLst xmlns:a="http://schemas.openxmlformats.org/drawingml/2006/main">
              <a:ext uri="{FF2B5EF4-FFF2-40B4-BE49-F238E27FC236}">
                <a16:creationId xmlns:a16="http://schemas.microsoft.com/office/drawing/2014/main" id="{BBF8093C-5C0E-437A-A533-409EBD15212E}"/>
              </a:ext>
            </a:extLst>
          </p:cNvPr>
          <p:cNvSpPr>
            <a:spLocks xmlns:a="http://schemas.openxmlformats.org/drawingml/2006/main" noGrp="1"/>
          </p:cNvSpPr>
          <p:nvPr/>
        </p:nvSpPr>
        <p:spPr>
          <a:xfrm xmlns:a="http://schemas.openxmlformats.org/drawingml/2006/main">
            <a:off x="195008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sues200_satellite_to_uav_200m/sues200_satellite_to_uav_200m/seed-1/full/point-10">
            <a:extLst xmlns:a="http://schemas.openxmlformats.org/drawingml/2006/main">
              <a:ext uri="{FF2B5EF4-FFF2-40B4-BE49-F238E27FC236}">
                <a16:creationId xmlns:a16="http://schemas.microsoft.com/office/drawing/2014/main" id="{D6E435B6-5FBA-4F0B-8C1E-C53035744FAA}"/>
              </a:ext>
            </a:extLst>
          </p:cNvPr>
          <p:cNvSpPr>
            <a:spLocks xmlns:a="http://schemas.openxmlformats.org/drawingml/2006/main" noGrp="1"/>
          </p:cNvSpPr>
          <p:nvPr/>
        </p:nvSpPr>
        <p:spPr>
          <a:xfrm xmlns:a="http://schemas.openxmlformats.org/drawingml/2006/main">
            <a:off x="2110105" y="229171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sues200_satellite_to_uav_200m/seed-1/full/AURC">
            <a:extLst xmlns:a="http://schemas.openxmlformats.org/drawingml/2006/main">
              <a:ext uri="{FF2B5EF4-FFF2-40B4-BE49-F238E27FC236}">
                <a16:creationId xmlns:a16="http://schemas.microsoft.com/office/drawing/2014/main" id="{E3E94472-7FB9-4786-A088-6DB33C0542C0}"/>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0.3166</a:t>
            </a:r>
          </a:p>
        </p:txBody>
      </p:sp>
      <p:sp>
        <p:nvSpPr>
          <p:cNvPr id="71" name="sues200_satellite_to_uav_200m/seed-1/AURC-label">
            <a:extLst xmlns:a="http://schemas.openxmlformats.org/drawingml/2006/main">
              <a:ext uri="{FF2B5EF4-FFF2-40B4-BE49-F238E27FC236}">
                <a16:creationId xmlns:a16="http://schemas.microsoft.com/office/drawing/2014/main" id="{27CCD826-6257-403E-9371-D96F555FCDD7}"/>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sues200_satellite_to_uav_200m/seed-2/heading">
            <a:extLst xmlns:a="http://schemas.openxmlformats.org/drawingml/2006/main">
              <a:ext uri="{FF2B5EF4-FFF2-40B4-BE49-F238E27FC236}">
                <a16:creationId xmlns:a16="http://schemas.microsoft.com/office/drawing/2014/main" id="{BC02B301-F795-4020-870F-3F37F534DF74}"/>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sues200_satellite_to_uav_200m/seed-2/y-grid-0">
            <a:extLst xmlns:a="http://schemas.openxmlformats.org/drawingml/2006/main">
              <a:ext uri="{FF2B5EF4-FFF2-40B4-BE49-F238E27FC236}">
                <a16:creationId xmlns:a16="http://schemas.microsoft.com/office/drawing/2014/main" id="{08EA4A64-E93D-4C03-81EB-9B2F159DDECA}"/>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sues200_satellite_to_uav_200m/seed-2/y-label-0">
            <a:extLst xmlns:a="http://schemas.openxmlformats.org/drawingml/2006/main">
              <a:ext uri="{FF2B5EF4-FFF2-40B4-BE49-F238E27FC236}">
                <a16:creationId xmlns:a16="http://schemas.microsoft.com/office/drawing/2014/main" id="{5856108E-BB3D-43BA-9FAA-D7EE3B219A78}"/>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sues200_satellite_to_uav_200m/seed-2/x-tick-0">
            <a:extLst xmlns:a="http://schemas.openxmlformats.org/drawingml/2006/main">
              <a:ext uri="{FF2B5EF4-FFF2-40B4-BE49-F238E27FC236}">
                <a16:creationId xmlns:a16="http://schemas.microsoft.com/office/drawing/2014/main" id="{7D776674-F0B5-44F6-B982-522D9CE1F5AC}"/>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sues200_satellite_to_uav_200m/seed-2/x-label-0">
            <a:extLst xmlns:a="http://schemas.openxmlformats.org/drawingml/2006/main">
              <a:ext uri="{FF2B5EF4-FFF2-40B4-BE49-F238E27FC236}">
                <a16:creationId xmlns:a16="http://schemas.microsoft.com/office/drawing/2014/main" id="{13C80821-D8C0-43CF-9D78-F31EFCB8986C}"/>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sues200_satellite_to_uav_200m/seed-2/y-grid-25">
            <a:extLst xmlns:a="http://schemas.openxmlformats.org/drawingml/2006/main">
              <a:ext uri="{FF2B5EF4-FFF2-40B4-BE49-F238E27FC236}">
                <a16:creationId xmlns:a16="http://schemas.microsoft.com/office/drawing/2014/main" id="{30C81033-F299-4762-B330-32ECAB25D8DA}"/>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sues200_satellite_to_uav_200m/seed-2/y-label-25">
            <a:extLst xmlns:a="http://schemas.openxmlformats.org/drawingml/2006/main">
              <a:ext uri="{FF2B5EF4-FFF2-40B4-BE49-F238E27FC236}">
                <a16:creationId xmlns:a16="http://schemas.microsoft.com/office/drawing/2014/main" id="{62352D59-C4FE-46BB-BAFB-F6DE315DC73D}"/>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sues200_satellite_to_uav_200m/seed-2/x-tick-25">
            <a:extLst xmlns:a="http://schemas.openxmlformats.org/drawingml/2006/main">
              <a:ext uri="{FF2B5EF4-FFF2-40B4-BE49-F238E27FC236}">
                <a16:creationId xmlns:a16="http://schemas.microsoft.com/office/drawing/2014/main" id="{A0A4C87E-2327-47D7-B2D7-3C76CFC8822F}"/>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sues200_satellite_to_uav_200m/seed-2/x-label-25">
            <a:extLst xmlns:a="http://schemas.openxmlformats.org/drawingml/2006/main">
              <a:ext uri="{FF2B5EF4-FFF2-40B4-BE49-F238E27FC236}">
                <a16:creationId xmlns:a16="http://schemas.microsoft.com/office/drawing/2014/main" id="{E401CABA-9D4D-4548-83B5-FA548C3E7664}"/>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sues200_satellite_to_uav_200m/seed-2/y-grid-50">
            <a:extLst xmlns:a="http://schemas.openxmlformats.org/drawingml/2006/main">
              <a:ext uri="{FF2B5EF4-FFF2-40B4-BE49-F238E27FC236}">
                <a16:creationId xmlns:a16="http://schemas.microsoft.com/office/drawing/2014/main" id="{A11A9AE3-DC00-4FED-B64B-458B42DDC26E}"/>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sues200_satellite_to_uav_200m/seed-2/y-label-50">
            <a:extLst xmlns:a="http://schemas.openxmlformats.org/drawingml/2006/main">
              <a:ext uri="{FF2B5EF4-FFF2-40B4-BE49-F238E27FC236}">
                <a16:creationId xmlns:a16="http://schemas.microsoft.com/office/drawing/2014/main" id="{F85492E6-F40D-4FD3-AEB9-A5649F4A39CB}"/>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sues200_satellite_to_uav_200m/seed-2/x-tick-50">
            <a:extLst xmlns:a="http://schemas.openxmlformats.org/drawingml/2006/main">
              <a:ext uri="{FF2B5EF4-FFF2-40B4-BE49-F238E27FC236}">
                <a16:creationId xmlns:a16="http://schemas.microsoft.com/office/drawing/2014/main" id="{657443F2-F5AD-423D-875F-9E98AEFDD26C}"/>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sues200_satellite_to_uav_200m/seed-2/x-label-50">
            <a:extLst xmlns:a="http://schemas.openxmlformats.org/drawingml/2006/main">
              <a:ext uri="{FF2B5EF4-FFF2-40B4-BE49-F238E27FC236}">
                <a16:creationId xmlns:a16="http://schemas.microsoft.com/office/drawing/2014/main" id="{20B53051-3FE1-492C-B5C7-73565FAC2192}"/>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sues200_satellite_to_uav_200m/seed-2/y-grid-75">
            <a:extLst xmlns:a="http://schemas.openxmlformats.org/drawingml/2006/main">
              <a:ext uri="{FF2B5EF4-FFF2-40B4-BE49-F238E27FC236}">
                <a16:creationId xmlns:a16="http://schemas.microsoft.com/office/drawing/2014/main" id="{4FA68793-9C1E-4940-AF19-C125244EE19C}"/>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sues200_satellite_to_uav_200m/seed-2/y-label-75">
            <a:extLst xmlns:a="http://schemas.openxmlformats.org/drawingml/2006/main">
              <a:ext uri="{FF2B5EF4-FFF2-40B4-BE49-F238E27FC236}">
                <a16:creationId xmlns:a16="http://schemas.microsoft.com/office/drawing/2014/main" id="{BF5F35FB-C38A-4DA7-8CA1-54045A910C75}"/>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sues200_satellite_to_uav_200m/seed-2/x-tick-75">
            <a:extLst xmlns:a="http://schemas.openxmlformats.org/drawingml/2006/main">
              <a:ext uri="{FF2B5EF4-FFF2-40B4-BE49-F238E27FC236}">
                <a16:creationId xmlns:a16="http://schemas.microsoft.com/office/drawing/2014/main" id="{FB58D3BA-FAB1-4DEC-92C5-54DECB652228}"/>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sues200_satellite_to_uav_200m/seed-2/x-label-75">
            <a:extLst xmlns:a="http://schemas.openxmlformats.org/drawingml/2006/main">
              <a:ext uri="{FF2B5EF4-FFF2-40B4-BE49-F238E27FC236}">
                <a16:creationId xmlns:a16="http://schemas.microsoft.com/office/drawing/2014/main" id="{DCF23782-2296-49E1-9C3C-F52AAEBB73B7}"/>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sues200_satellite_to_uav_200m/seed-2/y-grid-100">
            <a:extLst xmlns:a="http://schemas.openxmlformats.org/drawingml/2006/main">
              <a:ext uri="{FF2B5EF4-FFF2-40B4-BE49-F238E27FC236}">
                <a16:creationId xmlns:a16="http://schemas.microsoft.com/office/drawing/2014/main" id="{389B5739-207A-4BC0-A30D-9C74F3CF8FDD}"/>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satellite_to_uav_200m/seed-2/y-label-100">
            <a:extLst xmlns:a="http://schemas.openxmlformats.org/drawingml/2006/main">
              <a:ext uri="{FF2B5EF4-FFF2-40B4-BE49-F238E27FC236}">
                <a16:creationId xmlns:a16="http://schemas.microsoft.com/office/drawing/2014/main" id="{0E49E89E-8103-4B09-95C2-671C791A58B5}"/>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sues200_satellite_to_uav_200m/seed-2/x-tick-100">
            <a:extLst xmlns:a="http://schemas.openxmlformats.org/drawingml/2006/main">
              <a:ext uri="{FF2B5EF4-FFF2-40B4-BE49-F238E27FC236}">
                <a16:creationId xmlns:a16="http://schemas.microsoft.com/office/drawing/2014/main" id="{D24E9920-D26A-4741-BD2D-43D9328B148A}"/>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satellite_to_uav_200m/seed-2/x-label-100">
            <a:extLst xmlns:a="http://schemas.openxmlformats.org/drawingml/2006/main">
              <a:ext uri="{FF2B5EF4-FFF2-40B4-BE49-F238E27FC236}">
                <a16:creationId xmlns:a16="http://schemas.microsoft.com/office/drawing/2014/main" id="{CA98BDCB-EC08-47B8-94BD-59778421416F}"/>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sues200_satellite_to_uav_200m/seed-2/y-axis">
            <a:extLst xmlns:a="http://schemas.openxmlformats.org/drawingml/2006/main">
              <a:ext uri="{FF2B5EF4-FFF2-40B4-BE49-F238E27FC236}">
                <a16:creationId xmlns:a16="http://schemas.microsoft.com/office/drawing/2014/main" id="{D41E2650-EECC-4B75-AD44-177F8AFB375D}"/>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sues200_satellite_to_uav_200m/seed-2/x-axis">
            <a:extLst xmlns:a="http://schemas.openxmlformats.org/drawingml/2006/main">
              <a:ext uri="{FF2B5EF4-FFF2-40B4-BE49-F238E27FC236}">
                <a16:creationId xmlns:a16="http://schemas.microsoft.com/office/drawing/2014/main" id="{37F3E633-44F2-4B1A-98C3-7DBDBCA65F3A}"/>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sues200_satellite_to_uav_200m/sues200_satellite_to_uav_200m/seed-2/visual/segment-1-2">
            <a:extLst xmlns:a="http://schemas.openxmlformats.org/drawingml/2006/main">
              <a:ext uri="{FF2B5EF4-FFF2-40B4-BE49-F238E27FC236}">
                <a16:creationId xmlns:a16="http://schemas.microsoft.com/office/drawing/2014/main" id="{69E2A13F-ECD2-4153-8DE1-299F59426608}"/>
              </a:ext>
            </a:extLst>
          </p:cNvPr>
          <p:cNvSpPr>
            <a:spLocks xmlns:a="http://schemas.openxmlformats.org/drawingml/2006/main" noGrp="1"/>
          </p:cNvSpPr>
          <p:nvPr/>
        </p:nvSpPr>
        <p:spPr>
          <a:xfrm xmlns:a="http://schemas.openxmlformats.org/drawingml/2006/main" flipV="0">
            <a:off x="2700020" y="2336800"/>
            <a:ext cx="160020" cy="21590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sues200_satellite_to_uav_200m/sues200_satellite_to_uav_200m/seed-2/visual/segment-2-3">
            <a:extLst xmlns:a="http://schemas.openxmlformats.org/drawingml/2006/main">
              <a:ext uri="{FF2B5EF4-FFF2-40B4-BE49-F238E27FC236}">
                <a16:creationId xmlns:a16="http://schemas.microsoft.com/office/drawing/2014/main" id="{41C8833B-E434-44EC-98DF-1CE1ABDB85FE}"/>
              </a:ext>
            </a:extLst>
          </p:cNvPr>
          <p:cNvSpPr>
            <a:spLocks xmlns:a="http://schemas.openxmlformats.org/drawingml/2006/main" noGrp="1"/>
          </p:cNvSpPr>
          <p:nvPr/>
        </p:nvSpPr>
        <p:spPr>
          <a:xfrm xmlns:a="http://schemas.openxmlformats.org/drawingml/2006/main" flipV="0">
            <a:off x="2860040" y="2552700"/>
            <a:ext cx="160020" cy="7196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sues200_satellite_to_uav_200m/sues200_satellite_to_uav_200m/seed-2/visual/segment-3-4">
            <a:extLst xmlns:a="http://schemas.openxmlformats.org/drawingml/2006/main">
              <a:ext uri="{FF2B5EF4-FFF2-40B4-BE49-F238E27FC236}">
                <a16:creationId xmlns:a16="http://schemas.microsoft.com/office/drawing/2014/main" id="{9B354224-3CF5-423E-BB84-A14F01FA9BCB}"/>
              </a:ext>
            </a:extLst>
          </p:cNvPr>
          <p:cNvSpPr>
            <a:spLocks xmlns:a="http://schemas.openxmlformats.org/drawingml/2006/main" noGrp="1"/>
          </p:cNvSpPr>
          <p:nvPr/>
        </p:nvSpPr>
        <p:spPr>
          <a:xfrm xmlns:a="http://schemas.openxmlformats.org/drawingml/2006/main" flipV="1">
            <a:off x="3020060" y="2552700"/>
            <a:ext cx="160020" cy="7196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sues200_satellite_to_uav_200m/sues200_satellite_to_uav_200m/seed-2/visual/segment-4-5">
            <a:extLst xmlns:a="http://schemas.openxmlformats.org/drawingml/2006/main">
              <a:ext uri="{FF2B5EF4-FFF2-40B4-BE49-F238E27FC236}">
                <a16:creationId xmlns:a16="http://schemas.microsoft.com/office/drawing/2014/main" id="{3FE836EC-B200-4820-BB45-385290835A02}"/>
              </a:ext>
            </a:extLst>
          </p:cNvPr>
          <p:cNvSpPr>
            <a:spLocks xmlns:a="http://schemas.openxmlformats.org/drawingml/2006/main" noGrp="1"/>
          </p:cNvSpPr>
          <p:nvPr/>
        </p:nvSpPr>
        <p:spPr>
          <a:xfrm xmlns:a="http://schemas.openxmlformats.org/drawingml/2006/main" flipV="1">
            <a:off x="3180080" y="2509520"/>
            <a:ext cx="160020" cy="4318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sues200_satellite_to_uav_200m/sues200_satellite_to_uav_200m/seed-2/visual/segment-5-6">
            <a:extLst xmlns:a="http://schemas.openxmlformats.org/drawingml/2006/main">
              <a:ext uri="{FF2B5EF4-FFF2-40B4-BE49-F238E27FC236}">
                <a16:creationId xmlns:a16="http://schemas.microsoft.com/office/drawing/2014/main" id="{EE2EB3C3-0333-4C14-B50A-0E81D83106FC}"/>
              </a:ext>
            </a:extLst>
          </p:cNvPr>
          <p:cNvSpPr>
            <a:spLocks xmlns:a="http://schemas.openxmlformats.org/drawingml/2006/main" noGrp="1"/>
          </p:cNvSpPr>
          <p:nvPr/>
        </p:nvSpPr>
        <p:spPr>
          <a:xfrm xmlns:a="http://schemas.openxmlformats.org/drawingml/2006/main" flipV="0">
            <a:off x="3340100" y="2509520"/>
            <a:ext cx="160020" cy="719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sues200_satellite_to_uav_200m/sues200_satellite_to_uav_200m/seed-2/visual/segment-6-7">
            <a:extLst xmlns:a="http://schemas.openxmlformats.org/drawingml/2006/main">
              <a:ext uri="{FF2B5EF4-FFF2-40B4-BE49-F238E27FC236}">
                <a16:creationId xmlns:a16="http://schemas.microsoft.com/office/drawing/2014/main" id="{231882E8-2AAA-4062-914B-1DBFB4F583C0}"/>
              </a:ext>
            </a:extLst>
          </p:cNvPr>
          <p:cNvSpPr>
            <a:spLocks xmlns:a="http://schemas.openxmlformats.org/drawingml/2006/main" noGrp="1"/>
          </p:cNvSpPr>
          <p:nvPr/>
        </p:nvSpPr>
        <p:spPr>
          <a:xfrm xmlns:a="http://schemas.openxmlformats.org/drawingml/2006/main" flipV="1">
            <a:off x="3500120" y="2460171"/>
            <a:ext cx="160020" cy="5654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sues200_satellite_to_uav_200m/sues200_satellite_to_uav_200m/seed-2/visual/segment-7-8">
            <a:extLst xmlns:a="http://schemas.openxmlformats.org/drawingml/2006/main">
              <a:ext uri="{FF2B5EF4-FFF2-40B4-BE49-F238E27FC236}">
                <a16:creationId xmlns:a16="http://schemas.microsoft.com/office/drawing/2014/main" id="{E50A5F35-7926-4AA2-B858-77A02E2D73AE}"/>
              </a:ext>
            </a:extLst>
          </p:cNvPr>
          <p:cNvSpPr>
            <a:spLocks xmlns:a="http://schemas.openxmlformats.org/drawingml/2006/main" noGrp="1"/>
          </p:cNvSpPr>
          <p:nvPr/>
        </p:nvSpPr>
        <p:spPr>
          <a:xfrm xmlns:a="http://schemas.openxmlformats.org/drawingml/2006/main" flipV="0">
            <a:off x="3660140" y="2460171"/>
            <a:ext cx="160020" cy="1156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sues200_satellite_to_uav_200m/sues200_satellite_to_uav_200m/seed-2/visual/segment-8-9">
            <a:extLst xmlns:a="http://schemas.openxmlformats.org/drawingml/2006/main">
              <a:ext uri="{FF2B5EF4-FFF2-40B4-BE49-F238E27FC236}">
                <a16:creationId xmlns:a16="http://schemas.microsoft.com/office/drawing/2014/main" id="{E9C12DD3-5ABB-4886-BD50-AE0FF7EF987D}"/>
              </a:ext>
            </a:extLst>
          </p:cNvPr>
          <p:cNvSpPr>
            <a:spLocks xmlns:a="http://schemas.openxmlformats.org/drawingml/2006/main" noGrp="1"/>
          </p:cNvSpPr>
          <p:nvPr/>
        </p:nvSpPr>
        <p:spPr>
          <a:xfrm xmlns:a="http://schemas.openxmlformats.org/drawingml/2006/main" flipV="1">
            <a:off x="3820160" y="2456744"/>
            <a:ext cx="160020" cy="1499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sues200_satellite_to_uav_200m/sues200_satellite_to_uav_200m/seed-2/visual/segment-9-10">
            <a:extLst xmlns:a="http://schemas.openxmlformats.org/drawingml/2006/main">
              <a:ext uri="{FF2B5EF4-FFF2-40B4-BE49-F238E27FC236}">
                <a16:creationId xmlns:a16="http://schemas.microsoft.com/office/drawing/2014/main" id="{4EEB7491-31A7-4712-A812-5ABD84DF5AD4}"/>
              </a:ext>
            </a:extLst>
          </p:cNvPr>
          <p:cNvSpPr>
            <a:spLocks xmlns:a="http://schemas.openxmlformats.org/drawingml/2006/main" noGrp="1"/>
          </p:cNvSpPr>
          <p:nvPr/>
        </p:nvSpPr>
        <p:spPr>
          <a:xfrm xmlns:a="http://schemas.openxmlformats.org/drawingml/2006/main" flipV="1">
            <a:off x="3980180" y="2401570"/>
            <a:ext cx="160020" cy="5517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sues200_satellite_to_uav_200m/sues200_satellite_to_uav_200m/seed-2/visual/point-1">
            <a:extLst xmlns:a="http://schemas.openxmlformats.org/drawingml/2006/main">
              <a:ext uri="{FF2B5EF4-FFF2-40B4-BE49-F238E27FC236}">
                <a16:creationId xmlns:a16="http://schemas.microsoft.com/office/drawing/2014/main" id="{F7311AF7-1427-4229-9D12-CCBF5DABC690}"/>
              </a:ext>
            </a:extLst>
          </p:cNvPr>
          <p:cNvSpPr>
            <a:spLocks xmlns:a="http://schemas.openxmlformats.org/drawingml/2006/main" noGrp="1"/>
          </p:cNvSpPr>
          <p:nvPr/>
        </p:nvSpPr>
        <p:spPr>
          <a:xfrm xmlns:a="http://schemas.openxmlformats.org/drawingml/2006/main">
            <a:off x="267652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sues200_satellite_to_uav_200m/sues200_satellite_to_uav_200m/seed-2/visual/point-2">
            <a:extLst xmlns:a="http://schemas.openxmlformats.org/drawingml/2006/main">
              <a:ext uri="{FF2B5EF4-FFF2-40B4-BE49-F238E27FC236}">
                <a16:creationId xmlns:a16="http://schemas.microsoft.com/office/drawing/2014/main" id="{B8D446B4-B07F-497C-AC8B-5C55C8A2E187}"/>
              </a:ext>
            </a:extLst>
          </p:cNvPr>
          <p:cNvSpPr>
            <a:spLocks xmlns:a="http://schemas.openxmlformats.org/drawingml/2006/main" noGrp="1"/>
          </p:cNvSpPr>
          <p:nvPr/>
        </p:nvSpPr>
        <p:spPr>
          <a:xfrm xmlns:a="http://schemas.openxmlformats.org/drawingml/2006/main">
            <a:off x="283654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sues200_satellite_to_uav_200m/sues200_satellite_to_uav_200m/seed-2/visual/point-3">
            <a:extLst xmlns:a="http://schemas.openxmlformats.org/drawingml/2006/main">
              <a:ext uri="{FF2B5EF4-FFF2-40B4-BE49-F238E27FC236}">
                <a16:creationId xmlns:a16="http://schemas.microsoft.com/office/drawing/2014/main" id="{314E75D4-0CA5-4068-8287-9073FABFB443}"/>
              </a:ext>
            </a:extLst>
          </p:cNvPr>
          <p:cNvSpPr>
            <a:spLocks xmlns:a="http://schemas.openxmlformats.org/drawingml/2006/main" noGrp="1"/>
          </p:cNvSpPr>
          <p:nvPr/>
        </p:nvSpPr>
        <p:spPr>
          <a:xfrm xmlns:a="http://schemas.openxmlformats.org/drawingml/2006/main">
            <a:off x="2996565" y="26011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sues200_satellite_to_uav_200m/sues200_satellite_to_uav_200m/seed-2/visual/point-4">
            <a:extLst xmlns:a="http://schemas.openxmlformats.org/drawingml/2006/main">
              <a:ext uri="{FF2B5EF4-FFF2-40B4-BE49-F238E27FC236}">
                <a16:creationId xmlns:a16="http://schemas.microsoft.com/office/drawing/2014/main" id="{3FB54AE9-4E5B-4C01-BE17-9951661353D2}"/>
              </a:ext>
            </a:extLst>
          </p:cNvPr>
          <p:cNvSpPr>
            <a:spLocks xmlns:a="http://schemas.openxmlformats.org/drawingml/2006/main" noGrp="1"/>
          </p:cNvSpPr>
          <p:nvPr/>
        </p:nvSpPr>
        <p:spPr>
          <a:xfrm xmlns:a="http://schemas.openxmlformats.org/drawingml/2006/main">
            <a:off x="315658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sues200_satellite_to_uav_200m/sues200_satellite_to_uav_200m/seed-2/visual/point-5">
            <a:extLst xmlns:a="http://schemas.openxmlformats.org/drawingml/2006/main">
              <a:ext uri="{FF2B5EF4-FFF2-40B4-BE49-F238E27FC236}">
                <a16:creationId xmlns:a16="http://schemas.microsoft.com/office/drawing/2014/main" id="{3297F712-68C7-4A17-AE06-6E9487467170}"/>
              </a:ext>
            </a:extLst>
          </p:cNvPr>
          <p:cNvSpPr>
            <a:spLocks xmlns:a="http://schemas.openxmlformats.org/drawingml/2006/main" noGrp="1"/>
          </p:cNvSpPr>
          <p:nvPr/>
        </p:nvSpPr>
        <p:spPr>
          <a:xfrm xmlns:a="http://schemas.openxmlformats.org/drawingml/2006/main">
            <a:off x="3316605" y="248602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sues200_satellite_to_uav_200m/sues200_satellite_to_uav_200m/seed-2/visual/point-6">
            <a:extLst xmlns:a="http://schemas.openxmlformats.org/drawingml/2006/main">
              <a:ext uri="{FF2B5EF4-FFF2-40B4-BE49-F238E27FC236}">
                <a16:creationId xmlns:a16="http://schemas.microsoft.com/office/drawing/2014/main" id="{98F0324E-75BE-436F-A380-C7078DD8A47E}"/>
              </a:ext>
            </a:extLst>
          </p:cNvPr>
          <p:cNvSpPr>
            <a:spLocks xmlns:a="http://schemas.openxmlformats.org/drawingml/2006/main" noGrp="1"/>
          </p:cNvSpPr>
          <p:nvPr/>
        </p:nvSpPr>
        <p:spPr>
          <a:xfrm xmlns:a="http://schemas.openxmlformats.org/drawingml/2006/main">
            <a:off x="3476625" y="249322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sues200_satellite_to_uav_200m/sues200_satellite_to_uav_200m/seed-2/visual/point-7">
            <a:extLst xmlns:a="http://schemas.openxmlformats.org/drawingml/2006/main">
              <a:ext uri="{FF2B5EF4-FFF2-40B4-BE49-F238E27FC236}">
                <a16:creationId xmlns:a16="http://schemas.microsoft.com/office/drawing/2014/main" id="{A271742B-596F-42AC-8E6A-5B01D1FFBE93}"/>
              </a:ext>
            </a:extLst>
          </p:cNvPr>
          <p:cNvSpPr>
            <a:spLocks xmlns:a="http://schemas.openxmlformats.org/drawingml/2006/main" noGrp="1"/>
          </p:cNvSpPr>
          <p:nvPr/>
        </p:nvSpPr>
        <p:spPr>
          <a:xfrm xmlns:a="http://schemas.openxmlformats.org/drawingml/2006/main">
            <a:off x="3636645" y="243667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sues200_satellite_to_uav_200m/sues200_satellite_to_uav_200m/seed-2/visual/point-8">
            <a:extLst xmlns:a="http://schemas.openxmlformats.org/drawingml/2006/main">
              <a:ext uri="{FF2B5EF4-FFF2-40B4-BE49-F238E27FC236}">
                <a16:creationId xmlns:a16="http://schemas.microsoft.com/office/drawing/2014/main" id="{1291E03C-98EE-47DA-9EEF-4E199557AF52}"/>
              </a:ext>
            </a:extLst>
          </p:cNvPr>
          <p:cNvSpPr>
            <a:spLocks xmlns:a="http://schemas.openxmlformats.org/drawingml/2006/main" noGrp="1"/>
          </p:cNvSpPr>
          <p:nvPr/>
        </p:nvSpPr>
        <p:spPr>
          <a:xfrm xmlns:a="http://schemas.openxmlformats.org/drawingml/2006/main">
            <a:off x="3796665" y="244824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sues200_satellite_to_uav_200m/sues200_satellite_to_uav_200m/seed-2/visual/point-9">
            <a:extLst xmlns:a="http://schemas.openxmlformats.org/drawingml/2006/main">
              <a:ext uri="{FF2B5EF4-FFF2-40B4-BE49-F238E27FC236}">
                <a16:creationId xmlns:a16="http://schemas.microsoft.com/office/drawing/2014/main" id="{994A7602-C45C-4DA9-A06E-68B6A9501B89}"/>
              </a:ext>
            </a:extLst>
          </p:cNvPr>
          <p:cNvSpPr>
            <a:spLocks xmlns:a="http://schemas.openxmlformats.org/drawingml/2006/main" noGrp="1"/>
          </p:cNvSpPr>
          <p:nvPr/>
        </p:nvSpPr>
        <p:spPr>
          <a:xfrm xmlns:a="http://schemas.openxmlformats.org/drawingml/2006/main">
            <a:off x="3956685" y="243324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sues200_satellite_to_uav_200m/sues200_satellite_to_uav_200m/seed-2/visual/point-10">
            <a:extLst xmlns:a="http://schemas.openxmlformats.org/drawingml/2006/main">
              <a:ext uri="{FF2B5EF4-FFF2-40B4-BE49-F238E27FC236}">
                <a16:creationId xmlns:a16="http://schemas.microsoft.com/office/drawing/2014/main" id="{4DC2BDB9-F13E-4B0B-AE63-A96E1F8186CC}"/>
              </a:ext>
            </a:extLst>
          </p:cNvPr>
          <p:cNvSpPr>
            <a:spLocks xmlns:a="http://schemas.openxmlformats.org/drawingml/2006/main" noGrp="1"/>
          </p:cNvSpPr>
          <p:nvPr/>
        </p:nvSpPr>
        <p:spPr>
          <a:xfrm xmlns:a="http://schemas.openxmlformats.org/drawingml/2006/main">
            <a:off x="4116705" y="237807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sues200_satellite_to_uav_200m/seed-2/visual/AURC">
            <a:extLst xmlns:a="http://schemas.openxmlformats.org/drawingml/2006/main">
              <a:ext uri="{FF2B5EF4-FFF2-40B4-BE49-F238E27FC236}">
                <a16:creationId xmlns:a16="http://schemas.microsoft.com/office/drawing/2014/main" id="{5C0DEDD6-8024-4CBD-8E0E-54AC8CCDF8BD}"/>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0.2814</a:t>
            </a:r>
          </a:p>
        </p:txBody>
      </p:sp>
      <p:sp>
        <p:nvSpPr>
          <p:cNvPr id="115" name="sues200_satellite_to_uav_200m/sues200_satellite_to_uav_200m/seed-2/full/segment-1-2">
            <a:extLst xmlns:a="http://schemas.openxmlformats.org/drawingml/2006/main">
              <a:ext uri="{FF2B5EF4-FFF2-40B4-BE49-F238E27FC236}">
                <a16:creationId xmlns:a16="http://schemas.microsoft.com/office/drawing/2014/main" id="{64BA6FB2-64EC-4EC2-B2CF-E6568628C535}"/>
              </a:ext>
            </a:extLst>
          </p:cNvPr>
          <p:cNvSpPr>
            <a:spLocks xmlns:a="http://schemas.openxmlformats.org/drawingml/2006/main" noGrp="1"/>
          </p:cNvSpPr>
          <p:nvPr/>
        </p:nvSpPr>
        <p:spPr>
          <a:xfrm xmlns:a="http://schemas.openxmlformats.org/drawingml/2006/main" flipV="1">
            <a:off x="2700020" y="1689100"/>
            <a:ext cx="160020" cy="21590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sues200_satellite_to_uav_200m/sues200_satellite_to_uav_200m/seed-2/full/segment-2-3">
            <a:extLst xmlns:a="http://schemas.openxmlformats.org/drawingml/2006/main">
              <a:ext uri="{FF2B5EF4-FFF2-40B4-BE49-F238E27FC236}">
                <a16:creationId xmlns:a16="http://schemas.microsoft.com/office/drawing/2014/main" id="{898BB758-008F-4640-BCE4-3A91C6990C51}"/>
              </a:ext>
            </a:extLst>
          </p:cNvPr>
          <p:cNvSpPr>
            <a:spLocks xmlns:a="http://schemas.openxmlformats.org/drawingml/2006/main" noGrp="1"/>
          </p:cNvSpPr>
          <p:nvPr/>
        </p:nvSpPr>
        <p:spPr>
          <a:xfrm xmlns:a="http://schemas.openxmlformats.org/drawingml/2006/main" flipV="0">
            <a:off x="2860040" y="1689100"/>
            <a:ext cx="160020" cy="21590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sues200_satellite_to_uav_200m/sues200_satellite_to_uav_200m/seed-2/full/segment-3-4">
            <a:extLst xmlns:a="http://schemas.openxmlformats.org/drawingml/2006/main">
              <a:ext uri="{FF2B5EF4-FFF2-40B4-BE49-F238E27FC236}">
                <a16:creationId xmlns:a16="http://schemas.microsoft.com/office/drawing/2014/main" id="{18934B78-9420-4E07-83EC-19E4611A2740}"/>
              </a:ext>
            </a:extLst>
          </p:cNvPr>
          <p:cNvSpPr>
            <a:spLocks xmlns:a="http://schemas.openxmlformats.org/drawingml/2006/main" noGrp="1"/>
          </p:cNvSpPr>
          <p:nvPr/>
        </p:nvSpPr>
        <p:spPr>
          <a:xfrm xmlns:a="http://schemas.openxmlformats.org/drawingml/2006/main" flipV="0">
            <a:off x="3020060" y="190500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sues200_satellite_to_uav_200m/sues200_satellite_to_uav_200m/seed-2/full/segment-4-5">
            <a:extLst xmlns:a="http://schemas.openxmlformats.org/drawingml/2006/main">
              <a:ext uri="{FF2B5EF4-FFF2-40B4-BE49-F238E27FC236}">
                <a16:creationId xmlns:a16="http://schemas.microsoft.com/office/drawing/2014/main" id="{2BDB434F-9249-440E-8E67-7D4BA83C79DE}"/>
              </a:ext>
            </a:extLst>
          </p:cNvPr>
          <p:cNvSpPr>
            <a:spLocks xmlns:a="http://schemas.openxmlformats.org/drawingml/2006/main" noGrp="1"/>
          </p:cNvSpPr>
          <p:nvPr/>
        </p:nvSpPr>
        <p:spPr>
          <a:xfrm xmlns:a="http://schemas.openxmlformats.org/drawingml/2006/main" flipV="0">
            <a:off x="3180080" y="2012950"/>
            <a:ext cx="160020" cy="2159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sues200_satellite_to_uav_200m/sues200_satellite_to_uav_200m/seed-2/full/segment-5-6">
            <a:extLst xmlns:a="http://schemas.openxmlformats.org/drawingml/2006/main">
              <a:ext uri="{FF2B5EF4-FFF2-40B4-BE49-F238E27FC236}">
                <a16:creationId xmlns:a16="http://schemas.microsoft.com/office/drawing/2014/main" id="{5F334D7F-1EE0-4A7A-9221-B5F949A9F8CA}"/>
              </a:ext>
            </a:extLst>
          </p:cNvPr>
          <p:cNvSpPr>
            <a:spLocks xmlns:a="http://schemas.openxmlformats.org/drawingml/2006/main" noGrp="1"/>
          </p:cNvSpPr>
          <p:nvPr/>
        </p:nvSpPr>
        <p:spPr>
          <a:xfrm xmlns:a="http://schemas.openxmlformats.org/drawingml/2006/main" flipV="0">
            <a:off x="3340100" y="2034540"/>
            <a:ext cx="160020" cy="5037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sues200_satellite_to_uav_200m/sues200_satellite_to_uav_200m/seed-2/full/segment-6-7">
            <a:extLst xmlns:a="http://schemas.openxmlformats.org/drawingml/2006/main">
              <a:ext uri="{FF2B5EF4-FFF2-40B4-BE49-F238E27FC236}">
                <a16:creationId xmlns:a16="http://schemas.microsoft.com/office/drawing/2014/main" id="{F0DA865C-818E-4F70-9EA2-D8AEA248C325}"/>
              </a:ext>
            </a:extLst>
          </p:cNvPr>
          <p:cNvSpPr>
            <a:spLocks xmlns:a="http://schemas.openxmlformats.org/drawingml/2006/main" noGrp="1"/>
          </p:cNvSpPr>
          <p:nvPr/>
        </p:nvSpPr>
        <p:spPr>
          <a:xfrm xmlns:a="http://schemas.openxmlformats.org/drawingml/2006/main" flipV="0">
            <a:off x="3500120" y="2084917"/>
            <a:ext cx="160020" cy="6682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sues200_satellite_to_uav_200m/sues200_satellite_to_uav_200m/seed-2/full/segment-7-8">
            <a:extLst xmlns:a="http://schemas.openxmlformats.org/drawingml/2006/main">
              <a:ext uri="{FF2B5EF4-FFF2-40B4-BE49-F238E27FC236}">
                <a16:creationId xmlns:a16="http://schemas.microsoft.com/office/drawing/2014/main" id="{1778BE68-F3A7-4722-B0CD-46A23C556DA9}"/>
              </a:ext>
            </a:extLst>
          </p:cNvPr>
          <p:cNvSpPr>
            <a:spLocks xmlns:a="http://schemas.openxmlformats.org/drawingml/2006/main" noGrp="1"/>
          </p:cNvSpPr>
          <p:nvPr/>
        </p:nvSpPr>
        <p:spPr>
          <a:xfrm xmlns:a="http://schemas.openxmlformats.org/drawingml/2006/main" flipV="0">
            <a:off x="3660140" y="2151743"/>
            <a:ext cx="160020" cy="2313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sues200_satellite_to_uav_200m/sues200_satellite_to_uav_200m/seed-2/full/segment-8-9">
            <a:extLst xmlns:a="http://schemas.openxmlformats.org/drawingml/2006/main">
              <a:ext uri="{FF2B5EF4-FFF2-40B4-BE49-F238E27FC236}">
                <a16:creationId xmlns:a16="http://schemas.microsoft.com/office/drawing/2014/main" id="{B59D28C6-A76E-40E7-981E-5826A737BACA}"/>
              </a:ext>
            </a:extLst>
          </p:cNvPr>
          <p:cNvSpPr>
            <a:spLocks xmlns:a="http://schemas.openxmlformats.org/drawingml/2006/main" noGrp="1"/>
          </p:cNvSpPr>
          <p:nvPr/>
        </p:nvSpPr>
        <p:spPr>
          <a:xfrm xmlns:a="http://schemas.openxmlformats.org/drawingml/2006/main" flipV="0">
            <a:off x="3820160" y="2174875"/>
            <a:ext cx="160020" cy="1799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sues200_satellite_to_uav_200m/sues200_satellite_to_uav_200m/seed-2/full/segment-9-10">
            <a:extLst xmlns:a="http://schemas.openxmlformats.org/drawingml/2006/main">
              <a:ext uri="{FF2B5EF4-FFF2-40B4-BE49-F238E27FC236}">
                <a16:creationId xmlns:a16="http://schemas.microsoft.com/office/drawing/2014/main" id="{CAFED1A6-A9C3-4F81-9816-C157916E1CC8}"/>
              </a:ext>
            </a:extLst>
          </p:cNvPr>
          <p:cNvSpPr>
            <a:spLocks xmlns:a="http://schemas.openxmlformats.org/drawingml/2006/main" noGrp="1"/>
          </p:cNvSpPr>
          <p:nvPr/>
        </p:nvSpPr>
        <p:spPr>
          <a:xfrm xmlns:a="http://schemas.openxmlformats.org/drawingml/2006/main" flipV="1">
            <a:off x="3980180" y="2164080"/>
            <a:ext cx="160020" cy="2878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sues200_satellite_to_uav_200m/sues200_satellite_to_uav_200m/seed-2/full/point-1">
            <a:extLst xmlns:a="http://schemas.openxmlformats.org/drawingml/2006/main">
              <a:ext uri="{FF2B5EF4-FFF2-40B4-BE49-F238E27FC236}">
                <a16:creationId xmlns:a16="http://schemas.microsoft.com/office/drawing/2014/main" id="{226BAEF0-6DEE-438D-A962-3B5F9685A498}"/>
              </a:ext>
            </a:extLst>
          </p:cNvPr>
          <p:cNvSpPr>
            <a:spLocks xmlns:a="http://schemas.openxmlformats.org/drawingml/2006/main" noGrp="1"/>
          </p:cNvSpPr>
          <p:nvPr/>
        </p:nvSpPr>
        <p:spPr>
          <a:xfrm xmlns:a="http://schemas.openxmlformats.org/drawingml/2006/main">
            <a:off x="2676525" y="18815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sues200_satellite_to_uav_200m/sues200_satellite_to_uav_200m/seed-2/full/point-2">
            <a:extLst xmlns:a="http://schemas.openxmlformats.org/drawingml/2006/main">
              <a:ext uri="{FF2B5EF4-FFF2-40B4-BE49-F238E27FC236}">
                <a16:creationId xmlns:a16="http://schemas.microsoft.com/office/drawing/2014/main" id="{E4F2EC08-2B4D-48A0-8CB9-611B53ADF028}"/>
              </a:ext>
            </a:extLst>
          </p:cNvPr>
          <p:cNvSpPr>
            <a:spLocks xmlns:a="http://schemas.openxmlformats.org/drawingml/2006/main" noGrp="1"/>
          </p:cNvSpPr>
          <p:nvPr/>
        </p:nvSpPr>
        <p:spPr>
          <a:xfrm xmlns:a="http://schemas.openxmlformats.org/drawingml/2006/main">
            <a:off x="2836545" y="16656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sues200_satellite_to_uav_200m/sues200_satellite_to_uav_200m/seed-2/full/point-3">
            <a:extLst xmlns:a="http://schemas.openxmlformats.org/drawingml/2006/main">
              <a:ext uri="{FF2B5EF4-FFF2-40B4-BE49-F238E27FC236}">
                <a16:creationId xmlns:a16="http://schemas.microsoft.com/office/drawing/2014/main" id="{767FB07A-DCBC-4DC6-85BC-297512304063}"/>
              </a:ext>
            </a:extLst>
          </p:cNvPr>
          <p:cNvSpPr>
            <a:spLocks xmlns:a="http://schemas.openxmlformats.org/drawingml/2006/main" noGrp="1"/>
          </p:cNvSpPr>
          <p:nvPr/>
        </p:nvSpPr>
        <p:spPr>
          <a:xfrm xmlns:a="http://schemas.openxmlformats.org/drawingml/2006/main">
            <a:off x="2996565" y="18815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sues200_satellite_to_uav_200m/sues200_satellite_to_uav_200m/seed-2/full/point-4">
            <a:extLst xmlns:a="http://schemas.openxmlformats.org/drawingml/2006/main">
              <a:ext uri="{FF2B5EF4-FFF2-40B4-BE49-F238E27FC236}">
                <a16:creationId xmlns:a16="http://schemas.microsoft.com/office/drawing/2014/main" id="{5F12E5F5-96A4-4D29-B416-AEEAA8918D37}"/>
              </a:ext>
            </a:extLst>
          </p:cNvPr>
          <p:cNvSpPr>
            <a:spLocks xmlns:a="http://schemas.openxmlformats.org/drawingml/2006/main" noGrp="1"/>
          </p:cNvSpPr>
          <p:nvPr/>
        </p:nvSpPr>
        <p:spPr>
          <a:xfrm xmlns:a="http://schemas.openxmlformats.org/drawingml/2006/main">
            <a:off x="3156585" y="19894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sues200_satellite_to_uav_200m/sues200_satellite_to_uav_200m/seed-2/full/point-5">
            <a:extLst xmlns:a="http://schemas.openxmlformats.org/drawingml/2006/main">
              <a:ext uri="{FF2B5EF4-FFF2-40B4-BE49-F238E27FC236}">
                <a16:creationId xmlns:a16="http://schemas.microsoft.com/office/drawing/2014/main" id="{DDDBED0B-0D15-4C87-A529-71B199979514}"/>
              </a:ext>
            </a:extLst>
          </p:cNvPr>
          <p:cNvSpPr>
            <a:spLocks xmlns:a="http://schemas.openxmlformats.org/drawingml/2006/main" noGrp="1"/>
          </p:cNvSpPr>
          <p:nvPr/>
        </p:nvSpPr>
        <p:spPr>
          <a:xfrm xmlns:a="http://schemas.openxmlformats.org/drawingml/2006/main">
            <a:off x="3316605" y="201104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sues200_satellite_to_uav_200m/sues200_satellite_to_uav_200m/seed-2/full/point-6">
            <a:extLst xmlns:a="http://schemas.openxmlformats.org/drawingml/2006/main">
              <a:ext uri="{FF2B5EF4-FFF2-40B4-BE49-F238E27FC236}">
                <a16:creationId xmlns:a16="http://schemas.microsoft.com/office/drawing/2014/main" id="{D4D256B7-7EF8-4FC4-B674-A7466D506B55}"/>
              </a:ext>
            </a:extLst>
          </p:cNvPr>
          <p:cNvSpPr>
            <a:spLocks xmlns:a="http://schemas.openxmlformats.org/drawingml/2006/main" noGrp="1"/>
          </p:cNvSpPr>
          <p:nvPr/>
        </p:nvSpPr>
        <p:spPr>
          <a:xfrm xmlns:a="http://schemas.openxmlformats.org/drawingml/2006/main">
            <a:off x="3476625" y="206142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sues200_satellite_to_uav_200m/sues200_satellite_to_uav_200m/seed-2/full/point-7">
            <a:extLst xmlns:a="http://schemas.openxmlformats.org/drawingml/2006/main">
              <a:ext uri="{FF2B5EF4-FFF2-40B4-BE49-F238E27FC236}">
                <a16:creationId xmlns:a16="http://schemas.microsoft.com/office/drawing/2014/main" id="{68ED93B9-DEC2-4C5A-8ADD-78A16B743E0A}"/>
              </a:ext>
            </a:extLst>
          </p:cNvPr>
          <p:cNvSpPr>
            <a:spLocks xmlns:a="http://schemas.openxmlformats.org/drawingml/2006/main" noGrp="1"/>
          </p:cNvSpPr>
          <p:nvPr/>
        </p:nvSpPr>
        <p:spPr>
          <a:xfrm xmlns:a="http://schemas.openxmlformats.org/drawingml/2006/main">
            <a:off x="3636645" y="212824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sues200_satellite_to_uav_200m/sues200_satellite_to_uav_200m/seed-2/full/point-8">
            <a:extLst xmlns:a="http://schemas.openxmlformats.org/drawingml/2006/main">
              <a:ext uri="{FF2B5EF4-FFF2-40B4-BE49-F238E27FC236}">
                <a16:creationId xmlns:a16="http://schemas.microsoft.com/office/drawing/2014/main" id="{0746C0E7-5057-4D66-9C1E-49136C13BB7A}"/>
              </a:ext>
            </a:extLst>
          </p:cNvPr>
          <p:cNvSpPr>
            <a:spLocks xmlns:a="http://schemas.openxmlformats.org/drawingml/2006/main" noGrp="1"/>
          </p:cNvSpPr>
          <p:nvPr/>
        </p:nvSpPr>
        <p:spPr>
          <a:xfrm xmlns:a="http://schemas.openxmlformats.org/drawingml/2006/main">
            <a:off x="3796665" y="215138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sues200_satellite_to_uav_200m/sues200_satellite_to_uav_200m/seed-2/full/point-9">
            <a:extLst xmlns:a="http://schemas.openxmlformats.org/drawingml/2006/main">
              <a:ext uri="{FF2B5EF4-FFF2-40B4-BE49-F238E27FC236}">
                <a16:creationId xmlns:a16="http://schemas.microsoft.com/office/drawing/2014/main" id="{20355C3B-CFA0-407E-B44C-EB395588664A}"/>
              </a:ext>
            </a:extLst>
          </p:cNvPr>
          <p:cNvSpPr>
            <a:spLocks xmlns:a="http://schemas.openxmlformats.org/drawingml/2006/main" noGrp="1"/>
          </p:cNvSpPr>
          <p:nvPr/>
        </p:nvSpPr>
        <p:spPr>
          <a:xfrm xmlns:a="http://schemas.openxmlformats.org/drawingml/2006/main">
            <a:off x="3956685" y="216937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sues200_satellite_to_uav_200m/sues200_satellite_to_uav_200m/seed-2/full/point-10">
            <a:extLst xmlns:a="http://schemas.openxmlformats.org/drawingml/2006/main">
              <a:ext uri="{FF2B5EF4-FFF2-40B4-BE49-F238E27FC236}">
                <a16:creationId xmlns:a16="http://schemas.microsoft.com/office/drawing/2014/main" id="{AF9522B0-A5B4-4617-947F-7E8C5A219C7F}"/>
              </a:ext>
            </a:extLst>
          </p:cNvPr>
          <p:cNvSpPr>
            <a:spLocks xmlns:a="http://schemas.openxmlformats.org/drawingml/2006/main" noGrp="1"/>
          </p:cNvSpPr>
          <p:nvPr/>
        </p:nvSpPr>
        <p:spPr>
          <a:xfrm xmlns:a="http://schemas.openxmlformats.org/drawingml/2006/main">
            <a:off x="4116705" y="214058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sues200_satellite_to_uav_200m/seed-2/full/AURC">
            <a:extLst xmlns:a="http://schemas.openxmlformats.org/drawingml/2006/main">
              <a:ext uri="{FF2B5EF4-FFF2-40B4-BE49-F238E27FC236}">
                <a16:creationId xmlns:a16="http://schemas.microsoft.com/office/drawing/2014/main" id="{BBAFC4EC-ECDC-4A73-94EC-EA7A8C794B25}"/>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0.5798</a:t>
            </a:r>
          </a:p>
        </p:txBody>
      </p:sp>
      <p:sp>
        <p:nvSpPr>
          <p:cNvPr id="135" name="sues200_satellite_to_uav_200m/seed-2/AURC-label">
            <a:extLst xmlns:a="http://schemas.openxmlformats.org/drawingml/2006/main">
              <a:ext uri="{FF2B5EF4-FFF2-40B4-BE49-F238E27FC236}">
                <a16:creationId xmlns:a16="http://schemas.microsoft.com/office/drawing/2014/main" id="{3065807B-DF64-4782-A59A-012DC7EDF6E5}"/>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sues200_satellite_to_uav_200m/seed-3/heading">
            <a:extLst xmlns:a="http://schemas.openxmlformats.org/drawingml/2006/main">
              <a:ext uri="{FF2B5EF4-FFF2-40B4-BE49-F238E27FC236}">
                <a16:creationId xmlns:a16="http://schemas.microsoft.com/office/drawing/2014/main" id="{01585CFB-5DD7-49F5-B311-6B1D02455B03}"/>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sues200_satellite_to_uav_200m/seed-3/y-grid-0">
            <a:extLst xmlns:a="http://schemas.openxmlformats.org/drawingml/2006/main">
              <a:ext uri="{FF2B5EF4-FFF2-40B4-BE49-F238E27FC236}">
                <a16:creationId xmlns:a16="http://schemas.microsoft.com/office/drawing/2014/main" id="{F4796697-5304-4989-A59D-C6FA6EC6343F}"/>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sues200_satellite_to_uav_200m/seed-3/y-label-0">
            <a:extLst xmlns:a="http://schemas.openxmlformats.org/drawingml/2006/main">
              <a:ext uri="{FF2B5EF4-FFF2-40B4-BE49-F238E27FC236}">
                <a16:creationId xmlns:a16="http://schemas.microsoft.com/office/drawing/2014/main" id="{5954DF66-D6A0-47A5-B69A-DD49E6C75937}"/>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sues200_satellite_to_uav_200m/seed-3/x-tick-0">
            <a:extLst xmlns:a="http://schemas.openxmlformats.org/drawingml/2006/main">
              <a:ext uri="{FF2B5EF4-FFF2-40B4-BE49-F238E27FC236}">
                <a16:creationId xmlns:a16="http://schemas.microsoft.com/office/drawing/2014/main" id="{69634C26-E9F7-471D-9643-E8C60182FB1D}"/>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sues200_satellite_to_uav_200m/seed-3/x-label-0">
            <a:extLst xmlns:a="http://schemas.openxmlformats.org/drawingml/2006/main">
              <a:ext uri="{FF2B5EF4-FFF2-40B4-BE49-F238E27FC236}">
                <a16:creationId xmlns:a16="http://schemas.microsoft.com/office/drawing/2014/main" id="{724003E2-3312-4DC7-ACA2-98110AE8E7D8}"/>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sues200_satellite_to_uav_200m/seed-3/y-grid-25">
            <a:extLst xmlns:a="http://schemas.openxmlformats.org/drawingml/2006/main">
              <a:ext uri="{FF2B5EF4-FFF2-40B4-BE49-F238E27FC236}">
                <a16:creationId xmlns:a16="http://schemas.microsoft.com/office/drawing/2014/main" id="{D2D0D0F4-2E7A-4181-8E4A-7307D81B7580}"/>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sues200_satellite_to_uav_200m/seed-3/y-label-25">
            <a:extLst xmlns:a="http://schemas.openxmlformats.org/drawingml/2006/main">
              <a:ext uri="{FF2B5EF4-FFF2-40B4-BE49-F238E27FC236}">
                <a16:creationId xmlns:a16="http://schemas.microsoft.com/office/drawing/2014/main" id="{B814EC62-A3C0-480E-ADB6-1E399F948EB2}"/>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sues200_satellite_to_uav_200m/seed-3/x-tick-25">
            <a:extLst xmlns:a="http://schemas.openxmlformats.org/drawingml/2006/main">
              <a:ext uri="{FF2B5EF4-FFF2-40B4-BE49-F238E27FC236}">
                <a16:creationId xmlns:a16="http://schemas.microsoft.com/office/drawing/2014/main" id="{ACE9D5F8-91E5-4833-B7E6-99B658E5789A}"/>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sues200_satellite_to_uav_200m/seed-3/x-label-25">
            <a:extLst xmlns:a="http://schemas.openxmlformats.org/drawingml/2006/main">
              <a:ext uri="{FF2B5EF4-FFF2-40B4-BE49-F238E27FC236}">
                <a16:creationId xmlns:a16="http://schemas.microsoft.com/office/drawing/2014/main" id="{0FB4B53C-45BB-48C0-80C8-695E0EB9914B}"/>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sues200_satellite_to_uav_200m/seed-3/y-grid-50">
            <a:extLst xmlns:a="http://schemas.openxmlformats.org/drawingml/2006/main">
              <a:ext uri="{FF2B5EF4-FFF2-40B4-BE49-F238E27FC236}">
                <a16:creationId xmlns:a16="http://schemas.microsoft.com/office/drawing/2014/main" id="{5F538FDE-6CEB-4E34-8AC0-FB17612CC53E}"/>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sues200_satellite_to_uav_200m/seed-3/y-label-50">
            <a:extLst xmlns:a="http://schemas.openxmlformats.org/drawingml/2006/main">
              <a:ext uri="{FF2B5EF4-FFF2-40B4-BE49-F238E27FC236}">
                <a16:creationId xmlns:a16="http://schemas.microsoft.com/office/drawing/2014/main" id="{EE73872B-1195-4E47-B41E-3844F1207E0F}"/>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sues200_satellite_to_uav_200m/seed-3/x-tick-50">
            <a:extLst xmlns:a="http://schemas.openxmlformats.org/drawingml/2006/main">
              <a:ext uri="{FF2B5EF4-FFF2-40B4-BE49-F238E27FC236}">
                <a16:creationId xmlns:a16="http://schemas.microsoft.com/office/drawing/2014/main" id="{BAA59485-62A4-49B7-8ECC-A837697E8AB5}"/>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sues200_satellite_to_uav_200m/seed-3/x-label-50">
            <a:extLst xmlns:a="http://schemas.openxmlformats.org/drawingml/2006/main">
              <a:ext uri="{FF2B5EF4-FFF2-40B4-BE49-F238E27FC236}">
                <a16:creationId xmlns:a16="http://schemas.microsoft.com/office/drawing/2014/main" id="{2F4280B7-2FD1-4730-9A5A-A61CEE2CB4AA}"/>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sues200_satellite_to_uav_200m/seed-3/y-grid-75">
            <a:extLst xmlns:a="http://schemas.openxmlformats.org/drawingml/2006/main">
              <a:ext uri="{FF2B5EF4-FFF2-40B4-BE49-F238E27FC236}">
                <a16:creationId xmlns:a16="http://schemas.microsoft.com/office/drawing/2014/main" id="{13BF690D-5DDE-4950-AB73-F7751972506F}"/>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sues200_satellite_to_uav_200m/seed-3/y-label-75">
            <a:extLst xmlns:a="http://schemas.openxmlformats.org/drawingml/2006/main">
              <a:ext uri="{FF2B5EF4-FFF2-40B4-BE49-F238E27FC236}">
                <a16:creationId xmlns:a16="http://schemas.microsoft.com/office/drawing/2014/main" id="{9F37FED7-5837-40BB-AA07-A5414D38AD38}"/>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sues200_satellite_to_uav_200m/seed-3/x-tick-75">
            <a:extLst xmlns:a="http://schemas.openxmlformats.org/drawingml/2006/main">
              <a:ext uri="{FF2B5EF4-FFF2-40B4-BE49-F238E27FC236}">
                <a16:creationId xmlns:a16="http://schemas.microsoft.com/office/drawing/2014/main" id="{62DC3403-8532-4F05-B209-5DA51BA77774}"/>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sues200_satellite_to_uav_200m/seed-3/x-label-75">
            <a:extLst xmlns:a="http://schemas.openxmlformats.org/drawingml/2006/main">
              <a:ext uri="{FF2B5EF4-FFF2-40B4-BE49-F238E27FC236}">
                <a16:creationId xmlns:a16="http://schemas.microsoft.com/office/drawing/2014/main" id="{FC1317C8-293F-4D8F-967B-D18BB215EBFC}"/>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sues200_satellite_to_uav_200m/seed-3/y-grid-100">
            <a:extLst xmlns:a="http://schemas.openxmlformats.org/drawingml/2006/main">
              <a:ext uri="{FF2B5EF4-FFF2-40B4-BE49-F238E27FC236}">
                <a16:creationId xmlns:a16="http://schemas.microsoft.com/office/drawing/2014/main" id="{1EF58E93-D711-46DC-AEFE-2AAF4C759B2B}"/>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sues200_satellite_to_uav_200m/seed-3/y-label-100">
            <a:extLst xmlns:a="http://schemas.openxmlformats.org/drawingml/2006/main">
              <a:ext uri="{FF2B5EF4-FFF2-40B4-BE49-F238E27FC236}">
                <a16:creationId xmlns:a16="http://schemas.microsoft.com/office/drawing/2014/main" id="{0CC93930-6E42-48A8-82EE-4794569356CD}"/>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sues200_satellite_to_uav_200m/seed-3/x-tick-100">
            <a:extLst xmlns:a="http://schemas.openxmlformats.org/drawingml/2006/main">
              <a:ext uri="{FF2B5EF4-FFF2-40B4-BE49-F238E27FC236}">
                <a16:creationId xmlns:a16="http://schemas.microsoft.com/office/drawing/2014/main" id="{B9EEAAB2-F26B-46EA-8522-B64D70D10704}"/>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sues200_satellite_to_uav_200m/seed-3/x-label-100">
            <a:extLst xmlns:a="http://schemas.openxmlformats.org/drawingml/2006/main">
              <a:ext uri="{FF2B5EF4-FFF2-40B4-BE49-F238E27FC236}">
                <a16:creationId xmlns:a16="http://schemas.microsoft.com/office/drawing/2014/main" id="{5CEC1FEB-4896-4D35-9803-FC4A0EB9BF51}"/>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sues200_satellite_to_uav_200m/seed-3/y-axis">
            <a:extLst xmlns:a="http://schemas.openxmlformats.org/drawingml/2006/main">
              <a:ext uri="{FF2B5EF4-FFF2-40B4-BE49-F238E27FC236}">
                <a16:creationId xmlns:a16="http://schemas.microsoft.com/office/drawing/2014/main" id="{6CF1E110-F59C-443A-A848-4443E30CB260}"/>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satellite_to_uav_200m/seed-3/x-axis">
            <a:extLst xmlns:a="http://schemas.openxmlformats.org/drawingml/2006/main">
              <a:ext uri="{FF2B5EF4-FFF2-40B4-BE49-F238E27FC236}">
                <a16:creationId xmlns:a16="http://schemas.microsoft.com/office/drawing/2014/main" id="{8B818E8A-8245-4BF0-A2C4-DBA3453F4DCC}"/>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sues200_satellite_to_uav_200m/sues200_satellite_to_uav_200m/seed-3/visual/segment-1-2">
            <a:extLst xmlns:a="http://schemas.openxmlformats.org/drawingml/2006/main">
              <a:ext uri="{FF2B5EF4-FFF2-40B4-BE49-F238E27FC236}">
                <a16:creationId xmlns:a16="http://schemas.microsoft.com/office/drawing/2014/main" id="{261787AA-8443-4F1C-A865-83A2DE496ED1}"/>
              </a:ext>
            </a:extLst>
          </p:cNvPr>
          <p:cNvSpPr>
            <a:spLocks xmlns:a="http://schemas.openxmlformats.org/drawingml/2006/main" noGrp="1"/>
          </p:cNvSpPr>
          <p:nvPr/>
        </p:nvSpPr>
        <p:spPr>
          <a:xfrm xmlns:a="http://schemas.openxmlformats.org/drawingml/2006/main" flipV="1">
            <a:off x="4706620" y="2444750"/>
            <a:ext cx="160020" cy="1079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sues200_satellite_to_uav_200m/sues200_satellite_to_uav_200m/seed-3/visual/segment-2-3">
            <a:extLst xmlns:a="http://schemas.openxmlformats.org/drawingml/2006/main">
              <a:ext uri="{FF2B5EF4-FFF2-40B4-BE49-F238E27FC236}">
                <a16:creationId xmlns:a16="http://schemas.microsoft.com/office/drawing/2014/main" id="{434065FA-16CB-4B12-84E3-45DD682A5383}"/>
              </a:ext>
            </a:extLst>
          </p:cNvPr>
          <p:cNvSpPr>
            <a:spLocks xmlns:a="http://schemas.openxmlformats.org/drawingml/2006/main" noGrp="1"/>
          </p:cNvSpPr>
          <p:nvPr/>
        </p:nvSpPr>
        <p:spPr>
          <a:xfrm xmlns:a="http://schemas.openxmlformats.org/drawingml/2006/main" flipV="1">
            <a:off x="4866640" y="2336800"/>
            <a:ext cx="160020" cy="1079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sues200_satellite_to_uav_200m/sues200_satellite_to_uav_200m/seed-3/visual/segment-3-4">
            <a:extLst xmlns:a="http://schemas.openxmlformats.org/drawingml/2006/main">
              <a:ext uri="{FF2B5EF4-FFF2-40B4-BE49-F238E27FC236}">
                <a16:creationId xmlns:a16="http://schemas.microsoft.com/office/drawing/2014/main" id="{9AB1AD2F-C130-490F-9745-A5896989908C}"/>
              </a:ext>
            </a:extLst>
          </p:cNvPr>
          <p:cNvSpPr>
            <a:spLocks xmlns:a="http://schemas.openxmlformats.org/drawingml/2006/main" noGrp="1"/>
          </p:cNvSpPr>
          <p:nvPr/>
        </p:nvSpPr>
        <p:spPr>
          <a:xfrm xmlns:a="http://schemas.openxmlformats.org/drawingml/2006/main" flipV="0">
            <a:off x="5026660" y="2336800"/>
            <a:ext cx="160020" cy="5397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sues200_satellite_to_uav_200m/sues200_satellite_to_uav_200m/seed-3/visual/segment-4-5">
            <a:extLst xmlns:a="http://schemas.openxmlformats.org/drawingml/2006/main">
              <a:ext uri="{FF2B5EF4-FFF2-40B4-BE49-F238E27FC236}">
                <a16:creationId xmlns:a16="http://schemas.microsoft.com/office/drawing/2014/main" id="{2C4BA5CD-7C1E-47CB-A65D-0B36F9A799B1}"/>
              </a:ext>
            </a:extLst>
          </p:cNvPr>
          <p:cNvSpPr>
            <a:spLocks xmlns:a="http://schemas.openxmlformats.org/drawingml/2006/main" noGrp="1"/>
          </p:cNvSpPr>
          <p:nvPr/>
        </p:nvSpPr>
        <p:spPr>
          <a:xfrm xmlns:a="http://schemas.openxmlformats.org/drawingml/2006/main" flipV="1">
            <a:off x="5186680" y="2379980"/>
            <a:ext cx="160020" cy="1079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sues200_satellite_to_uav_200m/sues200_satellite_to_uav_200m/seed-3/visual/segment-5-6">
            <a:extLst xmlns:a="http://schemas.openxmlformats.org/drawingml/2006/main">
              <a:ext uri="{FF2B5EF4-FFF2-40B4-BE49-F238E27FC236}">
                <a16:creationId xmlns:a16="http://schemas.microsoft.com/office/drawing/2014/main" id="{48ECE064-3963-40CA-8E39-86F5340DBA69}"/>
              </a:ext>
            </a:extLst>
          </p:cNvPr>
          <p:cNvSpPr>
            <a:spLocks xmlns:a="http://schemas.openxmlformats.org/drawingml/2006/main" noGrp="1"/>
          </p:cNvSpPr>
          <p:nvPr/>
        </p:nvSpPr>
        <p:spPr>
          <a:xfrm xmlns:a="http://schemas.openxmlformats.org/drawingml/2006/main" flipV="1">
            <a:off x="5346700" y="2264833"/>
            <a:ext cx="160020" cy="11514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sues200_satellite_to_uav_200m/sues200_satellite_to_uav_200m/seed-3/visual/segment-6-7">
            <a:extLst xmlns:a="http://schemas.openxmlformats.org/drawingml/2006/main">
              <a:ext uri="{FF2B5EF4-FFF2-40B4-BE49-F238E27FC236}">
                <a16:creationId xmlns:a16="http://schemas.microsoft.com/office/drawing/2014/main" id="{79F21564-57EF-4532-958C-E4BD25BA76EC}"/>
              </a:ext>
            </a:extLst>
          </p:cNvPr>
          <p:cNvSpPr>
            <a:spLocks xmlns:a="http://schemas.openxmlformats.org/drawingml/2006/main" noGrp="1"/>
          </p:cNvSpPr>
          <p:nvPr/>
        </p:nvSpPr>
        <p:spPr>
          <a:xfrm xmlns:a="http://schemas.openxmlformats.org/drawingml/2006/main" flipV="0">
            <a:off x="5506720" y="2264833"/>
            <a:ext cx="160020" cy="4112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sues200_satellite_to_uav_200m/sues200_satellite_to_uav_200m/seed-3/visual/segment-7-8">
            <a:extLst xmlns:a="http://schemas.openxmlformats.org/drawingml/2006/main">
              <a:ext uri="{FF2B5EF4-FFF2-40B4-BE49-F238E27FC236}">
                <a16:creationId xmlns:a16="http://schemas.microsoft.com/office/drawing/2014/main" id="{6F1D8B09-8A34-48C4-BABA-92F360854524}"/>
              </a:ext>
            </a:extLst>
          </p:cNvPr>
          <p:cNvSpPr>
            <a:spLocks xmlns:a="http://schemas.openxmlformats.org/drawingml/2006/main" noGrp="1"/>
          </p:cNvSpPr>
          <p:nvPr/>
        </p:nvSpPr>
        <p:spPr>
          <a:xfrm xmlns:a="http://schemas.openxmlformats.org/drawingml/2006/main" flipV="1">
            <a:off x="5666740" y="2282825"/>
            <a:ext cx="160020" cy="2313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sues200_satellite_to_uav_200m/sues200_satellite_to_uav_200m/seed-3/visual/segment-8-9">
            <a:extLst xmlns:a="http://schemas.openxmlformats.org/drawingml/2006/main">
              <a:ext uri="{FF2B5EF4-FFF2-40B4-BE49-F238E27FC236}">
                <a16:creationId xmlns:a16="http://schemas.microsoft.com/office/drawing/2014/main" id="{FE4ECD2B-2B1C-4C54-A256-B802DE7D5550}"/>
              </a:ext>
            </a:extLst>
          </p:cNvPr>
          <p:cNvSpPr>
            <a:spLocks xmlns:a="http://schemas.openxmlformats.org/drawingml/2006/main" noGrp="1"/>
          </p:cNvSpPr>
          <p:nvPr/>
        </p:nvSpPr>
        <p:spPr>
          <a:xfrm xmlns:a="http://schemas.openxmlformats.org/drawingml/2006/main" flipV="0">
            <a:off x="5826760" y="2282825"/>
            <a:ext cx="160020" cy="599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sues200_satellite_to_uav_200m/sues200_satellite_to_uav_200m/seed-3/visual/segment-9-10">
            <a:extLst xmlns:a="http://schemas.openxmlformats.org/drawingml/2006/main">
              <a:ext uri="{FF2B5EF4-FFF2-40B4-BE49-F238E27FC236}">
                <a16:creationId xmlns:a16="http://schemas.microsoft.com/office/drawing/2014/main" id="{2B56D401-FC42-4F25-BFCC-119B9C7B727E}"/>
              </a:ext>
            </a:extLst>
          </p:cNvPr>
          <p:cNvSpPr>
            <a:spLocks xmlns:a="http://schemas.openxmlformats.org/drawingml/2006/main" noGrp="1"/>
          </p:cNvSpPr>
          <p:nvPr/>
        </p:nvSpPr>
        <p:spPr>
          <a:xfrm xmlns:a="http://schemas.openxmlformats.org/drawingml/2006/main" flipV="0">
            <a:off x="5986780" y="2288822"/>
            <a:ext cx="160020" cy="4797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sues200_satellite_to_uav_200m/sues200_satellite_to_uav_200m/seed-3/visual/point-1">
            <a:extLst xmlns:a="http://schemas.openxmlformats.org/drawingml/2006/main">
              <a:ext uri="{FF2B5EF4-FFF2-40B4-BE49-F238E27FC236}">
                <a16:creationId xmlns:a16="http://schemas.microsoft.com/office/drawing/2014/main" id="{EFB8A131-B67D-466B-9E03-2150412D9623}"/>
              </a:ext>
            </a:extLst>
          </p:cNvPr>
          <p:cNvSpPr>
            <a:spLocks xmlns:a="http://schemas.openxmlformats.org/drawingml/2006/main" noGrp="1"/>
          </p:cNvSpPr>
          <p:nvPr/>
        </p:nvSpPr>
        <p:spPr>
          <a:xfrm xmlns:a="http://schemas.openxmlformats.org/drawingml/2006/main">
            <a:off x="468312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sues200_satellite_to_uav_200m/sues200_satellite_to_uav_200m/seed-3/visual/point-2">
            <a:extLst xmlns:a="http://schemas.openxmlformats.org/drawingml/2006/main">
              <a:ext uri="{FF2B5EF4-FFF2-40B4-BE49-F238E27FC236}">
                <a16:creationId xmlns:a16="http://schemas.microsoft.com/office/drawing/2014/main" id="{A6AAC53F-E01D-447F-9452-CED5C13DEEE7}"/>
              </a:ext>
            </a:extLst>
          </p:cNvPr>
          <p:cNvSpPr>
            <a:spLocks xmlns:a="http://schemas.openxmlformats.org/drawingml/2006/main" noGrp="1"/>
          </p:cNvSpPr>
          <p:nvPr/>
        </p:nvSpPr>
        <p:spPr>
          <a:xfrm xmlns:a="http://schemas.openxmlformats.org/drawingml/2006/main">
            <a:off x="4843145" y="242125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sues200_satellite_to_uav_200m/sues200_satellite_to_uav_200m/seed-3/visual/point-3">
            <a:extLst xmlns:a="http://schemas.openxmlformats.org/drawingml/2006/main">
              <a:ext uri="{FF2B5EF4-FFF2-40B4-BE49-F238E27FC236}">
                <a16:creationId xmlns:a16="http://schemas.microsoft.com/office/drawing/2014/main" id="{96F4094A-6FC5-4192-B36A-FBBCFE7BDD40}"/>
              </a:ext>
            </a:extLst>
          </p:cNvPr>
          <p:cNvSpPr>
            <a:spLocks xmlns:a="http://schemas.openxmlformats.org/drawingml/2006/main" noGrp="1"/>
          </p:cNvSpPr>
          <p:nvPr/>
        </p:nvSpPr>
        <p:spPr>
          <a:xfrm xmlns:a="http://schemas.openxmlformats.org/drawingml/2006/main">
            <a:off x="500316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sues200_satellite_to_uav_200m/sues200_satellite_to_uav_200m/seed-3/visual/point-4">
            <a:extLst xmlns:a="http://schemas.openxmlformats.org/drawingml/2006/main">
              <a:ext uri="{FF2B5EF4-FFF2-40B4-BE49-F238E27FC236}">
                <a16:creationId xmlns:a16="http://schemas.microsoft.com/office/drawing/2014/main" id="{73AE07A3-815A-4856-9A94-F969214C781D}"/>
              </a:ext>
            </a:extLst>
          </p:cNvPr>
          <p:cNvSpPr>
            <a:spLocks xmlns:a="http://schemas.openxmlformats.org/drawingml/2006/main" noGrp="1"/>
          </p:cNvSpPr>
          <p:nvPr/>
        </p:nvSpPr>
        <p:spPr>
          <a:xfrm xmlns:a="http://schemas.openxmlformats.org/drawingml/2006/main">
            <a:off x="5163185" y="236728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sues200_satellite_to_uav_200m/sues200_satellite_to_uav_200m/seed-3/visual/point-5">
            <a:extLst xmlns:a="http://schemas.openxmlformats.org/drawingml/2006/main">
              <a:ext uri="{FF2B5EF4-FFF2-40B4-BE49-F238E27FC236}">
                <a16:creationId xmlns:a16="http://schemas.microsoft.com/office/drawing/2014/main" id="{5652EAEA-3377-41BB-AAF9-36C95B151814}"/>
              </a:ext>
            </a:extLst>
          </p:cNvPr>
          <p:cNvSpPr>
            <a:spLocks xmlns:a="http://schemas.openxmlformats.org/drawingml/2006/main" noGrp="1"/>
          </p:cNvSpPr>
          <p:nvPr/>
        </p:nvSpPr>
        <p:spPr>
          <a:xfrm xmlns:a="http://schemas.openxmlformats.org/drawingml/2006/main">
            <a:off x="5323205" y="235648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sues200_satellite_to_uav_200m/sues200_satellite_to_uav_200m/seed-3/visual/point-6">
            <a:extLst xmlns:a="http://schemas.openxmlformats.org/drawingml/2006/main">
              <a:ext uri="{FF2B5EF4-FFF2-40B4-BE49-F238E27FC236}">
                <a16:creationId xmlns:a16="http://schemas.microsoft.com/office/drawing/2014/main" id="{17395E11-6C32-4773-B6B7-21F8E3388189}"/>
              </a:ext>
            </a:extLst>
          </p:cNvPr>
          <p:cNvSpPr>
            <a:spLocks xmlns:a="http://schemas.openxmlformats.org/drawingml/2006/main" noGrp="1"/>
          </p:cNvSpPr>
          <p:nvPr/>
        </p:nvSpPr>
        <p:spPr>
          <a:xfrm xmlns:a="http://schemas.openxmlformats.org/drawingml/2006/main">
            <a:off x="5483225" y="224133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sues200_satellite_to_uav_200m/sues200_satellite_to_uav_200m/seed-3/visual/point-7">
            <a:extLst xmlns:a="http://schemas.openxmlformats.org/drawingml/2006/main">
              <a:ext uri="{FF2B5EF4-FFF2-40B4-BE49-F238E27FC236}">
                <a16:creationId xmlns:a16="http://schemas.microsoft.com/office/drawing/2014/main" id="{268BE79A-2D10-44C7-A9E3-34DF6178CC32}"/>
              </a:ext>
            </a:extLst>
          </p:cNvPr>
          <p:cNvSpPr>
            <a:spLocks xmlns:a="http://schemas.openxmlformats.org/drawingml/2006/main" noGrp="1"/>
          </p:cNvSpPr>
          <p:nvPr/>
        </p:nvSpPr>
        <p:spPr>
          <a:xfrm xmlns:a="http://schemas.openxmlformats.org/drawingml/2006/main">
            <a:off x="5643245" y="228246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sues200_satellite_to_uav_200m/sues200_satellite_to_uav_200m/seed-3/visual/point-8">
            <a:extLst xmlns:a="http://schemas.openxmlformats.org/drawingml/2006/main">
              <a:ext uri="{FF2B5EF4-FFF2-40B4-BE49-F238E27FC236}">
                <a16:creationId xmlns:a16="http://schemas.microsoft.com/office/drawing/2014/main" id="{B55DD1EA-0D1F-4ACB-995F-F30DD380A7E8}"/>
              </a:ext>
            </a:extLst>
          </p:cNvPr>
          <p:cNvSpPr>
            <a:spLocks xmlns:a="http://schemas.openxmlformats.org/drawingml/2006/main" noGrp="1"/>
          </p:cNvSpPr>
          <p:nvPr/>
        </p:nvSpPr>
        <p:spPr>
          <a:xfrm xmlns:a="http://schemas.openxmlformats.org/drawingml/2006/main">
            <a:off x="5803265" y="225933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sues200_satellite_to_uav_200m/sues200_satellite_to_uav_200m/seed-3/visual/point-9">
            <a:extLst xmlns:a="http://schemas.openxmlformats.org/drawingml/2006/main">
              <a:ext uri="{FF2B5EF4-FFF2-40B4-BE49-F238E27FC236}">
                <a16:creationId xmlns:a16="http://schemas.microsoft.com/office/drawing/2014/main" id="{D4553441-A54B-4DCD-89FE-BCAD0EF4280E}"/>
              </a:ext>
            </a:extLst>
          </p:cNvPr>
          <p:cNvSpPr>
            <a:spLocks xmlns:a="http://schemas.openxmlformats.org/drawingml/2006/main" noGrp="1"/>
          </p:cNvSpPr>
          <p:nvPr/>
        </p:nvSpPr>
        <p:spPr>
          <a:xfrm xmlns:a="http://schemas.openxmlformats.org/drawingml/2006/main">
            <a:off x="5963285" y="226532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sues200_satellite_to_uav_200m/sues200_satellite_to_uav_200m/seed-3/visual/point-10">
            <a:extLst xmlns:a="http://schemas.openxmlformats.org/drawingml/2006/main">
              <a:ext uri="{FF2B5EF4-FFF2-40B4-BE49-F238E27FC236}">
                <a16:creationId xmlns:a16="http://schemas.microsoft.com/office/drawing/2014/main" id="{AAD97E4D-882E-44AC-BC0C-D654ADA035AE}"/>
              </a:ext>
            </a:extLst>
          </p:cNvPr>
          <p:cNvSpPr>
            <a:spLocks xmlns:a="http://schemas.openxmlformats.org/drawingml/2006/main" noGrp="1"/>
          </p:cNvSpPr>
          <p:nvPr/>
        </p:nvSpPr>
        <p:spPr>
          <a:xfrm xmlns:a="http://schemas.openxmlformats.org/drawingml/2006/main">
            <a:off x="612330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sues200_satellite_to_uav_200m/seed-3/visual/AURC">
            <a:extLst xmlns:a="http://schemas.openxmlformats.org/drawingml/2006/main">
              <a:ext uri="{FF2B5EF4-FFF2-40B4-BE49-F238E27FC236}">
                <a16:creationId xmlns:a16="http://schemas.microsoft.com/office/drawing/2014/main" id="{E00DFC61-2B2C-4949-B866-E82B00043275}"/>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0.3449</a:t>
            </a:r>
          </a:p>
        </p:txBody>
      </p:sp>
      <p:sp>
        <p:nvSpPr>
          <p:cNvPr id="179" name="sues200_satellite_to_uav_200m/sues200_satellite_to_uav_200m/seed-3/full/segment-1-2">
            <a:extLst xmlns:a="http://schemas.openxmlformats.org/drawingml/2006/main">
              <a:ext uri="{FF2B5EF4-FFF2-40B4-BE49-F238E27FC236}">
                <a16:creationId xmlns:a16="http://schemas.microsoft.com/office/drawing/2014/main" id="{E6AB8204-66F8-4CEF-986F-B6E36DC8FCCB}"/>
              </a:ext>
            </a:extLst>
          </p:cNvPr>
          <p:cNvSpPr>
            <a:spLocks xmlns:a="http://schemas.openxmlformats.org/drawingml/2006/main" noGrp="1"/>
          </p:cNvSpPr>
          <p:nvPr/>
        </p:nvSpPr>
        <p:spPr>
          <a:xfrm xmlns:a="http://schemas.openxmlformats.org/drawingml/2006/main" flipV="0">
            <a:off x="4706620" y="1905000"/>
            <a:ext cx="160020" cy="21590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sues200_satellite_to_uav_200m/sues200_satellite_to_uav_200m/seed-3/full/segment-2-3">
            <a:extLst xmlns:a="http://schemas.openxmlformats.org/drawingml/2006/main">
              <a:ext uri="{FF2B5EF4-FFF2-40B4-BE49-F238E27FC236}">
                <a16:creationId xmlns:a16="http://schemas.microsoft.com/office/drawing/2014/main" id="{AE2D2F9C-71F1-4013-A307-F86B3822CD90}"/>
              </a:ext>
            </a:extLst>
          </p:cNvPr>
          <p:cNvSpPr>
            <a:spLocks xmlns:a="http://schemas.openxmlformats.org/drawingml/2006/main" noGrp="1"/>
          </p:cNvSpPr>
          <p:nvPr/>
        </p:nvSpPr>
        <p:spPr>
          <a:xfrm xmlns:a="http://schemas.openxmlformats.org/drawingml/2006/main" flipV="0">
            <a:off x="4866640" y="2120900"/>
            <a:ext cx="160020" cy="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sues200_satellite_to_uav_200m/sues200_satellite_to_uav_200m/seed-3/full/segment-3-4">
            <a:extLst xmlns:a="http://schemas.openxmlformats.org/drawingml/2006/main">
              <a:ext uri="{FF2B5EF4-FFF2-40B4-BE49-F238E27FC236}">
                <a16:creationId xmlns:a16="http://schemas.microsoft.com/office/drawing/2014/main" id="{EBCD5DE6-6C5E-4DAC-89F2-F5832FCD69DA}"/>
              </a:ext>
            </a:extLst>
          </p:cNvPr>
          <p:cNvSpPr>
            <a:spLocks xmlns:a="http://schemas.openxmlformats.org/drawingml/2006/main" noGrp="1"/>
          </p:cNvSpPr>
          <p:nvPr/>
        </p:nvSpPr>
        <p:spPr>
          <a:xfrm xmlns:a="http://schemas.openxmlformats.org/drawingml/2006/main" flipV="0">
            <a:off x="5026660" y="2120900"/>
            <a:ext cx="160020" cy="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sues200_satellite_to_uav_200m/sues200_satellite_to_uav_200m/seed-3/full/segment-4-5">
            <a:extLst xmlns:a="http://schemas.openxmlformats.org/drawingml/2006/main">
              <a:ext uri="{FF2B5EF4-FFF2-40B4-BE49-F238E27FC236}">
                <a16:creationId xmlns:a16="http://schemas.microsoft.com/office/drawing/2014/main" id="{6E0BA05F-59D4-49CD-BB16-89E10908648E}"/>
              </a:ext>
            </a:extLst>
          </p:cNvPr>
          <p:cNvSpPr>
            <a:spLocks xmlns:a="http://schemas.openxmlformats.org/drawingml/2006/main" noGrp="1"/>
          </p:cNvSpPr>
          <p:nvPr/>
        </p:nvSpPr>
        <p:spPr>
          <a:xfrm xmlns:a="http://schemas.openxmlformats.org/drawingml/2006/main" flipV="1">
            <a:off x="5186680" y="2077720"/>
            <a:ext cx="160020" cy="4318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sues200_satellite_to_uav_200m/sues200_satellite_to_uav_200m/seed-3/full/segment-5-6">
            <a:extLst xmlns:a="http://schemas.openxmlformats.org/drawingml/2006/main">
              <a:ext uri="{FF2B5EF4-FFF2-40B4-BE49-F238E27FC236}">
                <a16:creationId xmlns:a16="http://schemas.microsoft.com/office/drawing/2014/main" id="{1E232D38-8BC8-4360-853E-F7A19508B4ED}"/>
              </a:ext>
            </a:extLst>
          </p:cNvPr>
          <p:cNvSpPr>
            <a:spLocks xmlns:a="http://schemas.openxmlformats.org/drawingml/2006/main" noGrp="1"/>
          </p:cNvSpPr>
          <p:nvPr/>
        </p:nvSpPr>
        <p:spPr>
          <a:xfrm xmlns:a="http://schemas.openxmlformats.org/drawingml/2006/main" flipV="0">
            <a:off x="5346700" y="2077720"/>
            <a:ext cx="160020" cy="15113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sues200_satellite_to_uav_200m/sues200_satellite_to_uav_200m/seed-3/full/segment-6-7">
            <a:extLst xmlns:a="http://schemas.openxmlformats.org/drawingml/2006/main">
              <a:ext uri="{FF2B5EF4-FFF2-40B4-BE49-F238E27FC236}">
                <a16:creationId xmlns:a16="http://schemas.microsoft.com/office/drawing/2014/main" id="{7E04C100-E55D-4309-87B5-1FC5EC05C83E}"/>
              </a:ext>
            </a:extLst>
          </p:cNvPr>
          <p:cNvSpPr>
            <a:spLocks xmlns:a="http://schemas.openxmlformats.org/drawingml/2006/main" noGrp="1"/>
          </p:cNvSpPr>
          <p:nvPr/>
        </p:nvSpPr>
        <p:spPr>
          <a:xfrm xmlns:a="http://schemas.openxmlformats.org/drawingml/2006/main" flipV="1">
            <a:off x="5506720" y="2182586"/>
            <a:ext cx="160020" cy="4626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sues200_satellite_to_uav_200m/sues200_satellite_to_uav_200m/seed-3/full/segment-7-8">
            <a:extLst xmlns:a="http://schemas.openxmlformats.org/drawingml/2006/main">
              <a:ext uri="{FF2B5EF4-FFF2-40B4-BE49-F238E27FC236}">
                <a16:creationId xmlns:a16="http://schemas.microsoft.com/office/drawing/2014/main" id="{6700ED73-3548-4F5F-9820-3F833EE307C6}"/>
              </a:ext>
            </a:extLst>
          </p:cNvPr>
          <p:cNvSpPr>
            <a:spLocks xmlns:a="http://schemas.openxmlformats.org/drawingml/2006/main" noGrp="1"/>
          </p:cNvSpPr>
          <p:nvPr/>
        </p:nvSpPr>
        <p:spPr>
          <a:xfrm xmlns:a="http://schemas.openxmlformats.org/drawingml/2006/main" flipV="0">
            <a:off x="5666740" y="2182586"/>
            <a:ext cx="160020" cy="1927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sues200_satellite_to_uav_200m/sues200_satellite_to_uav_200m/seed-3/full/segment-8-9">
            <a:extLst xmlns:a="http://schemas.openxmlformats.org/drawingml/2006/main">
              <a:ext uri="{FF2B5EF4-FFF2-40B4-BE49-F238E27FC236}">
                <a16:creationId xmlns:a16="http://schemas.microsoft.com/office/drawing/2014/main" id="{E99EEAE9-A7BF-4C09-9AC3-A2E232758718}"/>
              </a:ext>
            </a:extLst>
          </p:cNvPr>
          <p:cNvSpPr>
            <a:spLocks xmlns:a="http://schemas.openxmlformats.org/drawingml/2006/main" noGrp="1"/>
          </p:cNvSpPr>
          <p:nvPr/>
        </p:nvSpPr>
        <p:spPr>
          <a:xfrm xmlns:a="http://schemas.openxmlformats.org/drawingml/2006/main" flipV="1">
            <a:off x="5826760" y="2168878"/>
            <a:ext cx="160020" cy="3298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sues200_satellite_to_uav_200m/sues200_satellite_to_uav_200m/seed-3/full/segment-9-10">
            <a:extLst xmlns:a="http://schemas.openxmlformats.org/drawingml/2006/main">
              <a:ext uri="{FF2B5EF4-FFF2-40B4-BE49-F238E27FC236}">
                <a16:creationId xmlns:a16="http://schemas.microsoft.com/office/drawing/2014/main" id="{AE931A4F-E8E5-4029-955C-1EECE69FA3FE}"/>
              </a:ext>
            </a:extLst>
          </p:cNvPr>
          <p:cNvSpPr>
            <a:spLocks xmlns:a="http://schemas.openxmlformats.org/drawingml/2006/main" noGrp="1"/>
          </p:cNvSpPr>
          <p:nvPr/>
        </p:nvSpPr>
        <p:spPr>
          <a:xfrm xmlns:a="http://schemas.openxmlformats.org/drawingml/2006/main" flipV="1">
            <a:off x="5986780" y="2142490"/>
            <a:ext cx="160020" cy="2638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sues200_satellite_to_uav_200m/sues200_satellite_to_uav_200m/seed-3/full/point-1">
            <a:extLst xmlns:a="http://schemas.openxmlformats.org/drawingml/2006/main">
              <a:ext uri="{FF2B5EF4-FFF2-40B4-BE49-F238E27FC236}">
                <a16:creationId xmlns:a16="http://schemas.microsoft.com/office/drawing/2014/main" id="{C8578E2B-BE4E-4F74-BF3C-536B3A4F8613}"/>
              </a:ext>
            </a:extLst>
          </p:cNvPr>
          <p:cNvSpPr>
            <a:spLocks xmlns:a="http://schemas.openxmlformats.org/drawingml/2006/main" noGrp="1"/>
          </p:cNvSpPr>
          <p:nvPr/>
        </p:nvSpPr>
        <p:spPr>
          <a:xfrm xmlns:a="http://schemas.openxmlformats.org/drawingml/2006/main">
            <a:off x="4683125" y="18815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sues200_satellite_to_uav_200m/sues200_satellite_to_uav_200m/seed-3/full/point-2">
            <a:extLst xmlns:a="http://schemas.openxmlformats.org/drawingml/2006/main">
              <a:ext uri="{FF2B5EF4-FFF2-40B4-BE49-F238E27FC236}">
                <a16:creationId xmlns:a16="http://schemas.microsoft.com/office/drawing/2014/main" id="{0A7B737C-5A55-441C-9898-38A60B387379}"/>
              </a:ext>
            </a:extLst>
          </p:cNvPr>
          <p:cNvSpPr>
            <a:spLocks xmlns:a="http://schemas.openxmlformats.org/drawingml/2006/main" noGrp="1"/>
          </p:cNvSpPr>
          <p:nvPr/>
        </p:nvSpPr>
        <p:spPr>
          <a:xfrm xmlns:a="http://schemas.openxmlformats.org/drawingml/2006/main">
            <a:off x="4843145" y="20974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sues200_satellite_to_uav_200m/sues200_satellite_to_uav_200m/seed-3/full/point-3">
            <a:extLst xmlns:a="http://schemas.openxmlformats.org/drawingml/2006/main">
              <a:ext uri="{FF2B5EF4-FFF2-40B4-BE49-F238E27FC236}">
                <a16:creationId xmlns:a16="http://schemas.microsoft.com/office/drawing/2014/main" id="{E845A7A4-8F61-4117-8ED4-6812EA4100AC}"/>
              </a:ext>
            </a:extLst>
          </p:cNvPr>
          <p:cNvSpPr>
            <a:spLocks xmlns:a="http://schemas.openxmlformats.org/drawingml/2006/main" noGrp="1"/>
          </p:cNvSpPr>
          <p:nvPr/>
        </p:nvSpPr>
        <p:spPr>
          <a:xfrm xmlns:a="http://schemas.openxmlformats.org/drawingml/2006/main">
            <a:off x="5003165" y="20974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sues200_satellite_to_uav_200m/sues200_satellite_to_uav_200m/seed-3/full/point-4">
            <a:extLst xmlns:a="http://schemas.openxmlformats.org/drawingml/2006/main">
              <a:ext uri="{FF2B5EF4-FFF2-40B4-BE49-F238E27FC236}">
                <a16:creationId xmlns:a16="http://schemas.microsoft.com/office/drawing/2014/main" id="{6EA70AE7-4F36-456F-A6F0-DA40F1A86435}"/>
              </a:ext>
            </a:extLst>
          </p:cNvPr>
          <p:cNvSpPr>
            <a:spLocks xmlns:a="http://schemas.openxmlformats.org/drawingml/2006/main" noGrp="1"/>
          </p:cNvSpPr>
          <p:nvPr/>
        </p:nvSpPr>
        <p:spPr>
          <a:xfrm xmlns:a="http://schemas.openxmlformats.org/drawingml/2006/main">
            <a:off x="5163185" y="20974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sues200_satellite_to_uav_200m/sues200_satellite_to_uav_200m/seed-3/full/point-5">
            <a:extLst xmlns:a="http://schemas.openxmlformats.org/drawingml/2006/main">
              <a:ext uri="{FF2B5EF4-FFF2-40B4-BE49-F238E27FC236}">
                <a16:creationId xmlns:a16="http://schemas.microsoft.com/office/drawing/2014/main" id="{CA0C69D0-BD09-408C-B08A-4BA16C2174D5}"/>
              </a:ext>
            </a:extLst>
          </p:cNvPr>
          <p:cNvSpPr>
            <a:spLocks xmlns:a="http://schemas.openxmlformats.org/drawingml/2006/main" noGrp="1"/>
          </p:cNvSpPr>
          <p:nvPr/>
        </p:nvSpPr>
        <p:spPr>
          <a:xfrm xmlns:a="http://schemas.openxmlformats.org/drawingml/2006/main">
            <a:off x="5323205" y="20542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sues200_satellite_to_uav_200m/sues200_satellite_to_uav_200m/seed-3/full/point-6">
            <a:extLst xmlns:a="http://schemas.openxmlformats.org/drawingml/2006/main">
              <a:ext uri="{FF2B5EF4-FFF2-40B4-BE49-F238E27FC236}">
                <a16:creationId xmlns:a16="http://schemas.microsoft.com/office/drawing/2014/main" id="{97C7614D-D712-453A-86B0-4D7C3331C60E}"/>
              </a:ext>
            </a:extLst>
          </p:cNvPr>
          <p:cNvSpPr>
            <a:spLocks xmlns:a="http://schemas.openxmlformats.org/drawingml/2006/main" noGrp="1"/>
          </p:cNvSpPr>
          <p:nvPr/>
        </p:nvSpPr>
        <p:spPr>
          <a:xfrm xmlns:a="http://schemas.openxmlformats.org/drawingml/2006/main">
            <a:off x="5483225" y="22053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sues200_satellite_to_uav_200m/sues200_satellite_to_uav_200m/seed-3/full/point-7">
            <a:extLst xmlns:a="http://schemas.openxmlformats.org/drawingml/2006/main">
              <a:ext uri="{FF2B5EF4-FFF2-40B4-BE49-F238E27FC236}">
                <a16:creationId xmlns:a16="http://schemas.microsoft.com/office/drawing/2014/main" id="{BC779814-60EE-4BE7-B63C-3D386332E0E1}"/>
              </a:ext>
            </a:extLst>
          </p:cNvPr>
          <p:cNvSpPr>
            <a:spLocks xmlns:a="http://schemas.openxmlformats.org/drawingml/2006/main" noGrp="1"/>
          </p:cNvSpPr>
          <p:nvPr/>
        </p:nvSpPr>
        <p:spPr>
          <a:xfrm xmlns:a="http://schemas.openxmlformats.org/drawingml/2006/main">
            <a:off x="5643245" y="215909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sues200_satellite_to_uav_200m/sues200_satellite_to_uav_200m/seed-3/full/point-8">
            <a:extLst xmlns:a="http://schemas.openxmlformats.org/drawingml/2006/main">
              <a:ext uri="{FF2B5EF4-FFF2-40B4-BE49-F238E27FC236}">
                <a16:creationId xmlns:a16="http://schemas.microsoft.com/office/drawing/2014/main" id="{AAEDA96D-632C-4140-90D5-7B801867E771}"/>
              </a:ext>
            </a:extLst>
          </p:cNvPr>
          <p:cNvSpPr>
            <a:spLocks xmlns:a="http://schemas.openxmlformats.org/drawingml/2006/main" noGrp="1"/>
          </p:cNvSpPr>
          <p:nvPr/>
        </p:nvSpPr>
        <p:spPr>
          <a:xfrm xmlns:a="http://schemas.openxmlformats.org/drawingml/2006/main">
            <a:off x="5803265" y="217836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sues200_satellite_to_uav_200m/sues200_satellite_to_uav_200m/seed-3/full/point-9">
            <a:extLst xmlns:a="http://schemas.openxmlformats.org/drawingml/2006/main">
              <a:ext uri="{FF2B5EF4-FFF2-40B4-BE49-F238E27FC236}">
                <a16:creationId xmlns:a16="http://schemas.microsoft.com/office/drawing/2014/main" id="{16246B2A-B71B-4BAF-AA74-E8ECBEFD9A65}"/>
              </a:ext>
            </a:extLst>
          </p:cNvPr>
          <p:cNvSpPr>
            <a:spLocks xmlns:a="http://schemas.openxmlformats.org/drawingml/2006/main" noGrp="1"/>
          </p:cNvSpPr>
          <p:nvPr/>
        </p:nvSpPr>
        <p:spPr>
          <a:xfrm xmlns:a="http://schemas.openxmlformats.org/drawingml/2006/main">
            <a:off x="5963285" y="214538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sues200_satellite_to_uav_200m/sues200_satellite_to_uav_200m/seed-3/full/point-10">
            <a:extLst xmlns:a="http://schemas.openxmlformats.org/drawingml/2006/main">
              <a:ext uri="{FF2B5EF4-FFF2-40B4-BE49-F238E27FC236}">
                <a16:creationId xmlns:a16="http://schemas.microsoft.com/office/drawing/2014/main" id="{7F7EE950-7EEF-47F7-9237-C323EAE980A2}"/>
              </a:ext>
            </a:extLst>
          </p:cNvPr>
          <p:cNvSpPr>
            <a:spLocks xmlns:a="http://schemas.openxmlformats.org/drawingml/2006/main" noGrp="1"/>
          </p:cNvSpPr>
          <p:nvPr/>
        </p:nvSpPr>
        <p:spPr>
          <a:xfrm xmlns:a="http://schemas.openxmlformats.org/drawingml/2006/main">
            <a:off x="6123305" y="211899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sues200_satellite_to_uav_200m/seed-3/full/AURC">
            <a:extLst xmlns:a="http://schemas.openxmlformats.org/drawingml/2006/main">
              <a:ext uri="{FF2B5EF4-FFF2-40B4-BE49-F238E27FC236}">
                <a16:creationId xmlns:a16="http://schemas.microsoft.com/office/drawing/2014/main" id="{0AD9BBE7-13B1-492C-B31E-E1681072AF1C}"/>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0.5162</a:t>
            </a:r>
          </a:p>
        </p:txBody>
      </p:sp>
      <p:sp>
        <p:nvSpPr>
          <p:cNvPr id="199" name="sues200_satellite_to_uav_200m/seed-3/AURC-label">
            <a:extLst xmlns:a="http://schemas.openxmlformats.org/drawingml/2006/main">
              <a:ext uri="{FF2B5EF4-FFF2-40B4-BE49-F238E27FC236}">
                <a16:creationId xmlns:a16="http://schemas.microsoft.com/office/drawing/2014/main" id="{4C62E66E-BAB8-4333-83E9-B687DEFE0886}"/>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sues200_satellite_to_uav_200m/coverage-axis-label">
            <a:extLst xmlns:a="http://schemas.openxmlformats.org/drawingml/2006/main">
              <a:ext uri="{FF2B5EF4-FFF2-40B4-BE49-F238E27FC236}">
                <a16:creationId xmlns:a16="http://schemas.microsoft.com/office/drawing/2014/main" id="{229DA975-4433-45EC-A612-61867C6AA01D}"/>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sues200_satellite_to_uav_200m/footnote-1">
            <a:extLst xmlns:a="http://schemas.openxmlformats.org/drawingml/2006/main">
              <a:ext uri="{FF2B5EF4-FFF2-40B4-BE49-F238E27FC236}">
                <a16:creationId xmlns:a16="http://schemas.microsoft.com/office/drawing/2014/main" id="{D3F74020-7337-4A5E-B15A-92CF9D864CC7}"/>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sues200_satellite_to_uav_200m/footnote-2">
            <a:extLst xmlns:a="http://schemas.openxmlformats.org/drawingml/2006/main">
              <a:ext uri="{FF2B5EF4-FFF2-40B4-BE49-F238E27FC236}">
                <a16:creationId xmlns:a16="http://schemas.microsoft.com/office/drawing/2014/main" id="{BFA05154-657C-4147-BF28-D57A2D9A2A64}"/>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sues200_satellite_to_uav_200m/footnote-3">
            <a:extLst xmlns:a="http://schemas.openxmlformats.org/drawingml/2006/main">
              <a:ext uri="{FF2B5EF4-FFF2-40B4-BE49-F238E27FC236}">
                <a16:creationId xmlns:a16="http://schemas.microsoft.com/office/drawing/2014/main" id="{5E43E5D1-DC3A-4AA2-900A-5FAC8913419F}"/>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sues200_satellite_to_uav_200m/footnote-4">
            <a:extLst xmlns:a="http://schemas.openxmlformats.org/drawingml/2006/main">
              <a:ext uri="{FF2B5EF4-FFF2-40B4-BE49-F238E27FC236}">
                <a16:creationId xmlns:a16="http://schemas.microsoft.com/office/drawing/2014/main" id="{5B97A86A-2CB8-4F7C-AF8D-121CF0F7F95C}"/>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5494434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sues200_uav_250m_to_satellite/title">
            <a:extLst xmlns:a="http://schemas.openxmlformats.org/drawingml/2006/main">
              <a:ext uri="{FF2B5EF4-FFF2-40B4-BE49-F238E27FC236}">
                <a16:creationId xmlns:a16="http://schemas.microsoft.com/office/drawing/2014/main" id="{D1ACAE27-27C3-40EF-A9DC-9220D0AC9DD2}"/>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250 m → satellite</a:t>
            </a:r>
          </a:p>
        </p:txBody>
      </p:sp>
      <p:sp>
        <p:nvSpPr>
          <p:cNvPr id="2" name="sues200_uav_250m_to_satellite/subtitle">
            <a:extLst xmlns:a="http://schemas.openxmlformats.org/drawingml/2006/main">
              <a:ext uri="{FF2B5EF4-FFF2-40B4-BE49-F238E27FC236}">
                <a16:creationId xmlns:a16="http://schemas.microsoft.com/office/drawing/2014/main" id="{31EFCCD8-7A3C-4941-8ADC-EB5845A53C85}"/>
              </a:ext>
            </a:extLst>
          </p:cNvPr>
          <p:cNvSpPr>
            <a:spLocks xmlns:a="http://schemas.openxmlformats.org/drawingml/2006/main" noGrp="1"/>
          </p:cNvSpPr>
          <p:nvPr/>
        </p:nvSpPr>
        <p:spPr>
          <a:xfrm xmlns:a="http://schemas.openxmlformats.org/drawingml/2006/main">
            <a:off x="190500" y="326644"/>
            <a:ext cx="3271838"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4,000 queries</a:t>
            </a:r>
          </a:p>
        </p:txBody>
      </p:sp>
      <p:sp>
        <p:nvSpPr>
          <p:cNvPr id="3" name="sues200_uav_250m_to_satellite/legend/visual/marker">
            <a:extLst xmlns:a="http://schemas.openxmlformats.org/drawingml/2006/main">
              <a:ext uri="{FF2B5EF4-FFF2-40B4-BE49-F238E27FC236}">
                <a16:creationId xmlns:a16="http://schemas.microsoft.com/office/drawing/2014/main" id="{4BA28D5F-606F-4E86-8F65-BFB61401F61C}"/>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sues200_uav_250m_to_satellite/legend/visual/text">
            <a:extLst xmlns:a="http://schemas.openxmlformats.org/drawingml/2006/main">
              <a:ext uri="{FF2B5EF4-FFF2-40B4-BE49-F238E27FC236}">
                <a16:creationId xmlns:a16="http://schemas.microsoft.com/office/drawing/2014/main" id="{0BA45DCF-1434-48C1-AD98-F6915E1634C4}"/>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sues200_uav_250m_to_satellite/legend/full/marker">
            <a:extLst xmlns:a="http://schemas.openxmlformats.org/drawingml/2006/main">
              <a:ext uri="{FF2B5EF4-FFF2-40B4-BE49-F238E27FC236}">
                <a16:creationId xmlns:a16="http://schemas.microsoft.com/office/drawing/2014/main" id="{8D359CB6-A3D7-446D-9036-37B806DD0D69}"/>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sues200_uav_250m_to_satellite/legend/full/text">
            <a:extLst xmlns:a="http://schemas.openxmlformats.org/drawingml/2006/main">
              <a:ext uri="{FF2B5EF4-FFF2-40B4-BE49-F238E27FC236}">
                <a16:creationId xmlns:a16="http://schemas.microsoft.com/office/drawing/2014/main" id="{37D131F2-6972-4D41-8DA5-3B66AF00A1FA}"/>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sues200_uav_250m_to_satellite/risk-axis-label">
            <a:extLst xmlns:a="http://schemas.openxmlformats.org/drawingml/2006/main">
              <a:ext uri="{FF2B5EF4-FFF2-40B4-BE49-F238E27FC236}">
                <a16:creationId xmlns:a16="http://schemas.microsoft.com/office/drawing/2014/main" id="{B9ACCD49-C7B3-4E9D-8AF8-162D8323CABE}"/>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sues200_uav_250m_to_satellite/seed-1/heading">
            <a:extLst xmlns:a="http://schemas.openxmlformats.org/drawingml/2006/main">
              <a:ext uri="{FF2B5EF4-FFF2-40B4-BE49-F238E27FC236}">
                <a16:creationId xmlns:a16="http://schemas.microsoft.com/office/drawing/2014/main" id="{5989BCC8-9B05-4AB3-AB67-8F7C6D4254E0}"/>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uav_250m_to_satellite/seed-1/y-grid-0">
            <a:extLst xmlns:a="http://schemas.openxmlformats.org/drawingml/2006/main">
              <a:ext uri="{FF2B5EF4-FFF2-40B4-BE49-F238E27FC236}">
                <a16:creationId xmlns:a16="http://schemas.microsoft.com/office/drawing/2014/main" id="{8492657B-50C2-470C-B174-102B41E6469F}"/>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uav_250m_to_satellite/seed-1/y-label-0">
            <a:extLst xmlns:a="http://schemas.openxmlformats.org/drawingml/2006/main">
              <a:ext uri="{FF2B5EF4-FFF2-40B4-BE49-F238E27FC236}">
                <a16:creationId xmlns:a16="http://schemas.microsoft.com/office/drawing/2014/main" id="{CB2F9313-44D2-419D-ACE7-A630379AADFC}"/>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uav_250m_to_satellite/seed-1/x-tick-0">
            <a:extLst xmlns:a="http://schemas.openxmlformats.org/drawingml/2006/main">
              <a:ext uri="{FF2B5EF4-FFF2-40B4-BE49-F238E27FC236}">
                <a16:creationId xmlns:a16="http://schemas.microsoft.com/office/drawing/2014/main" id="{1E6D9A49-B7D1-4CCE-A093-5DDC229495AE}"/>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uav_250m_to_satellite/seed-1/x-label-0">
            <a:extLst xmlns:a="http://schemas.openxmlformats.org/drawingml/2006/main">
              <a:ext uri="{FF2B5EF4-FFF2-40B4-BE49-F238E27FC236}">
                <a16:creationId xmlns:a16="http://schemas.microsoft.com/office/drawing/2014/main" id="{75B84F91-41BF-409A-B814-8B29F62EE5F9}"/>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250m_to_satellite/seed-1/y-grid-25">
            <a:extLst xmlns:a="http://schemas.openxmlformats.org/drawingml/2006/main">
              <a:ext uri="{FF2B5EF4-FFF2-40B4-BE49-F238E27FC236}">
                <a16:creationId xmlns:a16="http://schemas.microsoft.com/office/drawing/2014/main" id="{6DBA8AC5-8F31-42E4-A378-0B169F0E6CCD}"/>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uav_250m_to_satellite/seed-1/y-label-25">
            <a:extLst xmlns:a="http://schemas.openxmlformats.org/drawingml/2006/main">
              <a:ext uri="{FF2B5EF4-FFF2-40B4-BE49-F238E27FC236}">
                <a16:creationId xmlns:a16="http://schemas.microsoft.com/office/drawing/2014/main" id="{03DCD3DD-7D46-40F9-899E-F8305E2EC3FE}"/>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uav_250m_to_satellite/seed-1/x-tick-25">
            <a:extLst xmlns:a="http://schemas.openxmlformats.org/drawingml/2006/main">
              <a:ext uri="{FF2B5EF4-FFF2-40B4-BE49-F238E27FC236}">
                <a16:creationId xmlns:a16="http://schemas.microsoft.com/office/drawing/2014/main" id="{4F41604B-F1E5-42B4-A864-84C698ECB7C2}"/>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uav_250m_to_satellite/seed-1/x-label-25">
            <a:extLst xmlns:a="http://schemas.openxmlformats.org/drawingml/2006/main">
              <a:ext uri="{FF2B5EF4-FFF2-40B4-BE49-F238E27FC236}">
                <a16:creationId xmlns:a16="http://schemas.microsoft.com/office/drawing/2014/main" id="{5673A9CC-3153-4DF6-A255-6CDB5ED2E266}"/>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uav_250m_to_satellite/seed-1/y-grid-50">
            <a:extLst xmlns:a="http://schemas.openxmlformats.org/drawingml/2006/main">
              <a:ext uri="{FF2B5EF4-FFF2-40B4-BE49-F238E27FC236}">
                <a16:creationId xmlns:a16="http://schemas.microsoft.com/office/drawing/2014/main" id="{17C81526-B62D-4DFF-9B83-B21F8F4B7D8A}"/>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uav_250m_to_satellite/seed-1/y-label-50">
            <a:extLst xmlns:a="http://schemas.openxmlformats.org/drawingml/2006/main">
              <a:ext uri="{FF2B5EF4-FFF2-40B4-BE49-F238E27FC236}">
                <a16:creationId xmlns:a16="http://schemas.microsoft.com/office/drawing/2014/main" id="{AD29F3E8-49BA-4D02-B8D1-51ADAA7928E9}"/>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uav_250m_to_satellite/seed-1/x-tick-50">
            <a:extLst xmlns:a="http://schemas.openxmlformats.org/drawingml/2006/main">
              <a:ext uri="{FF2B5EF4-FFF2-40B4-BE49-F238E27FC236}">
                <a16:creationId xmlns:a16="http://schemas.microsoft.com/office/drawing/2014/main" id="{1809FF79-C326-44F3-B92F-96D02467D143}"/>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uav_250m_to_satellite/seed-1/x-label-50">
            <a:extLst xmlns:a="http://schemas.openxmlformats.org/drawingml/2006/main">
              <a:ext uri="{FF2B5EF4-FFF2-40B4-BE49-F238E27FC236}">
                <a16:creationId xmlns:a16="http://schemas.microsoft.com/office/drawing/2014/main" id="{6926EB8C-461F-4A5F-82DC-002005174BCB}"/>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uav_250m_to_satellite/seed-1/y-grid-75">
            <a:extLst xmlns:a="http://schemas.openxmlformats.org/drawingml/2006/main">
              <a:ext uri="{FF2B5EF4-FFF2-40B4-BE49-F238E27FC236}">
                <a16:creationId xmlns:a16="http://schemas.microsoft.com/office/drawing/2014/main" id="{FF8F5967-3497-4EC4-BE12-25C38FAADDF8}"/>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uav_250m_to_satellite/seed-1/y-label-75">
            <a:extLst xmlns:a="http://schemas.openxmlformats.org/drawingml/2006/main">
              <a:ext uri="{FF2B5EF4-FFF2-40B4-BE49-F238E27FC236}">
                <a16:creationId xmlns:a16="http://schemas.microsoft.com/office/drawing/2014/main" id="{57513F0D-F896-4AFD-B9F8-E6D2A7BC100E}"/>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uav_250m_to_satellite/seed-1/x-tick-75">
            <a:extLst xmlns:a="http://schemas.openxmlformats.org/drawingml/2006/main">
              <a:ext uri="{FF2B5EF4-FFF2-40B4-BE49-F238E27FC236}">
                <a16:creationId xmlns:a16="http://schemas.microsoft.com/office/drawing/2014/main" id="{6AE2B0FB-3B70-4075-BB65-FC361DB8FA05}"/>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uav_250m_to_satellite/seed-1/x-label-75">
            <a:extLst xmlns:a="http://schemas.openxmlformats.org/drawingml/2006/main">
              <a:ext uri="{FF2B5EF4-FFF2-40B4-BE49-F238E27FC236}">
                <a16:creationId xmlns:a16="http://schemas.microsoft.com/office/drawing/2014/main" id="{D1F21387-53A0-4F5B-A6B2-CAE99427AB93}"/>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uav_250m_to_satellite/seed-1/y-grid-100">
            <a:extLst xmlns:a="http://schemas.openxmlformats.org/drawingml/2006/main">
              <a:ext uri="{FF2B5EF4-FFF2-40B4-BE49-F238E27FC236}">
                <a16:creationId xmlns:a16="http://schemas.microsoft.com/office/drawing/2014/main" id="{158724CF-78D5-40F8-A755-643C391BA6FD}"/>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uav_250m_to_satellite/seed-1/y-label-100">
            <a:extLst xmlns:a="http://schemas.openxmlformats.org/drawingml/2006/main">
              <a:ext uri="{FF2B5EF4-FFF2-40B4-BE49-F238E27FC236}">
                <a16:creationId xmlns:a16="http://schemas.microsoft.com/office/drawing/2014/main" id="{5ED5A197-B08A-4792-BA8E-E03B9EC1A5C8}"/>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uav_250m_to_satellite/seed-1/x-tick-100">
            <a:extLst xmlns:a="http://schemas.openxmlformats.org/drawingml/2006/main">
              <a:ext uri="{FF2B5EF4-FFF2-40B4-BE49-F238E27FC236}">
                <a16:creationId xmlns:a16="http://schemas.microsoft.com/office/drawing/2014/main" id="{34B2A80B-A348-4A24-9151-28A5ADA7BD53}"/>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uav_250m_to_satellite/seed-1/x-label-100">
            <a:extLst xmlns:a="http://schemas.openxmlformats.org/drawingml/2006/main">
              <a:ext uri="{FF2B5EF4-FFF2-40B4-BE49-F238E27FC236}">
                <a16:creationId xmlns:a16="http://schemas.microsoft.com/office/drawing/2014/main" id="{27EC0B96-808D-4F22-9A6C-99B9E6EC18FC}"/>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uav_250m_to_satellite/seed-1/y-axis">
            <a:extLst xmlns:a="http://schemas.openxmlformats.org/drawingml/2006/main">
              <a:ext uri="{FF2B5EF4-FFF2-40B4-BE49-F238E27FC236}">
                <a16:creationId xmlns:a16="http://schemas.microsoft.com/office/drawing/2014/main" id="{94F9D62D-EED2-4782-B355-5BCA9E55871A}"/>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250m_to_satellite/seed-1/x-axis">
            <a:extLst xmlns:a="http://schemas.openxmlformats.org/drawingml/2006/main">
              <a:ext uri="{FF2B5EF4-FFF2-40B4-BE49-F238E27FC236}">
                <a16:creationId xmlns:a16="http://schemas.microsoft.com/office/drawing/2014/main" id="{CB8F8857-5454-467C-B1FB-BD71323DCBA4}"/>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uav_250m_to_satellite/sues200_uav_250m_to_satellite/seed-1/visual/segment-1-2">
            <a:extLst xmlns:a="http://schemas.openxmlformats.org/drawingml/2006/main">
              <a:ext uri="{FF2B5EF4-FFF2-40B4-BE49-F238E27FC236}">
                <a16:creationId xmlns:a16="http://schemas.microsoft.com/office/drawing/2014/main" id="{8121B3C8-BCBB-4557-BE5F-4DBE3BC66F39}"/>
              </a:ext>
            </a:extLst>
          </p:cNvPr>
          <p:cNvSpPr>
            <a:spLocks xmlns:a="http://schemas.openxmlformats.org/drawingml/2006/main" noGrp="1"/>
          </p:cNvSpPr>
          <p:nvPr/>
        </p:nvSpPr>
        <p:spPr>
          <a:xfrm xmlns:a="http://schemas.openxmlformats.org/drawingml/2006/main" flipV="1">
            <a:off x="693420" y="2453386"/>
            <a:ext cx="160020" cy="863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sues200_uav_250m_to_satellite/sues200_uav_250m_to_satellite/seed-1/visual/segment-2-3">
            <a:extLst xmlns:a="http://schemas.openxmlformats.org/drawingml/2006/main">
              <a:ext uri="{FF2B5EF4-FFF2-40B4-BE49-F238E27FC236}">
                <a16:creationId xmlns:a16="http://schemas.microsoft.com/office/drawing/2014/main" id="{D47EFA49-EC6F-4A56-8174-4E362545E604}"/>
              </a:ext>
            </a:extLst>
          </p:cNvPr>
          <p:cNvSpPr>
            <a:spLocks xmlns:a="http://schemas.openxmlformats.org/drawingml/2006/main" noGrp="1"/>
          </p:cNvSpPr>
          <p:nvPr/>
        </p:nvSpPr>
        <p:spPr>
          <a:xfrm xmlns:a="http://schemas.openxmlformats.org/drawingml/2006/main" flipV="1">
            <a:off x="853440" y="2415963"/>
            <a:ext cx="160020" cy="3742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sues200_uav_250m_to_satellite/sues200_uav_250m_to_satellite/seed-1/visual/segment-3-4">
            <a:extLst xmlns:a="http://schemas.openxmlformats.org/drawingml/2006/main">
              <a:ext uri="{FF2B5EF4-FFF2-40B4-BE49-F238E27FC236}">
                <a16:creationId xmlns:a16="http://schemas.microsoft.com/office/drawing/2014/main" id="{D266EF39-054E-4B4A-BB94-C2332ACE3F63}"/>
              </a:ext>
            </a:extLst>
          </p:cNvPr>
          <p:cNvSpPr>
            <a:spLocks xmlns:a="http://schemas.openxmlformats.org/drawingml/2006/main" noGrp="1"/>
          </p:cNvSpPr>
          <p:nvPr/>
        </p:nvSpPr>
        <p:spPr>
          <a:xfrm xmlns:a="http://schemas.openxmlformats.org/drawingml/2006/main" flipV="1">
            <a:off x="1013460" y="2368105"/>
            <a:ext cx="160020" cy="4785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sues200_uav_250m_to_satellite/sues200_uav_250m_to_satellite/seed-1/visual/segment-4-5">
            <a:extLst xmlns:a="http://schemas.openxmlformats.org/drawingml/2006/main">
              <a:ext uri="{FF2B5EF4-FFF2-40B4-BE49-F238E27FC236}">
                <a16:creationId xmlns:a16="http://schemas.microsoft.com/office/drawing/2014/main" id="{0C658CAC-47A5-492D-81D2-AD7BDD2FF340}"/>
              </a:ext>
            </a:extLst>
          </p:cNvPr>
          <p:cNvSpPr>
            <a:spLocks xmlns:a="http://schemas.openxmlformats.org/drawingml/2006/main" noGrp="1"/>
          </p:cNvSpPr>
          <p:nvPr/>
        </p:nvSpPr>
        <p:spPr>
          <a:xfrm xmlns:a="http://schemas.openxmlformats.org/drawingml/2006/main" flipV="1">
            <a:off x="1173480" y="2316937"/>
            <a:ext cx="160020" cy="5116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sues200_uav_250m_to_satellite/sues200_uav_250m_to_satellite/seed-1/visual/segment-5-6">
            <a:extLst xmlns:a="http://schemas.openxmlformats.org/drawingml/2006/main">
              <a:ext uri="{FF2B5EF4-FFF2-40B4-BE49-F238E27FC236}">
                <a16:creationId xmlns:a16="http://schemas.microsoft.com/office/drawing/2014/main" id="{841A8976-4CC1-4998-822B-245B290CBE94}"/>
              </a:ext>
            </a:extLst>
          </p:cNvPr>
          <p:cNvSpPr>
            <a:spLocks xmlns:a="http://schemas.openxmlformats.org/drawingml/2006/main" noGrp="1"/>
          </p:cNvSpPr>
          <p:nvPr/>
        </p:nvSpPr>
        <p:spPr>
          <a:xfrm xmlns:a="http://schemas.openxmlformats.org/drawingml/2006/main" flipV="1">
            <a:off x="1333500" y="2263394"/>
            <a:ext cx="160020" cy="5354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sues200_uav_250m_to_satellite/sues200_uav_250m_to_satellite/seed-1/visual/segment-6-7">
            <a:extLst xmlns:a="http://schemas.openxmlformats.org/drawingml/2006/main">
              <a:ext uri="{FF2B5EF4-FFF2-40B4-BE49-F238E27FC236}">
                <a16:creationId xmlns:a16="http://schemas.microsoft.com/office/drawing/2014/main" id="{07B59226-6BFB-4B3A-9210-23365052E15E}"/>
              </a:ext>
            </a:extLst>
          </p:cNvPr>
          <p:cNvSpPr>
            <a:spLocks xmlns:a="http://schemas.openxmlformats.org/drawingml/2006/main" noGrp="1"/>
          </p:cNvSpPr>
          <p:nvPr/>
        </p:nvSpPr>
        <p:spPr>
          <a:xfrm xmlns:a="http://schemas.openxmlformats.org/drawingml/2006/main" flipV="1">
            <a:off x="1493520" y="2214662"/>
            <a:ext cx="160020" cy="4873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sues200_uav_250m_to_satellite/sues200_uav_250m_to_satellite/seed-1/visual/segment-7-8">
            <a:extLst xmlns:a="http://schemas.openxmlformats.org/drawingml/2006/main">
              <a:ext uri="{FF2B5EF4-FFF2-40B4-BE49-F238E27FC236}">
                <a16:creationId xmlns:a16="http://schemas.microsoft.com/office/drawing/2014/main" id="{A753FD08-1726-4BE8-84CD-B12D7672D256}"/>
              </a:ext>
            </a:extLst>
          </p:cNvPr>
          <p:cNvSpPr>
            <a:spLocks xmlns:a="http://schemas.openxmlformats.org/drawingml/2006/main" noGrp="1"/>
          </p:cNvSpPr>
          <p:nvPr/>
        </p:nvSpPr>
        <p:spPr>
          <a:xfrm xmlns:a="http://schemas.openxmlformats.org/drawingml/2006/main" flipV="1">
            <a:off x="1653540" y="2177574"/>
            <a:ext cx="160020" cy="3708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sues200_uav_250m_to_satellite/sues200_uav_250m_to_satellite/seed-1/visual/segment-8-9">
            <a:extLst xmlns:a="http://schemas.openxmlformats.org/drawingml/2006/main">
              <a:ext uri="{FF2B5EF4-FFF2-40B4-BE49-F238E27FC236}">
                <a16:creationId xmlns:a16="http://schemas.microsoft.com/office/drawing/2014/main" id="{9CD85173-F3EC-4D5F-AAB0-448B3439F49F}"/>
              </a:ext>
            </a:extLst>
          </p:cNvPr>
          <p:cNvSpPr>
            <a:spLocks xmlns:a="http://schemas.openxmlformats.org/drawingml/2006/main" noGrp="1"/>
          </p:cNvSpPr>
          <p:nvPr/>
        </p:nvSpPr>
        <p:spPr>
          <a:xfrm xmlns:a="http://schemas.openxmlformats.org/drawingml/2006/main" flipV="1">
            <a:off x="1813560" y="2135293"/>
            <a:ext cx="160020" cy="4228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sues200_uav_250m_to_satellite/sues200_uav_250m_to_satellite/seed-1/visual/segment-9-10">
            <a:extLst xmlns:a="http://schemas.openxmlformats.org/drawingml/2006/main">
              <a:ext uri="{FF2B5EF4-FFF2-40B4-BE49-F238E27FC236}">
                <a16:creationId xmlns:a16="http://schemas.microsoft.com/office/drawing/2014/main" id="{B2F2A340-1E35-4AAF-B642-C5477AF8D416}"/>
              </a:ext>
            </a:extLst>
          </p:cNvPr>
          <p:cNvSpPr>
            <a:spLocks xmlns:a="http://schemas.openxmlformats.org/drawingml/2006/main" noGrp="1"/>
          </p:cNvSpPr>
          <p:nvPr/>
        </p:nvSpPr>
        <p:spPr>
          <a:xfrm xmlns:a="http://schemas.openxmlformats.org/drawingml/2006/main" flipV="1">
            <a:off x="1973580" y="2088083"/>
            <a:ext cx="160020" cy="4721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sues200_uav_250m_to_satellite/sues200_uav_250m_to_satellite/seed-1/visual/point-1">
            <a:extLst xmlns:a="http://schemas.openxmlformats.org/drawingml/2006/main">
              <a:ext uri="{FF2B5EF4-FFF2-40B4-BE49-F238E27FC236}">
                <a16:creationId xmlns:a16="http://schemas.microsoft.com/office/drawing/2014/main" id="{8C7776AB-A0CB-4D25-9601-C00923074081}"/>
              </a:ext>
            </a:extLst>
          </p:cNvPr>
          <p:cNvSpPr>
            <a:spLocks xmlns:a="http://schemas.openxmlformats.org/drawingml/2006/main" noGrp="1"/>
          </p:cNvSpPr>
          <p:nvPr/>
        </p:nvSpPr>
        <p:spPr>
          <a:xfrm xmlns:a="http://schemas.openxmlformats.org/drawingml/2006/main">
            <a:off x="669925" y="243852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sues200_uav_250m_to_satellite/sues200_uav_250m_to_satellite/seed-1/visual/point-2">
            <a:extLst xmlns:a="http://schemas.openxmlformats.org/drawingml/2006/main">
              <a:ext uri="{FF2B5EF4-FFF2-40B4-BE49-F238E27FC236}">
                <a16:creationId xmlns:a16="http://schemas.microsoft.com/office/drawing/2014/main" id="{4C2BDD94-9E13-4E33-BDA9-974CA9D88C84}"/>
              </a:ext>
            </a:extLst>
          </p:cNvPr>
          <p:cNvSpPr>
            <a:spLocks xmlns:a="http://schemas.openxmlformats.org/drawingml/2006/main" noGrp="1"/>
          </p:cNvSpPr>
          <p:nvPr/>
        </p:nvSpPr>
        <p:spPr>
          <a:xfrm xmlns:a="http://schemas.openxmlformats.org/drawingml/2006/main">
            <a:off x="829945" y="242989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sues200_uav_250m_to_satellite/sues200_uav_250m_to_satellite/seed-1/visual/point-3">
            <a:extLst xmlns:a="http://schemas.openxmlformats.org/drawingml/2006/main">
              <a:ext uri="{FF2B5EF4-FFF2-40B4-BE49-F238E27FC236}">
                <a16:creationId xmlns:a16="http://schemas.microsoft.com/office/drawing/2014/main" id="{F31F91E5-5CC3-4C77-8C18-D935149AD3CA}"/>
              </a:ext>
            </a:extLst>
          </p:cNvPr>
          <p:cNvSpPr>
            <a:spLocks xmlns:a="http://schemas.openxmlformats.org/drawingml/2006/main" noGrp="1"/>
          </p:cNvSpPr>
          <p:nvPr/>
        </p:nvSpPr>
        <p:spPr>
          <a:xfrm xmlns:a="http://schemas.openxmlformats.org/drawingml/2006/main">
            <a:off x="989965" y="239246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sues200_uav_250m_to_satellite/sues200_uav_250m_to_satellite/seed-1/visual/point-4">
            <a:extLst xmlns:a="http://schemas.openxmlformats.org/drawingml/2006/main">
              <a:ext uri="{FF2B5EF4-FFF2-40B4-BE49-F238E27FC236}">
                <a16:creationId xmlns:a16="http://schemas.microsoft.com/office/drawing/2014/main" id="{8E2CD42D-8056-407B-B6E0-9B4437A50CEA}"/>
              </a:ext>
            </a:extLst>
          </p:cNvPr>
          <p:cNvSpPr>
            <a:spLocks xmlns:a="http://schemas.openxmlformats.org/drawingml/2006/main" noGrp="1"/>
          </p:cNvSpPr>
          <p:nvPr/>
        </p:nvSpPr>
        <p:spPr>
          <a:xfrm xmlns:a="http://schemas.openxmlformats.org/drawingml/2006/main">
            <a:off x="1149985" y="234461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sues200_uav_250m_to_satellite/sues200_uav_250m_to_satellite/seed-1/visual/point-5">
            <a:extLst xmlns:a="http://schemas.openxmlformats.org/drawingml/2006/main">
              <a:ext uri="{FF2B5EF4-FFF2-40B4-BE49-F238E27FC236}">
                <a16:creationId xmlns:a16="http://schemas.microsoft.com/office/drawing/2014/main" id="{67BBC70D-1388-49EE-A9A3-231F873EA8FB}"/>
              </a:ext>
            </a:extLst>
          </p:cNvPr>
          <p:cNvSpPr>
            <a:spLocks xmlns:a="http://schemas.openxmlformats.org/drawingml/2006/main" noGrp="1"/>
          </p:cNvSpPr>
          <p:nvPr/>
        </p:nvSpPr>
        <p:spPr>
          <a:xfrm xmlns:a="http://schemas.openxmlformats.org/drawingml/2006/main">
            <a:off x="1310005" y="229344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sues200_uav_250m_to_satellite/sues200_uav_250m_to_satellite/seed-1/visual/point-6">
            <a:extLst xmlns:a="http://schemas.openxmlformats.org/drawingml/2006/main">
              <a:ext uri="{FF2B5EF4-FFF2-40B4-BE49-F238E27FC236}">
                <a16:creationId xmlns:a16="http://schemas.microsoft.com/office/drawing/2014/main" id="{228EF90B-4B41-4D8C-85E8-52AD7EB3AB56}"/>
              </a:ext>
            </a:extLst>
          </p:cNvPr>
          <p:cNvSpPr>
            <a:spLocks xmlns:a="http://schemas.openxmlformats.org/drawingml/2006/main" noGrp="1"/>
          </p:cNvSpPr>
          <p:nvPr/>
        </p:nvSpPr>
        <p:spPr>
          <a:xfrm xmlns:a="http://schemas.openxmlformats.org/drawingml/2006/main">
            <a:off x="1470025" y="223989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sues200_uav_250m_to_satellite/sues200_uav_250m_to_satellite/seed-1/visual/point-7">
            <a:extLst xmlns:a="http://schemas.openxmlformats.org/drawingml/2006/main">
              <a:ext uri="{FF2B5EF4-FFF2-40B4-BE49-F238E27FC236}">
                <a16:creationId xmlns:a16="http://schemas.microsoft.com/office/drawing/2014/main" id="{8E03DEE6-27C5-412A-B431-4F3DFE9DA9E2}"/>
              </a:ext>
            </a:extLst>
          </p:cNvPr>
          <p:cNvSpPr>
            <a:spLocks xmlns:a="http://schemas.openxmlformats.org/drawingml/2006/main" noGrp="1"/>
          </p:cNvSpPr>
          <p:nvPr/>
        </p:nvSpPr>
        <p:spPr>
          <a:xfrm xmlns:a="http://schemas.openxmlformats.org/drawingml/2006/main">
            <a:off x="1630045" y="219116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sues200_uav_250m_to_satellite/sues200_uav_250m_to_satellite/seed-1/visual/point-8">
            <a:extLst xmlns:a="http://schemas.openxmlformats.org/drawingml/2006/main">
              <a:ext uri="{FF2B5EF4-FFF2-40B4-BE49-F238E27FC236}">
                <a16:creationId xmlns:a16="http://schemas.microsoft.com/office/drawing/2014/main" id="{201E4A77-A907-4CB8-A281-52F43ADEB4C4}"/>
              </a:ext>
            </a:extLst>
          </p:cNvPr>
          <p:cNvSpPr>
            <a:spLocks xmlns:a="http://schemas.openxmlformats.org/drawingml/2006/main" noGrp="1"/>
          </p:cNvSpPr>
          <p:nvPr/>
        </p:nvSpPr>
        <p:spPr>
          <a:xfrm xmlns:a="http://schemas.openxmlformats.org/drawingml/2006/main">
            <a:off x="1790065" y="215407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sues200_uav_250m_to_satellite/sues200_uav_250m_to_satellite/seed-1/visual/point-9">
            <a:extLst xmlns:a="http://schemas.openxmlformats.org/drawingml/2006/main">
              <a:ext uri="{FF2B5EF4-FFF2-40B4-BE49-F238E27FC236}">
                <a16:creationId xmlns:a16="http://schemas.microsoft.com/office/drawing/2014/main" id="{14636600-2109-4413-B6A8-4CB64B1C6704}"/>
              </a:ext>
            </a:extLst>
          </p:cNvPr>
          <p:cNvSpPr>
            <a:spLocks xmlns:a="http://schemas.openxmlformats.org/drawingml/2006/main" noGrp="1"/>
          </p:cNvSpPr>
          <p:nvPr/>
        </p:nvSpPr>
        <p:spPr>
          <a:xfrm xmlns:a="http://schemas.openxmlformats.org/drawingml/2006/main">
            <a:off x="1950085" y="211179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sues200_uav_250m_to_satellite/sues200_uav_250m_to_satellite/seed-1/visual/point-10">
            <a:extLst xmlns:a="http://schemas.openxmlformats.org/drawingml/2006/main">
              <a:ext uri="{FF2B5EF4-FFF2-40B4-BE49-F238E27FC236}">
                <a16:creationId xmlns:a16="http://schemas.microsoft.com/office/drawing/2014/main" id="{500F4DBE-C2A2-4BFD-AC10-9D8705E2172F}"/>
              </a:ext>
            </a:extLst>
          </p:cNvPr>
          <p:cNvSpPr>
            <a:spLocks xmlns:a="http://schemas.openxmlformats.org/drawingml/2006/main" noGrp="1"/>
          </p:cNvSpPr>
          <p:nvPr/>
        </p:nvSpPr>
        <p:spPr>
          <a:xfrm xmlns:a="http://schemas.openxmlformats.org/drawingml/2006/main">
            <a:off x="2110105" y="206458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sues200_uav_250m_to_satellite/seed-1/visual/AURC">
            <a:extLst xmlns:a="http://schemas.openxmlformats.org/drawingml/2006/main">
              <a:ext uri="{FF2B5EF4-FFF2-40B4-BE49-F238E27FC236}">
                <a16:creationId xmlns:a16="http://schemas.microsoft.com/office/drawing/2014/main" id="{AE14876E-2D44-4EC1-B2D1-F1B1A526AE5B}"/>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0.3931</a:t>
            </a:r>
          </a:p>
        </p:txBody>
      </p:sp>
      <p:sp>
        <p:nvSpPr>
          <p:cNvPr id="51" name="sues200_uav_250m_to_satellite/sues200_uav_250m_to_satellite/seed-1/full/segment-1-2">
            <a:extLst xmlns:a="http://schemas.openxmlformats.org/drawingml/2006/main">
              <a:ext uri="{FF2B5EF4-FFF2-40B4-BE49-F238E27FC236}">
                <a16:creationId xmlns:a16="http://schemas.microsoft.com/office/drawing/2014/main" id="{0472073C-54D6-4757-A2F4-3652D3DF86CE}"/>
              </a:ext>
            </a:extLst>
          </p:cNvPr>
          <p:cNvSpPr>
            <a:spLocks xmlns:a="http://schemas.openxmlformats.org/drawingml/2006/main" noGrp="1"/>
          </p:cNvSpPr>
          <p:nvPr/>
        </p:nvSpPr>
        <p:spPr>
          <a:xfrm xmlns:a="http://schemas.openxmlformats.org/drawingml/2006/main" flipV="1">
            <a:off x="693420" y="2133854"/>
            <a:ext cx="160020" cy="1727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sues200_uav_250m_to_satellite/sues200_uav_250m_to_satellite/seed-1/full/segment-2-3">
            <a:extLst xmlns:a="http://schemas.openxmlformats.org/drawingml/2006/main">
              <a:ext uri="{FF2B5EF4-FFF2-40B4-BE49-F238E27FC236}">
                <a16:creationId xmlns:a16="http://schemas.microsoft.com/office/drawing/2014/main" id="{EBE281D2-9905-41ED-9165-B84F95E0E4C6}"/>
              </a:ext>
            </a:extLst>
          </p:cNvPr>
          <p:cNvSpPr>
            <a:spLocks xmlns:a="http://schemas.openxmlformats.org/drawingml/2006/main" noGrp="1"/>
          </p:cNvSpPr>
          <p:nvPr/>
        </p:nvSpPr>
        <p:spPr>
          <a:xfrm xmlns:a="http://schemas.openxmlformats.org/drawingml/2006/main" flipV="1">
            <a:off x="853440" y="2097871"/>
            <a:ext cx="160020" cy="3598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sues200_uav_250m_to_satellite/sues200_uav_250m_to_satellite/seed-1/full/segment-3-4">
            <a:extLst xmlns:a="http://schemas.openxmlformats.org/drawingml/2006/main">
              <a:ext uri="{FF2B5EF4-FFF2-40B4-BE49-F238E27FC236}">
                <a16:creationId xmlns:a16="http://schemas.microsoft.com/office/drawing/2014/main" id="{E73C038E-23E0-4E9D-BAE2-CD39D7D3A9E3}"/>
              </a:ext>
            </a:extLst>
          </p:cNvPr>
          <p:cNvSpPr>
            <a:spLocks xmlns:a="http://schemas.openxmlformats.org/drawingml/2006/main" noGrp="1"/>
          </p:cNvSpPr>
          <p:nvPr/>
        </p:nvSpPr>
        <p:spPr>
          <a:xfrm xmlns:a="http://schemas.openxmlformats.org/drawingml/2006/main" flipV="1">
            <a:off x="1013460" y="2045335"/>
            <a:ext cx="160020" cy="5253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sues200_uav_250m_to_satellite/sues200_uav_250m_to_satellite/seed-1/full/segment-4-5">
            <a:extLst xmlns:a="http://schemas.openxmlformats.org/drawingml/2006/main">
              <a:ext uri="{FF2B5EF4-FFF2-40B4-BE49-F238E27FC236}">
                <a16:creationId xmlns:a16="http://schemas.microsoft.com/office/drawing/2014/main" id="{B3426A84-AAAB-486E-A9D5-8986E9FF368C}"/>
              </a:ext>
            </a:extLst>
          </p:cNvPr>
          <p:cNvSpPr>
            <a:spLocks xmlns:a="http://schemas.openxmlformats.org/drawingml/2006/main" noGrp="1"/>
          </p:cNvSpPr>
          <p:nvPr/>
        </p:nvSpPr>
        <p:spPr>
          <a:xfrm xmlns:a="http://schemas.openxmlformats.org/drawingml/2006/main" flipV="1">
            <a:off x="1173480" y="2018995"/>
            <a:ext cx="160020" cy="2634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sues200_uav_250m_to_satellite/sues200_uav_250m_to_satellite/seed-1/full/segment-5-6">
            <a:extLst xmlns:a="http://schemas.openxmlformats.org/drawingml/2006/main">
              <a:ext uri="{FF2B5EF4-FFF2-40B4-BE49-F238E27FC236}">
                <a16:creationId xmlns:a16="http://schemas.microsoft.com/office/drawing/2014/main" id="{C62009E7-BB70-43A3-940D-B63D2F0C7552}"/>
              </a:ext>
            </a:extLst>
          </p:cNvPr>
          <p:cNvSpPr>
            <a:spLocks xmlns:a="http://schemas.openxmlformats.org/drawingml/2006/main" noGrp="1"/>
          </p:cNvSpPr>
          <p:nvPr/>
        </p:nvSpPr>
        <p:spPr>
          <a:xfrm xmlns:a="http://schemas.openxmlformats.org/drawingml/2006/main" flipV="1">
            <a:off x="1333500" y="1992080"/>
            <a:ext cx="160020" cy="2691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sues200_uav_250m_to_satellite/sues200_uav_250m_to_satellite/seed-1/full/segment-6-7">
            <a:extLst xmlns:a="http://schemas.openxmlformats.org/drawingml/2006/main">
              <a:ext uri="{FF2B5EF4-FFF2-40B4-BE49-F238E27FC236}">
                <a16:creationId xmlns:a16="http://schemas.microsoft.com/office/drawing/2014/main" id="{FB597FD5-C361-4D36-BD4F-9F13159A98D1}"/>
              </a:ext>
            </a:extLst>
          </p:cNvPr>
          <p:cNvSpPr>
            <a:spLocks xmlns:a="http://schemas.openxmlformats.org/drawingml/2006/main" noGrp="1"/>
          </p:cNvSpPr>
          <p:nvPr/>
        </p:nvSpPr>
        <p:spPr>
          <a:xfrm xmlns:a="http://schemas.openxmlformats.org/drawingml/2006/main" flipV="1">
            <a:off x="1493520" y="1975322"/>
            <a:ext cx="160020" cy="1675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sues200_uav_250m_to_satellite/sues200_uav_250m_to_satellite/seed-1/full/segment-7-8">
            <a:extLst xmlns:a="http://schemas.openxmlformats.org/drawingml/2006/main">
              <a:ext uri="{FF2B5EF4-FFF2-40B4-BE49-F238E27FC236}">
                <a16:creationId xmlns:a16="http://schemas.microsoft.com/office/drawing/2014/main" id="{7538F3A8-6FEE-447E-910F-466D4691C20A}"/>
              </a:ext>
            </a:extLst>
          </p:cNvPr>
          <p:cNvSpPr>
            <a:spLocks xmlns:a="http://schemas.openxmlformats.org/drawingml/2006/main" noGrp="1"/>
          </p:cNvSpPr>
          <p:nvPr/>
        </p:nvSpPr>
        <p:spPr>
          <a:xfrm xmlns:a="http://schemas.openxmlformats.org/drawingml/2006/main" flipV="1">
            <a:off x="1653540" y="1942243"/>
            <a:ext cx="160020" cy="3307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sues200_uav_250m_to_satellite/sues200_uav_250m_to_satellite/seed-1/full/segment-8-9">
            <a:extLst xmlns:a="http://schemas.openxmlformats.org/drawingml/2006/main">
              <a:ext uri="{FF2B5EF4-FFF2-40B4-BE49-F238E27FC236}">
                <a16:creationId xmlns:a16="http://schemas.microsoft.com/office/drawing/2014/main" id="{2570AA97-B593-417A-B426-B6BD6E3F98DD}"/>
              </a:ext>
            </a:extLst>
          </p:cNvPr>
          <p:cNvSpPr>
            <a:spLocks xmlns:a="http://schemas.openxmlformats.org/drawingml/2006/main" noGrp="1"/>
          </p:cNvSpPr>
          <p:nvPr/>
        </p:nvSpPr>
        <p:spPr>
          <a:xfrm xmlns:a="http://schemas.openxmlformats.org/drawingml/2006/main" flipV="1">
            <a:off x="1813560" y="1905960"/>
            <a:ext cx="160020" cy="3628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sues200_uav_250m_to_satellite/sues200_uav_250m_to_satellite/seed-1/full/segment-9-10">
            <a:extLst xmlns:a="http://schemas.openxmlformats.org/drawingml/2006/main">
              <a:ext uri="{FF2B5EF4-FFF2-40B4-BE49-F238E27FC236}">
                <a16:creationId xmlns:a16="http://schemas.microsoft.com/office/drawing/2014/main" id="{DF12AFB3-5171-439C-BC0A-5BBB344BCE0A}"/>
              </a:ext>
            </a:extLst>
          </p:cNvPr>
          <p:cNvSpPr>
            <a:spLocks xmlns:a="http://schemas.openxmlformats.org/drawingml/2006/main" noGrp="1"/>
          </p:cNvSpPr>
          <p:nvPr/>
        </p:nvSpPr>
        <p:spPr>
          <a:xfrm xmlns:a="http://schemas.openxmlformats.org/drawingml/2006/main" flipV="1">
            <a:off x="1973580" y="1878660"/>
            <a:ext cx="160020" cy="2729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sues200_uav_250m_to_satellite/sues200_uav_250m_to_satellite/seed-1/full/point-1">
            <a:extLst xmlns:a="http://schemas.openxmlformats.org/drawingml/2006/main">
              <a:ext uri="{FF2B5EF4-FFF2-40B4-BE49-F238E27FC236}">
                <a16:creationId xmlns:a16="http://schemas.microsoft.com/office/drawing/2014/main" id="{21EF1354-16D0-4B5D-AA64-D57407075670}"/>
              </a:ext>
            </a:extLst>
          </p:cNvPr>
          <p:cNvSpPr>
            <a:spLocks xmlns:a="http://schemas.openxmlformats.org/drawingml/2006/main" noGrp="1"/>
          </p:cNvSpPr>
          <p:nvPr/>
        </p:nvSpPr>
        <p:spPr>
          <a:xfrm xmlns:a="http://schemas.openxmlformats.org/drawingml/2006/main">
            <a:off x="669925" y="212763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sues200_uav_250m_to_satellite/sues200_uav_250m_to_satellite/seed-1/full/point-2">
            <a:extLst xmlns:a="http://schemas.openxmlformats.org/drawingml/2006/main">
              <a:ext uri="{FF2B5EF4-FFF2-40B4-BE49-F238E27FC236}">
                <a16:creationId xmlns:a16="http://schemas.microsoft.com/office/drawing/2014/main" id="{A35DC8B0-FE78-4F5B-BFC3-01C17C872275}"/>
              </a:ext>
            </a:extLst>
          </p:cNvPr>
          <p:cNvSpPr>
            <a:spLocks xmlns:a="http://schemas.openxmlformats.org/drawingml/2006/main" noGrp="1"/>
          </p:cNvSpPr>
          <p:nvPr/>
        </p:nvSpPr>
        <p:spPr>
          <a:xfrm xmlns:a="http://schemas.openxmlformats.org/drawingml/2006/main">
            <a:off x="829945" y="211035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sues200_uav_250m_to_satellite/sues200_uav_250m_to_satellite/seed-1/full/point-3">
            <a:extLst xmlns:a="http://schemas.openxmlformats.org/drawingml/2006/main">
              <a:ext uri="{FF2B5EF4-FFF2-40B4-BE49-F238E27FC236}">
                <a16:creationId xmlns:a16="http://schemas.microsoft.com/office/drawing/2014/main" id="{9E7BA1BC-7003-4A15-B130-C4A8144E1F3D}"/>
              </a:ext>
            </a:extLst>
          </p:cNvPr>
          <p:cNvSpPr>
            <a:spLocks xmlns:a="http://schemas.openxmlformats.org/drawingml/2006/main" noGrp="1"/>
          </p:cNvSpPr>
          <p:nvPr/>
        </p:nvSpPr>
        <p:spPr>
          <a:xfrm xmlns:a="http://schemas.openxmlformats.org/drawingml/2006/main">
            <a:off x="989965" y="207437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sues200_uav_250m_to_satellite/sues200_uav_250m_to_satellite/seed-1/full/point-4">
            <a:extLst xmlns:a="http://schemas.openxmlformats.org/drawingml/2006/main">
              <a:ext uri="{FF2B5EF4-FFF2-40B4-BE49-F238E27FC236}">
                <a16:creationId xmlns:a16="http://schemas.microsoft.com/office/drawing/2014/main" id="{9B7CE638-C46E-4F98-9BC2-ED032891560B}"/>
              </a:ext>
            </a:extLst>
          </p:cNvPr>
          <p:cNvSpPr>
            <a:spLocks xmlns:a="http://schemas.openxmlformats.org/drawingml/2006/main" noGrp="1"/>
          </p:cNvSpPr>
          <p:nvPr/>
        </p:nvSpPr>
        <p:spPr>
          <a:xfrm xmlns:a="http://schemas.openxmlformats.org/drawingml/2006/main">
            <a:off x="1149985" y="202184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sues200_uav_250m_to_satellite/sues200_uav_250m_to_satellite/seed-1/full/point-5">
            <a:extLst xmlns:a="http://schemas.openxmlformats.org/drawingml/2006/main">
              <a:ext uri="{FF2B5EF4-FFF2-40B4-BE49-F238E27FC236}">
                <a16:creationId xmlns:a16="http://schemas.microsoft.com/office/drawing/2014/main" id="{029E0B98-15DC-40CE-9A8B-85D2CF76F5EA}"/>
              </a:ext>
            </a:extLst>
          </p:cNvPr>
          <p:cNvSpPr>
            <a:spLocks xmlns:a="http://schemas.openxmlformats.org/drawingml/2006/main" noGrp="1"/>
          </p:cNvSpPr>
          <p:nvPr/>
        </p:nvSpPr>
        <p:spPr>
          <a:xfrm xmlns:a="http://schemas.openxmlformats.org/drawingml/2006/main">
            <a:off x="1310005" y="199550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sues200_uav_250m_to_satellite/sues200_uav_250m_to_satellite/seed-1/full/point-6">
            <a:extLst xmlns:a="http://schemas.openxmlformats.org/drawingml/2006/main">
              <a:ext uri="{FF2B5EF4-FFF2-40B4-BE49-F238E27FC236}">
                <a16:creationId xmlns:a16="http://schemas.microsoft.com/office/drawing/2014/main" id="{01A83C75-712A-4101-B374-DD3174EB78B8}"/>
              </a:ext>
            </a:extLst>
          </p:cNvPr>
          <p:cNvSpPr>
            <a:spLocks xmlns:a="http://schemas.openxmlformats.org/drawingml/2006/main" noGrp="1"/>
          </p:cNvSpPr>
          <p:nvPr/>
        </p:nvSpPr>
        <p:spPr>
          <a:xfrm xmlns:a="http://schemas.openxmlformats.org/drawingml/2006/main">
            <a:off x="1470025" y="196858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sues200_uav_250m_to_satellite/sues200_uav_250m_to_satellite/seed-1/full/point-7">
            <a:extLst xmlns:a="http://schemas.openxmlformats.org/drawingml/2006/main">
              <a:ext uri="{FF2B5EF4-FFF2-40B4-BE49-F238E27FC236}">
                <a16:creationId xmlns:a16="http://schemas.microsoft.com/office/drawing/2014/main" id="{3B6AA806-4F87-42AF-8ED1-8A4D707AE943}"/>
              </a:ext>
            </a:extLst>
          </p:cNvPr>
          <p:cNvSpPr>
            <a:spLocks xmlns:a="http://schemas.openxmlformats.org/drawingml/2006/main" noGrp="1"/>
          </p:cNvSpPr>
          <p:nvPr/>
        </p:nvSpPr>
        <p:spPr>
          <a:xfrm xmlns:a="http://schemas.openxmlformats.org/drawingml/2006/main">
            <a:off x="1630045" y="195182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sues200_uav_250m_to_satellite/sues200_uav_250m_to_satellite/seed-1/full/point-8">
            <a:extLst xmlns:a="http://schemas.openxmlformats.org/drawingml/2006/main">
              <a:ext uri="{FF2B5EF4-FFF2-40B4-BE49-F238E27FC236}">
                <a16:creationId xmlns:a16="http://schemas.microsoft.com/office/drawing/2014/main" id="{1E89FA79-124A-406C-AEE1-857FDA78CB67}"/>
              </a:ext>
            </a:extLst>
          </p:cNvPr>
          <p:cNvSpPr>
            <a:spLocks xmlns:a="http://schemas.openxmlformats.org/drawingml/2006/main" noGrp="1"/>
          </p:cNvSpPr>
          <p:nvPr/>
        </p:nvSpPr>
        <p:spPr>
          <a:xfrm xmlns:a="http://schemas.openxmlformats.org/drawingml/2006/main">
            <a:off x="1790065" y="191874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sues200_uav_250m_to_satellite/sues200_uav_250m_to_satellite/seed-1/full/point-9">
            <a:extLst xmlns:a="http://schemas.openxmlformats.org/drawingml/2006/main">
              <a:ext uri="{FF2B5EF4-FFF2-40B4-BE49-F238E27FC236}">
                <a16:creationId xmlns:a16="http://schemas.microsoft.com/office/drawing/2014/main" id="{EDBA52E7-0564-4930-97D8-F7B63A06E42B}"/>
              </a:ext>
            </a:extLst>
          </p:cNvPr>
          <p:cNvSpPr>
            <a:spLocks xmlns:a="http://schemas.openxmlformats.org/drawingml/2006/main" noGrp="1"/>
          </p:cNvSpPr>
          <p:nvPr/>
        </p:nvSpPr>
        <p:spPr>
          <a:xfrm xmlns:a="http://schemas.openxmlformats.org/drawingml/2006/main">
            <a:off x="1950085" y="188246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sues200_uav_250m_to_satellite/sues200_uav_250m_to_satellite/seed-1/full/point-10">
            <a:extLst xmlns:a="http://schemas.openxmlformats.org/drawingml/2006/main">
              <a:ext uri="{FF2B5EF4-FFF2-40B4-BE49-F238E27FC236}">
                <a16:creationId xmlns:a16="http://schemas.microsoft.com/office/drawing/2014/main" id="{6F628950-FDD7-486F-8072-6DE01A4A51B6}"/>
              </a:ext>
            </a:extLst>
          </p:cNvPr>
          <p:cNvSpPr>
            <a:spLocks xmlns:a="http://schemas.openxmlformats.org/drawingml/2006/main" noGrp="1"/>
          </p:cNvSpPr>
          <p:nvPr/>
        </p:nvSpPr>
        <p:spPr>
          <a:xfrm xmlns:a="http://schemas.openxmlformats.org/drawingml/2006/main">
            <a:off x="2110105" y="185516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sues200_uav_250m_to_satellite/seed-1/full/AURC">
            <a:extLst xmlns:a="http://schemas.openxmlformats.org/drawingml/2006/main">
              <a:ext uri="{FF2B5EF4-FFF2-40B4-BE49-F238E27FC236}">
                <a16:creationId xmlns:a16="http://schemas.microsoft.com/office/drawing/2014/main" id="{46FA5376-9413-4D9C-8CC9-DE771ABF7859}"/>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0.5548</a:t>
            </a:r>
          </a:p>
        </p:txBody>
      </p:sp>
      <p:sp>
        <p:nvSpPr>
          <p:cNvPr id="71" name="sues200_uav_250m_to_satellite/seed-1/AURC-label">
            <a:extLst xmlns:a="http://schemas.openxmlformats.org/drawingml/2006/main">
              <a:ext uri="{FF2B5EF4-FFF2-40B4-BE49-F238E27FC236}">
                <a16:creationId xmlns:a16="http://schemas.microsoft.com/office/drawing/2014/main" id="{5F210946-2B73-4EAC-9949-46C76B025669}"/>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sues200_uav_250m_to_satellite/seed-2/heading">
            <a:extLst xmlns:a="http://schemas.openxmlformats.org/drawingml/2006/main">
              <a:ext uri="{FF2B5EF4-FFF2-40B4-BE49-F238E27FC236}">
                <a16:creationId xmlns:a16="http://schemas.microsoft.com/office/drawing/2014/main" id="{BFEA505A-9670-4490-AC1C-2FD68CFC3F65}"/>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sues200_uav_250m_to_satellite/seed-2/y-grid-0">
            <a:extLst xmlns:a="http://schemas.openxmlformats.org/drawingml/2006/main">
              <a:ext uri="{FF2B5EF4-FFF2-40B4-BE49-F238E27FC236}">
                <a16:creationId xmlns:a16="http://schemas.microsoft.com/office/drawing/2014/main" id="{B5A743B2-40A5-4A5A-817D-5443C6839156}"/>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sues200_uav_250m_to_satellite/seed-2/y-label-0">
            <a:extLst xmlns:a="http://schemas.openxmlformats.org/drawingml/2006/main">
              <a:ext uri="{FF2B5EF4-FFF2-40B4-BE49-F238E27FC236}">
                <a16:creationId xmlns:a16="http://schemas.microsoft.com/office/drawing/2014/main" id="{A0EBBB1C-D78C-4479-95BF-96A1B9700FA1}"/>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sues200_uav_250m_to_satellite/seed-2/x-tick-0">
            <a:extLst xmlns:a="http://schemas.openxmlformats.org/drawingml/2006/main">
              <a:ext uri="{FF2B5EF4-FFF2-40B4-BE49-F238E27FC236}">
                <a16:creationId xmlns:a16="http://schemas.microsoft.com/office/drawing/2014/main" id="{573C60A9-6C38-469C-BC73-D132E523589A}"/>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sues200_uav_250m_to_satellite/seed-2/x-label-0">
            <a:extLst xmlns:a="http://schemas.openxmlformats.org/drawingml/2006/main">
              <a:ext uri="{FF2B5EF4-FFF2-40B4-BE49-F238E27FC236}">
                <a16:creationId xmlns:a16="http://schemas.microsoft.com/office/drawing/2014/main" id="{D9F0D89A-0AF1-4132-B70A-3D31B2A64A76}"/>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sues200_uav_250m_to_satellite/seed-2/y-grid-25">
            <a:extLst xmlns:a="http://schemas.openxmlformats.org/drawingml/2006/main">
              <a:ext uri="{FF2B5EF4-FFF2-40B4-BE49-F238E27FC236}">
                <a16:creationId xmlns:a16="http://schemas.microsoft.com/office/drawing/2014/main" id="{04A8ADC8-6FEB-4CE1-AA72-2059334E1EDF}"/>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sues200_uav_250m_to_satellite/seed-2/y-label-25">
            <a:extLst xmlns:a="http://schemas.openxmlformats.org/drawingml/2006/main">
              <a:ext uri="{FF2B5EF4-FFF2-40B4-BE49-F238E27FC236}">
                <a16:creationId xmlns:a16="http://schemas.microsoft.com/office/drawing/2014/main" id="{9F8CC58E-7748-4D46-93CB-3036CF0787CC}"/>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sues200_uav_250m_to_satellite/seed-2/x-tick-25">
            <a:extLst xmlns:a="http://schemas.openxmlformats.org/drawingml/2006/main">
              <a:ext uri="{FF2B5EF4-FFF2-40B4-BE49-F238E27FC236}">
                <a16:creationId xmlns:a16="http://schemas.microsoft.com/office/drawing/2014/main" id="{E1F47501-D877-422D-8205-EAD479958E09}"/>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sues200_uav_250m_to_satellite/seed-2/x-label-25">
            <a:extLst xmlns:a="http://schemas.openxmlformats.org/drawingml/2006/main">
              <a:ext uri="{FF2B5EF4-FFF2-40B4-BE49-F238E27FC236}">
                <a16:creationId xmlns:a16="http://schemas.microsoft.com/office/drawing/2014/main" id="{08907C5B-DE23-4994-A469-5DB52524DF8C}"/>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sues200_uav_250m_to_satellite/seed-2/y-grid-50">
            <a:extLst xmlns:a="http://schemas.openxmlformats.org/drawingml/2006/main">
              <a:ext uri="{FF2B5EF4-FFF2-40B4-BE49-F238E27FC236}">
                <a16:creationId xmlns:a16="http://schemas.microsoft.com/office/drawing/2014/main" id="{947D6A5A-C4BD-468B-8DC7-2B1DE2326D06}"/>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sues200_uav_250m_to_satellite/seed-2/y-label-50">
            <a:extLst xmlns:a="http://schemas.openxmlformats.org/drawingml/2006/main">
              <a:ext uri="{FF2B5EF4-FFF2-40B4-BE49-F238E27FC236}">
                <a16:creationId xmlns:a16="http://schemas.microsoft.com/office/drawing/2014/main" id="{93DA6544-FBF6-44CE-A23C-6CEE73A83288}"/>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sues200_uav_250m_to_satellite/seed-2/x-tick-50">
            <a:extLst xmlns:a="http://schemas.openxmlformats.org/drawingml/2006/main">
              <a:ext uri="{FF2B5EF4-FFF2-40B4-BE49-F238E27FC236}">
                <a16:creationId xmlns:a16="http://schemas.microsoft.com/office/drawing/2014/main" id="{86930A20-05E1-42FA-8F54-3362B43BCC01}"/>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sues200_uav_250m_to_satellite/seed-2/x-label-50">
            <a:extLst xmlns:a="http://schemas.openxmlformats.org/drawingml/2006/main">
              <a:ext uri="{FF2B5EF4-FFF2-40B4-BE49-F238E27FC236}">
                <a16:creationId xmlns:a16="http://schemas.microsoft.com/office/drawing/2014/main" id="{8FF1DBDD-8EE8-44F2-B161-FE9E312FDA73}"/>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sues200_uav_250m_to_satellite/seed-2/y-grid-75">
            <a:extLst xmlns:a="http://schemas.openxmlformats.org/drawingml/2006/main">
              <a:ext uri="{FF2B5EF4-FFF2-40B4-BE49-F238E27FC236}">
                <a16:creationId xmlns:a16="http://schemas.microsoft.com/office/drawing/2014/main" id="{D6DDD693-FE3E-48A8-9D01-5EB658F0D411}"/>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sues200_uav_250m_to_satellite/seed-2/y-label-75">
            <a:extLst xmlns:a="http://schemas.openxmlformats.org/drawingml/2006/main">
              <a:ext uri="{FF2B5EF4-FFF2-40B4-BE49-F238E27FC236}">
                <a16:creationId xmlns:a16="http://schemas.microsoft.com/office/drawing/2014/main" id="{154E22F6-5531-4038-A016-546747402A44}"/>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sues200_uav_250m_to_satellite/seed-2/x-tick-75">
            <a:extLst xmlns:a="http://schemas.openxmlformats.org/drawingml/2006/main">
              <a:ext uri="{FF2B5EF4-FFF2-40B4-BE49-F238E27FC236}">
                <a16:creationId xmlns:a16="http://schemas.microsoft.com/office/drawing/2014/main" id="{839E60B0-26DD-4E0B-8776-F21994EDC3D1}"/>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sues200_uav_250m_to_satellite/seed-2/x-label-75">
            <a:extLst xmlns:a="http://schemas.openxmlformats.org/drawingml/2006/main">
              <a:ext uri="{FF2B5EF4-FFF2-40B4-BE49-F238E27FC236}">
                <a16:creationId xmlns:a16="http://schemas.microsoft.com/office/drawing/2014/main" id="{5B2A516A-B319-45E1-AA4A-EBE1A316F271}"/>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sues200_uav_250m_to_satellite/seed-2/y-grid-100">
            <a:extLst xmlns:a="http://schemas.openxmlformats.org/drawingml/2006/main">
              <a:ext uri="{FF2B5EF4-FFF2-40B4-BE49-F238E27FC236}">
                <a16:creationId xmlns:a16="http://schemas.microsoft.com/office/drawing/2014/main" id="{AEDEB158-EBAC-469B-9D33-0502C2E8A2AC}"/>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uav_250m_to_satellite/seed-2/y-label-100">
            <a:extLst xmlns:a="http://schemas.openxmlformats.org/drawingml/2006/main">
              <a:ext uri="{FF2B5EF4-FFF2-40B4-BE49-F238E27FC236}">
                <a16:creationId xmlns:a16="http://schemas.microsoft.com/office/drawing/2014/main" id="{D88B89CD-0746-4C0C-B10F-A6A9DC4A0186}"/>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sues200_uav_250m_to_satellite/seed-2/x-tick-100">
            <a:extLst xmlns:a="http://schemas.openxmlformats.org/drawingml/2006/main">
              <a:ext uri="{FF2B5EF4-FFF2-40B4-BE49-F238E27FC236}">
                <a16:creationId xmlns:a16="http://schemas.microsoft.com/office/drawing/2014/main" id="{94F54A0E-744B-4DF6-8E76-51E951C6D509}"/>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uav_250m_to_satellite/seed-2/x-label-100">
            <a:extLst xmlns:a="http://schemas.openxmlformats.org/drawingml/2006/main">
              <a:ext uri="{FF2B5EF4-FFF2-40B4-BE49-F238E27FC236}">
                <a16:creationId xmlns:a16="http://schemas.microsoft.com/office/drawing/2014/main" id="{5E11A0CE-8161-40F8-B220-D92FD152D49E}"/>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sues200_uav_250m_to_satellite/seed-2/y-axis">
            <a:extLst xmlns:a="http://schemas.openxmlformats.org/drawingml/2006/main">
              <a:ext uri="{FF2B5EF4-FFF2-40B4-BE49-F238E27FC236}">
                <a16:creationId xmlns:a16="http://schemas.microsoft.com/office/drawing/2014/main" id="{B2F70845-A7F7-413C-B0EF-F1171EF018D9}"/>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sues200_uav_250m_to_satellite/seed-2/x-axis">
            <a:extLst xmlns:a="http://schemas.openxmlformats.org/drawingml/2006/main">
              <a:ext uri="{FF2B5EF4-FFF2-40B4-BE49-F238E27FC236}">
                <a16:creationId xmlns:a16="http://schemas.microsoft.com/office/drawing/2014/main" id="{B530DD73-4BB2-4940-9062-A8CF54FA5C15}"/>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sues200_uav_250m_to_satellite/sues200_uav_250m_to_satellite/seed-2/visual/segment-1-2">
            <a:extLst xmlns:a="http://schemas.openxmlformats.org/drawingml/2006/main">
              <a:ext uri="{FF2B5EF4-FFF2-40B4-BE49-F238E27FC236}">
                <a16:creationId xmlns:a16="http://schemas.microsoft.com/office/drawing/2014/main" id="{38DE5E97-41ED-4914-A894-A949494F3A7B}"/>
              </a:ext>
            </a:extLst>
          </p:cNvPr>
          <p:cNvSpPr>
            <a:spLocks xmlns:a="http://schemas.openxmlformats.org/drawingml/2006/main" noGrp="1"/>
          </p:cNvSpPr>
          <p:nvPr/>
        </p:nvSpPr>
        <p:spPr>
          <a:xfrm xmlns:a="http://schemas.openxmlformats.org/drawingml/2006/main" flipV="0">
            <a:off x="2700020" y="2505202"/>
            <a:ext cx="160020" cy="215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sues200_uav_250m_to_satellite/sues200_uav_250m_to_satellite/seed-2/visual/segment-2-3">
            <a:extLst xmlns:a="http://schemas.openxmlformats.org/drawingml/2006/main">
              <a:ext uri="{FF2B5EF4-FFF2-40B4-BE49-F238E27FC236}">
                <a16:creationId xmlns:a16="http://schemas.microsoft.com/office/drawing/2014/main" id="{CC2BE886-F52F-4935-A827-C04DC5B80110}"/>
              </a:ext>
            </a:extLst>
          </p:cNvPr>
          <p:cNvSpPr>
            <a:spLocks xmlns:a="http://schemas.openxmlformats.org/drawingml/2006/main" noGrp="1"/>
          </p:cNvSpPr>
          <p:nvPr/>
        </p:nvSpPr>
        <p:spPr>
          <a:xfrm xmlns:a="http://schemas.openxmlformats.org/drawingml/2006/main" flipV="1">
            <a:off x="2860040" y="2460583"/>
            <a:ext cx="160020" cy="4677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sues200_uav_250m_to_satellite/sues200_uav_250m_to_satellite/seed-2/visual/segment-3-4">
            <a:extLst xmlns:a="http://schemas.openxmlformats.org/drawingml/2006/main">
              <a:ext uri="{FF2B5EF4-FFF2-40B4-BE49-F238E27FC236}">
                <a16:creationId xmlns:a16="http://schemas.microsoft.com/office/drawing/2014/main" id="{7FB548A2-BB23-43EE-B6DD-DFD6BF895269}"/>
              </a:ext>
            </a:extLst>
          </p:cNvPr>
          <p:cNvSpPr>
            <a:spLocks xmlns:a="http://schemas.openxmlformats.org/drawingml/2006/main" noGrp="1"/>
          </p:cNvSpPr>
          <p:nvPr/>
        </p:nvSpPr>
        <p:spPr>
          <a:xfrm xmlns:a="http://schemas.openxmlformats.org/drawingml/2006/main" flipV="1">
            <a:off x="3020060" y="2367026"/>
            <a:ext cx="160020" cy="9355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sues200_uav_250m_to_satellite/sues200_uav_250m_to_satellite/seed-2/visual/segment-4-5">
            <a:extLst xmlns:a="http://schemas.openxmlformats.org/drawingml/2006/main">
              <a:ext uri="{FF2B5EF4-FFF2-40B4-BE49-F238E27FC236}">
                <a16:creationId xmlns:a16="http://schemas.microsoft.com/office/drawing/2014/main" id="{6B4149A2-0B25-4214-94DD-6526C623D603}"/>
              </a:ext>
            </a:extLst>
          </p:cNvPr>
          <p:cNvSpPr>
            <a:spLocks xmlns:a="http://schemas.openxmlformats.org/drawingml/2006/main" noGrp="1"/>
          </p:cNvSpPr>
          <p:nvPr/>
        </p:nvSpPr>
        <p:spPr>
          <a:xfrm xmlns:a="http://schemas.openxmlformats.org/drawingml/2006/main" flipV="1">
            <a:off x="3180080" y="2303120"/>
            <a:ext cx="160020" cy="6390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sues200_uav_250m_to_satellite/sues200_uav_250m_to_satellite/seed-2/visual/segment-5-6">
            <a:extLst xmlns:a="http://schemas.openxmlformats.org/drawingml/2006/main">
              <a:ext uri="{FF2B5EF4-FFF2-40B4-BE49-F238E27FC236}">
                <a16:creationId xmlns:a16="http://schemas.microsoft.com/office/drawing/2014/main" id="{8F6F8BFF-3C50-417A-BE18-44536739AA54}"/>
              </a:ext>
            </a:extLst>
          </p:cNvPr>
          <p:cNvSpPr>
            <a:spLocks xmlns:a="http://schemas.openxmlformats.org/drawingml/2006/main" noGrp="1"/>
          </p:cNvSpPr>
          <p:nvPr/>
        </p:nvSpPr>
        <p:spPr>
          <a:xfrm xmlns:a="http://schemas.openxmlformats.org/drawingml/2006/main" flipV="1">
            <a:off x="3340100" y="2236047"/>
            <a:ext cx="160020" cy="6707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sues200_uav_250m_to_satellite/sues200_uav_250m_to_satellite/seed-2/visual/segment-6-7">
            <a:extLst xmlns:a="http://schemas.openxmlformats.org/drawingml/2006/main">
              <a:ext uri="{FF2B5EF4-FFF2-40B4-BE49-F238E27FC236}">
                <a16:creationId xmlns:a16="http://schemas.microsoft.com/office/drawing/2014/main" id="{31A637F8-2218-4CB1-8B26-9A855B458424}"/>
              </a:ext>
            </a:extLst>
          </p:cNvPr>
          <p:cNvSpPr>
            <a:spLocks xmlns:a="http://schemas.openxmlformats.org/drawingml/2006/main" noGrp="1"/>
          </p:cNvSpPr>
          <p:nvPr/>
        </p:nvSpPr>
        <p:spPr>
          <a:xfrm xmlns:a="http://schemas.openxmlformats.org/drawingml/2006/main" flipV="1">
            <a:off x="3500120" y="2182586"/>
            <a:ext cx="160020" cy="5346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sues200_uav_250m_to_satellite/sues200_uav_250m_to_satellite/seed-2/visual/segment-7-8">
            <a:extLst xmlns:a="http://schemas.openxmlformats.org/drawingml/2006/main">
              <a:ext uri="{FF2B5EF4-FFF2-40B4-BE49-F238E27FC236}">
                <a16:creationId xmlns:a16="http://schemas.microsoft.com/office/drawing/2014/main" id="{19FFCC46-87B7-4602-A71C-4F6FAD5D4836}"/>
              </a:ext>
            </a:extLst>
          </p:cNvPr>
          <p:cNvSpPr>
            <a:spLocks xmlns:a="http://schemas.openxmlformats.org/drawingml/2006/main" noGrp="1"/>
          </p:cNvSpPr>
          <p:nvPr/>
        </p:nvSpPr>
        <p:spPr>
          <a:xfrm xmlns:a="http://schemas.openxmlformats.org/drawingml/2006/main" flipV="1">
            <a:off x="3660140" y="2131695"/>
            <a:ext cx="160020" cy="5089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sues200_uav_250m_to_satellite/sues200_uav_250m_to_satellite/seed-2/visual/segment-8-9">
            <a:extLst xmlns:a="http://schemas.openxmlformats.org/drawingml/2006/main">
              <a:ext uri="{FF2B5EF4-FFF2-40B4-BE49-F238E27FC236}">
                <a16:creationId xmlns:a16="http://schemas.microsoft.com/office/drawing/2014/main" id="{A83BFBCC-AB7C-422A-A859-B8D8600E1F64}"/>
              </a:ext>
            </a:extLst>
          </p:cNvPr>
          <p:cNvSpPr>
            <a:spLocks xmlns:a="http://schemas.openxmlformats.org/drawingml/2006/main" noGrp="1"/>
          </p:cNvSpPr>
          <p:nvPr/>
        </p:nvSpPr>
        <p:spPr>
          <a:xfrm xmlns:a="http://schemas.openxmlformats.org/drawingml/2006/main" flipV="1">
            <a:off x="3820160" y="2088275"/>
            <a:ext cx="160020" cy="4342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sues200_uav_250m_to_satellite/sues200_uav_250m_to_satellite/seed-2/visual/segment-9-10">
            <a:extLst xmlns:a="http://schemas.openxmlformats.org/drawingml/2006/main">
              <a:ext uri="{FF2B5EF4-FFF2-40B4-BE49-F238E27FC236}">
                <a16:creationId xmlns:a16="http://schemas.microsoft.com/office/drawing/2014/main" id="{80F3F72B-6E04-4995-B202-7BE265F12BD5}"/>
              </a:ext>
            </a:extLst>
          </p:cNvPr>
          <p:cNvSpPr>
            <a:spLocks xmlns:a="http://schemas.openxmlformats.org/drawingml/2006/main" noGrp="1"/>
          </p:cNvSpPr>
          <p:nvPr/>
        </p:nvSpPr>
        <p:spPr>
          <a:xfrm xmlns:a="http://schemas.openxmlformats.org/drawingml/2006/main" flipV="1">
            <a:off x="3980180" y="2042312"/>
            <a:ext cx="160020" cy="4596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sues200_uav_250m_to_satellite/sues200_uav_250m_to_satellite/seed-2/visual/point-1">
            <a:extLst xmlns:a="http://schemas.openxmlformats.org/drawingml/2006/main">
              <a:ext uri="{FF2B5EF4-FFF2-40B4-BE49-F238E27FC236}">
                <a16:creationId xmlns:a16="http://schemas.microsoft.com/office/drawing/2014/main" id="{9DAD655D-2CF3-47F1-B0FF-A96C7BE59D9E}"/>
              </a:ext>
            </a:extLst>
          </p:cNvPr>
          <p:cNvSpPr>
            <a:spLocks xmlns:a="http://schemas.openxmlformats.org/drawingml/2006/main" noGrp="1"/>
          </p:cNvSpPr>
          <p:nvPr/>
        </p:nvSpPr>
        <p:spPr>
          <a:xfrm xmlns:a="http://schemas.openxmlformats.org/drawingml/2006/main">
            <a:off x="2676525" y="248170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sues200_uav_250m_to_satellite/sues200_uav_250m_to_satellite/seed-2/visual/point-2">
            <a:extLst xmlns:a="http://schemas.openxmlformats.org/drawingml/2006/main">
              <a:ext uri="{FF2B5EF4-FFF2-40B4-BE49-F238E27FC236}">
                <a16:creationId xmlns:a16="http://schemas.microsoft.com/office/drawing/2014/main" id="{E40C2D9D-A11B-49E4-B836-68816768E0C7}"/>
              </a:ext>
            </a:extLst>
          </p:cNvPr>
          <p:cNvSpPr>
            <a:spLocks xmlns:a="http://schemas.openxmlformats.org/drawingml/2006/main" noGrp="1"/>
          </p:cNvSpPr>
          <p:nvPr/>
        </p:nvSpPr>
        <p:spPr>
          <a:xfrm xmlns:a="http://schemas.openxmlformats.org/drawingml/2006/main">
            <a:off x="2836545" y="248386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sues200_uav_250m_to_satellite/sues200_uav_250m_to_satellite/seed-2/visual/point-3">
            <a:extLst xmlns:a="http://schemas.openxmlformats.org/drawingml/2006/main">
              <a:ext uri="{FF2B5EF4-FFF2-40B4-BE49-F238E27FC236}">
                <a16:creationId xmlns:a16="http://schemas.microsoft.com/office/drawing/2014/main" id="{9BCD5938-8371-4E4A-8537-0CBD1B662239}"/>
              </a:ext>
            </a:extLst>
          </p:cNvPr>
          <p:cNvSpPr>
            <a:spLocks xmlns:a="http://schemas.openxmlformats.org/drawingml/2006/main" noGrp="1"/>
          </p:cNvSpPr>
          <p:nvPr/>
        </p:nvSpPr>
        <p:spPr>
          <a:xfrm xmlns:a="http://schemas.openxmlformats.org/drawingml/2006/main">
            <a:off x="2996565" y="243708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sues200_uav_250m_to_satellite/sues200_uav_250m_to_satellite/seed-2/visual/point-4">
            <a:extLst xmlns:a="http://schemas.openxmlformats.org/drawingml/2006/main">
              <a:ext uri="{FF2B5EF4-FFF2-40B4-BE49-F238E27FC236}">
                <a16:creationId xmlns:a16="http://schemas.microsoft.com/office/drawing/2014/main" id="{B84F9872-577F-4999-9B2F-BD2BF0B3C347}"/>
              </a:ext>
            </a:extLst>
          </p:cNvPr>
          <p:cNvSpPr>
            <a:spLocks xmlns:a="http://schemas.openxmlformats.org/drawingml/2006/main" noGrp="1"/>
          </p:cNvSpPr>
          <p:nvPr/>
        </p:nvSpPr>
        <p:spPr>
          <a:xfrm xmlns:a="http://schemas.openxmlformats.org/drawingml/2006/main">
            <a:off x="3156585" y="234353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sues200_uav_250m_to_satellite/sues200_uav_250m_to_satellite/seed-2/visual/point-5">
            <a:extLst xmlns:a="http://schemas.openxmlformats.org/drawingml/2006/main">
              <a:ext uri="{FF2B5EF4-FFF2-40B4-BE49-F238E27FC236}">
                <a16:creationId xmlns:a16="http://schemas.microsoft.com/office/drawing/2014/main" id="{CC5F0C93-C47E-4197-B1D7-C9FAC092D8D3}"/>
              </a:ext>
            </a:extLst>
          </p:cNvPr>
          <p:cNvSpPr>
            <a:spLocks xmlns:a="http://schemas.openxmlformats.org/drawingml/2006/main" noGrp="1"/>
          </p:cNvSpPr>
          <p:nvPr/>
        </p:nvSpPr>
        <p:spPr>
          <a:xfrm xmlns:a="http://schemas.openxmlformats.org/drawingml/2006/main">
            <a:off x="3316605" y="227962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sues200_uav_250m_to_satellite/sues200_uav_250m_to_satellite/seed-2/visual/point-6">
            <a:extLst xmlns:a="http://schemas.openxmlformats.org/drawingml/2006/main">
              <a:ext uri="{FF2B5EF4-FFF2-40B4-BE49-F238E27FC236}">
                <a16:creationId xmlns:a16="http://schemas.microsoft.com/office/drawing/2014/main" id="{075697D7-1045-47E0-A1FD-71C24417ABDB}"/>
              </a:ext>
            </a:extLst>
          </p:cNvPr>
          <p:cNvSpPr>
            <a:spLocks xmlns:a="http://schemas.openxmlformats.org/drawingml/2006/main" noGrp="1"/>
          </p:cNvSpPr>
          <p:nvPr/>
        </p:nvSpPr>
        <p:spPr>
          <a:xfrm xmlns:a="http://schemas.openxmlformats.org/drawingml/2006/main">
            <a:off x="3476625" y="221255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sues200_uav_250m_to_satellite/sues200_uav_250m_to_satellite/seed-2/visual/point-7">
            <a:extLst xmlns:a="http://schemas.openxmlformats.org/drawingml/2006/main">
              <a:ext uri="{FF2B5EF4-FFF2-40B4-BE49-F238E27FC236}">
                <a16:creationId xmlns:a16="http://schemas.microsoft.com/office/drawing/2014/main" id="{9B9065F2-8788-4FDC-A28C-7EB2C7D55F94}"/>
              </a:ext>
            </a:extLst>
          </p:cNvPr>
          <p:cNvSpPr>
            <a:spLocks xmlns:a="http://schemas.openxmlformats.org/drawingml/2006/main" noGrp="1"/>
          </p:cNvSpPr>
          <p:nvPr/>
        </p:nvSpPr>
        <p:spPr>
          <a:xfrm xmlns:a="http://schemas.openxmlformats.org/drawingml/2006/main">
            <a:off x="3636645" y="215909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sues200_uav_250m_to_satellite/sues200_uav_250m_to_satellite/seed-2/visual/point-8">
            <a:extLst xmlns:a="http://schemas.openxmlformats.org/drawingml/2006/main">
              <a:ext uri="{FF2B5EF4-FFF2-40B4-BE49-F238E27FC236}">
                <a16:creationId xmlns:a16="http://schemas.microsoft.com/office/drawing/2014/main" id="{C754CFB5-9434-42DA-B6CE-516DF310A2FF}"/>
              </a:ext>
            </a:extLst>
          </p:cNvPr>
          <p:cNvSpPr>
            <a:spLocks xmlns:a="http://schemas.openxmlformats.org/drawingml/2006/main" noGrp="1"/>
          </p:cNvSpPr>
          <p:nvPr/>
        </p:nvSpPr>
        <p:spPr>
          <a:xfrm xmlns:a="http://schemas.openxmlformats.org/drawingml/2006/main">
            <a:off x="3796665" y="210820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sues200_uav_250m_to_satellite/sues200_uav_250m_to_satellite/seed-2/visual/point-9">
            <a:extLst xmlns:a="http://schemas.openxmlformats.org/drawingml/2006/main">
              <a:ext uri="{FF2B5EF4-FFF2-40B4-BE49-F238E27FC236}">
                <a16:creationId xmlns:a16="http://schemas.microsoft.com/office/drawing/2014/main" id="{8065A2C3-0687-4C09-9C89-F6E067FE0251}"/>
              </a:ext>
            </a:extLst>
          </p:cNvPr>
          <p:cNvSpPr>
            <a:spLocks xmlns:a="http://schemas.openxmlformats.org/drawingml/2006/main" noGrp="1"/>
          </p:cNvSpPr>
          <p:nvPr/>
        </p:nvSpPr>
        <p:spPr>
          <a:xfrm xmlns:a="http://schemas.openxmlformats.org/drawingml/2006/main">
            <a:off x="3956685" y="206478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sues200_uav_250m_to_satellite/sues200_uav_250m_to_satellite/seed-2/visual/point-10">
            <a:extLst xmlns:a="http://schemas.openxmlformats.org/drawingml/2006/main">
              <a:ext uri="{FF2B5EF4-FFF2-40B4-BE49-F238E27FC236}">
                <a16:creationId xmlns:a16="http://schemas.microsoft.com/office/drawing/2014/main" id="{92BFA7BB-2984-48EA-9C69-6D9710F60349}"/>
              </a:ext>
            </a:extLst>
          </p:cNvPr>
          <p:cNvSpPr>
            <a:spLocks xmlns:a="http://schemas.openxmlformats.org/drawingml/2006/main" noGrp="1"/>
          </p:cNvSpPr>
          <p:nvPr/>
        </p:nvSpPr>
        <p:spPr>
          <a:xfrm xmlns:a="http://schemas.openxmlformats.org/drawingml/2006/main">
            <a:off x="4116705" y="201881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sues200_uav_250m_to_satellite/seed-2/visual/AURC">
            <a:extLst xmlns:a="http://schemas.openxmlformats.org/drawingml/2006/main">
              <a:ext uri="{FF2B5EF4-FFF2-40B4-BE49-F238E27FC236}">
                <a16:creationId xmlns:a16="http://schemas.microsoft.com/office/drawing/2014/main" id="{EA15AC68-ED60-49B0-9E54-57A35A115DAD}"/>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0.3967</a:t>
            </a:r>
          </a:p>
        </p:txBody>
      </p:sp>
      <p:sp>
        <p:nvSpPr>
          <p:cNvPr id="115" name="sues200_uav_250m_to_satellite/sues200_uav_250m_to_satellite/seed-2/full/segment-1-2">
            <a:extLst xmlns:a="http://schemas.openxmlformats.org/drawingml/2006/main">
              <a:ext uri="{FF2B5EF4-FFF2-40B4-BE49-F238E27FC236}">
                <a16:creationId xmlns:a16="http://schemas.microsoft.com/office/drawing/2014/main" id="{D3E7A1D0-E4CF-45BC-8DFE-48A3633AA3B3}"/>
              </a:ext>
            </a:extLst>
          </p:cNvPr>
          <p:cNvSpPr>
            <a:spLocks xmlns:a="http://schemas.openxmlformats.org/drawingml/2006/main" noGrp="1"/>
          </p:cNvSpPr>
          <p:nvPr/>
        </p:nvSpPr>
        <p:spPr>
          <a:xfrm xmlns:a="http://schemas.openxmlformats.org/drawingml/2006/main" flipV="1">
            <a:off x="2700020" y="2246122"/>
            <a:ext cx="160020" cy="863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sues200_uav_250m_to_satellite/sues200_uav_250m_to_satellite/seed-2/full/segment-2-3">
            <a:extLst xmlns:a="http://schemas.openxmlformats.org/drawingml/2006/main">
              <a:ext uri="{FF2B5EF4-FFF2-40B4-BE49-F238E27FC236}">
                <a16:creationId xmlns:a16="http://schemas.microsoft.com/office/drawing/2014/main" id="{374F7D58-07E9-482D-8EF0-D1ECE69EA4EB}"/>
              </a:ext>
            </a:extLst>
          </p:cNvPr>
          <p:cNvSpPr>
            <a:spLocks xmlns:a="http://schemas.openxmlformats.org/drawingml/2006/main" noGrp="1"/>
          </p:cNvSpPr>
          <p:nvPr/>
        </p:nvSpPr>
        <p:spPr>
          <a:xfrm xmlns:a="http://schemas.openxmlformats.org/drawingml/2006/main" flipV="1">
            <a:off x="2860040" y="2204381"/>
            <a:ext cx="160020" cy="4174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sues200_uav_250m_to_satellite/sues200_uav_250m_to_satellite/seed-2/full/segment-3-4">
            <a:extLst xmlns:a="http://schemas.openxmlformats.org/drawingml/2006/main">
              <a:ext uri="{FF2B5EF4-FFF2-40B4-BE49-F238E27FC236}">
                <a16:creationId xmlns:a16="http://schemas.microsoft.com/office/drawing/2014/main" id="{E9314237-BB61-433F-BD9A-17AC5B447A2B}"/>
              </a:ext>
            </a:extLst>
          </p:cNvPr>
          <p:cNvSpPr>
            <a:spLocks xmlns:a="http://schemas.openxmlformats.org/drawingml/2006/main" noGrp="1"/>
          </p:cNvSpPr>
          <p:nvPr/>
        </p:nvSpPr>
        <p:spPr>
          <a:xfrm xmlns:a="http://schemas.openxmlformats.org/drawingml/2006/main" flipV="1">
            <a:off x="3020060" y="2151126"/>
            <a:ext cx="160020" cy="5325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sues200_uav_250m_to_satellite/sues200_uav_250m_to_satellite/seed-2/full/segment-4-5">
            <a:extLst xmlns:a="http://schemas.openxmlformats.org/drawingml/2006/main">
              <a:ext uri="{FF2B5EF4-FFF2-40B4-BE49-F238E27FC236}">
                <a16:creationId xmlns:a16="http://schemas.microsoft.com/office/drawing/2014/main" id="{0EF0AECA-5FF6-4B55-9DEA-A603211D32FF}"/>
              </a:ext>
            </a:extLst>
          </p:cNvPr>
          <p:cNvSpPr>
            <a:spLocks xmlns:a="http://schemas.openxmlformats.org/drawingml/2006/main" noGrp="1"/>
          </p:cNvSpPr>
          <p:nvPr/>
        </p:nvSpPr>
        <p:spPr>
          <a:xfrm xmlns:a="http://schemas.openxmlformats.org/drawingml/2006/main" flipV="1">
            <a:off x="3180080" y="2094128"/>
            <a:ext cx="160020" cy="5699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sues200_uav_250m_to_satellite/sues200_uav_250m_to_satellite/seed-2/full/segment-5-6">
            <a:extLst xmlns:a="http://schemas.openxmlformats.org/drawingml/2006/main">
              <a:ext uri="{FF2B5EF4-FFF2-40B4-BE49-F238E27FC236}">
                <a16:creationId xmlns:a16="http://schemas.microsoft.com/office/drawing/2014/main" id="{C08A278C-2590-499C-A441-99AB73886DCC}"/>
              </a:ext>
            </a:extLst>
          </p:cNvPr>
          <p:cNvSpPr>
            <a:spLocks xmlns:a="http://schemas.openxmlformats.org/drawingml/2006/main" noGrp="1"/>
          </p:cNvSpPr>
          <p:nvPr/>
        </p:nvSpPr>
        <p:spPr>
          <a:xfrm xmlns:a="http://schemas.openxmlformats.org/drawingml/2006/main" flipV="1">
            <a:off x="3340100" y="2051092"/>
            <a:ext cx="160020" cy="4303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sues200_uav_250m_to_satellite/sues200_uav_250m_to_satellite/seed-2/full/segment-6-7">
            <a:extLst xmlns:a="http://schemas.openxmlformats.org/drawingml/2006/main">
              <a:ext uri="{FF2B5EF4-FFF2-40B4-BE49-F238E27FC236}">
                <a16:creationId xmlns:a16="http://schemas.microsoft.com/office/drawing/2014/main" id="{F6BD1CE5-3F48-4342-BA60-7DC2432697CB}"/>
              </a:ext>
            </a:extLst>
          </p:cNvPr>
          <p:cNvSpPr>
            <a:spLocks xmlns:a="http://schemas.openxmlformats.org/drawingml/2006/main" noGrp="1"/>
          </p:cNvSpPr>
          <p:nvPr/>
        </p:nvSpPr>
        <p:spPr>
          <a:xfrm xmlns:a="http://schemas.openxmlformats.org/drawingml/2006/main" flipV="1">
            <a:off x="3500120" y="2011716"/>
            <a:ext cx="160020" cy="3937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sues200_uav_250m_to_satellite/sues200_uav_250m_to_satellite/seed-2/full/segment-7-8">
            <a:extLst xmlns:a="http://schemas.openxmlformats.org/drawingml/2006/main">
              <a:ext uri="{FF2B5EF4-FFF2-40B4-BE49-F238E27FC236}">
                <a16:creationId xmlns:a16="http://schemas.microsoft.com/office/drawing/2014/main" id="{5A7318EE-20F3-4712-97DA-44240B159C2F}"/>
              </a:ext>
            </a:extLst>
          </p:cNvPr>
          <p:cNvSpPr>
            <a:spLocks xmlns:a="http://schemas.openxmlformats.org/drawingml/2006/main" noGrp="1"/>
          </p:cNvSpPr>
          <p:nvPr/>
        </p:nvSpPr>
        <p:spPr>
          <a:xfrm xmlns:a="http://schemas.openxmlformats.org/drawingml/2006/main" flipV="1">
            <a:off x="3660140" y="1978406"/>
            <a:ext cx="160020" cy="3331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sues200_uav_250m_to_satellite/sues200_uav_250m_to_satellite/seed-2/full/segment-8-9">
            <a:extLst xmlns:a="http://schemas.openxmlformats.org/drawingml/2006/main">
              <a:ext uri="{FF2B5EF4-FFF2-40B4-BE49-F238E27FC236}">
                <a16:creationId xmlns:a16="http://schemas.microsoft.com/office/drawing/2014/main" id="{CF18621C-57B7-4EA5-9D79-68CF21DA98C9}"/>
              </a:ext>
            </a:extLst>
          </p:cNvPr>
          <p:cNvSpPr>
            <a:spLocks xmlns:a="http://schemas.openxmlformats.org/drawingml/2006/main" noGrp="1"/>
          </p:cNvSpPr>
          <p:nvPr/>
        </p:nvSpPr>
        <p:spPr>
          <a:xfrm xmlns:a="http://schemas.openxmlformats.org/drawingml/2006/main" flipV="1">
            <a:off x="3820160" y="1951538"/>
            <a:ext cx="160020" cy="2686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sues200_uav_250m_to_satellite/sues200_uav_250m_to_satellite/seed-2/full/segment-9-10">
            <a:extLst xmlns:a="http://schemas.openxmlformats.org/drawingml/2006/main">
              <a:ext uri="{FF2B5EF4-FFF2-40B4-BE49-F238E27FC236}">
                <a16:creationId xmlns:a16="http://schemas.microsoft.com/office/drawing/2014/main" id="{4DFB33FB-82F6-43D4-9070-57CF1B6DE58E}"/>
              </a:ext>
            </a:extLst>
          </p:cNvPr>
          <p:cNvSpPr>
            <a:spLocks xmlns:a="http://schemas.openxmlformats.org/drawingml/2006/main" noGrp="1"/>
          </p:cNvSpPr>
          <p:nvPr/>
        </p:nvSpPr>
        <p:spPr>
          <a:xfrm xmlns:a="http://schemas.openxmlformats.org/drawingml/2006/main" flipV="1">
            <a:off x="3980180" y="1923567"/>
            <a:ext cx="160020" cy="2797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sues200_uav_250m_to_satellite/sues200_uav_250m_to_satellite/seed-2/full/point-1">
            <a:extLst xmlns:a="http://schemas.openxmlformats.org/drawingml/2006/main">
              <a:ext uri="{FF2B5EF4-FFF2-40B4-BE49-F238E27FC236}">
                <a16:creationId xmlns:a16="http://schemas.microsoft.com/office/drawing/2014/main" id="{C6DC7C50-5F2A-4CC6-A9BD-AAF6268D25C0}"/>
              </a:ext>
            </a:extLst>
          </p:cNvPr>
          <p:cNvSpPr>
            <a:spLocks xmlns:a="http://schemas.openxmlformats.org/drawingml/2006/main" noGrp="1"/>
          </p:cNvSpPr>
          <p:nvPr/>
        </p:nvSpPr>
        <p:spPr>
          <a:xfrm xmlns:a="http://schemas.openxmlformats.org/drawingml/2006/main">
            <a:off x="2676525" y="223126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sues200_uav_250m_to_satellite/sues200_uav_250m_to_satellite/seed-2/full/point-2">
            <a:extLst xmlns:a="http://schemas.openxmlformats.org/drawingml/2006/main">
              <a:ext uri="{FF2B5EF4-FFF2-40B4-BE49-F238E27FC236}">
                <a16:creationId xmlns:a16="http://schemas.microsoft.com/office/drawing/2014/main" id="{74E83EDC-D21E-4A2D-B97F-6FCE3F102478}"/>
              </a:ext>
            </a:extLst>
          </p:cNvPr>
          <p:cNvSpPr>
            <a:spLocks xmlns:a="http://schemas.openxmlformats.org/drawingml/2006/main" noGrp="1"/>
          </p:cNvSpPr>
          <p:nvPr/>
        </p:nvSpPr>
        <p:spPr>
          <a:xfrm xmlns:a="http://schemas.openxmlformats.org/drawingml/2006/main">
            <a:off x="2836545" y="222262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sues200_uav_250m_to_satellite/sues200_uav_250m_to_satellite/seed-2/full/point-3">
            <a:extLst xmlns:a="http://schemas.openxmlformats.org/drawingml/2006/main">
              <a:ext uri="{FF2B5EF4-FFF2-40B4-BE49-F238E27FC236}">
                <a16:creationId xmlns:a16="http://schemas.microsoft.com/office/drawing/2014/main" id="{63ACB86E-A169-4045-B29C-003889E7F2E7}"/>
              </a:ext>
            </a:extLst>
          </p:cNvPr>
          <p:cNvSpPr>
            <a:spLocks xmlns:a="http://schemas.openxmlformats.org/drawingml/2006/main" noGrp="1"/>
          </p:cNvSpPr>
          <p:nvPr/>
        </p:nvSpPr>
        <p:spPr>
          <a:xfrm xmlns:a="http://schemas.openxmlformats.org/drawingml/2006/main">
            <a:off x="2996565" y="218088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sues200_uav_250m_to_satellite/sues200_uav_250m_to_satellite/seed-2/full/point-4">
            <a:extLst xmlns:a="http://schemas.openxmlformats.org/drawingml/2006/main">
              <a:ext uri="{FF2B5EF4-FFF2-40B4-BE49-F238E27FC236}">
                <a16:creationId xmlns:a16="http://schemas.microsoft.com/office/drawing/2014/main" id="{B0522525-1FAC-41F3-A07B-873756965271}"/>
              </a:ext>
            </a:extLst>
          </p:cNvPr>
          <p:cNvSpPr>
            <a:spLocks xmlns:a="http://schemas.openxmlformats.org/drawingml/2006/main" noGrp="1"/>
          </p:cNvSpPr>
          <p:nvPr/>
        </p:nvSpPr>
        <p:spPr>
          <a:xfrm xmlns:a="http://schemas.openxmlformats.org/drawingml/2006/main">
            <a:off x="3156585" y="212763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sues200_uav_250m_to_satellite/sues200_uav_250m_to_satellite/seed-2/full/point-5">
            <a:extLst xmlns:a="http://schemas.openxmlformats.org/drawingml/2006/main">
              <a:ext uri="{FF2B5EF4-FFF2-40B4-BE49-F238E27FC236}">
                <a16:creationId xmlns:a16="http://schemas.microsoft.com/office/drawing/2014/main" id="{3E391DD6-861E-4B3B-86CE-38A2A5E6266D}"/>
              </a:ext>
            </a:extLst>
          </p:cNvPr>
          <p:cNvSpPr>
            <a:spLocks xmlns:a="http://schemas.openxmlformats.org/drawingml/2006/main" noGrp="1"/>
          </p:cNvSpPr>
          <p:nvPr/>
        </p:nvSpPr>
        <p:spPr>
          <a:xfrm xmlns:a="http://schemas.openxmlformats.org/drawingml/2006/main">
            <a:off x="3316605" y="207063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sues200_uav_250m_to_satellite/sues200_uav_250m_to_satellite/seed-2/full/point-6">
            <a:extLst xmlns:a="http://schemas.openxmlformats.org/drawingml/2006/main">
              <a:ext uri="{FF2B5EF4-FFF2-40B4-BE49-F238E27FC236}">
                <a16:creationId xmlns:a16="http://schemas.microsoft.com/office/drawing/2014/main" id="{FD60054D-3C7E-4214-8A05-0AE0834AADC2}"/>
              </a:ext>
            </a:extLst>
          </p:cNvPr>
          <p:cNvSpPr>
            <a:spLocks xmlns:a="http://schemas.openxmlformats.org/drawingml/2006/main" noGrp="1"/>
          </p:cNvSpPr>
          <p:nvPr/>
        </p:nvSpPr>
        <p:spPr>
          <a:xfrm xmlns:a="http://schemas.openxmlformats.org/drawingml/2006/main">
            <a:off x="3476625" y="202759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sues200_uav_250m_to_satellite/sues200_uav_250m_to_satellite/seed-2/full/point-7">
            <a:extLst xmlns:a="http://schemas.openxmlformats.org/drawingml/2006/main">
              <a:ext uri="{FF2B5EF4-FFF2-40B4-BE49-F238E27FC236}">
                <a16:creationId xmlns:a16="http://schemas.microsoft.com/office/drawing/2014/main" id="{3B6D2445-4F53-4866-B383-64F3D0114254}"/>
              </a:ext>
            </a:extLst>
          </p:cNvPr>
          <p:cNvSpPr>
            <a:spLocks xmlns:a="http://schemas.openxmlformats.org/drawingml/2006/main" noGrp="1"/>
          </p:cNvSpPr>
          <p:nvPr/>
        </p:nvSpPr>
        <p:spPr>
          <a:xfrm xmlns:a="http://schemas.openxmlformats.org/drawingml/2006/main">
            <a:off x="3636645" y="198822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sues200_uav_250m_to_satellite/sues200_uav_250m_to_satellite/seed-2/full/point-8">
            <a:extLst xmlns:a="http://schemas.openxmlformats.org/drawingml/2006/main">
              <a:ext uri="{FF2B5EF4-FFF2-40B4-BE49-F238E27FC236}">
                <a16:creationId xmlns:a16="http://schemas.microsoft.com/office/drawing/2014/main" id="{060E5E29-2944-486E-B3D3-E1C874728AE6}"/>
              </a:ext>
            </a:extLst>
          </p:cNvPr>
          <p:cNvSpPr>
            <a:spLocks xmlns:a="http://schemas.openxmlformats.org/drawingml/2006/main" noGrp="1"/>
          </p:cNvSpPr>
          <p:nvPr/>
        </p:nvSpPr>
        <p:spPr>
          <a:xfrm xmlns:a="http://schemas.openxmlformats.org/drawingml/2006/main">
            <a:off x="3796665" y="195491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sues200_uav_250m_to_satellite/sues200_uav_250m_to_satellite/seed-2/full/point-9">
            <a:extLst xmlns:a="http://schemas.openxmlformats.org/drawingml/2006/main">
              <a:ext uri="{FF2B5EF4-FFF2-40B4-BE49-F238E27FC236}">
                <a16:creationId xmlns:a16="http://schemas.microsoft.com/office/drawing/2014/main" id="{4ED4C877-0908-4811-A55E-704ABA5EE455}"/>
              </a:ext>
            </a:extLst>
          </p:cNvPr>
          <p:cNvSpPr>
            <a:spLocks xmlns:a="http://schemas.openxmlformats.org/drawingml/2006/main" noGrp="1"/>
          </p:cNvSpPr>
          <p:nvPr/>
        </p:nvSpPr>
        <p:spPr>
          <a:xfrm xmlns:a="http://schemas.openxmlformats.org/drawingml/2006/main">
            <a:off x="3956685" y="192804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sues200_uav_250m_to_satellite/sues200_uav_250m_to_satellite/seed-2/full/point-10">
            <a:extLst xmlns:a="http://schemas.openxmlformats.org/drawingml/2006/main">
              <a:ext uri="{FF2B5EF4-FFF2-40B4-BE49-F238E27FC236}">
                <a16:creationId xmlns:a16="http://schemas.microsoft.com/office/drawing/2014/main" id="{18BC128E-C3CE-4EBB-93F4-FFC71F7CBF08}"/>
              </a:ext>
            </a:extLst>
          </p:cNvPr>
          <p:cNvSpPr>
            <a:spLocks xmlns:a="http://schemas.openxmlformats.org/drawingml/2006/main" noGrp="1"/>
          </p:cNvSpPr>
          <p:nvPr/>
        </p:nvSpPr>
        <p:spPr>
          <a:xfrm xmlns:a="http://schemas.openxmlformats.org/drawingml/2006/main">
            <a:off x="4116705" y="190007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sues200_uav_250m_to_satellite/seed-2/full/AURC">
            <a:extLst xmlns:a="http://schemas.openxmlformats.org/drawingml/2006/main">
              <a:ext uri="{FF2B5EF4-FFF2-40B4-BE49-F238E27FC236}">
                <a16:creationId xmlns:a16="http://schemas.microsoft.com/office/drawing/2014/main" id="{3920A0F9-59F8-4855-B223-31A517B14E8B}"/>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0.5108</a:t>
            </a:r>
          </a:p>
        </p:txBody>
      </p:sp>
      <p:sp>
        <p:nvSpPr>
          <p:cNvPr id="135" name="sues200_uav_250m_to_satellite/seed-2/AURC-label">
            <a:extLst xmlns:a="http://schemas.openxmlformats.org/drawingml/2006/main">
              <a:ext uri="{FF2B5EF4-FFF2-40B4-BE49-F238E27FC236}">
                <a16:creationId xmlns:a16="http://schemas.microsoft.com/office/drawing/2014/main" id="{875EFF58-5CF8-4B9A-8C8B-3922CE9E55D8}"/>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sues200_uav_250m_to_satellite/seed-3/heading">
            <a:extLst xmlns:a="http://schemas.openxmlformats.org/drawingml/2006/main">
              <a:ext uri="{FF2B5EF4-FFF2-40B4-BE49-F238E27FC236}">
                <a16:creationId xmlns:a16="http://schemas.microsoft.com/office/drawing/2014/main" id="{02176E17-4D57-45B7-AD3E-299752EE8F2B}"/>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sues200_uav_250m_to_satellite/seed-3/y-grid-0">
            <a:extLst xmlns:a="http://schemas.openxmlformats.org/drawingml/2006/main">
              <a:ext uri="{FF2B5EF4-FFF2-40B4-BE49-F238E27FC236}">
                <a16:creationId xmlns:a16="http://schemas.microsoft.com/office/drawing/2014/main" id="{FED89257-30CA-47C2-8110-0D535F5D878A}"/>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sues200_uav_250m_to_satellite/seed-3/y-label-0">
            <a:extLst xmlns:a="http://schemas.openxmlformats.org/drawingml/2006/main">
              <a:ext uri="{FF2B5EF4-FFF2-40B4-BE49-F238E27FC236}">
                <a16:creationId xmlns:a16="http://schemas.microsoft.com/office/drawing/2014/main" id="{B59D3C19-F19B-4F2F-A3F0-085C5E0B999C}"/>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sues200_uav_250m_to_satellite/seed-3/x-tick-0">
            <a:extLst xmlns:a="http://schemas.openxmlformats.org/drawingml/2006/main">
              <a:ext uri="{FF2B5EF4-FFF2-40B4-BE49-F238E27FC236}">
                <a16:creationId xmlns:a16="http://schemas.microsoft.com/office/drawing/2014/main" id="{F2D1AD5D-923E-443B-B3B9-E416F9F0CD1F}"/>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sues200_uav_250m_to_satellite/seed-3/x-label-0">
            <a:extLst xmlns:a="http://schemas.openxmlformats.org/drawingml/2006/main">
              <a:ext uri="{FF2B5EF4-FFF2-40B4-BE49-F238E27FC236}">
                <a16:creationId xmlns:a16="http://schemas.microsoft.com/office/drawing/2014/main" id="{083CF8D1-678F-4B8E-8AB3-9DEE95FFFC82}"/>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sues200_uav_250m_to_satellite/seed-3/y-grid-25">
            <a:extLst xmlns:a="http://schemas.openxmlformats.org/drawingml/2006/main">
              <a:ext uri="{FF2B5EF4-FFF2-40B4-BE49-F238E27FC236}">
                <a16:creationId xmlns:a16="http://schemas.microsoft.com/office/drawing/2014/main" id="{85159FE9-1F22-4ACF-8F43-E4FC6FCC0F00}"/>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sues200_uav_250m_to_satellite/seed-3/y-label-25">
            <a:extLst xmlns:a="http://schemas.openxmlformats.org/drawingml/2006/main">
              <a:ext uri="{FF2B5EF4-FFF2-40B4-BE49-F238E27FC236}">
                <a16:creationId xmlns:a16="http://schemas.microsoft.com/office/drawing/2014/main" id="{1ACF90A9-A1BE-4C99-B1D4-087C3675CBD5}"/>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sues200_uav_250m_to_satellite/seed-3/x-tick-25">
            <a:extLst xmlns:a="http://schemas.openxmlformats.org/drawingml/2006/main">
              <a:ext uri="{FF2B5EF4-FFF2-40B4-BE49-F238E27FC236}">
                <a16:creationId xmlns:a16="http://schemas.microsoft.com/office/drawing/2014/main" id="{8F7FE825-AFA2-4E56-9396-59818FD564EC}"/>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sues200_uav_250m_to_satellite/seed-3/x-label-25">
            <a:extLst xmlns:a="http://schemas.openxmlformats.org/drawingml/2006/main">
              <a:ext uri="{FF2B5EF4-FFF2-40B4-BE49-F238E27FC236}">
                <a16:creationId xmlns:a16="http://schemas.microsoft.com/office/drawing/2014/main" id="{10AFD075-C345-42C4-86E8-5C811F14A468}"/>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sues200_uav_250m_to_satellite/seed-3/y-grid-50">
            <a:extLst xmlns:a="http://schemas.openxmlformats.org/drawingml/2006/main">
              <a:ext uri="{FF2B5EF4-FFF2-40B4-BE49-F238E27FC236}">
                <a16:creationId xmlns:a16="http://schemas.microsoft.com/office/drawing/2014/main" id="{7FAAB079-E25C-4EFF-A43D-731422A71B19}"/>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sues200_uav_250m_to_satellite/seed-3/y-label-50">
            <a:extLst xmlns:a="http://schemas.openxmlformats.org/drawingml/2006/main">
              <a:ext uri="{FF2B5EF4-FFF2-40B4-BE49-F238E27FC236}">
                <a16:creationId xmlns:a16="http://schemas.microsoft.com/office/drawing/2014/main" id="{51BA3C4E-109E-4CCB-9E1C-81632174A449}"/>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sues200_uav_250m_to_satellite/seed-3/x-tick-50">
            <a:extLst xmlns:a="http://schemas.openxmlformats.org/drawingml/2006/main">
              <a:ext uri="{FF2B5EF4-FFF2-40B4-BE49-F238E27FC236}">
                <a16:creationId xmlns:a16="http://schemas.microsoft.com/office/drawing/2014/main" id="{42B1637D-5068-4D66-8E8D-43FEAE063E27}"/>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sues200_uav_250m_to_satellite/seed-3/x-label-50">
            <a:extLst xmlns:a="http://schemas.openxmlformats.org/drawingml/2006/main">
              <a:ext uri="{FF2B5EF4-FFF2-40B4-BE49-F238E27FC236}">
                <a16:creationId xmlns:a16="http://schemas.microsoft.com/office/drawing/2014/main" id="{0556FF25-56E3-4277-8C38-82947B5D2645}"/>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sues200_uav_250m_to_satellite/seed-3/y-grid-75">
            <a:extLst xmlns:a="http://schemas.openxmlformats.org/drawingml/2006/main">
              <a:ext uri="{FF2B5EF4-FFF2-40B4-BE49-F238E27FC236}">
                <a16:creationId xmlns:a16="http://schemas.microsoft.com/office/drawing/2014/main" id="{50084202-4F17-466E-A863-AB15AAAF7A46}"/>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sues200_uav_250m_to_satellite/seed-3/y-label-75">
            <a:extLst xmlns:a="http://schemas.openxmlformats.org/drawingml/2006/main">
              <a:ext uri="{FF2B5EF4-FFF2-40B4-BE49-F238E27FC236}">
                <a16:creationId xmlns:a16="http://schemas.microsoft.com/office/drawing/2014/main" id="{D0B41E91-7FAC-4D63-8956-FE0BFCE88252}"/>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sues200_uav_250m_to_satellite/seed-3/x-tick-75">
            <a:extLst xmlns:a="http://schemas.openxmlformats.org/drawingml/2006/main">
              <a:ext uri="{FF2B5EF4-FFF2-40B4-BE49-F238E27FC236}">
                <a16:creationId xmlns:a16="http://schemas.microsoft.com/office/drawing/2014/main" id="{460F51EB-18B5-45DB-BB0C-B20622DE4A05}"/>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sues200_uav_250m_to_satellite/seed-3/x-label-75">
            <a:extLst xmlns:a="http://schemas.openxmlformats.org/drawingml/2006/main">
              <a:ext uri="{FF2B5EF4-FFF2-40B4-BE49-F238E27FC236}">
                <a16:creationId xmlns:a16="http://schemas.microsoft.com/office/drawing/2014/main" id="{2029039B-E63C-40D2-8047-E2B43D1B0FAB}"/>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sues200_uav_250m_to_satellite/seed-3/y-grid-100">
            <a:extLst xmlns:a="http://schemas.openxmlformats.org/drawingml/2006/main">
              <a:ext uri="{FF2B5EF4-FFF2-40B4-BE49-F238E27FC236}">
                <a16:creationId xmlns:a16="http://schemas.microsoft.com/office/drawing/2014/main" id="{D20718CE-7CCA-4AB2-9C86-CFB73DEC54BC}"/>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sues200_uav_250m_to_satellite/seed-3/y-label-100">
            <a:extLst xmlns:a="http://schemas.openxmlformats.org/drawingml/2006/main">
              <a:ext uri="{FF2B5EF4-FFF2-40B4-BE49-F238E27FC236}">
                <a16:creationId xmlns:a16="http://schemas.microsoft.com/office/drawing/2014/main" id="{1F024565-540B-4C79-ADF8-CB3541E4C8A6}"/>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sues200_uav_250m_to_satellite/seed-3/x-tick-100">
            <a:extLst xmlns:a="http://schemas.openxmlformats.org/drawingml/2006/main">
              <a:ext uri="{FF2B5EF4-FFF2-40B4-BE49-F238E27FC236}">
                <a16:creationId xmlns:a16="http://schemas.microsoft.com/office/drawing/2014/main" id="{9CDF3622-A8DD-4DE6-B638-A11E8FCD50BA}"/>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sues200_uav_250m_to_satellite/seed-3/x-label-100">
            <a:extLst xmlns:a="http://schemas.openxmlformats.org/drawingml/2006/main">
              <a:ext uri="{FF2B5EF4-FFF2-40B4-BE49-F238E27FC236}">
                <a16:creationId xmlns:a16="http://schemas.microsoft.com/office/drawing/2014/main" id="{2B3CD69E-0902-42FC-A1A5-B757BF3DD5E9}"/>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sues200_uav_250m_to_satellite/seed-3/y-axis">
            <a:extLst xmlns:a="http://schemas.openxmlformats.org/drawingml/2006/main">
              <a:ext uri="{FF2B5EF4-FFF2-40B4-BE49-F238E27FC236}">
                <a16:creationId xmlns:a16="http://schemas.microsoft.com/office/drawing/2014/main" id="{E5642362-FCE6-4B06-AD09-5CC75BC5BBA9}"/>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uav_250m_to_satellite/seed-3/x-axis">
            <a:extLst xmlns:a="http://schemas.openxmlformats.org/drawingml/2006/main">
              <a:ext uri="{FF2B5EF4-FFF2-40B4-BE49-F238E27FC236}">
                <a16:creationId xmlns:a16="http://schemas.microsoft.com/office/drawing/2014/main" id="{EDB81C6A-2205-4362-B9F1-5EC8B38A70DC}"/>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sues200_uav_250m_to_satellite/sues200_uav_250m_to_satellite/seed-3/visual/segment-1-2">
            <a:extLst xmlns:a="http://schemas.openxmlformats.org/drawingml/2006/main">
              <a:ext uri="{FF2B5EF4-FFF2-40B4-BE49-F238E27FC236}">
                <a16:creationId xmlns:a16="http://schemas.microsoft.com/office/drawing/2014/main" id="{2AF6A4B6-A35E-4550-8811-ECBB100E3372}"/>
              </a:ext>
            </a:extLst>
          </p:cNvPr>
          <p:cNvSpPr>
            <a:spLocks xmlns:a="http://schemas.openxmlformats.org/drawingml/2006/main" noGrp="1"/>
          </p:cNvSpPr>
          <p:nvPr/>
        </p:nvSpPr>
        <p:spPr>
          <a:xfrm xmlns:a="http://schemas.openxmlformats.org/drawingml/2006/main" flipV="1">
            <a:off x="4706620" y="2565654"/>
            <a:ext cx="160020" cy="18999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sues200_uav_250m_to_satellite/sues200_uav_250m_to_satellite/seed-3/visual/segment-2-3">
            <a:extLst xmlns:a="http://schemas.openxmlformats.org/drawingml/2006/main">
              <a:ext uri="{FF2B5EF4-FFF2-40B4-BE49-F238E27FC236}">
                <a16:creationId xmlns:a16="http://schemas.microsoft.com/office/drawing/2014/main" id="{DB13ECAD-10C1-46C8-9A20-C7683735C91B}"/>
              </a:ext>
            </a:extLst>
          </p:cNvPr>
          <p:cNvSpPr>
            <a:spLocks xmlns:a="http://schemas.openxmlformats.org/drawingml/2006/main" noGrp="1"/>
          </p:cNvSpPr>
          <p:nvPr/>
        </p:nvSpPr>
        <p:spPr>
          <a:xfrm xmlns:a="http://schemas.openxmlformats.org/drawingml/2006/main" flipV="1">
            <a:off x="4866640" y="2486491"/>
            <a:ext cx="160020" cy="7916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sues200_uav_250m_to_satellite/sues200_uav_250m_to_satellite/seed-3/visual/segment-3-4">
            <a:extLst xmlns:a="http://schemas.openxmlformats.org/drawingml/2006/main">
              <a:ext uri="{FF2B5EF4-FFF2-40B4-BE49-F238E27FC236}">
                <a16:creationId xmlns:a16="http://schemas.microsoft.com/office/drawing/2014/main" id="{EF8AECA9-4307-4DF1-A464-641A82071B2A}"/>
              </a:ext>
            </a:extLst>
          </p:cNvPr>
          <p:cNvSpPr>
            <a:spLocks xmlns:a="http://schemas.openxmlformats.org/drawingml/2006/main" noGrp="1"/>
          </p:cNvSpPr>
          <p:nvPr/>
        </p:nvSpPr>
        <p:spPr>
          <a:xfrm xmlns:a="http://schemas.openxmlformats.org/drawingml/2006/main" flipV="1">
            <a:off x="5026660" y="2391855"/>
            <a:ext cx="160020" cy="9463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sues200_uav_250m_to_satellite/sues200_uav_250m_to_satellite/seed-3/visual/segment-4-5">
            <a:extLst xmlns:a="http://schemas.openxmlformats.org/drawingml/2006/main">
              <a:ext uri="{FF2B5EF4-FFF2-40B4-BE49-F238E27FC236}">
                <a16:creationId xmlns:a16="http://schemas.microsoft.com/office/drawing/2014/main" id="{7FF0DE71-9BA2-4A33-BF42-7D4058849136}"/>
              </a:ext>
            </a:extLst>
          </p:cNvPr>
          <p:cNvSpPr>
            <a:spLocks xmlns:a="http://schemas.openxmlformats.org/drawingml/2006/main" noGrp="1"/>
          </p:cNvSpPr>
          <p:nvPr/>
        </p:nvSpPr>
        <p:spPr>
          <a:xfrm xmlns:a="http://schemas.openxmlformats.org/drawingml/2006/main" flipV="1">
            <a:off x="5186680" y="2336800"/>
            <a:ext cx="160020" cy="5505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sues200_uav_250m_to_satellite/sues200_uav_250m_to_satellite/seed-3/visual/segment-5-6">
            <a:extLst xmlns:a="http://schemas.openxmlformats.org/drawingml/2006/main">
              <a:ext uri="{FF2B5EF4-FFF2-40B4-BE49-F238E27FC236}">
                <a16:creationId xmlns:a16="http://schemas.microsoft.com/office/drawing/2014/main" id="{382D5FCF-D370-4292-AACC-DF930F71635F}"/>
              </a:ext>
            </a:extLst>
          </p:cNvPr>
          <p:cNvSpPr>
            <a:spLocks xmlns:a="http://schemas.openxmlformats.org/drawingml/2006/main" noGrp="1"/>
          </p:cNvSpPr>
          <p:nvPr/>
        </p:nvSpPr>
        <p:spPr>
          <a:xfrm xmlns:a="http://schemas.openxmlformats.org/drawingml/2006/main" flipV="1">
            <a:off x="5346700" y="2274909"/>
            <a:ext cx="160020" cy="6189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sues200_uav_250m_to_satellite/sues200_uav_250m_to_satellite/seed-3/visual/segment-6-7">
            <a:extLst xmlns:a="http://schemas.openxmlformats.org/drawingml/2006/main">
              <a:ext uri="{FF2B5EF4-FFF2-40B4-BE49-F238E27FC236}">
                <a16:creationId xmlns:a16="http://schemas.microsoft.com/office/drawing/2014/main" id="{1E881F36-6898-4F01-AB1F-2B70C63D91DC}"/>
              </a:ext>
            </a:extLst>
          </p:cNvPr>
          <p:cNvSpPr>
            <a:spLocks xmlns:a="http://schemas.openxmlformats.org/drawingml/2006/main" noGrp="1"/>
          </p:cNvSpPr>
          <p:nvPr/>
        </p:nvSpPr>
        <p:spPr>
          <a:xfrm xmlns:a="http://schemas.openxmlformats.org/drawingml/2006/main" flipV="1">
            <a:off x="5506720" y="2218363"/>
            <a:ext cx="160020" cy="5654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sues200_uav_250m_to_satellite/sues200_uav_250m_to_satellite/seed-3/visual/segment-7-8">
            <a:extLst xmlns:a="http://schemas.openxmlformats.org/drawingml/2006/main">
              <a:ext uri="{FF2B5EF4-FFF2-40B4-BE49-F238E27FC236}">
                <a16:creationId xmlns:a16="http://schemas.microsoft.com/office/drawing/2014/main" id="{EFEB133A-9896-4754-91A6-636DDF677A70}"/>
              </a:ext>
            </a:extLst>
          </p:cNvPr>
          <p:cNvSpPr>
            <a:spLocks xmlns:a="http://schemas.openxmlformats.org/drawingml/2006/main" noGrp="1"/>
          </p:cNvSpPr>
          <p:nvPr/>
        </p:nvSpPr>
        <p:spPr>
          <a:xfrm xmlns:a="http://schemas.openxmlformats.org/drawingml/2006/main" flipV="1">
            <a:off x="5666740" y="2173256"/>
            <a:ext cx="160020" cy="4510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sues200_uav_250m_to_satellite/sues200_uav_250m_to_satellite/seed-3/visual/segment-8-9">
            <a:extLst xmlns:a="http://schemas.openxmlformats.org/drawingml/2006/main">
              <a:ext uri="{FF2B5EF4-FFF2-40B4-BE49-F238E27FC236}">
                <a16:creationId xmlns:a16="http://schemas.microsoft.com/office/drawing/2014/main" id="{5782F14D-9C7C-4741-AFA7-EE24B1E74BC7}"/>
              </a:ext>
            </a:extLst>
          </p:cNvPr>
          <p:cNvSpPr>
            <a:spLocks xmlns:a="http://schemas.openxmlformats.org/drawingml/2006/main" noGrp="1"/>
          </p:cNvSpPr>
          <p:nvPr/>
        </p:nvSpPr>
        <p:spPr>
          <a:xfrm xmlns:a="http://schemas.openxmlformats.org/drawingml/2006/main" flipV="1">
            <a:off x="5826760" y="2118501"/>
            <a:ext cx="160020" cy="5475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sues200_uav_250m_to_satellite/sues200_uav_250m_to_satellite/seed-3/visual/segment-9-10">
            <a:extLst xmlns:a="http://schemas.openxmlformats.org/drawingml/2006/main">
              <a:ext uri="{FF2B5EF4-FFF2-40B4-BE49-F238E27FC236}">
                <a16:creationId xmlns:a16="http://schemas.microsoft.com/office/drawing/2014/main" id="{4AFACFA5-0061-47B4-AC67-AD2601F25905}"/>
              </a:ext>
            </a:extLst>
          </p:cNvPr>
          <p:cNvSpPr>
            <a:spLocks xmlns:a="http://schemas.openxmlformats.org/drawingml/2006/main" noGrp="1"/>
          </p:cNvSpPr>
          <p:nvPr/>
        </p:nvSpPr>
        <p:spPr>
          <a:xfrm xmlns:a="http://schemas.openxmlformats.org/drawingml/2006/main" flipV="1">
            <a:off x="5986780" y="2074697"/>
            <a:ext cx="160020" cy="4380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sues200_uav_250m_to_satellite/sues200_uav_250m_to_satellite/seed-3/visual/point-1">
            <a:extLst xmlns:a="http://schemas.openxmlformats.org/drawingml/2006/main">
              <a:ext uri="{FF2B5EF4-FFF2-40B4-BE49-F238E27FC236}">
                <a16:creationId xmlns:a16="http://schemas.microsoft.com/office/drawing/2014/main" id="{003CBEFA-7D19-4251-AD11-51318EDAD43F}"/>
              </a:ext>
            </a:extLst>
          </p:cNvPr>
          <p:cNvSpPr>
            <a:spLocks xmlns:a="http://schemas.openxmlformats.org/drawingml/2006/main" noGrp="1"/>
          </p:cNvSpPr>
          <p:nvPr/>
        </p:nvSpPr>
        <p:spPr>
          <a:xfrm xmlns:a="http://schemas.openxmlformats.org/drawingml/2006/main">
            <a:off x="4683125" y="273215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sues200_uav_250m_to_satellite/sues200_uav_250m_to_satellite/seed-3/visual/point-2">
            <a:extLst xmlns:a="http://schemas.openxmlformats.org/drawingml/2006/main">
              <a:ext uri="{FF2B5EF4-FFF2-40B4-BE49-F238E27FC236}">
                <a16:creationId xmlns:a16="http://schemas.microsoft.com/office/drawing/2014/main" id="{25B09B57-7FD6-4991-A927-C2463916C1BE}"/>
              </a:ext>
            </a:extLst>
          </p:cNvPr>
          <p:cNvSpPr>
            <a:spLocks xmlns:a="http://schemas.openxmlformats.org/drawingml/2006/main" noGrp="1"/>
          </p:cNvSpPr>
          <p:nvPr/>
        </p:nvSpPr>
        <p:spPr>
          <a:xfrm xmlns:a="http://schemas.openxmlformats.org/drawingml/2006/main">
            <a:off x="4843145" y="254215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sues200_uav_250m_to_satellite/sues200_uav_250m_to_satellite/seed-3/visual/point-3">
            <a:extLst xmlns:a="http://schemas.openxmlformats.org/drawingml/2006/main">
              <a:ext uri="{FF2B5EF4-FFF2-40B4-BE49-F238E27FC236}">
                <a16:creationId xmlns:a16="http://schemas.microsoft.com/office/drawing/2014/main" id="{2E9EB248-2BE6-4463-97F1-6769BCE54533}"/>
              </a:ext>
            </a:extLst>
          </p:cNvPr>
          <p:cNvSpPr>
            <a:spLocks xmlns:a="http://schemas.openxmlformats.org/drawingml/2006/main" noGrp="1"/>
          </p:cNvSpPr>
          <p:nvPr/>
        </p:nvSpPr>
        <p:spPr>
          <a:xfrm xmlns:a="http://schemas.openxmlformats.org/drawingml/2006/main">
            <a:off x="5003165" y="246299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sues200_uav_250m_to_satellite/sues200_uav_250m_to_satellite/seed-3/visual/point-4">
            <a:extLst xmlns:a="http://schemas.openxmlformats.org/drawingml/2006/main">
              <a:ext uri="{FF2B5EF4-FFF2-40B4-BE49-F238E27FC236}">
                <a16:creationId xmlns:a16="http://schemas.microsoft.com/office/drawing/2014/main" id="{1449D654-5991-427F-B877-68B8FFB9E8C5}"/>
              </a:ext>
            </a:extLst>
          </p:cNvPr>
          <p:cNvSpPr>
            <a:spLocks xmlns:a="http://schemas.openxmlformats.org/drawingml/2006/main" noGrp="1"/>
          </p:cNvSpPr>
          <p:nvPr/>
        </p:nvSpPr>
        <p:spPr>
          <a:xfrm xmlns:a="http://schemas.openxmlformats.org/drawingml/2006/main">
            <a:off x="5163185" y="236836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sues200_uav_250m_to_satellite/sues200_uav_250m_to_satellite/seed-3/visual/point-5">
            <a:extLst xmlns:a="http://schemas.openxmlformats.org/drawingml/2006/main">
              <a:ext uri="{FF2B5EF4-FFF2-40B4-BE49-F238E27FC236}">
                <a16:creationId xmlns:a16="http://schemas.microsoft.com/office/drawing/2014/main" id="{68BB45E4-CD98-437A-9E37-0C4192246D71}"/>
              </a:ext>
            </a:extLst>
          </p:cNvPr>
          <p:cNvSpPr>
            <a:spLocks xmlns:a="http://schemas.openxmlformats.org/drawingml/2006/main" noGrp="1"/>
          </p:cNvSpPr>
          <p:nvPr/>
        </p:nvSpPr>
        <p:spPr>
          <a:xfrm xmlns:a="http://schemas.openxmlformats.org/drawingml/2006/main">
            <a:off x="532320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sues200_uav_250m_to_satellite/sues200_uav_250m_to_satellite/seed-3/visual/point-6">
            <a:extLst xmlns:a="http://schemas.openxmlformats.org/drawingml/2006/main">
              <a:ext uri="{FF2B5EF4-FFF2-40B4-BE49-F238E27FC236}">
                <a16:creationId xmlns:a16="http://schemas.microsoft.com/office/drawing/2014/main" id="{269DB100-56CB-48DA-87E7-8C7E70AA3C44}"/>
              </a:ext>
            </a:extLst>
          </p:cNvPr>
          <p:cNvSpPr>
            <a:spLocks xmlns:a="http://schemas.openxmlformats.org/drawingml/2006/main" noGrp="1"/>
          </p:cNvSpPr>
          <p:nvPr/>
        </p:nvSpPr>
        <p:spPr>
          <a:xfrm xmlns:a="http://schemas.openxmlformats.org/drawingml/2006/main">
            <a:off x="5483225" y="225141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sues200_uav_250m_to_satellite/sues200_uav_250m_to_satellite/seed-3/visual/point-7">
            <a:extLst xmlns:a="http://schemas.openxmlformats.org/drawingml/2006/main">
              <a:ext uri="{FF2B5EF4-FFF2-40B4-BE49-F238E27FC236}">
                <a16:creationId xmlns:a16="http://schemas.microsoft.com/office/drawing/2014/main" id="{5297B420-021F-44F0-9F04-F1A1921BAE8D}"/>
              </a:ext>
            </a:extLst>
          </p:cNvPr>
          <p:cNvSpPr>
            <a:spLocks xmlns:a="http://schemas.openxmlformats.org/drawingml/2006/main" noGrp="1"/>
          </p:cNvSpPr>
          <p:nvPr/>
        </p:nvSpPr>
        <p:spPr>
          <a:xfrm xmlns:a="http://schemas.openxmlformats.org/drawingml/2006/main">
            <a:off x="5643245" y="219486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sues200_uav_250m_to_satellite/sues200_uav_250m_to_satellite/seed-3/visual/point-8">
            <a:extLst xmlns:a="http://schemas.openxmlformats.org/drawingml/2006/main">
              <a:ext uri="{FF2B5EF4-FFF2-40B4-BE49-F238E27FC236}">
                <a16:creationId xmlns:a16="http://schemas.microsoft.com/office/drawing/2014/main" id="{ECF7AE44-2C20-4DAD-90F0-49CF9A00777A}"/>
              </a:ext>
            </a:extLst>
          </p:cNvPr>
          <p:cNvSpPr>
            <a:spLocks xmlns:a="http://schemas.openxmlformats.org/drawingml/2006/main" noGrp="1"/>
          </p:cNvSpPr>
          <p:nvPr/>
        </p:nvSpPr>
        <p:spPr>
          <a:xfrm xmlns:a="http://schemas.openxmlformats.org/drawingml/2006/main">
            <a:off x="5803265" y="214976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sues200_uav_250m_to_satellite/sues200_uav_250m_to_satellite/seed-3/visual/point-9">
            <a:extLst xmlns:a="http://schemas.openxmlformats.org/drawingml/2006/main">
              <a:ext uri="{FF2B5EF4-FFF2-40B4-BE49-F238E27FC236}">
                <a16:creationId xmlns:a16="http://schemas.microsoft.com/office/drawing/2014/main" id="{B26F9331-B8AC-4298-8799-E66C3073184C}"/>
              </a:ext>
            </a:extLst>
          </p:cNvPr>
          <p:cNvSpPr>
            <a:spLocks xmlns:a="http://schemas.openxmlformats.org/drawingml/2006/main" noGrp="1"/>
          </p:cNvSpPr>
          <p:nvPr/>
        </p:nvSpPr>
        <p:spPr>
          <a:xfrm xmlns:a="http://schemas.openxmlformats.org/drawingml/2006/main">
            <a:off x="5963285" y="209500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sues200_uav_250m_to_satellite/sues200_uav_250m_to_satellite/seed-3/visual/point-10">
            <a:extLst xmlns:a="http://schemas.openxmlformats.org/drawingml/2006/main">
              <a:ext uri="{FF2B5EF4-FFF2-40B4-BE49-F238E27FC236}">
                <a16:creationId xmlns:a16="http://schemas.microsoft.com/office/drawing/2014/main" id="{C8FE55F8-D09B-4257-82E0-00D9D1CD4DBB}"/>
              </a:ext>
            </a:extLst>
          </p:cNvPr>
          <p:cNvSpPr>
            <a:spLocks xmlns:a="http://schemas.openxmlformats.org/drawingml/2006/main" noGrp="1"/>
          </p:cNvSpPr>
          <p:nvPr/>
        </p:nvSpPr>
        <p:spPr>
          <a:xfrm xmlns:a="http://schemas.openxmlformats.org/drawingml/2006/main">
            <a:off x="6123305" y="205120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sues200_uav_250m_to_satellite/seed-3/visual/AURC">
            <a:extLst xmlns:a="http://schemas.openxmlformats.org/drawingml/2006/main">
              <a:ext uri="{FF2B5EF4-FFF2-40B4-BE49-F238E27FC236}">
                <a16:creationId xmlns:a16="http://schemas.microsoft.com/office/drawing/2014/main" id="{C3AB1F5D-55E3-4998-8CDC-F30B694BC09D}"/>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0.3504</a:t>
            </a:r>
          </a:p>
        </p:txBody>
      </p:sp>
      <p:sp>
        <p:nvSpPr>
          <p:cNvPr id="179" name="sues200_uav_250m_to_satellite/sues200_uav_250m_to_satellite/seed-3/full/segment-1-2">
            <a:extLst xmlns:a="http://schemas.openxmlformats.org/drawingml/2006/main">
              <a:ext uri="{FF2B5EF4-FFF2-40B4-BE49-F238E27FC236}">
                <a16:creationId xmlns:a16="http://schemas.microsoft.com/office/drawing/2014/main" id="{632FF202-2ABE-4F4A-81E2-94B6FC72FF48}"/>
              </a:ext>
            </a:extLst>
          </p:cNvPr>
          <p:cNvSpPr>
            <a:spLocks xmlns:a="http://schemas.openxmlformats.org/drawingml/2006/main" noGrp="1"/>
          </p:cNvSpPr>
          <p:nvPr/>
        </p:nvSpPr>
        <p:spPr>
          <a:xfrm xmlns:a="http://schemas.openxmlformats.org/drawingml/2006/main" flipV="0">
            <a:off x="4706620" y="2319528"/>
            <a:ext cx="160020" cy="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sues200_uav_250m_to_satellite/sues200_uav_250m_to_satellite/seed-3/full/segment-2-3">
            <a:extLst xmlns:a="http://schemas.openxmlformats.org/drawingml/2006/main">
              <a:ext uri="{FF2B5EF4-FFF2-40B4-BE49-F238E27FC236}">
                <a16:creationId xmlns:a16="http://schemas.microsoft.com/office/drawing/2014/main" id="{45B133D9-55AE-4505-8730-0F6FD2A99D56}"/>
              </a:ext>
            </a:extLst>
          </p:cNvPr>
          <p:cNvSpPr>
            <a:spLocks xmlns:a="http://schemas.openxmlformats.org/drawingml/2006/main" noGrp="1"/>
          </p:cNvSpPr>
          <p:nvPr/>
        </p:nvSpPr>
        <p:spPr>
          <a:xfrm xmlns:a="http://schemas.openxmlformats.org/drawingml/2006/main" flipV="1">
            <a:off x="4866640" y="2261955"/>
            <a:ext cx="160020" cy="5757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sues200_uav_250m_to_satellite/sues200_uav_250m_to_satellite/seed-3/full/segment-3-4">
            <a:extLst xmlns:a="http://schemas.openxmlformats.org/drawingml/2006/main">
              <a:ext uri="{FF2B5EF4-FFF2-40B4-BE49-F238E27FC236}">
                <a16:creationId xmlns:a16="http://schemas.microsoft.com/office/drawing/2014/main" id="{111C9242-4A86-44A3-A5A7-7B911E22BABE}"/>
              </a:ext>
            </a:extLst>
          </p:cNvPr>
          <p:cNvSpPr>
            <a:spLocks xmlns:a="http://schemas.openxmlformats.org/drawingml/2006/main" noGrp="1"/>
          </p:cNvSpPr>
          <p:nvPr/>
        </p:nvSpPr>
        <p:spPr>
          <a:xfrm xmlns:a="http://schemas.openxmlformats.org/drawingml/2006/main" flipV="1">
            <a:off x="5026660" y="2180273"/>
            <a:ext cx="160020" cy="8168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sues200_uav_250m_to_satellite/sues200_uav_250m_to_satellite/seed-3/full/segment-4-5">
            <a:extLst xmlns:a="http://schemas.openxmlformats.org/drawingml/2006/main">
              <a:ext uri="{FF2B5EF4-FFF2-40B4-BE49-F238E27FC236}">
                <a16:creationId xmlns:a16="http://schemas.microsoft.com/office/drawing/2014/main" id="{07E5BE82-9B84-455B-8B65-0FF1907003FB}"/>
              </a:ext>
            </a:extLst>
          </p:cNvPr>
          <p:cNvSpPr>
            <a:spLocks xmlns:a="http://schemas.openxmlformats.org/drawingml/2006/main" noGrp="1"/>
          </p:cNvSpPr>
          <p:nvPr/>
        </p:nvSpPr>
        <p:spPr>
          <a:xfrm xmlns:a="http://schemas.openxmlformats.org/drawingml/2006/main" flipV="1">
            <a:off x="5186680" y="2105355"/>
            <a:ext cx="160020" cy="7491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sues200_uav_250m_to_satellite/sues200_uav_250m_to_satellite/seed-3/full/segment-5-6">
            <a:extLst xmlns:a="http://schemas.openxmlformats.org/drawingml/2006/main">
              <a:ext uri="{FF2B5EF4-FFF2-40B4-BE49-F238E27FC236}">
                <a16:creationId xmlns:a16="http://schemas.microsoft.com/office/drawing/2014/main" id="{9D8E78BE-32D6-4738-8692-2C9C46A3A46C}"/>
              </a:ext>
            </a:extLst>
          </p:cNvPr>
          <p:cNvSpPr>
            <a:spLocks xmlns:a="http://schemas.openxmlformats.org/drawingml/2006/main" noGrp="1"/>
          </p:cNvSpPr>
          <p:nvPr/>
        </p:nvSpPr>
        <p:spPr>
          <a:xfrm xmlns:a="http://schemas.openxmlformats.org/drawingml/2006/main" flipV="1">
            <a:off x="5346700" y="2060448"/>
            <a:ext cx="160020" cy="4490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sues200_uav_250m_to_satellite/sues200_uav_250m_to_satellite/seed-3/full/segment-6-7">
            <a:extLst xmlns:a="http://schemas.openxmlformats.org/drawingml/2006/main">
              <a:ext uri="{FF2B5EF4-FFF2-40B4-BE49-F238E27FC236}">
                <a16:creationId xmlns:a16="http://schemas.microsoft.com/office/drawing/2014/main" id="{38AFD6AC-1C68-47D1-8C66-C432A9A7E651}"/>
              </a:ext>
            </a:extLst>
          </p:cNvPr>
          <p:cNvSpPr>
            <a:spLocks xmlns:a="http://schemas.openxmlformats.org/drawingml/2006/main" noGrp="1"/>
          </p:cNvSpPr>
          <p:nvPr/>
        </p:nvSpPr>
        <p:spPr>
          <a:xfrm xmlns:a="http://schemas.openxmlformats.org/drawingml/2006/main" flipV="1">
            <a:off x="5506720" y="2005548"/>
            <a:ext cx="160020" cy="5490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sues200_uav_250m_to_satellite/sues200_uav_250m_to_satellite/seed-3/full/segment-7-8">
            <a:extLst xmlns:a="http://schemas.openxmlformats.org/drawingml/2006/main">
              <a:ext uri="{FF2B5EF4-FFF2-40B4-BE49-F238E27FC236}">
                <a16:creationId xmlns:a16="http://schemas.microsoft.com/office/drawing/2014/main" id="{60D4117B-78A8-4D37-BB87-8C15041AFF73}"/>
              </a:ext>
            </a:extLst>
          </p:cNvPr>
          <p:cNvSpPr>
            <a:spLocks xmlns:a="http://schemas.openxmlformats.org/drawingml/2006/main" noGrp="1"/>
          </p:cNvSpPr>
          <p:nvPr/>
        </p:nvSpPr>
        <p:spPr>
          <a:xfrm xmlns:a="http://schemas.openxmlformats.org/drawingml/2006/main" flipV="1">
            <a:off x="5666740" y="1955197"/>
            <a:ext cx="160020" cy="5035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sues200_uav_250m_to_satellite/sues200_uav_250m_to_satellite/seed-3/full/segment-8-9">
            <a:extLst xmlns:a="http://schemas.openxmlformats.org/drawingml/2006/main">
              <a:ext uri="{FF2B5EF4-FFF2-40B4-BE49-F238E27FC236}">
                <a16:creationId xmlns:a16="http://schemas.microsoft.com/office/drawing/2014/main" id="{B4DC9818-72BA-4558-89B7-2CB74177DBB7}"/>
              </a:ext>
            </a:extLst>
          </p:cNvPr>
          <p:cNvSpPr>
            <a:spLocks xmlns:a="http://schemas.openxmlformats.org/drawingml/2006/main" noGrp="1"/>
          </p:cNvSpPr>
          <p:nvPr/>
        </p:nvSpPr>
        <p:spPr>
          <a:xfrm xmlns:a="http://schemas.openxmlformats.org/drawingml/2006/main" flipV="1">
            <a:off x="5826760" y="1914116"/>
            <a:ext cx="160020" cy="4108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sues200_uav_250m_to_satellite/sues200_uav_250m_to_satellite/seed-3/full/segment-9-10">
            <a:extLst xmlns:a="http://schemas.openxmlformats.org/drawingml/2006/main">
              <a:ext uri="{FF2B5EF4-FFF2-40B4-BE49-F238E27FC236}">
                <a16:creationId xmlns:a16="http://schemas.microsoft.com/office/drawing/2014/main" id="{B944438E-C0E9-4940-B310-16CECC339E66}"/>
              </a:ext>
            </a:extLst>
          </p:cNvPr>
          <p:cNvSpPr>
            <a:spLocks xmlns:a="http://schemas.openxmlformats.org/drawingml/2006/main" noGrp="1"/>
          </p:cNvSpPr>
          <p:nvPr/>
        </p:nvSpPr>
        <p:spPr>
          <a:xfrm xmlns:a="http://schemas.openxmlformats.org/drawingml/2006/main" flipV="1">
            <a:off x="5986780" y="1870888"/>
            <a:ext cx="160020" cy="4322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sues200_uav_250m_to_satellite/sues200_uav_250m_to_satellite/seed-3/full/point-1">
            <a:extLst xmlns:a="http://schemas.openxmlformats.org/drawingml/2006/main">
              <a:ext uri="{FF2B5EF4-FFF2-40B4-BE49-F238E27FC236}">
                <a16:creationId xmlns:a16="http://schemas.microsoft.com/office/drawing/2014/main" id="{A067A48E-4863-4765-93D4-5D3DBF4D0F68}"/>
              </a:ext>
            </a:extLst>
          </p:cNvPr>
          <p:cNvSpPr>
            <a:spLocks xmlns:a="http://schemas.openxmlformats.org/drawingml/2006/main" noGrp="1"/>
          </p:cNvSpPr>
          <p:nvPr/>
        </p:nvSpPr>
        <p:spPr>
          <a:xfrm xmlns:a="http://schemas.openxmlformats.org/drawingml/2006/main">
            <a:off x="4683125" y="229603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sues200_uav_250m_to_satellite/sues200_uav_250m_to_satellite/seed-3/full/point-2">
            <a:extLst xmlns:a="http://schemas.openxmlformats.org/drawingml/2006/main">
              <a:ext uri="{FF2B5EF4-FFF2-40B4-BE49-F238E27FC236}">
                <a16:creationId xmlns:a16="http://schemas.microsoft.com/office/drawing/2014/main" id="{27151FC3-2A8D-4355-BD08-B5DF4ED5C6E9}"/>
              </a:ext>
            </a:extLst>
          </p:cNvPr>
          <p:cNvSpPr>
            <a:spLocks xmlns:a="http://schemas.openxmlformats.org/drawingml/2006/main" noGrp="1"/>
          </p:cNvSpPr>
          <p:nvPr/>
        </p:nvSpPr>
        <p:spPr>
          <a:xfrm xmlns:a="http://schemas.openxmlformats.org/drawingml/2006/main">
            <a:off x="4843145" y="229603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sues200_uav_250m_to_satellite/sues200_uav_250m_to_satellite/seed-3/full/point-3">
            <a:extLst xmlns:a="http://schemas.openxmlformats.org/drawingml/2006/main">
              <a:ext uri="{FF2B5EF4-FFF2-40B4-BE49-F238E27FC236}">
                <a16:creationId xmlns:a16="http://schemas.microsoft.com/office/drawing/2014/main" id="{5E8DA551-935F-4F75-8765-743FE41222C5}"/>
              </a:ext>
            </a:extLst>
          </p:cNvPr>
          <p:cNvSpPr>
            <a:spLocks xmlns:a="http://schemas.openxmlformats.org/drawingml/2006/main" noGrp="1"/>
          </p:cNvSpPr>
          <p:nvPr/>
        </p:nvSpPr>
        <p:spPr>
          <a:xfrm xmlns:a="http://schemas.openxmlformats.org/drawingml/2006/main">
            <a:off x="5003165" y="223846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sues200_uav_250m_to_satellite/sues200_uav_250m_to_satellite/seed-3/full/point-4">
            <a:extLst xmlns:a="http://schemas.openxmlformats.org/drawingml/2006/main">
              <a:ext uri="{FF2B5EF4-FFF2-40B4-BE49-F238E27FC236}">
                <a16:creationId xmlns:a16="http://schemas.microsoft.com/office/drawing/2014/main" id="{469B712C-7292-4985-A59A-05403FA6F07C}"/>
              </a:ext>
            </a:extLst>
          </p:cNvPr>
          <p:cNvSpPr>
            <a:spLocks xmlns:a="http://schemas.openxmlformats.org/drawingml/2006/main" noGrp="1"/>
          </p:cNvSpPr>
          <p:nvPr/>
        </p:nvSpPr>
        <p:spPr>
          <a:xfrm xmlns:a="http://schemas.openxmlformats.org/drawingml/2006/main">
            <a:off x="5163185" y="215677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sues200_uav_250m_to_satellite/sues200_uav_250m_to_satellite/seed-3/full/point-5">
            <a:extLst xmlns:a="http://schemas.openxmlformats.org/drawingml/2006/main">
              <a:ext uri="{FF2B5EF4-FFF2-40B4-BE49-F238E27FC236}">
                <a16:creationId xmlns:a16="http://schemas.microsoft.com/office/drawing/2014/main" id="{9E1C489C-1208-41D4-AD1D-D7A534AC2FDB}"/>
              </a:ext>
            </a:extLst>
          </p:cNvPr>
          <p:cNvSpPr>
            <a:spLocks xmlns:a="http://schemas.openxmlformats.org/drawingml/2006/main" noGrp="1"/>
          </p:cNvSpPr>
          <p:nvPr/>
        </p:nvSpPr>
        <p:spPr>
          <a:xfrm xmlns:a="http://schemas.openxmlformats.org/drawingml/2006/main">
            <a:off x="5323205" y="208186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sues200_uav_250m_to_satellite/sues200_uav_250m_to_satellite/seed-3/full/point-6">
            <a:extLst xmlns:a="http://schemas.openxmlformats.org/drawingml/2006/main">
              <a:ext uri="{FF2B5EF4-FFF2-40B4-BE49-F238E27FC236}">
                <a16:creationId xmlns:a16="http://schemas.microsoft.com/office/drawing/2014/main" id="{FF5F7448-EDCC-4C87-AA85-B0CE5A18908F}"/>
              </a:ext>
            </a:extLst>
          </p:cNvPr>
          <p:cNvSpPr>
            <a:spLocks xmlns:a="http://schemas.openxmlformats.org/drawingml/2006/main" noGrp="1"/>
          </p:cNvSpPr>
          <p:nvPr/>
        </p:nvSpPr>
        <p:spPr>
          <a:xfrm xmlns:a="http://schemas.openxmlformats.org/drawingml/2006/main">
            <a:off x="5483225" y="203695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sues200_uav_250m_to_satellite/sues200_uav_250m_to_satellite/seed-3/full/point-7">
            <a:extLst xmlns:a="http://schemas.openxmlformats.org/drawingml/2006/main">
              <a:ext uri="{FF2B5EF4-FFF2-40B4-BE49-F238E27FC236}">
                <a16:creationId xmlns:a16="http://schemas.microsoft.com/office/drawing/2014/main" id="{86B1A2D5-E53F-47D8-B885-687F1A3F7E14}"/>
              </a:ext>
            </a:extLst>
          </p:cNvPr>
          <p:cNvSpPr>
            <a:spLocks xmlns:a="http://schemas.openxmlformats.org/drawingml/2006/main" noGrp="1"/>
          </p:cNvSpPr>
          <p:nvPr/>
        </p:nvSpPr>
        <p:spPr>
          <a:xfrm xmlns:a="http://schemas.openxmlformats.org/drawingml/2006/main">
            <a:off x="5643245" y="198205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sues200_uav_250m_to_satellite/sues200_uav_250m_to_satellite/seed-3/full/point-8">
            <a:extLst xmlns:a="http://schemas.openxmlformats.org/drawingml/2006/main">
              <a:ext uri="{FF2B5EF4-FFF2-40B4-BE49-F238E27FC236}">
                <a16:creationId xmlns:a16="http://schemas.microsoft.com/office/drawing/2014/main" id="{ED03B3F0-BFE8-4921-ACB8-03B03A1073B5}"/>
              </a:ext>
            </a:extLst>
          </p:cNvPr>
          <p:cNvSpPr>
            <a:spLocks xmlns:a="http://schemas.openxmlformats.org/drawingml/2006/main" noGrp="1"/>
          </p:cNvSpPr>
          <p:nvPr/>
        </p:nvSpPr>
        <p:spPr>
          <a:xfrm xmlns:a="http://schemas.openxmlformats.org/drawingml/2006/main">
            <a:off x="5803265" y="193170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sues200_uav_250m_to_satellite/sues200_uav_250m_to_satellite/seed-3/full/point-9">
            <a:extLst xmlns:a="http://schemas.openxmlformats.org/drawingml/2006/main">
              <a:ext uri="{FF2B5EF4-FFF2-40B4-BE49-F238E27FC236}">
                <a16:creationId xmlns:a16="http://schemas.microsoft.com/office/drawing/2014/main" id="{89B14FE6-C276-46B2-BCE6-9F91FB76BAD4}"/>
              </a:ext>
            </a:extLst>
          </p:cNvPr>
          <p:cNvSpPr>
            <a:spLocks xmlns:a="http://schemas.openxmlformats.org/drawingml/2006/main" noGrp="1"/>
          </p:cNvSpPr>
          <p:nvPr/>
        </p:nvSpPr>
        <p:spPr>
          <a:xfrm xmlns:a="http://schemas.openxmlformats.org/drawingml/2006/main">
            <a:off x="5963285" y="189062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sues200_uav_250m_to_satellite/sues200_uav_250m_to_satellite/seed-3/full/point-10">
            <a:extLst xmlns:a="http://schemas.openxmlformats.org/drawingml/2006/main">
              <a:ext uri="{FF2B5EF4-FFF2-40B4-BE49-F238E27FC236}">
                <a16:creationId xmlns:a16="http://schemas.microsoft.com/office/drawing/2014/main" id="{11313DC9-FB8D-48D6-BC80-1327D166DE27}"/>
              </a:ext>
            </a:extLst>
          </p:cNvPr>
          <p:cNvSpPr>
            <a:spLocks xmlns:a="http://schemas.openxmlformats.org/drawingml/2006/main" noGrp="1"/>
          </p:cNvSpPr>
          <p:nvPr/>
        </p:nvSpPr>
        <p:spPr>
          <a:xfrm xmlns:a="http://schemas.openxmlformats.org/drawingml/2006/main">
            <a:off x="6123305" y="184739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sues200_uav_250m_to_satellite/seed-3/full/AURC">
            <a:extLst xmlns:a="http://schemas.openxmlformats.org/drawingml/2006/main">
              <a:ext uri="{FF2B5EF4-FFF2-40B4-BE49-F238E27FC236}">
                <a16:creationId xmlns:a16="http://schemas.microsoft.com/office/drawing/2014/main" id="{C99A3DEE-928B-4C58-9C83-383D8A527268}"/>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0.5140</a:t>
            </a:r>
          </a:p>
        </p:txBody>
      </p:sp>
      <p:sp>
        <p:nvSpPr>
          <p:cNvPr id="199" name="sues200_uav_250m_to_satellite/seed-3/AURC-label">
            <a:extLst xmlns:a="http://schemas.openxmlformats.org/drawingml/2006/main">
              <a:ext uri="{FF2B5EF4-FFF2-40B4-BE49-F238E27FC236}">
                <a16:creationId xmlns:a16="http://schemas.microsoft.com/office/drawing/2014/main" id="{4924BFB4-F856-46E3-B985-06F6C4A59267}"/>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sues200_uav_250m_to_satellite/coverage-axis-label">
            <a:extLst xmlns:a="http://schemas.openxmlformats.org/drawingml/2006/main">
              <a:ext uri="{FF2B5EF4-FFF2-40B4-BE49-F238E27FC236}">
                <a16:creationId xmlns:a16="http://schemas.microsoft.com/office/drawing/2014/main" id="{BB7EFC98-0F36-4CEF-9B13-EB230F9785C1}"/>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sues200_uav_250m_to_satellite/footnote-1">
            <a:extLst xmlns:a="http://schemas.openxmlformats.org/drawingml/2006/main">
              <a:ext uri="{FF2B5EF4-FFF2-40B4-BE49-F238E27FC236}">
                <a16:creationId xmlns:a16="http://schemas.microsoft.com/office/drawing/2014/main" id="{C4AE5B03-3AA4-42AF-9DB7-2F9A548C449C}"/>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sues200_uav_250m_to_satellite/footnote-2">
            <a:extLst xmlns:a="http://schemas.openxmlformats.org/drawingml/2006/main">
              <a:ext uri="{FF2B5EF4-FFF2-40B4-BE49-F238E27FC236}">
                <a16:creationId xmlns:a16="http://schemas.microsoft.com/office/drawing/2014/main" id="{0651FEFE-E760-4A46-A010-3E775AD39C6D}"/>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sues200_uav_250m_to_satellite/footnote-3">
            <a:extLst xmlns:a="http://schemas.openxmlformats.org/drawingml/2006/main">
              <a:ext uri="{FF2B5EF4-FFF2-40B4-BE49-F238E27FC236}">
                <a16:creationId xmlns:a16="http://schemas.microsoft.com/office/drawing/2014/main" id="{948BBDAF-083B-4C03-B650-A603EF2BE19E}"/>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sues200_uav_250m_to_satellite/footnote-4">
            <a:extLst xmlns:a="http://schemas.openxmlformats.org/drawingml/2006/main">
              <a:ext uri="{FF2B5EF4-FFF2-40B4-BE49-F238E27FC236}">
                <a16:creationId xmlns:a16="http://schemas.microsoft.com/office/drawing/2014/main" id="{BB2248CD-EE58-4167-9F37-37F4D6B442A4}"/>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208334342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sues200_satellite_to_uav_250m/title">
            <a:extLst xmlns:a="http://schemas.openxmlformats.org/drawingml/2006/main">
              <a:ext uri="{FF2B5EF4-FFF2-40B4-BE49-F238E27FC236}">
                <a16:creationId xmlns:a16="http://schemas.microsoft.com/office/drawing/2014/main" id="{C36F729A-15EA-4862-A264-B68B216606A1}"/>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250 m</a:t>
            </a:r>
          </a:p>
        </p:txBody>
      </p:sp>
      <p:sp>
        <p:nvSpPr>
          <p:cNvPr id="2" name="sues200_satellite_to_uav_250m/subtitle">
            <a:extLst xmlns:a="http://schemas.openxmlformats.org/drawingml/2006/main">
              <a:ext uri="{FF2B5EF4-FFF2-40B4-BE49-F238E27FC236}">
                <a16:creationId xmlns:a16="http://schemas.microsoft.com/office/drawing/2014/main" id="{614838EF-9E8A-44C8-BFD2-8BED26830B39}"/>
              </a:ext>
            </a:extLst>
          </p:cNvPr>
          <p:cNvSpPr>
            <a:spLocks xmlns:a="http://schemas.openxmlformats.org/drawingml/2006/main" noGrp="1"/>
          </p:cNvSpPr>
          <p:nvPr/>
        </p:nvSpPr>
        <p:spPr>
          <a:xfrm xmlns:a="http://schemas.openxmlformats.org/drawingml/2006/main">
            <a:off x="190500" y="326644"/>
            <a:ext cx="3112961"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80 queries</a:t>
            </a:r>
          </a:p>
        </p:txBody>
      </p:sp>
      <p:sp>
        <p:nvSpPr>
          <p:cNvPr id="3" name="sues200_satellite_to_uav_250m/legend/visual/marker">
            <a:extLst xmlns:a="http://schemas.openxmlformats.org/drawingml/2006/main">
              <a:ext uri="{FF2B5EF4-FFF2-40B4-BE49-F238E27FC236}">
                <a16:creationId xmlns:a16="http://schemas.microsoft.com/office/drawing/2014/main" id="{BFE7E222-C56B-4F11-A3B8-09D61870EE82}"/>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sues200_satellite_to_uav_250m/legend/visual/text">
            <a:extLst xmlns:a="http://schemas.openxmlformats.org/drawingml/2006/main">
              <a:ext uri="{FF2B5EF4-FFF2-40B4-BE49-F238E27FC236}">
                <a16:creationId xmlns:a16="http://schemas.microsoft.com/office/drawing/2014/main" id="{A3EB8A60-2AAF-4BB0-83B6-319DD8498501}"/>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sues200_satellite_to_uav_250m/legend/full/marker">
            <a:extLst xmlns:a="http://schemas.openxmlformats.org/drawingml/2006/main">
              <a:ext uri="{FF2B5EF4-FFF2-40B4-BE49-F238E27FC236}">
                <a16:creationId xmlns:a16="http://schemas.microsoft.com/office/drawing/2014/main" id="{653344A9-3548-47DC-B30E-F9E327B8E4D2}"/>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sues200_satellite_to_uav_250m/legend/full/text">
            <a:extLst xmlns:a="http://schemas.openxmlformats.org/drawingml/2006/main">
              <a:ext uri="{FF2B5EF4-FFF2-40B4-BE49-F238E27FC236}">
                <a16:creationId xmlns:a16="http://schemas.microsoft.com/office/drawing/2014/main" id="{C85AC608-05FB-4578-999A-DF3649C9B376}"/>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sues200_satellite_to_uav_250m/risk-axis-label">
            <a:extLst xmlns:a="http://schemas.openxmlformats.org/drawingml/2006/main">
              <a:ext uri="{FF2B5EF4-FFF2-40B4-BE49-F238E27FC236}">
                <a16:creationId xmlns:a16="http://schemas.microsoft.com/office/drawing/2014/main" id="{4087E3B5-1CE1-4C93-A0F6-BB28765C30D6}"/>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sues200_satellite_to_uav_250m/seed-1/heading">
            <a:extLst xmlns:a="http://schemas.openxmlformats.org/drawingml/2006/main">
              <a:ext uri="{FF2B5EF4-FFF2-40B4-BE49-F238E27FC236}">
                <a16:creationId xmlns:a16="http://schemas.microsoft.com/office/drawing/2014/main" id="{B133F2DB-5709-4463-9E47-167134A14630}"/>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satellite_to_uav_250m/seed-1/y-grid-0">
            <a:extLst xmlns:a="http://schemas.openxmlformats.org/drawingml/2006/main">
              <a:ext uri="{FF2B5EF4-FFF2-40B4-BE49-F238E27FC236}">
                <a16:creationId xmlns:a16="http://schemas.microsoft.com/office/drawing/2014/main" id="{84102251-ACCE-4463-83E7-C18505C80D0C}"/>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satellite_to_uav_250m/seed-1/y-label-0">
            <a:extLst xmlns:a="http://schemas.openxmlformats.org/drawingml/2006/main">
              <a:ext uri="{FF2B5EF4-FFF2-40B4-BE49-F238E27FC236}">
                <a16:creationId xmlns:a16="http://schemas.microsoft.com/office/drawing/2014/main" id="{E8F7F727-48E5-43A4-8D3B-D599B2991F21}"/>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satellite_to_uav_250m/seed-1/x-tick-0">
            <a:extLst xmlns:a="http://schemas.openxmlformats.org/drawingml/2006/main">
              <a:ext uri="{FF2B5EF4-FFF2-40B4-BE49-F238E27FC236}">
                <a16:creationId xmlns:a16="http://schemas.microsoft.com/office/drawing/2014/main" id="{F6012D9B-ACC3-4C5F-8977-5CD290721730}"/>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satellite_to_uav_250m/seed-1/x-label-0">
            <a:extLst xmlns:a="http://schemas.openxmlformats.org/drawingml/2006/main">
              <a:ext uri="{FF2B5EF4-FFF2-40B4-BE49-F238E27FC236}">
                <a16:creationId xmlns:a16="http://schemas.microsoft.com/office/drawing/2014/main" id="{DD00FA1A-03FA-491D-A371-0FB30E29C684}"/>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250m/seed-1/y-grid-25">
            <a:extLst xmlns:a="http://schemas.openxmlformats.org/drawingml/2006/main">
              <a:ext uri="{FF2B5EF4-FFF2-40B4-BE49-F238E27FC236}">
                <a16:creationId xmlns:a16="http://schemas.microsoft.com/office/drawing/2014/main" id="{B8904DA9-9881-41C3-8786-A6AB61DF8AA6}"/>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satellite_to_uav_250m/seed-1/y-label-25">
            <a:extLst xmlns:a="http://schemas.openxmlformats.org/drawingml/2006/main">
              <a:ext uri="{FF2B5EF4-FFF2-40B4-BE49-F238E27FC236}">
                <a16:creationId xmlns:a16="http://schemas.microsoft.com/office/drawing/2014/main" id="{2E26E030-880B-4F11-A0CA-A095E001CB0E}"/>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satellite_to_uav_250m/seed-1/x-tick-25">
            <a:extLst xmlns:a="http://schemas.openxmlformats.org/drawingml/2006/main">
              <a:ext uri="{FF2B5EF4-FFF2-40B4-BE49-F238E27FC236}">
                <a16:creationId xmlns:a16="http://schemas.microsoft.com/office/drawing/2014/main" id="{DB567EDD-4A38-4D4D-8FC1-AC0D7FCE23E2}"/>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satellite_to_uav_250m/seed-1/x-label-25">
            <a:extLst xmlns:a="http://schemas.openxmlformats.org/drawingml/2006/main">
              <a:ext uri="{FF2B5EF4-FFF2-40B4-BE49-F238E27FC236}">
                <a16:creationId xmlns:a16="http://schemas.microsoft.com/office/drawing/2014/main" id="{2D0379CA-D20D-4231-ADF8-D3F3B0BFEAE7}"/>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satellite_to_uav_250m/seed-1/y-grid-50">
            <a:extLst xmlns:a="http://schemas.openxmlformats.org/drawingml/2006/main">
              <a:ext uri="{FF2B5EF4-FFF2-40B4-BE49-F238E27FC236}">
                <a16:creationId xmlns:a16="http://schemas.microsoft.com/office/drawing/2014/main" id="{A181FA18-DEE5-403C-9CAD-D6E4DE4C374B}"/>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satellite_to_uav_250m/seed-1/y-label-50">
            <a:extLst xmlns:a="http://schemas.openxmlformats.org/drawingml/2006/main">
              <a:ext uri="{FF2B5EF4-FFF2-40B4-BE49-F238E27FC236}">
                <a16:creationId xmlns:a16="http://schemas.microsoft.com/office/drawing/2014/main" id="{F9726E97-F362-4679-928E-91350F7C8099}"/>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satellite_to_uav_250m/seed-1/x-tick-50">
            <a:extLst xmlns:a="http://schemas.openxmlformats.org/drawingml/2006/main">
              <a:ext uri="{FF2B5EF4-FFF2-40B4-BE49-F238E27FC236}">
                <a16:creationId xmlns:a16="http://schemas.microsoft.com/office/drawing/2014/main" id="{6E856E61-80C2-4183-9FEB-0D0D4B8882F2}"/>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satellite_to_uav_250m/seed-1/x-label-50">
            <a:extLst xmlns:a="http://schemas.openxmlformats.org/drawingml/2006/main">
              <a:ext uri="{FF2B5EF4-FFF2-40B4-BE49-F238E27FC236}">
                <a16:creationId xmlns:a16="http://schemas.microsoft.com/office/drawing/2014/main" id="{CCE170A2-DC26-475A-AF38-643269D4B23B}"/>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satellite_to_uav_250m/seed-1/y-grid-75">
            <a:extLst xmlns:a="http://schemas.openxmlformats.org/drawingml/2006/main">
              <a:ext uri="{FF2B5EF4-FFF2-40B4-BE49-F238E27FC236}">
                <a16:creationId xmlns:a16="http://schemas.microsoft.com/office/drawing/2014/main" id="{3BECD44C-66E8-4668-935D-13EE542067F0}"/>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satellite_to_uav_250m/seed-1/y-label-75">
            <a:extLst xmlns:a="http://schemas.openxmlformats.org/drawingml/2006/main">
              <a:ext uri="{FF2B5EF4-FFF2-40B4-BE49-F238E27FC236}">
                <a16:creationId xmlns:a16="http://schemas.microsoft.com/office/drawing/2014/main" id="{97563965-F7C6-4CF2-920C-7C7F8A9311C2}"/>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satellite_to_uav_250m/seed-1/x-tick-75">
            <a:extLst xmlns:a="http://schemas.openxmlformats.org/drawingml/2006/main">
              <a:ext uri="{FF2B5EF4-FFF2-40B4-BE49-F238E27FC236}">
                <a16:creationId xmlns:a16="http://schemas.microsoft.com/office/drawing/2014/main" id="{8E533471-B720-4358-89A5-CB83B9E1A0B0}"/>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satellite_to_uav_250m/seed-1/x-label-75">
            <a:extLst xmlns:a="http://schemas.openxmlformats.org/drawingml/2006/main">
              <a:ext uri="{FF2B5EF4-FFF2-40B4-BE49-F238E27FC236}">
                <a16:creationId xmlns:a16="http://schemas.microsoft.com/office/drawing/2014/main" id="{20A7236F-3BFF-4258-A8D0-94EB58855475}"/>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satellite_to_uav_250m/seed-1/y-grid-100">
            <a:extLst xmlns:a="http://schemas.openxmlformats.org/drawingml/2006/main">
              <a:ext uri="{FF2B5EF4-FFF2-40B4-BE49-F238E27FC236}">
                <a16:creationId xmlns:a16="http://schemas.microsoft.com/office/drawing/2014/main" id="{D2F4BEEE-07C6-4D47-9D47-FC25FEE8B8B8}"/>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satellite_to_uav_250m/seed-1/y-label-100">
            <a:extLst xmlns:a="http://schemas.openxmlformats.org/drawingml/2006/main">
              <a:ext uri="{FF2B5EF4-FFF2-40B4-BE49-F238E27FC236}">
                <a16:creationId xmlns:a16="http://schemas.microsoft.com/office/drawing/2014/main" id="{1157C652-9FC2-40AE-90D1-91FA1B64D97C}"/>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satellite_to_uav_250m/seed-1/x-tick-100">
            <a:extLst xmlns:a="http://schemas.openxmlformats.org/drawingml/2006/main">
              <a:ext uri="{FF2B5EF4-FFF2-40B4-BE49-F238E27FC236}">
                <a16:creationId xmlns:a16="http://schemas.microsoft.com/office/drawing/2014/main" id="{E46AE7E9-DE9E-4018-849B-8EBFF0091933}"/>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satellite_to_uav_250m/seed-1/x-label-100">
            <a:extLst xmlns:a="http://schemas.openxmlformats.org/drawingml/2006/main">
              <a:ext uri="{FF2B5EF4-FFF2-40B4-BE49-F238E27FC236}">
                <a16:creationId xmlns:a16="http://schemas.microsoft.com/office/drawing/2014/main" id="{54BBE0AA-4521-40FA-91C1-ADCEE5A2FB67}"/>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satellite_to_uav_250m/seed-1/y-axis">
            <a:extLst xmlns:a="http://schemas.openxmlformats.org/drawingml/2006/main">
              <a:ext uri="{FF2B5EF4-FFF2-40B4-BE49-F238E27FC236}">
                <a16:creationId xmlns:a16="http://schemas.microsoft.com/office/drawing/2014/main" id="{D8443B5B-0511-4B74-A6CD-CF8B20C8C418}"/>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250m/seed-1/x-axis">
            <a:extLst xmlns:a="http://schemas.openxmlformats.org/drawingml/2006/main">
              <a:ext uri="{FF2B5EF4-FFF2-40B4-BE49-F238E27FC236}">
                <a16:creationId xmlns:a16="http://schemas.microsoft.com/office/drawing/2014/main" id="{B5FE1F29-4EB3-47D9-8362-A7273A50A978}"/>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satellite_to_uav_250m/sues200_satellite_to_uav_250m/seed-1/visual/segment-1-2">
            <a:extLst xmlns:a="http://schemas.openxmlformats.org/drawingml/2006/main">
              <a:ext uri="{FF2B5EF4-FFF2-40B4-BE49-F238E27FC236}">
                <a16:creationId xmlns:a16="http://schemas.microsoft.com/office/drawing/2014/main" id="{96018613-79A3-4DA1-8FA0-3A74F6EA30BF}"/>
              </a:ext>
            </a:extLst>
          </p:cNvPr>
          <p:cNvSpPr>
            <a:spLocks xmlns:a="http://schemas.openxmlformats.org/drawingml/2006/main" noGrp="1"/>
          </p:cNvSpPr>
          <p:nvPr/>
        </p:nvSpPr>
        <p:spPr>
          <a:xfrm xmlns:a="http://schemas.openxmlformats.org/drawingml/2006/main" flipV="1">
            <a:off x="693420" y="2552700"/>
            <a:ext cx="160020" cy="43180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sues200_satellite_to_uav_250m/sues200_satellite_to_uav_250m/seed-1/visual/segment-2-3">
            <a:extLst xmlns:a="http://schemas.openxmlformats.org/drawingml/2006/main">
              <a:ext uri="{FF2B5EF4-FFF2-40B4-BE49-F238E27FC236}">
                <a16:creationId xmlns:a16="http://schemas.microsoft.com/office/drawing/2014/main" id="{BCB1D62B-1F64-4F1D-A613-69F2122E28F9}"/>
              </a:ext>
            </a:extLst>
          </p:cNvPr>
          <p:cNvSpPr>
            <a:spLocks xmlns:a="http://schemas.openxmlformats.org/drawingml/2006/main" noGrp="1"/>
          </p:cNvSpPr>
          <p:nvPr/>
        </p:nvSpPr>
        <p:spPr>
          <a:xfrm xmlns:a="http://schemas.openxmlformats.org/drawingml/2006/main" flipV="0">
            <a:off x="853440" y="2552700"/>
            <a:ext cx="160020" cy="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sues200_satellite_to_uav_250m/sues200_satellite_to_uav_250m/seed-1/visual/segment-3-4">
            <a:extLst xmlns:a="http://schemas.openxmlformats.org/drawingml/2006/main">
              <a:ext uri="{FF2B5EF4-FFF2-40B4-BE49-F238E27FC236}">
                <a16:creationId xmlns:a16="http://schemas.microsoft.com/office/drawing/2014/main" id="{C49B692A-8BA2-472C-82AA-06BE061DF921}"/>
              </a:ext>
            </a:extLst>
          </p:cNvPr>
          <p:cNvSpPr>
            <a:spLocks xmlns:a="http://schemas.openxmlformats.org/drawingml/2006/main" noGrp="1"/>
          </p:cNvSpPr>
          <p:nvPr/>
        </p:nvSpPr>
        <p:spPr>
          <a:xfrm xmlns:a="http://schemas.openxmlformats.org/drawingml/2006/main" flipV="0">
            <a:off x="1013460" y="2552700"/>
            <a:ext cx="160020" cy="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sues200_satellite_to_uav_250m/sues200_satellite_to_uav_250m/seed-1/visual/segment-4-5">
            <a:extLst xmlns:a="http://schemas.openxmlformats.org/drawingml/2006/main">
              <a:ext uri="{FF2B5EF4-FFF2-40B4-BE49-F238E27FC236}">
                <a16:creationId xmlns:a16="http://schemas.microsoft.com/office/drawing/2014/main" id="{493B5341-171A-49B2-840A-086BB0948541}"/>
              </a:ext>
            </a:extLst>
          </p:cNvPr>
          <p:cNvSpPr>
            <a:spLocks xmlns:a="http://schemas.openxmlformats.org/drawingml/2006/main" noGrp="1"/>
          </p:cNvSpPr>
          <p:nvPr/>
        </p:nvSpPr>
        <p:spPr>
          <a:xfrm xmlns:a="http://schemas.openxmlformats.org/drawingml/2006/main" flipV="0">
            <a:off x="1173480" y="2552700"/>
            <a:ext cx="160020" cy="4318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sues200_satellite_to_uav_250m/sues200_satellite_to_uav_250m/seed-1/visual/segment-5-6">
            <a:extLst xmlns:a="http://schemas.openxmlformats.org/drawingml/2006/main">
              <a:ext uri="{FF2B5EF4-FFF2-40B4-BE49-F238E27FC236}">
                <a16:creationId xmlns:a16="http://schemas.microsoft.com/office/drawing/2014/main" id="{BF4379CC-DDCA-469E-B38E-207D50130F83}"/>
              </a:ext>
            </a:extLst>
          </p:cNvPr>
          <p:cNvSpPr>
            <a:spLocks xmlns:a="http://schemas.openxmlformats.org/drawingml/2006/main" noGrp="1"/>
          </p:cNvSpPr>
          <p:nvPr/>
        </p:nvSpPr>
        <p:spPr>
          <a:xfrm xmlns:a="http://schemas.openxmlformats.org/drawingml/2006/main" flipV="1">
            <a:off x="1333500" y="2552700"/>
            <a:ext cx="160020" cy="4318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sues200_satellite_to_uav_250m/sues200_satellite_to_uav_250m/seed-1/visual/segment-6-7">
            <a:extLst xmlns:a="http://schemas.openxmlformats.org/drawingml/2006/main">
              <a:ext uri="{FF2B5EF4-FFF2-40B4-BE49-F238E27FC236}">
                <a16:creationId xmlns:a16="http://schemas.microsoft.com/office/drawing/2014/main" id="{FCAF2B06-B57B-4C11-B4F8-E1DABF89845B}"/>
              </a:ext>
            </a:extLst>
          </p:cNvPr>
          <p:cNvSpPr>
            <a:spLocks xmlns:a="http://schemas.openxmlformats.org/drawingml/2006/main" noGrp="1"/>
          </p:cNvSpPr>
          <p:nvPr/>
        </p:nvSpPr>
        <p:spPr>
          <a:xfrm xmlns:a="http://schemas.openxmlformats.org/drawingml/2006/main" flipV="1">
            <a:off x="1493520" y="2521857"/>
            <a:ext cx="160020" cy="3084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sues200_satellite_to_uav_250m/sues200_satellite_to_uav_250m/seed-1/visual/segment-7-8">
            <a:extLst xmlns:a="http://schemas.openxmlformats.org/drawingml/2006/main">
              <a:ext uri="{FF2B5EF4-FFF2-40B4-BE49-F238E27FC236}">
                <a16:creationId xmlns:a16="http://schemas.microsoft.com/office/drawing/2014/main" id="{00A4DB6C-FC5C-4836-819E-A64BCAD47C7E}"/>
              </a:ext>
            </a:extLst>
          </p:cNvPr>
          <p:cNvSpPr>
            <a:spLocks xmlns:a="http://schemas.openxmlformats.org/drawingml/2006/main" noGrp="1"/>
          </p:cNvSpPr>
          <p:nvPr/>
        </p:nvSpPr>
        <p:spPr>
          <a:xfrm xmlns:a="http://schemas.openxmlformats.org/drawingml/2006/main" flipV="0">
            <a:off x="1653540" y="2521857"/>
            <a:ext cx="160020" cy="385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sues200_satellite_to_uav_250m/sues200_satellite_to_uav_250m/seed-1/visual/segment-8-9">
            <a:extLst xmlns:a="http://schemas.openxmlformats.org/drawingml/2006/main">
              <a:ext uri="{FF2B5EF4-FFF2-40B4-BE49-F238E27FC236}">
                <a16:creationId xmlns:a16="http://schemas.microsoft.com/office/drawing/2014/main" id="{0AA7F247-A947-4835-8AC4-0BD5BC43D480}"/>
              </a:ext>
            </a:extLst>
          </p:cNvPr>
          <p:cNvSpPr>
            <a:spLocks xmlns:a="http://schemas.openxmlformats.org/drawingml/2006/main" noGrp="1"/>
          </p:cNvSpPr>
          <p:nvPr/>
        </p:nvSpPr>
        <p:spPr>
          <a:xfrm xmlns:a="http://schemas.openxmlformats.org/drawingml/2006/main" flipV="1">
            <a:off x="1813560" y="2504722"/>
            <a:ext cx="160020" cy="2099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sues200_satellite_to_uav_250m/sues200_satellite_to_uav_250m/seed-1/visual/segment-9-10">
            <a:extLst xmlns:a="http://schemas.openxmlformats.org/drawingml/2006/main">
              <a:ext uri="{FF2B5EF4-FFF2-40B4-BE49-F238E27FC236}">
                <a16:creationId xmlns:a16="http://schemas.microsoft.com/office/drawing/2014/main" id="{3D55818F-9CA5-447B-8993-D732CE92A91A}"/>
              </a:ext>
            </a:extLst>
          </p:cNvPr>
          <p:cNvSpPr>
            <a:spLocks xmlns:a="http://schemas.openxmlformats.org/drawingml/2006/main" noGrp="1"/>
          </p:cNvSpPr>
          <p:nvPr/>
        </p:nvSpPr>
        <p:spPr>
          <a:xfrm xmlns:a="http://schemas.openxmlformats.org/drawingml/2006/main" flipV="1">
            <a:off x="1973580" y="2444750"/>
            <a:ext cx="160020" cy="5997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sues200_satellite_to_uav_250m/sues200_satellite_to_uav_250m/seed-1/visual/point-1">
            <a:extLst xmlns:a="http://schemas.openxmlformats.org/drawingml/2006/main">
              <a:ext uri="{FF2B5EF4-FFF2-40B4-BE49-F238E27FC236}">
                <a16:creationId xmlns:a16="http://schemas.microsoft.com/office/drawing/2014/main" id="{BE1E9532-4096-446B-A126-CB8C4F9DD72F}"/>
              </a:ext>
            </a:extLst>
          </p:cNvPr>
          <p:cNvSpPr>
            <a:spLocks xmlns:a="http://schemas.openxmlformats.org/drawingml/2006/main" noGrp="1"/>
          </p:cNvSpPr>
          <p:nvPr/>
        </p:nvSpPr>
        <p:spPr>
          <a:xfrm xmlns:a="http://schemas.openxmlformats.org/drawingml/2006/main">
            <a:off x="669925" y="29610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sues200_satellite_to_uav_250m/sues200_satellite_to_uav_250m/seed-1/visual/point-2">
            <a:extLst xmlns:a="http://schemas.openxmlformats.org/drawingml/2006/main">
              <a:ext uri="{FF2B5EF4-FFF2-40B4-BE49-F238E27FC236}">
                <a16:creationId xmlns:a16="http://schemas.microsoft.com/office/drawing/2014/main" id="{E17A769B-032D-4866-BCF1-46CB0B2F2870}"/>
              </a:ext>
            </a:extLst>
          </p:cNvPr>
          <p:cNvSpPr>
            <a:spLocks xmlns:a="http://schemas.openxmlformats.org/drawingml/2006/main" noGrp="1"/>
          </p:cNvSpPr>
          <p:nvPr/>
        </p:nvSpPr>
        <p:spPr>
          <a:xfrm xmlns:a="http://schemas.openxmlformats.org/drawingml/2006/main">
            <a:off x="82994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sues200_satellite_to_uav_250m/sues200_satellite_to_uav_250m/seed-1/visual/point-3">
            <a:extLst xmlns:a="http://schemas.openxmlformats.org/drawingml/2006/main">
              <a:ext uri="{FF2B5EF4-FFF2-40B4-BE49-F238E27FC236}">
                <a16:creationId xmlns:a16="http://schemas.microsoft.com/office/drawing/2014/main" id="{75CE4A8A-65C9-4B84-9741-7A2704B2E660}"/>
              </a:ext>
            </a:extLst>
          </p:cNvPr>
          <p:cNvSpPr>
            <a:spLocks xmlns:a="http://schemas.openxmlformats.org/drawingml/2006/main" noGrp="1"/>
          </p:cNvSpPr>
          <p:nvPr/>
        </p:nvSpPr>
        <p:spPr>
          <a:xfrm xmlns:a="http://schemas.openxmlformats.org/drawingml/2006/main">
            <a:off x="98996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sues200_satellite_to_uav_250m/sues200_satellite_to_uav_250m/seed-1/visual/point-4">
            <a:extLst xmlns:a="http://schemas.openxmlformats.org/drawingml/2006/main">
              <a:ext uri="{FF2B5EF4-FFF2-40B4-BE49-F238E27FC236}">
                <a16:creationId xmlns:a16="http://schemas.microsoft.com/office/drawing/2014/main" id="{C8CE59E5-E94F-42E0-A948-8207AAF84735}"/>
              </a:ext>
            </a:extLst>
          </p:cNvPr>
          <p:cNvSpPr>
            <a:spLocks xmlns:a="http://schemas.openxmlformats.org/drawingml/2006/main" noGrp="1"/>
          </p:cNvSpPr>
          <p:nvPr/>
        </p:nvSpPr>
        <p:spPr>
          <a:xfrm xmlns:a="http://schemas.openxmlformats.org/drawingml/2006/main">
            <a:off x="114998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sues200_satellite_to_uav_250m/sues200_satellite_to_uav_250m/seed-1/visual/point-5">
            <a:extLst xmlns:a="http://schemas.openxmlformats.org/drawingml/2006/main">
              <a:ext uri="{FF2B5EF4-FFF2-40B4-BE49-F238E27FC236}">
                <a16:creationId xmlns:a16="http://schemas.microsoft.com/office/drawing/2014/main" id="{D33D1781-6250-47BB-A5C9-07D039142C67}"/>
              </a:ext>
            </a:extLst>
          </p:cNvPr>
          <p:cNvSpPr>
            <a:spLocks xmlns:a="http://schemas.openxmlformats.org/drawingml/2006/main" noGrp="1"/>
          </p:cNvSpPr>
          <p:nvPr/>
        </p:nvSpPr>
        <p:spPr>
          <a:xfrm xmlns:a="http://schemas.openxmlformats.org/drawingml/2006/main">
            <a:off x="1310005" y="257238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sues200_satellite_to_uav_250m/sues200_satellite_to_uav_250m/seed-1/visual/point-6">
            <a:extLst xmlns:a="http://schemas.openxmlformats.org/drawingml/2006/main">
              <a:ext uri="{FF2B5EF4-FFF2-40B4-BE49-F238E27FC236}">
                <a16:creationId xmlns:a16="http://schemas.microsoft.com/office/drawing/2014/main" id="{AB212837-AA5A-4388-B1A9-CC22FA4102F2}"/>
              </a:ext>
            </a:extLst>
          </p:cNvPr>
          <p:cNvSpPr>
            <a:spLocks xmlns:a="http://schemas.openxmlformats.org/drawingml/2006/main" noGrp="1"/>
          </p:cNvSpPr>
          <p:nvPr/>
        </p:nvSpPr>
        <p:spPr>
          <a:xfrm xmlns:a="http://schemas.openxmlformats.org/drawingml/2006/main">
            <a:off x="147002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sues200_satellite_to_uav_250m/sues200_satellite_to_uav_250m/seed-1/visual/point-7">
            <a:extLst xmlns:a="http://schemas.openxmlformats.org/drawingml/2006/main">
              <a:ext uri="{FF2B5EF4-FFF2-40B4-BE49-F238E27FC236}">
                <a16:creationId xmlns:a16="http://schemas.microsoft.com/office/drawing/2014/main" id="{1897D7D7-CA7E-4612-948B-CC5E028B829B}"/>
              </a:ext>
            </a:extLst>
          </p:cNvPr>
          <p:cNvSpPr>
            <a:spLocks xmlns:a="http://schemas.openxmlformats.org/drawingml/2006/main" noGrp="1"/>
          </p:cNvSpPr>
          <p:nvPr/>
        </p:nvSpPr>
        <p:spPr>
          <a:xfrm xmlns:a="http://schemas.openxmlformats.org/drawingml/2006/main">
            <a:off x="1630045" y="249836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sues200_satellite_to_uav_250m/sues200_satellite_to_uav_250m/seed-1/visual/point-8">
            <a:extLst xmlns:a="http://schemas.openxmlformats.org/drawingml/2006/main">
              <a:ext uri="{FF2B5EF4-FFF2-40B4-BE49-F238E27FC236}">
                <a16:creationId xmlns:a16="http://schemas.microsoft.com/office/drawing/2014/main" id="{05BB4761-3DE8-41AC-A7BD-B1284D0C3B62}"/>
              </a:ext>
            </a:extLst>
          </p:cNvPr>
          <p:cNvSpPr>
            <a:spLocks xmlns:a="http://schemas.openxmlformats.org/drawingml/2006/main" noGrp="1"/>
          </p:cNvSpPr>
          <p:nvPr/>
        </p:nvSpPr>
        <p:spPr>
          <a:xfrm xmlns:a="http://schemas.openxmlformats.org/drawingml/2006/main">
            <a:off x="1790065" y="250221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sues200_satellite_to_uav_250m/sues200_satellite_to_uav_250m/seed-1/visual/point-9">
            <a:extLst xmlns:a="http://schemas.openxmlformats.org/drawingml/2006/main">
              <a:ext uri="{FF2B5EF4-FFF2-40B4-BE49-F238E27FC236}">
                <a16:creationId xmlns:a16="http://schemas.microsoft.com/office/drawing/2014/main" id="{FECEB24F-5DB2-4BED-A863-2CFC6F8396B1}"/>
              </a:ext>
            </a:extLst>
          </p:cNvPr>
          <p:cNvSpPr>
            <a:spLocks xmlns:a="http://schemas.openxmlformats.org/drawingml/2006/main" noGrp="1"/>
          </p:cNvSpPr>
          <p:nvPr/>
        </p:nvSpPr>
        <p:spPr>
          <a:xfrm xmlns:a="http://schemas.openxmlformats.org/drawingml/2006/main">
            <a:off x="1950085" y="248122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sues200_satellite_to_uav_250m/sues200_satellite_to_uav_250m/seed-1/visual/point-10">
            <a:extLst xmlns:a="http://schemas.openxmlformats.org/drawingml/2006/main">
              <a:ext uri="{FF2B5EF4-FFF2-40B4-BE49-F238E27FC236}">
                <a16:creationId xmlns:a16="http://schemas.microsoft.com/office/drawing/2014/main" id="{11894C4C-20C2-465B-9A76-83F940DA7BB8}"/>
              </a:ext>
            </a:extLst>
          </p:cNvPr>
          <p:cNvSpPr>
            <a:spLocks xmlns:a="http://schemas.openxmlformats.org/drawingml/2006/main" noGrp="1"/>
          </p:cNvSpPr>
          <p:nvPr/>
        </p:nvSpPr>
        <p:spPr>
          <a:xfrm xmlns:a="http://schemas.openxmlformats.org/drawingml/2006/main">
            <a:off x="2110105" y="242125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sues200_satellite_to_uav_250m/seed-1/visual/AURC">
            <a:extLst xmlns:a="http://schemas.openxmlformats.org/drawingml/2006/main">
              <a:ext uri="{FF2B5EF4-FFF2-40B4-BE49-F238E27FC236}">
                <a16:creationId xmlns:a16="http://schemas.microsoft.com/office/drawing/2014/main" id="{176E1684-8852-4BA9-8C9F-A85CF5F88A43}"/>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0.2163</a:t>
            </a:r>
          </a:p>
        </p:txBody>
      </p:sp>
      <p:sp>
        <p:nvSpPr>
          <p:cNvPr id="51" name="sues200_satellite_to_uav_250m/sues200_satellite_to_uav_250m/seed-1/full/segment-1-2">
            <a:extLst xmlns:a="http://schemas.openxmlformats.org/drawingml/2006/main">
              <a:ext uri="{FF2B5EF4-FFF2-40B4-BE49-F238E27FC236}">
                <a16:creationId xmlns:a16="http://schemas.microsoft.com/office/drawing/2014/main" id="{7DD9E101-EFCE-4280-B2E8-912CEBE036A9}"/>
              </a:ext>
            </a:extLst>
          </p:cNvPr>
          <p:cNvSpPr>
            <a:spLocks xmlns:a="http://schemas.openxmlformats.org/drawingml/2006/main" noGrp="1"/>
          </p:cNvSpPr>
          <p:nvPr/>
        </p:nvSpPr>
        <p:spPr>
          <a:xfrm xmlns:a="http://schemas.openxmlformats.org/drawingml/2006/main" flipV="1">
            <a:off x="693420" y="2120900"/>
            <a:ext cx="160020" cy="21590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sues200_satellite_to_uav_250m/sues200_satellite_to_uav_250m/seed-1/full/segment-2-3">
            <a:extLst xmlns:a="http://schemas.openxmlformats.org/drawingml/2006/main">
              <a:ext uri="{FF2B5EF4-FFF2-40B4-BE49-F238E27FC236}">
                <a16:creationId xmlns:a16="http://schemas.microsoft.com/office/drawing/2014/main" id="{F9B602B5-AA30-4BA5-BB56-D8BD2279E7EB}"/>
              </a:ext>
            </a:extLst>
          </p:cNvPr>
          <p:cNvSpPr>
            <a:spLocks xmlns:a="http://schemas.openxmlformats.org/drawingml/2006/main" noGrp="1"/>
          </p:cNvSpPr>
          <p:nvPr/>
        </p:nvSpPr>
        <p:spPr>
          <a:xfrm xmlns:a="http://schemas.openxmlformats.org/drawingml/2006/main" flipV="0">
            <a:off x="853440" y="2120900"/>
            <a:ext cx="160020" cy="7196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sues200_satellite_to_uav_250m/sues200_satellite_to_uav_250m/seed-1/full/segment-3-4">
            <a:extLst xmlns:a="http://schemas.openxmlformats.org/drawingml/2006/main">
              <a:ext uri="{FF2B5EF4-FFF2-40B4-BE49-F238E27FC236}">
                <a16:creationId xmlns:a16="http://schemas.microsoft.com/office/drawing/2014/main" id="{876E1A88-832A-46E1-A77A-BD144ED35E1C}"/>
              </a:ext>
            </a:extLst>
          </p:cNvPr>
          <p:cNvSpPr>
            <a:spLocks xmlns:a="http://schemas.openxmlformats.org/drawingml/2006/main" noGrp="1"/>
          </p:cNvSpPr>
          <p:nvPr/>
        </p:nvSpPr>
        <p:spPr>
          <a:xfrm xmlns:a="http://schemas.openxmlformats.org/drawingml/2006/main" flipV="1">
            <a:off x="1013460" y="2174875"/>
            <a:ext cx="160020" cy="1799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sues200_satellite_to_uav_250m/sues200_satellite_to_uav_250m/seed-1/full/segment-4-5">
            <a:extLst xmlns:a="http://schemas.openxmlformats.org/drawingml/2006/main">
              <a:ext uri="{FF2B5EF4-FFF2-40B4-BE49-F238E27FC236}">
                <a16:creationId xmlns:a16="http://schemas.microsoft.com/office/drawing/2014/main" id="{62FD4674-C0EA-4227-A442-D06A284862E5}"/>
              </a:ext>
            </a:extLst>
          </p:cNvPr>
          <p:cNvSpPr>
            <a:spLocks xmlns:a="http://schemas.openxmlformats.org/drawingml/2006/main" noGrp="1"/>
          </p:cNvSpPr>
          <p:nvPr/>
        </p:nvSpPr>
        <p:spPr>
          <a:xfrm xmlns:a="http://schemas.openxmlformats.org/drawingml/2006/main" flipV="0">
            <a:off x="1173480" y="2174875"/>
            <a:ext cx="160020" cy="11874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sues200_satellite_to_uav_250m/sues200_satellite_to_uav_250m/seed-1/full/segment-5-6">
            <a:extLst xmlns:a="http://schemas.openxmlformats.org/drawingml/2006/main">
              <a:ext uri="{FF2B5EF4-FFF2-40B4-BE49-F238E27FC236}">
                <a16:creationId xmlns:a16="http://schemas.microsoft.com/office/drawing/2014/main" id="{A8B6A75E-F4E3-4963-BD0B-451B70D394EC}"/>
              </a:ext>
            </a:extLst>
          </p:cNvPr>
          <p:cNvSpPr>
            <a:spLocks xmlns:a="http://schemas.openxmlformats.org/drawingml/2006/main" noGrp="1"/>
          </p:cNvSpPr>
          <p:nvPr/>
        </p:nvSpPr>
        <p:spPr>
          <a:xfrm xmlns:a="http://schemas.openxmlformats.org/drawingml/2006/main" flipV="0">
            <a:off x="1333500" y="2293620"/>
            <a:ext cx="160020" cy="4318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sues200_satellite_to_uav_250m/sues200_satellite_to_uav_250m/seed-1/full/segment-6-7">
            <a:extLst xmlns:a="http://schemas.openxmlformats.org/drawingml/2006/main">
              <a:ext uri="{FF2B5EF4-FFF2-40B4-BE49-F238E27FC236}">
                <a16:creationId xmlns:a16="http://schemas.microsoft.com/office/drawing/2014/main" id="{EBF4BBF9-E0EF-42AA-BFAA-F57B5B09455C}"/>
              </a:ext>
            </a:extLst>
          </p:cNvPr>
          <p:cNvSpPr>
            <a:spLocks xmlns:a="http://schemas.openxmlformats.org/drawingml/2006/main" noGrp="1"/>
          </p:cNvSpPr>
          <p:nvPr/>
        </p:nvSpPr>
        <p:spPr>
          <a:xfrm xmlns:a="http://schemas.openxmlformats.org/drawingml/2006/main" flipV="1">
            <a:off x="1493520" y="2305957"/>
            <a:ext cx="160020" cy="3084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sues200_satellite_to_uav_250m/sues200_satellite_to_uav_250m/seed-1/full/segment-7-8">
            <a:extLst xmlns:a="http://schemas.openxmlformats.org/drawingml/2006/main">
              <a:ext uri="{FF2B5EF4-FFF2-40B4-BE49-F238E27FC236}">
                <a16:creationId xmlns:a16="http://schemas.microsoft.com/office/drawing/2014/main" id="{1FBDDF59-CDC2-478A-A817-6441794413CA}"/>
              </a:ext>
            </a:extLst>
          </p:cNvPr>
          <p:cNvSpPr>
            <a:spLocks xmlns:a="http://schemas.openxmlformats.org/drawingml/2006/main" noGrp="1"/>
          </p:cNvSpPr>
          <p:nvPr/>
        </p:nvSpPr>
        <p:spPr>
          <a:xfrm xmlns:a="http://schemas.openxmlformats.org/drawingml/2006/main" flipV="0">
            <a:off x="1653540" y="2305957"/>
            <a:ext cx="160020" cy="385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sues200_satellite_to_uav_250m/sues200_satellite_to_uav_250m/seed-1/full/segment-8-9">
            <a:extLst xmlns:a="http://schemas.openxmlformats.org/drawingml/2006/main">
              <a:ext uri="{FF2B5EF4-FFF2-40B4-BE49-F238E27FC236}">
                <a16:creationId xmlns:a16="http://schemas.microsoft.com/office/drawing/2014/main" id="{971EDE50-0742-4D3E-A0EE-19C08DDCD669}"/>
              </a:ext>
            </a:extLst>
          </p:cNvPr>
          <p:cNvSpPr>
            <a:spLocks xmlns:a="http://schemas.openxmlformats.org/drawingml/2006/main" noGrp="1"/>
          </p:cNvSpPr>
          <p:nvPr/>
        </p:nvSpPr>
        <p:spPr>
          <a:xfrm xmlns:a="http://schemas.openxmlformats.org/drawingml/2006/main" flipV="0">
            <a:off x="1813560" y="2309813"/>
            <a:ext cx="160020" cy="2698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sues200_satellite_to_uav_250m/sues200_satellite_to_uav_250m/seed-1/full/segment-9-10">
            <a:extLst xmlns:a="http://schemas.openxmlformats.org/drawingml/2006/main">
              <a:ext uri="{FF2B5EF4-FFF2-40B4-BE49-F238E27FC236}">
                <a16:creationId xmlns:a16="http://schemas.microsoft.com/office/drawing/2014/main" id="{0A096DD1-8DA8-4B59-9057-48266D5BD90E}"/>
              </a:ext>
            </a:extLst>
          </p:cNvPr>
          <p:cNvSpPr>
            <a:spLocks xmlns:a="http://schemas.openxmlformats.org/drawingml/2006/main" noGrp="1"/>
          </p:cNvSpPr>
          <p:nvPr/>
        </p:nvSpPr>
        <p:spPr>
          <a:xfrm xmlns:a="http://schemas.openxmlformats.org/drawingml/2006/main" flipV="1">
            <a:off x="1973580" y="2293620"/>
            <a:ext cx="160020" cy="4318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sues200_satellite_to_uav_250m/sues200_satellite_to_uav_250m/seed-1/full/point-1">
            <a:extLst xmlns:a="http://schemas.openxmlformats.org/drawingml/2006/main">
              <a:ext uri="{FF2B5EF4-FFF2-40B4-BE49-F238E27FC236}">
                <a16:creationId xmlns:a16="http://schemas.microsoft.com/office/drawing/2014/main" id="{D36E0429-9B55-4ADC-8477-19605B04CF6F}"/>
              </a:ext>
            </a:extLst>
          </p:cNvPr>
          <p:cNvSpPr>
            <a:spLocks xmlns:a="http://schemas.openxmlformats.org/drawingml/2006/main" noGrp="1"/>
          </p:cNvSpPr>
          <p:nvPr/>
        </p:nvSpPr>
        <p:spPr>
          <a:xfrm xmlns:a="http://schemas.openxmlformats.org/drawingml/2006/main">
            <a:off x="66992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sues200_satellite_to_uav_250m/sues200_satellite_to_uav_250m/seed-1/full/point-2">
            <a:extLst xmlns:a="http://schemas.openxmlformats.org/drawingml/2006/main">
              <a:ext uri="{FF2B5EF4-FFF2-40B4-BE49-F238E27FC236}">
                <a16:creationId xmlns:a16="http://schemas.microsoft.com/office/drawing/2014/main" id="{96ED5D64-E258-40C2-861A-C3D3022D9D2E}"/>
              </a:ext>
            </a:extLst>
          </p:cNvPr>
          <p:cNvSpPr>
            <a:spLocks xmlns:a="http://schemas.openxmlformats.org/drawingml/2006/main" noGrp="1"/>
          </p:cNvSpPr>
          <p:nvPr/>
        </p:nvSpPr>
        <p:spPr>
          <a:xfrm xmlns:a="http://schemas.openxmlformats.org/drawingml/2006/main">
            <a:off x="829945" y="20974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sues200_satellite_to_uav_250m/sues200_satellite_to_uav_250m/seed-1/full/point-3">
            <a:extLst xmlns:a="http://schemas.openxmlformats.org/drawingml/2006/main">
              <a:ext uri="{FF2B5EF4-FFF2-40B4-BE49-F238E27FC236}">
                <a16:creationId xmlns:a16="http://schemas.microsoft.com/office/drawing/2014/main" id="{EF778909-9F8C-48A2-9BF7-58374936EA7F}"/>
              </a:ext>
            </a:extLst>
          </p:cNvPr>
          <p:cNvSpPr>
            <a:spLocks xmlns:a="http://schemas.openxmlformats.org/drawingml/2006/main" noGrp="1"/>
          </p:cNvSpPr>
          <p:nvPr/>
        </p:nvSpPr>
        <p:spPr>
          <a:xfrm xmlns:a="http://schemas.openxmlformats.org/drawingml/2006/main">
            <a:off x="989965" y="216937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sues200_satellite_to_uav_250m/sues200_satellite_to_uav_250m/seed-1/full/point-4">
            <a:extLst xmlns:a="http://schemas.openxmlformats.org/drawingml/2006/main">
              <a:ext uri="{FF2B5EF4-FFF2-40B4-BE49-F238E27FC236}">
                <a16:creationId xmlns:a16="http://schemas.microsoft.com/office/drawing/2014/main" id="{29F8C208-A079-4A41-B543-399629B8C4AA}"/>
              </a:ext>
            </a:extLst>
          </p:cNvPr>
          <p:cNvSpPr>
            <a:spLocks xmlns:a="http://schemas.openxmlformats.org/drawingml/2006/main" noGrp="1"/>
          </p:cNvSpPr>
          <p:nvPr/>
        </p:nvSpPr>
        <p:spPr>
          <a:xfrm xmlns:a="http://schemas.openxmlformats.org/drawingml/2006/main">
            <a:off x="1149985" y="215138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sues200_satellite_to_uav_250m/sues200_satellite_to_uav_250m/seed-1/full/point-5">
            <a:extLst xmlns:a="http://schemas.openxmlformats.org/drawingml/2006/main">
              <a:ext uri="{FF2B5EF4-FFF2-40B4-BE49-F238E27FC236}">
                <a16:creationId xmlns:a16="http://schemas.microsoft.com/office/drawing/2014/main" id="{E9ED33A7-F4AD-474D-A631-13B377476609}"/>
              </a:ext>
            </a:extLst>
          </p:cNvPr>
          <p:cNvSpPr>
            <a:spLocks xmlns:a="http://schemas.openxmlformats.org/drawingml/2006/main" noGrp="1"/>
          </p:cNvSpPr>
          <p:nvPr/>
        </p:nvSpPr>
        <p:spPr>
          <a:xfrm xmlns:a="http://schemas.openxmlformats.org/drawingml/2006/main">
            <a:off x="1310005" y="22701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sues200_satellite_to_uav_250m/sues200_satellite_to_uav_250m/seed-1/full/point-6">
            <a:extLst xmlns:a="http://schemas.openxmlformats.org/drawingml/2006/main">
              <a:ext uri="{FF2B5EF4-FFF2-40B4-BE49-F238E27FC236}">
                <a16:creationId xmlns:a16="http://schemas.microsoft.com/office/drawing/2014/main" id="{0F799DFD-BD49-41C7-A9AA-CC5670F8D778}"/>
              </a:ext>
            </a:extLst>
          </p:cNvPr>
          <p:cNvSpPr>
            <a:spLocks xmlns:a="http://schemas.openxmlformats.org/drawingml/2006/main" noGrp="1"/>
          </p:cNvSpPr>
          <p:nvPr/>
        </p:nvSpPr>
        <p:spPr>
          <a:xfrm xmlns:a="http://schemas.openxmlformats.org/drawingml/2006/main">
            <a:off x="147002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sues200_satellite_to_uav_250m/sues200_satellite_to_uav_250m/seed-1/full/point-7">
            <a:extLst xmlns:a="http://schemas.openxmlformats.org/drawingml/2006/main">
              <a:ext uri="{FF2B5EF4-FFF2-40B4-BE49-F238E27FC236}">
                <a16:creationId xmlns:a16="http://schemas.microsoft.com/office/drawing/2014/main" id="{5D8E63C9-618D-4049-83CE-79DB06ED5E52}"/>
              </a:ext>
            </a:extLst>
          </p:cNvPr>
          <p:cNvSpPr>
            <a:spLocks xmlns:a="http://schemas.openxmlformats.org/drawingml/2006/main" noGrp="1"/>
          </p:cNvSpPr>
          <p:nvPr/>
        </p:nvSpPr>
        <p:spPr>
          <a:xfrm xmlns:a="http://schemas.openxmlformats.org/drawingml/2006/main">
            <a:off x="1630045" y="228246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sues200_satellite_to_uav_250m/sues200_satellite_to_uav_250m/seed-1/full/point-8">
            <a:extLst xmlns:a="http://schemas.openxmlformats.org/drawingml/2006/main">
              <a:ext uri="{FF2B5EF4-FFF2-40B4-BE49-F238E27FC236}">
                <a16:creationId xmlns:a16="http://schemas.microsoft.com/office/drawing/2014/main" id="{62953D81-6F4C-48C4-BF5F-15BDDB4ACC28}"/>
              </a:ext>
            </a:extLst>
          </p:cNvPr>
          <p:cNvSpPr>
            <a:spLocks xmlns:a="http://schemas.openxmlformats.org/drawingml/2006/main" noGrp="1"/>
          </p:cNvSpPr>
          <p:nvPr/>
        </p:nvSpPr>
        <p:spPr>
          <a:xfrm xmlns:a="http://schemas.openxmlformats.org/drawingml/2006/main">
            <a:off x="1790065" y="228631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sues200_satellite_to_uav_250m/sues200_satellite_to_uav_250m/seed-1/full/point-9">
            <a:extLst xmlns:a="http://schemas.openxmlformats.org/drawingml/2006/main">
              <a:ext uri="{FF2B5EF4-FFF2-40B4-BE49-F238E27FC236}">
                <a16:creationId xmlns:a16="http://schemas.microsoft.com/office/drawing/2014/main" id="{FD15C387-9668-432E-A2C6-FF984F4EEEC7}"/>
              </a:ext>
            </a:extLst>
          </p:cNvPr>
          <p:cNvSpPr>
            <a:spLocks xmlns:a="http://schemas.openxmlformats.org/drawingml/2006/main" noGrp="1"/>
          </p:cNvSpPr>
          <p:nvPr/>
        </p:nvSpPr>
        <p:spPr>
          <a:xfrm xmlns:a="http://schemas.openxmlformats.org/drawingml/2006/main">
            <a:off x="195008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sues200_satellite_to_uav_250m/sues200_satellite_to_uav_250m/seed-1/full/point-10">
            <a:extLst xmlns:a="http://schemas.openxmlformats.org/drawingml/2006/main">
              <a:ext uri="{FF2B5EF4-FFF2-40B4-BE49-F238E27FC236}">
                <a16:creationId xmlns:a16="http://schemas.microsoft.com/office/drawing/2014/main" id="{FBD0491F-7422-4F4F-B3FF-0A5D14EB32BD}"/>
              </a:ext>
            </a:extLst>
          </p:cNvPr>
          <p:cNvSpPr>
            <a:spLocks xmlns:a="http://schemas.openxmlformats.org/drawingml/2006/main" noGrp="1"/>
          </p:cNvSpPr>
          <p:nvPr/>
        </p:nvSpPr>
        <p:spPr>
          <a:xfrm xmlns:a="http://schemas.openxmlformats.org/drawingml/2006/main">
            <a:off x="2110105" y="22701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sues200_satellite_to_uav_250m/seed-1/full/AURC">
            <a:extLst xmlns:a="http://schemas.openxmlformats.org/drawingml/2006/main">
              <a:ext uri="{FF2B5EF4-FFF2-40B4-BE49-F238E27FC236}">
                <a16:creationId xmlns:a16="http://schemas.microsoft.com/office/drawing/2014/main" id="{FA773C38-ED03-4F1E-A264-BFFD000885BA}"/>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0.4281</a:t>
            </a:r>
          </a:p>
        </p:txBody>
      </p:sp>
      <p:sp>
        <p:nvSpPr>
          <p:cNvPr id="71" name="sues200_satellite_to_uav_250m/seed-1/AURC-label">
            <a:extLst xmlns:a="http://schemas.openxmlformats.org/drawingml/2006/main">
              <a:ext uri="{FF2B5EF4-FFF2-40B4-BE49-F238E27FC236}">
                <a16:creationId xmlns:a16="http://schemas.microsoft.com/office/drawing/2014/main" id="{514F4CA2-5962-4B9D-9685-4E526C9160BD}"/>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sues200_satellite_to_uav_250m/seed-2/heading">
            <a:extLst xmlns:a="http://schemas.openxmlformats.org/drawingml/2006/main">
              <a:ext uri="{FF2B5EF4-FFF2-40B4-BE49-F238E27FC236}">
                <a16:creationId xmlns:a16="http://schemas.microsoft.com/office/drawing/2014/main" id="{1DEDADD7-01F7-4F9F-84B0-1D1E8BCA9FC7}"/>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sues200_satellite_to_uav_250m/seed-2/y-grid-0">
            <a:extLst xmlns:a="http://schemas.openxmlformats.org/drawingml/2006/main">
              <a:ext uri="{FF2B5EF4-FFF2-40B4-BE49-F238E27FC236}">
                <a16:creationId xmlns:a16="http://schemas.microsoft.com/office/drawing/2014/main" id="{12D5F388-927A-469F-814C-01EE8786F26E}"/>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sues200_satellite_to_uav_250m/seed-2/y-label-0">
            <a:extLst xmlns:a="http://schemas.openxmlformats.org/drawingml/2006/main">
              <a:ext uri="{FF2B5EF4-FFF2-40B4-BE49-F238E27FC236}">
                <a16:creationId xmlns:a16="http://schemas.microsoft.com/office/drawing/2014/main" id="{0CA19DA2-5DC1-483C-AAD0-FAF213A385B3}"/>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sues200_satellite_to_uav_250m/seed-2/x-tick-0">
            <a:extLst xmlns:a="http://schemas.openxmlformats.org/drawingml/2006/main">
              <a:ext uri="{FF2B5EF4-FFF2-40B4-BE49-F238E27FC236}">
                <a16:creationId xmlns:a16="http://schemas.microsoft.com/office/drawing/2014/main" id="{89DDB0E3-267B-4E6D-8581-EC33F38C532E}"/>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sues200_satellite_to_uav_250m/seed-2/x-label-0">
            <a:extLst xmlns:a="http://schemas.openxmlformats.org/drawingml/2006/main">
              <a:ext uri="{FF2B5EF4-FFF2-40B4-BE49-F238E27FC236}">
                <a16:creationId xmlns:a16="http://schemas.microsoft.com/office/drawing/2014/main" id="{CF0A7387-A4E1-4642-B55B-00627590CA46}"/>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sues200_satellite_to_uav_250m/seed-2/y-grid-25">
            <a:extLst xmlns:a="http://schemas.openxmlformats.org/drawingml/2006/main">
              <a:ext uri="{FF2B5EF4-FFF2-40B4-BE49-F238E27FC236}">
                <a16:creationId xmlns:a16="http://schemas.microsoft.com/office/drawing/2014/main" id="{0BB5A3BC-9E47-4852-BE7F-3FA4D4CA919A}"/>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sues200_satellite_to_uav_250m/seed-2/y-label-25">
            <a:extLst xmlns:a="http://schemas.openxmlformats.org/drawingml/2006/main">
              <a:ext uri="{FF2B5EF4-FFF2-40B4-BE49-F238E27FC236}">
                <a16:creationId xmlns:a16="http://schemas.microsoft.com/office/drawing/2014/main" id="{BBE23FA6-5723-4F7C-B2F0-8A5913F588D8}"/>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sues200_satellite_to_uav_250m/seed-2/x-tick-25">
            <a:extLst xmlns:a="http://schemas.openxmlformats.org/drawingml/2006/main">
              <a:ext uri="{FF2B5EF4-FFF2-40B4-BE49-F238E27FC236}">
                <a16:creationId xmlns:a16="http://schemas.microsoft.com/office/drawing/2014/main" id="{0D3774E6-2498-4801-8DBE-043E3AE3DA13}"/>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sues200_satellite_to_uav_250m/seed-2/x-label-25">
            <a:extLst xmlns:a="http://schemas.openxmlformats.org/drawingml/2006/main">
              <a:ext uri="{FF2B5EF4-FFF2-40B4-BE49-F238E27FC236}">
                <a16:creationId xmlns:a16="http://schemas.microsoft.com/office/drawing/2014/main" id="{985477F3-DF5B-4DE6-9399-55F62022D9CD}"/>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sues200_satellite_to_uav_250m/seed-2/y-grid-50">
            <a:extLst xmlns:a="http://schemas.openxmlformats.org/drawingml/2006/main">
              <a:ext uri="{FF2B5EF4-FFF2-40B4-BE49-F238E27FC236}">
                <a16:creationId xmlns:a16="http://schemas.microsoft.com/office/drawing/2014/main" id="{6578CC6E-C3B5-498C-BCBC-644B23E87A42}"/>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sues200_satellite_to_uav_250m/seed-2/y-label-50">
            <a:extLst xmlns:a="http://schemas.openxmlformats.org/drawingml/2006/main">
              <a:ext uri="{FF2B5EF4-FFF2-40B4-BE49-F238E27FC236}">
                <a16:creationId xmlns:a16="http://schemas.microsoft.com/office/drawing/2014/main" id="{86FFDAF7-5A04-4AC2-BA72-5A039D797CAF}"/>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sues200_satellite_to_uav_250m/seed-2/x-tick-50">
            <a:extLst xmlns:a="http://schemas.openxmlformats.org/drawingml/2006/main">
              <a:ext uri="{FF2B5EF4-FFF2-40B4-BE49-F238E27FC236}">
                <a16:creationId xmlns:a16="http://schemas.microsoft.com/office/drawing/2014/main" id="{D9EE6354-39FC-4A46-A135-28FAC6914558}"/>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sues200_satellite_to_uav_250m/seed-2/x-label-50">
            <a:extLst xmlns:a="http://schemas.openxmlformats.org/drawingml/2006/main">
              <a:ext uri="{FF2B5EF4-FFF2-40B4-BE49-F238E27FC236}">
                <a16:creationId xmlns:a16="http://schemas.microsoft.com/office/drawing/2014/main" id="{39145360-D7A7-4AC0-B3B2-1877FFCC596A}"/>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sues200_satellite_to_uav_250m/seed-2/y-grid-75">
            <a:extLst xmlns:a="http://schemas.openxmlformats.org/drawingml/2006/main">
              <a:ext uri="{FF2B5EF4-FFF2-40B4-BE49-F238E27FC236}">
                <a16:creationId xmlns:a16="http://schemas.microsoft.com/office/drawing/2014/main" id="{61975F1D-D320-43F6-83BE-A10A2EA2D8C8}"/>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sues200_satellite_to_uav_250m/seed-2/y-label-75">
            <a:extLst xmlns:a="http://schemas.openxmlformats.org/drawingml/2006/main">
              <a:ext uri="{FF2B5EF4-FFF2-40B4-BE49-F238E27FC236}">
                <a16:creationId xmlns:a16="http://schemas.microsoft.com/office/drawing/2014/main" id="{D671516B-1E95-4242-9869-E0D1EA75FCA3}"/>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sues200_satellite_to_uav_250m/seed-2/x-tick-75">
            <a:extLst xmlns:a="http://schemas.openxmlformats.org/drawingml/2006/main">
              <a:ext uri="{FF2B5EF4-FFF2-40B4-BE49-F238E27FC236}">
                <a16:creationId xmlns:a16="http://schemas.microsoft.com/office/drawing/2014/main" id="{CA7573D3-4FA4-45D4-9E0E-4A588E67F9A3}"/>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sues200_satellite_to_uav_250m/seed-2/x-label-75">
            <a:extLst xmlns:a="http://schemas.openxmlformats.org/drawingml/2006/main">
              <a:ext uri="{FF2B5EF4-FFF2-40B4-BE49-F238E27FC236}">
                <a16:creationId xmlns:a16="http://schemas.microsoft.com/office/drawing/2014/main" id="{9EB29C2E-9742-401E-821D-72C88D626DB7}"/>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sues200_satellite_to_uav_250m/seed-2/y-grid-100">
            <a:extLst xmlns:a="http://schemas.openxmlformats.org/drawingml/2006/main">
              <a:ext uri="{FF2B5EF4-FFF2-40B4-BE49-F238E27FC236}">
                <a16:creationId xmlns:a16="http://schemas.microsoft.com/office/drawing/2014/main" id="{E58B15A6-C681-4B6C-A846-D564ABE1B3BF}"/>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satellite_to_uav_250m/seed-2/y-label-100">
            <a:extLst xmlns:a="http://schemas.openxmlformats.org/drawingml/2006/main">
              <a:ext uri="{FF2B5EF4-FFF2-40B4-BE49-F238E27FC236}">
                <a16:creationId xmlns:a16="http://schemas.microsoft.com/office/drawing/2014/main" id="{21A0D4EC-2177-400B-A24D-C5DB110875B3}"/>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sues200_satellite_to_uav_250m/seed-2/x-tick-100">
            <a:extLst xmlns:a="http://schemas.openxmlformats.org/drawingml/2006/main">
              <a:ext uri="{FF2B5EF4-FFF2-40B4-BE49-F238E27FC236}">
                <a16:creationId xmlns:a16="http://schemas.microsoft.com/office/drawing/2014/main" id="{365D4CA1-3FAA-458B-8E68-B9333F1BA282}"/>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satellite_to_uav_250m/seed-2/x-label-100">
            <a:extLst xmlns:a="http://schemas.openxmlformats.org/drawingml/2006/main">
              <a:ext uri="{FF2B5EF4-FFF2-40B4-BE49-F238E27FC236}">
                <a16:creationId xmlns:a16="http://schemas.microsoft.com/office/drawing/2014/main" id="{2F8AEA8D-976D-46D7-9FA3-47B40B5041E1}"/>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sues200_satellite_to_uav_250m/seed-2/y-axis">
            <a:extLst xmlns:a="http://schemas.openxmlformats.org/drawingml/2006/main">
              <a:ext uri="{FF2B5EF4-FFF2-40B4-BE49-F238E27FC236}">
                <a16:creationId xmlns:a16="http://schemas.microsoft.com/office/drawing/2014/main" id="{79899D34-90AE-4112-B82F-9A84C4717F96}"/>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sues200_satellite_to_uav_250m/seed-2/x-axis">
            <a:extLst xmlns:a="http://schemas.openxmlformats.org/drawingml/2006/main">
              <a:ext uri="{FF2B5EF4-FFF2-40B4-BE49-F238E27FC236}">
                <a16:creationId xmlns:a16="http://schemas.microsoft.com/office/drawing/2014/main" id="{C378E531-75E8-45C0-ABA2-30460496672B}"/>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sues200_satellite_to_uav_250m/sues200_satellite_to_uav_250m/seed-2/visual/segment-1-2">
            <a:extLst xmlns:a="http://schemas.openxmlformats.org/drawingml/2006/main">
              <a:ext uri="{FF2B5EF4-FFF2-40B4-BE49-F238E27FC236}">
                <a16:creationId xmlns:a16="http://schemas.microsoft.com/office/drawing/2014/main" id="{9FF69100-7BD6-4E1B-9EC9-A3EE11CF8CD5}"/>
              </a:ext>
            </a:extLst>
          </p:cNvPr>
          <p:cNvSpPr>
            <a:spLocks xmlns:a="http://schemas.openxmlformats.org/drawingml/2006/main" noGrp="1"/>
          </p:cNvSpPr>
          <p:nvPr/>
        </p:nvSpPr>
        <p:spPr>
          <a:xfrm xmlns:a="http://schemas.openxmlformats.org/drawingml/2006/main" flipV="1">
            <a:off x="2700020" y="2336800"/>
            <a:ext cx="160020" cy="21590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sues200_satellite_to_uav_250m/sues200_satellite_to_uav_250m/seed-2/visual/segment-2-3">
            <a:extLst xmlns:a="http://schemas.openxmlformats.org/drawingml/2006/main">
              <a:ext uri="{FF2B5EF4-FFF2-40B4-BE49-F238E27FC236}">
                <a16:creationId xmlns:a16="http://schemas.microsoft.com/office/drawing/2014/main" id="{00EB6B2D-B6CD-4026-8EAE-515EC569659F}"/>
              </a:ext>
            </a:extLst>
          </p:cNvPr>
          <p:cNvSpPr>
            <a:spLocks xmlns:a="http://schemas.openxmlformats.org/drawingml/2006/main" noGrp="1"/>
          </p:cNvSpPr>
          <p:nvPr/>
        </p:nvSpPr>
        <p:spPr>
          <a:xfrm xmlns:a="http://schemas.openxmlformats.org/drawingml/2006/main" flipV="0">
            <a:off x="2860040" y="2336800"/>
            <a:ext cx="160020" cy="7196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sues200_satellite_to_uav_250m/sues200_satellite_to_uav_250m/seed-2/visual/segment-3-4">
            <a:extLst xmlns:a="http://schemas.openxmlformats.org/drawingml/2006/main">
              <a:ext uri="{FF2B5EF4-FFF2-40B4-BE49-F238E27FC236}">
                <a16:creationId xmlns:a16="http://schemas.microsoft.com/office/drawing/2014/main" id="{E44665CB-64A9-43B9-AE1A-F790CDB70B32}"/>
              </a:ext>
            </a:extLst>
          </p:cNvPr>
          <p:cNvSpPr>
            <a:spLocks xmlns:a="http://schemas.openxmlformats.org/drawingml/2006/main" noGrp="1"/>
          </p:cNvSpPr>
          <p:nvPr/>
        </p:nvSpPr>
        <p:spPr>
          <a:xfrm xmlns:a="http://schemas.openxmlformats.org/drawingml/2006/main" flipV="1">
            <a:off x="3020060" y="2390775"/>
            <a:ext cx="160020" cy="1799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sues200_satellite_to_uav_250m/sues200_satellite_to_uav_250m/seed-2/visual/segment-4-5">
            <a:extLst xmlns:a="http://schemas.openxmlformats.org/drawingml/2006/main">
              <a:ext uri="{FF2B5EF4-FFF2-40B4-BE49-F238E27FC236}">
                <a16:creationId xmlns:a16="http://schemas.microsoft.com/office/drawing/2014/main" id="{17CBA1DE-AD72-46DF-8DD1-D8D3EDBC3048}"/>
              </a:ext>
            </a:extLst>
          </p:cNvPr>
          <p:cNvSpPr>
            <a:spLocks xmlns:a="http://schemas.openxmlformats.org/drawingml/2006/main" noGrp="1"/>
          </p:cNvSpPr>
          <p:nvPr/>
        </p:nvSpPr>
        <p:spPr>
          <a:xfrm xmlns:a="http://schemas.openxmlformats.org/drawingml/2006/main" flipV="1">
            <a:off x="3180080" y="2336800"/>
            <a:ext cx="160020" cy="5397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sues200_satellite_to_uav_250m/sues200_satellite_to_uav_250m/seed-2/visual/segment-5-6">
            <a:extLst xmlns:a="http://schemas.openxmlformats.org/drawingml/2006/main">
              <a:ext uri="{FF2B5EF4-FFF2-40B4-BE49-F238E27FC236}">
                <a16:creationId xmlns:a16="http://schemas.microsoft.com/office/drawing/2014/main" id="{777A0610-DF11-4E70-B2FA-493927B0B6B8}"/>
              </a:ext>
            </a:extLst>
          </p:cNvPr>
          <p:cNvSpPr>
            <a:spLocks xmlns:a="http://schemas.openxmlformats.org/drawingml/2006/main" noGrp="1"/>
          </p:cNvSpPr>
          <p:nvPr/>
        </p:nvSpPr>
        <p:spPr>
          <a:xfrm xmlns:a="http://schemas.openxmlformats.org/drawingml/2006/main" flipV="0">
            <a:off x="3340100" y="2336800"/>
            <a:ext cx="160020" cy="7196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sues200_satellite_to_uav_250m/sues200_satellite_to_uav_250m/seed-2/visual/segment-6-7">
            <a:extLst xmlns:a="http://schemas.openxmlformats.org/drawingml/2006/main">
              <a:ext uri="{FF2B5EF4-FFF2-40B4-BE49-F238E27FC236}">
                <a16:creationId xmlns:a16="http://schemas.microsoft.com/office/drawing/2014/main" id="{F2B49C93-AA90-4BB5-A217-032B9195B378}"/>
              </a:ext>
            </a:extLst>
          </p:cNvPr>
          <p:cNvSpPr>
            <a:spLocks xmlns:a="http://schemas.openxmlformats.org/drawingml/2006/main" noGrp="1"/>
          </p:cNvSpPr>
          <p:nvPr/>
        </p:nvSpPr>
        <p:spPr>
          <a:xfrm xmlns:a="http://schemas.openxmlformats.org/drawingml/2006/main" flipV="0">
            <a:off x="3500120" y="2408767"/>
            <a:ext cx="160020" cy="5140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sues200_satellite_to_uav_250m/sues200_satellite_to_uav_250m/seed-2/visual/segment-7-8">
            <a:extLst xmlns:a="http://schemas.openxmlformats.org/drawingml/2006/main">
              <a:ext uri="{FF2B5EF4-FFF2-40B4-BE49-F238E27FC236}">
                <a16:creationId xmlns:a16="http://schemas.microsoft.com/office/drawing/2014/main" id="{E469A7CC-27A5-4AEE-862B-D06B65F315F2}"/>
              </a:ext>
            </a:extLst>
          </p:cNvPr>
          <p:cNvSpPr>
            <a:spLocks xmlns:a="http://schemas.openxmlformats.org/drawingml/2006/main" noGrp="1"/>
          </p:cNvSpPr>
          <p:nvPr/>
        </p:nvSpPr>
        <p:spPr>
          <a:xfrm xmlns:a="http://schemas.openxmlformats.org/drawingml/2006/main" flipV="0">
            <a:off x="3660140" y="2460171"/>
            <a:ext cx="160020" cy="1156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sues200_satellite_to_uav_250m/sues200_satellite_to_uav_250m/seed-2/visual/segment-8-9">
            <a:extLst xmlns:a="http://schemas.openxmlformats.org/drawingml/2006/main">
              <a:ext uri="{FF2B5EF4-FFF2-40B4-BE49-F238E27FC236}">
                <a16:creationId xmlns:a16="http://schemas.microsoft.com/office/drawing/2014/main" id="{EADA89E3-E84C-4F9A-A71B-575669581E6B}"/>
              </a:ext>
            </a:extLst>
          </p:cNvPr>
          <p:cNvSpPr>
            <a:spLocks xmlns:a="http://schemas.openxmlformats.org/drawingml/2006/main" noGrp="1"/>
          </p:cNvSpPr>
          <p:nvPr/>
        </p:nvSpPr>
        <p:spPr>
          <a:xfrm xmlns:a="http://schemas.openxmlformats.org/drawingml/2006/main" flipV="1">
            <a:off x="3820160" y="2432756"/>
            <a:ext cx="160020" cy="3898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sues200_satellite_to_uav_250m/sues200_satellite_to_uav_250m/seed-2/visual/segment-9-10">
            <a:extLst xmlns:a="http://schemas.openxmlformats.org/drawingml/2006/main">
              <a:ext uri="{FF2B5EF4-FFF2-40B4-BE49-F238E27FC236}">
                <a16:creationId xmlns:a16="http://schemas.microsoft.com/office/drawing/2014/main" id="{A3C3BEA2-9660-4449-86E2-E0B3356ABFA7}"/>
              </a:ext>
            </a:extLst>
          </p:cNvPr>
          <p:cNvSpPr>
            <a:spLocks xmlns:a="http://schemas.openxmlformats.org/drawingml/2006/main" noGrp="1"/>
          </p:cNvSpPr>
          <p:nvPr/>
        </p:nvSpPr>
        <p:spPr>
          <a:xfrm xmlns:a="http://schemas.openxmlformats.org/drawingml/2006/main" flipV="1">
            <a:off x="3980180" y="2401570"/>
            <a:ext cx="160020" cy="3118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sues200_satellite_to_uav_250m/sues200_satellite_to_uav_250m/seed-2/visual/point-1">
            <a:extLst xmlns:a="http://schemas.openxmlformats.org/drawingml/2006/main">
              <a:ext uri="{FF2B5EF4-FFF2-40B4-BE49-F238E27FC236}">
                <a16:creationId xmlns:a16="http://schemas.microsoft.com/office/drawing/2014/main" id="{ED1C698D-C439-4F34-B061-42E26EB2F7D8}"/>
              </a:ext>
            </a:extLst>
          </p:cNvPr>
          <p:cNvSpPr>
            <a:spLocks xmlns:a="http://schemas.openxmlformats.org/drawingml/2006/main" noGrp="1"/>
          </p:cNvSpPr>
          <p:nvPr/>
        </p:nvSpPr>
        <p:spPr>
          <a:xfrm xmlns:a="http://schemas.openxmlformats.org/drawingml/2006/main">
            <a:off x="267652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sues200_satellite_to_uav_250m/sues200_satellite_to_uav_250m/seed-2/visual/point-2">
            <a:extLst xmlns:a="http://schemas.openxmlformats.org/drawingml/2006/main">
              <a:ext uri="{FF2B5EF4-FFF2-40B4-BE49-F238E27FC236}">
                <a16:creationId xmlns:a16="http://schemas.microsoft.com/office/drawing/2014/main" id="{8B81210B-64D3-4AB6-9C20-43EF8E0FE239}"/>
              </a:ext>
            </a:extLst>
          </p:cNvPr>
          <p:cNvSpPr>
            <a:spLocks xmlns:a="http://schemas.openxmlformats.org/drawingml/2006/main" noGrp="1"/>
          </p:cNvSpPr>
          <p:nvPr/>
        </p:nvSpPr>
        <p:spPr>
          <a:xfrm xmlns:a="http://schemas.openxmlformats.org/drawingml/2006/main">
            <a:off x="283654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sues200_satellite_to_uav_250m/sues200_satellite_to_uav_250m/seed-2/visual/point-3">
            <a:extLst xmlns:a="http://schemas.openxmlformats.org/drawingml/2006/main">
              <a:ext uri="{FF2B5EF4-FFF2-40B4-BE49-F238E27FC236}">
                <a16:creationId xmlns:a16="http://schemas.microsoft.com/office/drawing/2014/main" id="{181D314B-6A27-4A94-ACFE-2FBD747D28AC}"/>
              </a:ext>
            </a:extLst>
          </p:cNvPr>
          <p:cNvSpPr>
            <a:spLocks xmlns:a="http://schemas.openxmlformats.org/drawingml/2006/main" noGrp="1"/>
          </p:cNvSpPr>
          <p:nvPr/>
        </p:nvSpPr>
        <p:spPr>
          <a:xfrm xmlns:a="http://schemas.openxmlformats.org/drawingml/2006/main">
            <a:off x="2996565" y="23852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sues200_satellite_to_uav_250m/sues200_satellite_to_uav_250m/seed-2/visual/point-4">
            <a:extLst xmlns:a="http://schemas.openxmlformats.org/drawingml/2006/main">
              <a:ext uri="{FF2B5EF4-FFF2-40B4-BE49-F238E27FC236}">
                <a16:creationId xmlns:a16="http://schemas.microsoft.com/office/drawing/2014/main" id="{0222570E-0133-41A8-882D-672E74AB8F93}"/>
              </a:ext>
            </a:extLst>
          </p:cNvPr>
          <p:cNvSpPr>
            <a:spLocks xmlns:a="http://schemas.openxmlformats.org/drawingml/2006/main" noGrp="1"/>
          </p:cNvSpPr>
          <p:nvPr/>
        </p:nvSpPr>
        <p:spPr>
          <a:xfrm xmlns:a="http://schemas.openxmlformats.org/drawingml/2006/main">
            <a:off x="3156585" y="236728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sues200_satellite_to_uav_250m/sues200_satellite_to_uav_250m/seed-2/visual/point-5">
            <a:extLst xmlns:a="http://schemas.openxmlformats.org/drawingml/2006/main">
              <a:ext uri="{FF2B5EF4-FFF2-40B4-BE49-F238E27FC236}">
                <a16:creationId xmlns:a16="http://schemas.microsoft.com/office/drawing/2014/main" id="{7AC83322-5E9F-46CB-8A72-CD2ABD86B3B2}"/>
              </a:ext>
            </a:extLst>
          </p:cNvPr>
          <p:cNvSpPr>
            <a:spLocks xmlns:a="http://schemas.openxmlformats.org/drawingml/2006/main" noGrp="1"/>
          </p:cNvSpPr>
          <p:nvPr/>
        </p:nvSpPr>
        <p:spPr>
          <a:xfrm xmlns:a="http://schemas.openxmlformats.org/drawingml/2006/main">
            <a:off x="3316605" y="23133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sues200_satellite_to_uav_250m/sues200_satellite_to_uav_250m/seed-2/visual/point-6">
            <a:extLst xmlns:a="http://schemas.openxmlformats.org/drawingml/2006/main">
              <a:ext uri="{FF2B5EF4-FFF2-40B4-BE49-F238E27FC236}">
                <a16:creationId xmlns:a16="http://schemas.microsoft.com/office/drawing/2014/main" id="{01FED7BC-D656-4ACE-863F-01E9B6624D32}"/>
              </a:ext>
            </a:extLst>
          </p:cNvPr>
          <p:cNvSpPr>
            <a:spLocks xmlns:a="http://schemas.openxmlformats.org/drawingml/2006/main" noGrp="1"/>
          </p:cNvSpPr>
          <p:nvPr/>
        </p:nvSpPr>
        <p:spPr>
          <a:xfrm xmlns:a="http://schemas.openxmlformats.org/drawingml/2006/main">
            <a:off x="3476625" y="23852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sues200_satellite_to_uav_250m/sues200_satellite_to_uav_250m/seed-2/visual/point-7">
            <a:extLst xmlns:a="http://schemas.openxmlformats.org/drawingml/2006/main">
              <a:ext uri="{FF2B5EF4-FFF2-40B4-BE49-F238E27FC236}">
                <a16:creationId xmlns:a16="http://schemas.microsoft.com/office/drawing/2014/main" id="{F2822CCF-78C0-440C-9823-2DB3F006D769}"/>
              </a:ext>
            </a:extLst>
          </p:cNvPr>
          <p:cNvSpPr>
            <a:spLocks xmlns:a="http://schemas.openxmlformats.org/drawingml/2006/main" noGrp="1"/>
          </p:cNvSpPr>
          <p:nvPr/>
        </p:nvSpPr>
        <p:spPr>
          <a:xfrm xmlns:a="http://schemas.openxmlformats.org/drawingml/2006/main">
            <a:off x="3636645" y="243667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sues200_satellite_to_uav_250m/sues200_satellite_to_uav_250m/seed-2/visual/point-8">
            <a:extLst xmlns:a="http://schemas.openxmlformats.org/drawingml/2006/main">
              <a:ext uri="{FF2B5EF4-FFF2-40B4-BE49-F238E27FC236}">
                <a16:creationId xmlns:a16="http://schemas.microsoft.com/office/drawing/2014/main" id="{DE9A6F5A-09A7-4E2A-988F-25527315335E}"/>
              </a:ext>
            </a:extLst>
          </p:cNvPr>
          <p:cNvSpPr>
            <a:spLocks xmlns:a="http://schemas.openxmlformats.org/drawingml/2006/main" noGrp="1"/>
          </p:cNvSpPr>
          <p:nvPr/>
        </p:nvSpPr>
        <p:spPr>
          <a:xfrm xmlns:a="http://schemas.openxmlformats.org/drawingml/2006/main">
            <a:off x="3796665" y="244824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sues200_satellite_to_uav_250m/sues200_satellite_to_uav_250m/seed-2/visual/point-9">
            <a:extLst xmlns:a="http://schemas.openxmlformats.org/drawingml/2006/main">
              <a:ext uri="{FF2B5EF4-FFF2-40B4-BE49-F238E27FC236}">
                <a16:creationId xmlns:a16="http://schemas.microsoft.com/office/drawing/2014/main" id="{1EB84B80-E23F-4E7C-A23E-43D313994E56}"/>
              </a:ext>
            </a:extLst>
          </p:cNvPr>
          <p:cNvSpPr>
            <a:spLocks xmlns:a="http://schemas.openxmlformats.org/drawingml/2006/main" noGrp="1"/>
          </p:cNvSpPr>
          <p:nvPr/>
        </p:nvSpPr>
        <p:spPr>
          <a:xfrm xmlns:a="http://schemas.openxmlformats.org/drawingml/2006/main">
            <a:off x="3956685" y="240926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sues200_satellite_to_uav_250m/sues200_satellite_to_uav_250m/seed-2/visual/point-10">
            <a:extLst xmlns:a="http://schemas.openxmlformats.org/drawingml/2006/main">
              <a:ext uri="{FF2B5EF4-FFF2-40B4-BE49-F238E27FC236}">
                <a16:creationId xmlns:a16="http://schemas.microsoft.com/office/drawing/2014/main" id="{FF708C0E-0FE4-438C-A622-343DBE594CF2}"/>
              </a:ext>
            </a:extLst>
          </p:cNvPr>
          <p:cNvSpPr>
            <a:spLocks xmlns:a="http://schemas.openxmlformats.org/drawingml/2006/main" noGrp="1"/>
          </p:cNvSpPr>
          <p:nvPr/>
        </p:nvSpPr>
        <p:spPr>
          <a:xfrm xmlns:a="http://schemas.openxmlformats.org/drawingml/2006/main">
            <a:off x="4116705" y="237807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sues200_satellite_to_uav_250m/seed-2/visual/AURC">
            <a:extLst xmlns:a="http://schemas.openxmlformats.org/drawingml/2006/main">
              <a:ext uri="{FF2B5EF4-FFF2-40B4-BE49-F238E27FC236}">
                <a16:creationId xmlns:a16="http://schemas.microsoft.com/office/drawing/2014/main" id="{F643B7C3-703B-429F-AC27-9185AA19CCED}"/>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0.3272</a:t>
            </a:r>
          </a:p>
        </p:txBody>
      </p:sp>
      <p:sp>
        <p:nvSpPr>
          <p:cNvPr id="115" name="sues200_satellite_to_uav_250m/sues200_satellite_to_uav_250m/seed-2/full/segment-1-2">
            <a:extLst xmlns:a="http://schemas.openxmlformats.org/drawingml/2006/main">
              <a:ext uri="{FF2B5EF4-FFF2-40B4-BE49-F238E27FC236}">
                <a16:creationId xmlns:a16="http://schemas.microsoft.com/office/drawing/2014/main" id="{32AE6F63-1CB7-461D-AF0A-D4BB51C40DEF}"/>
              </a:ext>
            </a:extLst>
          </p:cNvPr>
          <p:cNvSpPr>
            <a:spLocks xmlns:a="http://schemas.openxmlformats.org/drawingml/2006/main" noGrp="1"/>
          </p:cNvSpPr>
          <p:nvPr/>
        </p:nvSpPr>
        <p:spPr>
          <a:xfrm xmlns:a="http://schemas.openxmlformats.org/drawingml/2006/main" flipV="0">
            <a:off x="2700020" y="255270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sues200_satellite_to_uav_250m/sues200_satellite_to_uav_250m/seed-2/full/segment-2-3">
            <a:extLst xmlns:a="http://schemas.openxmlformats.org/drawingml/2006/main">
              <a:ext uri="{FF2B5EF4-FFF2-40B4-BE49-F238E27FC236}">
                <a16:creationId xmlns:a16="http://schemas.microsoft.com/office/drawing/2014/main" id="{51038D3D-3A96-4F04-97FE-390B16F87F4C}"/>
              </a:ext>
            </a:extLst>
          </p:cNvPr>
          <p:cNvSpPr>
            <a:spLocks xmlns:a="http://schemas.openxmlformats.org/drawingml/2006/main" noGrp="1"/>
          </p:cNvSpPr>
          <p:nvPr/>
        </p:nvSpPr>
        <p:spPr>
          <a:xfrm xmlns:a="http://schemas.openxmlformats.org/drawingml/2006/main" flipV="1">
            <a:off x="2860040" y="255270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sues200_satellite_to_uav_250m/sues200_satellite_to_uav_250m/seed-2/full/segment-3-4">
            <a:extLst xmlns:a="http://schemas.openxmlformats.org/drawingml/2006/main">
              <a:ext uri="{FF2B5EF4-FFF2-40B4-BE49-F238E27FC236}">
                <a16:creationId xmlns:a16="http://schemas.microsoft.com/office/drawing/2014/main" id="{907B73A9-13E2-4C83-B86E-D3C8D5FD485F}"/>
              </a:ext>
            </a:extLst>
          </p:cNvPr>
          <p:cNvSpPr>
            <a:spLocks xmlns:a="http://schemas.openxmlformats.org/drawingml/2006/main" noGrp="1"/>
          </p:cNvSpPr>
          <p:nvPr/>
        </p:nvSpPr>
        <p:spPr>
          <a:xfrm xmlns:a="http://schemas.openxmlformats.org/drawingml/2006/main" flipV="1">
            <a:off x="3020060" y="2390775"/>
            <a:ext cx="160020" cy="16192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sues200_satellite_to_uav_250m/sues200_satellite_to_uav_250m/seed-2/full/segment-4-5">
            <a:extLst xmlns:a="http://schemas.openxmlformats.org/drawingml/2006/main">
              <a:ext uri="{FF2B5EF4-FFF2-40B4-BE49-F238E27FC236}">
                <a16:creationId xmlns:a16="http://schemas.microsoft.com/office/drawing/2014/main" id="{972CCF9A-C5C8-4583-A2C7-A1AC8D3336F2}"/>
              </a:ext>
            </a:extLst>
          </p:cNvPr>
          <p:cNvSpPr>
            <a:spLocks xmlns:a="http://schemas.openxmlformats.org/drawingml/2006/main" noGrp="1"/>
          </p:cNvSpPr>
          <p:nvPr/>
        </p:nvSpPr>
        <p:spPr>
          <a:xfrm xmlns:a="http://schemas.openxmlformats.org/drawingml/2006/main" flipV="1">
            <a:off x="3180080" y="2336800"/>
            <a:ext cx="160020" cy="5397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sues200_satellite_to_uav_250m/sues200_satellite_to_uav_250m/seed-2/full/segment-5-6">
            <a:extLst xmlns:a="http://schemas.openxmlformats.org/drawingml/2006/main">
              <a:ext uri="{FF2B5EF4-FFF2-40B4-BE49-F238E27FC236}">
                <a16:creationId xmlns:a16="http://schemas.microsoft.com/office/drawing/2014/main" id="{FE73432F-1310-42FE-8D1E-DF04DDCAB636}"/>
              </a:ext>
            </a:extLst>
          </p:cNvPr>
          <p:cNvSpPr>
            <a:spLocks xmlns:a="http://schemas.openxmlformats.org/drawingml/2006/main" noGrp="1"/>
          </p:cNvSpPr>
          <p:nvPr/>
        </p:nvSpPr>
        <p:spPr>
          <a:xfrm xmlns:a="http://schemas.openxmlformats.org/drawingml/2006/main" flipV="1">
            <a:off x="3340100" y="2300817"/>
            <a:ext cx="160020" cy="3598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sues200_satellite_to_uav_250m/sues200_satellite_to_uav_250m/seed-2/full/segment-6-7">
            <a:extLst xmlns:a="http://schemas.openxmlformats.org/drawingml/2006/main">
              <a:ext uri="{FF2B5EF4-FFF2-40B4-BE49-F238E27FC236}">
                <a16:creationId xmlns:a16="http://schemas.microsoft.com/office/drawing/2014/main" id="{21D30CC5-32AF-4F79-B1B8-819CF0EBFD9A}"/>
              </a:ext>
            </a:extLst>
          </p:cNvPr>
          <p:cNvSpPr>
            <a:spLocks xmlns:a="http://schemas.openxmlformats.org/drawingml/2006/main" noGrp="1"/>
          </p:cNvSpPr>
          <p:nvPr/>
        </p:nvSpPr>
        <p:spPr>
          <a:xfrm xmlns:a="http://schemas.openxmlformats.org/drawingml/2006/main" flipV="0">
            <a:off x="3500120" y="2300817"/>
            <a:ext cx="160020" cy="3598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sues200_satellite_to_uav_250m/sues200_satellite_to_uav_250m/seed-2/full/segment-7-8">
            <a:extLst xmlns:a="http://schemas.openxmlformats.org/drawingml/2006/main">
              <a:ext uri="{FF2B5EF4-FFF2-40B4-BE49-F238E27FC236}">
                <a16:creationId xmlns:a16="http://schemas.microsoft.com/office/drawing/2014/main" id="{C0F90ADC-B757-4310-A887-D6FBCBD5C7C4}"/>
              </a:ext>
            </a:extLst>
          </p:cNvPr>
          <p:cNvSpPr>
            <a:spLocks xmlns:a="http://schemas.openxmlformats.org/drawingml/2006/main" noGrp="1"/>
          </p:cNvSpPr>
          <p:nvPr/>
        </p:nvSpPr>
        <p:spPr>
          <a:xfrm xmlns:a="http://schemas.openxmlformats.org/drawingml/2006/main" flipV="0">
            <a:off x="3660140" y="2336800"/>
            <a:ext cx="160020" cy="2698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sues200_satellite_to_uav_250m/sues200_satellite_to_uav_250m/seed-2/full/segment-8-9">
            <a:extLst xmlns:a="http://schemas.openxmlformats.org/drawingml/2006/main">
              <a:ext uri="{FF2B5EF4-FFF2-40B4-BE49-F238E27FC236}">
                <a16:creationId xmlns:a16="http://schemas.microsoft.com/office/drawing/2014/main" id="{0EE3EFB2-DB64-42D5-B28A-48278E90A20B}"/>
              </a:ext>
            </a:extLst>
          </p:cNvPr>
          <p:cNvSpPr>
            <a:spLocks xmlns:a="http://schemas.openxmlformats.org/drawingml/2006/main" noGrp="1"/>
          </p:cNvSpPr>
          <p:nvPr/>
        </p:nvSpPr>
        <p:spPr>
          <a:xfrm xmlns:a="http://schemas.openxmlformats.org/drawingml/2006/main" flipV="1">
            <a:off x="3820160" y="2312811"/>
            <a:ext cx="160020" cy="5097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sues200_satellite_to_uav_250m/sues200_satellite_to_uav_250m/seed-2/full/segment-9-10">
            <a:extLst xmlns:a="http://schemas.openxmlformats.org/drawingml/2006/main">
              <a:ext uri="{FF2B5EF4-FFF2-40B4-BE49-F238E27FC236}">
                <a16:creationId xmlns:a16="http://schemas.microsoft.com/office/drawing/2014/main" id="{D0E7CAB3-5003-4572-87A9-7E18CDC36CC3}"/>
              </a:ext>
            </a:extLst>
          </p:cNvPr>
          <p:cNvSpPr>
            <a:spLocks xmlns:a="http://schemas.openxmlformats.org/drawingml/2006/main" noGrp="1"/>
          </p:cNvSpPr>
          <p:nvPr/>
        </p:nvSpPr>
        <p:spPr>
          <a:xfrm xmlns:a="http://schemas.openxmlformats.org/drawingml/2006/main" flipV="1">
            <a:off x="3980180" y="2272030"/>
            <a:ext cx="160020" cy="4078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sues200_satellite_to_uav_250m/sues200_satellite_to_uav_250m/seed-2/full/point-1">
            <a:extLst xmlns:a="http://schemas.openxmlformats.org/drawingml/2006/main">
              <a:ext uri="{FF2B5EF4-FFF2-40B4-BE49-F238E27FC236}">
                <a16:creationId xmlns:a16="http://schemas.microsoft.com/office/drawing/2014/main" id="{2ADDCB9D-033C-4740-9A8B-47662FC23E9A}"/>
              </a:ext>
            </a:extLst>
          </p:cNvPr>
          <p:cNvSpPr>
            <a:spLocks xmlns:a="http://schemas.openxmlformats.org/drawingml/2006/main" noGrp="1"/>
          </p:cNvSpPr>
          <p:nvPr/>
        </p:nvSpPr>
        <p:spPr>
          <a:xfrm xmlns:a="http://schemas.openxmlformats.org/drawingml/2006/main">
            <a:off x="2676525" y="25292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sues200_satellite_to_uav_250m/sues200_satellite_to_uav_250m/seed-2/full/point-2">
            <a:extLst xmlns:a="http://schemas.openxmlformats.org/drawingml/2006/main">
              <a:ext uri="{FF2B5EF4-FFF2-40B4-BE49-F238E27FC236}">
                <a16:creationId xmlns:a16="http://schemas.microsoft.com/office/drawing/2014/main" id="{430B472C-1635-4276-9446-4DF71E457A69}"/>
              </a:ext>
            </a:extLst>
          </p:cNvPr>
          <p:cNvSpPr>
            <a:spLocks xmlns:a="http://schemas.openxmlformats.org/drawingml/2006/main" noGrp="1"/>
          </p:cNvSpPr>
          <p:nvPr/>
        </p:nvSpPr>
        <p:spPr>
          <a:xfrm xmlns:a="http://schemas.openxmlformats.org/drawingml/2006/main">
            <a:off x="2836545" y="26371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sues200_satellite_to_uav_250m/sues200_satellite_to_uav_250m/seed-2/full/point-3">
            <a:extLst xmlns:a="http://schemas.openxmlformats.org/drawingml/2006/main">
              <a:ext uri="{FF2B5EF4-FFF2-40B4-BE49-F238E27FC236}">
                <a16:creationId xmlns:a16="http://schemas.microsoft.com/office/drawing/2014/main" id="{1CA482DA-B871-46F8-99EB-BAD300CCCE15}"/>
              </a:ext>
            </a:extLst>
          </p:cNvPr>
          <p:cNvSpPr>
            <a:spLocks xmlns:a="http://schemas.openxmlformats.org/drawingml/2006/main" noGrp="1"/>
          </p:cNvSpPr>
          <p:nvPr/>
        </p:nvSpPr>
        <p:spPr>
          <a:xfrm xmlns:a="http://schemas.openxmlformats.org/drawingml/2006/main">
            <a:off x="2996565" y="25292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sues200_satellite_to_uav_250m/sues200_satellite_to_uav_250m/seed-2/full/point-4">
            <a:extLst xmlns:a="http://schemas.openxmlformats.org/drawingml/2006/main">
              <a:ext uri="{FF2B5EF4-FFF2-40B4-BE49-F238E27FC236}">
                <a16:creationId xmlns:a16="http://schemas.microsoft.com/office/drawing/2014/main" id="{C9C2E1C6-B4C2-411D-9E70-A2C082F1DD1D}"/>
              </a:ext>
            </a:extLst>
          </p:cNvPr>
          <p:cNvSpPr>
            <a:spLocks xmlns:a="http://schemas.openxmlformats.org/drawingml/2006/main" noGrp="1"/>
          </p:cNvSpPr>
          <p:nvPr/>
        </p:nvSpPr>
        <p:spPr>
          <a:xfrm xmlns:a="http://schemas.openxmlformats.org/drawingml/2006/main">
            <a:off x="3156585" y="236728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sues200_satellite_to_uav_250m/sues200_satellite_to_uav_250m/seed-2/full/point-5">
            <a:extLst xmlns:a="http://schemas.openxmlformats.org/drawingml/2006/main">
              <a:ext uri="{FF2B5EF4-FFF2-40B4-BE49-F238E27FC236}">
                <a16:creationId xmlns:a16="http://schemas.microsoft.com/office/drawing/2014/main" id="{9D3E55D2-6CD5-476A-8645-894D352D814F}"/>
              </a:ext>
            </a:extLst>
          </p:cNvPr>
          <p:cNvSpPr>
            <a:spLocks xmlns:a="http://schemas.openxmlformats.org/drawingml/2006/main" noGrp="1"/>
          </p:cNvSpPr>
          <p:nvPr/>
        </p:nvSpPr>
        <p:spPr>
          <a:xfrm xmlns:a="http://schemas.openxmlformats.org/drawingml/2006/main">
            <a:off x="331660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sues200_satellite_to_uav_250m/sues200_satellite_to_uav_250m/seed-2/full/point-6">
            <a:extLst xmlns:a="http://schemas.openxmlformats.org/drawingml/2006/main">
              <a:ext uri="{FF2B5EF4-FFF2-40B4-BE49-F238E27FC236}">
                <a16:creationId xmlns:a16="http://schemas.microsoft.com/office/drawing/2014/main" id="{7368D21F-B268-49B9-9D09-0A49D4EE250A}"/>
              </a:ext>
            </a:extLst>
          </p:cNvPr>
          <p:cNvSpPr>
            <a:spLocks xmlns:a="http://schemas.openxmlformats.org/drawingml/2006/main" noGrp="1"/>
          </p:cNvSpPr>
          <p:nvPr/>
        </p:nvSpPr>
        <p:spPr>
          <a:xfrm xmlns:a="http://schemas.openxmlformats.org/drawingml/2006/main">
            <a:off x="3476625" y="227732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sues200_satellite_to_uav_250m/sues200_satellite_to_uav_250m/seed-2/full/point-7">
            <a:extLst xmlns:a="http://schemas.openxmlformats.org/drawingml/2006/main">
              <a:ext uri="{FF2B5EF4-FFF2-40B4-BE49-F238E27FC236}">
                <a16:creationId xmlns:a16="http://schemas.microsoft.com/office/drawing/2014/main" id="{A896EE34-9E43-4C0C-B1B8-8358858F4647}"/>
              </a:ext>
            </a:extLst>
          </p:cNvPr>
          <p:cNvSpPr>
            <a:spLocks xmlns:a="http://schemas.openxmlformats.org/drawingml/2006/main" noGrp="1"/>
          </p:cNvSpPr>
          <p:nvPr/>
        </p:nvSpPr>
        <p:spPr>
          <a:xfrm xmlns:a="http://schemas.openxmlformats.org/drawingml/2006/main">
            <a:off x="363664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sues200_satellite_to_uav_250m/sues200_satellite_to_uav_250m/seed-2/full/point-8">
            <a:extLst xmlns:a="http://schemas.openxmlformats.org/drawingml/2006/main">
              <a:ext uri="{FF2B5EF4-FFF2-40B4-BE49-F238E27FC236}">
                <a16:creationId xmlns:a16="http://schemas.microsoft.com/office/drawing/2014/main" id="{ED1B6050-002A-4138-977E-EAC61E2C5B9A}"/>
              </a:ext>
            </a:extLst>
          </p:cNvPr>
          <p:cNvSpPr>
            <a:spLocks xmlns:a="http://schemas.openxmlformats.org/drawingml/2006/main" noGrp="1"/>
          </p:cNvSpPr>
          <p:nvPr/>
        </p:nvSpPr>
        <p:spPr>
          <a:xfrm xmlns:a="http://schemas.openxmlformats.org/drawingml/2006/main">
            <a:off x="3796665" y="234029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sues200_satellite_to_uav_250m/sues200_satellite_to_uav_250m/seed-2/full/point-9">
            <a:extLst xmlns:a="http://schemas.openxmlformats.org/drawingml/2006/main">
              <a:ext uri="{FF2B5EF4-FFF2-40B4-BE49-F238E27FC236}">
                <a16:creationId xmlns:a16="http://schemas.microsoft.com/office/drawing/2014/main" id="{530B964A-8259-4D3F-AD66-7FB98FBA3341}"/>
              </a:ext>
            </a:extLst>
          </p:cNvPr>
          <p:cNvSpPr>
            <a:spLocks xmlns:a="http://schemas.openxmlformats.org/drawingml/2006/main" noGrp="1"/>
          </p:cNvSpPr>
          <p:nvPr/>
        </p:nvSpPr>
        <p:spPr>
          <a:xfrm xmlns:a="http://schemas.openxmlformats.org/drawingml/2006/main">
            <a:off x="3956685" y="228931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sues200_satellite_to_uav_250m/sues200_satellite_to_uav_250m/seed-2/full/point-10">
            <a:extLst xmlns:a="http://schemas.openxmlformats.org/drawingml/2006/main">
              <a:ext uri="{FF2B5EF4-FFF2-40B4-BE49-F238E27FC236}">
                <a16:creationId xmlns:a16="http://schemas.microsoft.com/office/drawing/2014/main" id="{9C148F77-440F-43E3-A4ED-DB12E4FDFD65}"/>
              </a:ext>
            </a:extLst>
          </p:cNvPr>
          <p:cNvSpPr>
            <a:spLocks xmlns:a="http://schemas.openxmlformats.org/drawingml/2006/main" noGrp="1"/>
          </p:cNvSpPr>
          <p:nvPr/>
        </p:nvSpPr>
        <p:spPr>
          <a:xfrm xmlns:a="http://schemas.openxmlformats.org/drawingml/2006/main">
            <a:off x="4116705" y="224853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sues200_satellite_to_uav_250m/seed-2/full/AURC">
            <a:extLst xmlns:a="http://schemas.openxmlformats.org/drawingml/2006/main">
              <a:ext uri="{FF2B5EF4-FFF2-40B4-BE49-F238E27FC236}">
                <a16:creationId xmlns:a16="http://schemas.microsoft.com/office/drawing/2014/main" id="{952D7570-95E9-452E-8963-17199285F09D}"/>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0.3273</a:t>
            </a:r>
          </a:p>
        </p:txBody>
      </p:sp>
      <p:sp>
        <p:nvSpPr>
          <p:cNvPr id="135" name="sues200_satellite_to_uav_250m/seed-2/AURC-label">
            <a:extLst xmlns:a="http://schemas.openxmlformats.org/drawingml/2006/main">
              <a:ext uri="{FF2B5EF4-FFF2-40B4-BE49-F238E27FC236}">
                <a16:creationId xmlns:a16="http://schemas.microsoft.com/office/drawing/2014/main" id="{25B9DF57-F767-4E88-8E5F-56113638AF6B}"/>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sues200_satellite_to_uav_250m/seed-3/heading">
            <a:extLst xmlns:a="http://schemas.openxmlformats.org/drawingml/2006/main">
              <a:ext uri="{FF2B5EF4-FFF2-40B4-BE49-F238E27FC236}">
                <a16:creationId xmlns:a16="http://schemas.microsoft.com/office/drawing/2014/main" id="{FA587B79-3091-4BEA-A19E-982727988EA1}"/>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sues200_satellite_to_uav_250m/seed-3/y-grid-0">
            <a:extLst xmlns:a="http://schemas.openxmlformats.org/drawingml/2006/main">
              <a:ext uri="{FF2B5EF4-FFF2-40B4-BE49-F238E27FC236}">
                <a16:creationId xmlns:a16="http://schemas.microsoft.com/office/drawing/2014/main" id="{E94785A6-60FA-430E-8AB5-780DE4597ED5}"/>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sues200_satellite_to_uav_250m/seed-3/y-label-0">
            <a:extLst xmlns:a="http://schemas.openxmlformats.org/drawingml/2006/main">
              <a:ext uri="{FF2B5EF4-FFF2-40B4-BE49-F238E27FC236}">
                <a16:creationId xmlns:a16="http://schemas.microsoft.com/office/drawing/2014/main" id="{4293939A-C6C2-48DA-A89B-B4F9BC5307A4}"/>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sues200_satellite_to_uav_250m/seed-3/x-tick-0">
            <a:extLst xmlns:a="http://schemas.openxmlformats.org/drawingml/2006/main">
              <a:ext uri="{FF2B5EF4-FFF2-40B4-BE49-F238E27FC236}">
                <a16:creationId xmlns:a16="http://schemas.microsoft.com/office/drawing/2014/main" id="{7E75CB0B-F10C-4E5C-9D98-C13799AB5602}"/>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sues200_satellite_to_uav_250m/seed-3/x-label-0">
            <a:extLst xmlns:a="http://schemas.openxmlformats.org/drawingml/2006/main">
              <a:ext uri="{FF2B5EF4-FFF2-40B4-BE49-F238E27FC236}">
                <a16:creationId xmlns:a16="http://schemas.microsoft.com/office/drawing/2014/main" id="{1DDC6A80-B3E9-4A34-A155-B494DAA24F7F}"/>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sues200_satellite_to_uav_250m/seed-3/y-grid-25">
            <a:extLst xmlns:a="http://schemas.openxmlformats.org/drawingml/2006/main">
              <a:ext uri="{FF2B5EF4-FFF2-40B4-BE49-F238E27FC236}">
                <a16:creationId xmlns:a16="http://schemas.microsoft.com/office/drawing/2014/main" id="{B7E07518-5B49-4EA6-A5C0-C6AA13D1067F}"/>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sues200_satellite_to_uav_250m/seed-3/y-label-25">
            <a:extLst xmlns:a="http://schemas.openxmlformats.org/drawingml/2006/main">
              <a:ext uri="{FF2B5EF4-FFF2-40B4-BE49-F238E27FC236}">
                <a16:creationId xmlns:a16="http://schemas.microsoft.com/office/drawing/2014/main" id="{9A573588-2685-43C5-B445-0AFBAEF7D46D}"/>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sues200_satellite_to_uav_250m/seed-3/x-tick-25">
            <a:extLst xmlns:a="http://schemas.openxmlformats.org/drawingml/2006/main">
              <a:ext uri="{FF2B5EF4-FFF2-40B4-BE49-F238E27FC236}">
                <a16:creationId xmlns:a16="http://schemas.microsoft.com/office/drawing/2014/main" id="{4516FFAD-0323-4D90-9376-F575DBE40791}"/>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sues200_satellite_to_uav_250m/seed-3/x-label-25">
            <a:extLst xmlns:a="http://schemas.openxmlformats.org/drawingml/2006/main">
              <a:ext uri="{FF2B5EF4-FFF2-40B4-BE49-F238E27FC236}">
                <a16:creationId xmlns:a16="http://schemas.microsoft.com/office/drawing/2014/main" id="{8087BA6D-5186-42E9-83A6-7375723661A2}"/>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sues200_satellite_to_uav_250m/seed-3/y-grid-50">
            <a:extLst xmlns:a="http://schemas.openxmlformats.org/drawingml/2006/main">
              <a:ext uri="{FF2B5EF4-FFF2-40B4-BE49-F238E27FC236}">
                <a16:creationId xmlns:a16="http://schemas.microsoft.com/office/drawing/2014/main" id="{8EC12003-CECB-4BA5-9226-39493C6C417F}"/>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sues200_satellite_to_uav_250m/seed-3/y-label-50">
            <a:extLst xmlns:a="http://schemas.openxmlformats.org/drawingml/2006/main">
              <a:ext uri="{FF2B5EF4-FFF2-40B4-BE49-F238E27FC236}">
                <a16:creationId xmlns:a16="http://schemas.microsoft.com/office/drawing/2014/main" id="{3C7F818A-1C0E-4248-A8C8-FAA22F77741A}"/>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sues200_satellite_to_uav_250m/seed-3/x-tick-50">
            <a:extLst xmlns:a="http://schemas.openxmlformats.org/drawingml/2006/main">
              <a:ext uri="{FF2B5EF4-FFF2-40B4-BE49-F238E27FC236}">
                <a16:creationId xmlns:a16="http://schemas.microsoft.com/office/drawing/2014/main" id="{EB3A3920-B520-4185-A472-0C8E6FCAAA59}"/>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sues200_satellite_to_uav_250m/seed-3/x-label-50">
            <a:extLst xmlns:a="http://schemas.openxmlformats.org/drawingml/2006/main">
              <a:ext uri="{FF2B5EF4-FFF2-40B4-BE49-F238E27FC236}">
                <a16:creationId xmlns:a16="http://schemas.microsoft.com/office/drawing/2014/main" id="{42BD701E-A19E-4879-9853-36BDADE4E8B3}"/>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sues200_satellite_to_uav_250m/seed-3/y-grid-75">
            <a:extLst xmlns:a="http://schemas.openxmlformats.org/drawingml/2006/main">
              <a:ext uri="{FF2B5EF4-FFF2-40B4-BE49-F238E27FC236}">
                <a16:creationId xmlns:a16="http://schemas.microsoft.com/office/drawing/2014/main" id="{2DFF4000-A909-4708-8AB2-C0EBC8E641CE}"/>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sues200_satellite_to_uav_250m/seed-3/y-label-75">
            <a:extLst xmlns:a="http://schemas.openxmlformats.org/drawingml/2006/main">
              <a:ext uri="{FF2B5EF4-FFF2-40B4-BE49-F238E27FC236}">
                <a16:creationId xmlns:a16="http://schemas.microsoft.com/office/drawing/2014/main" id="{37E5BE8C-54C7-43ED-9A13-69E0936FFBCC}"/>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sues200_satellite_to_uav_250m/seed-3/x-tick-75">
            <a:extLst xmlns:a="http://schemas.openxmlformats.org/drawingml/2006/main">
              <a:ext uri="{FF2B5EF4-FFF2-40B4-BE49-F238E27FC236}">
                <a16:creationId xmlns:a16="http://schemas.microsoft.com/office/drawing/2014/main" id="{6E482F83-25FA-4766-9C44-EA24AD65662D}"/>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sues200_satellite_to_uav_250m/seed-3/x-label-75">
            <a:extLst xmlns:a="http://schemas.openxmlformats.org/drawingml/2006/main">
              <a:ext uri="{FF2B5EF4-FFF2-40B4-BE49-F238E27FC236}">
                <a16:creationId xmlns:a16="http://schemas.microsoft.com/office/drawing/2014/main" id="{43B73F66-622A-4FE4-93CC-233B0D04367F}"/>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sues200_satellite_to_uav_250m/seed-3/y-grid-100">
            <a:extLst xmlns:a="http://schemas.openxmlformats.org/drawingml/2006/main">
              <a:ext uri="{FF2B5EF4-FFF2-40B4-BE49-F238E27FC236}">
                <a16:creationId xmlns:a16="http://schemas.microsoft.com/office/drawing/2014/main" id="{052FD485-D2B8-4E3D-8721-B891AF14E2BD}"/>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sues200_satellite_to_uav_250m/seed-3/y-label-100">
            <a:extLst xmlns:a="http://schemas.openxmlformats.org/drawingml/2006/main">
              <a:ext uri="{FF2B5EF4-FFF2-40B4-BE49-F238E27FC236}">
                <a16:creationId xmlns:a16="http://schemas.microsoft.com/office/drawing/2014/main" id="{271A1522-0D97-44DE-A669-A42C805AE3A6}"/>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sues200_satellite_to_uav_250m/seed-3/x-tick-100">
            <a:extLst xmlns:a="http://schemas.openxmlformats.org/drawingml/2006/main">
              <a:ext uri="{FF2B5EF4-FFF2-40B4-BE49-F238E27FC236}">
                <a16:creationId xmlns:a16="http://schemas.microsoft.com/office/drawing/2014/main" id="{51F3B257-5EE4-416D-9BB1-2529958D1499}"/>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sues200_satellite_to_uav_250m/seed-3/x-label-100">
            <a:extLst xmlns:a="http://schemas.openxmlformats.org/drawingml/2006/main">
              <a:ext uri="{FF2B5EF4-FFF2-40B4-BE49-F238E27FC236}">
                <a16:creationId xmlns:a16="http://schemas.microsoft.com/office/drawing/2014/main" id="{4DC12C99-54A4-4D81-BC6D-C1EFA407250E}"/>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sues200_satellite_to_uav_250m/seed-3/y-axis">
            <a:extLst xmlns:a="http://schemas.openxmlformats.org/drawingml/2006/main">
              <a:ext uri="{FF2B5EF4-FFF2-40B4-BE49-F238E27FC236}">
                <a16:creationId xmlns:a16="http://schemas.microsoft.com/office/drawing/2014/main" id="{A496DB9B-66D9-49BD-A1FA-4891CCCCC55A}"/>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satellite_to_uav_250m/seed-3/x-axis">
            <a:extLst xmlns:a="http://schemas.openxmlformats.org/drawingml/2006/main">
              <a:ext uri="{FF2B5EF4-FFF2-40B4-BE49-F238E27FC236}">
                <a16:creationId xmlns:a16="http://schemas.microsoft.com/office/drawing/2014/main" id="{FD17FB1A-500F-4394-9EBC-DBFC1CB3C872}"/>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sues200_satellite_to_uav_250m/sues200_satellite_to_uav_250m/seed-3/visual/segment-1-2">
            <a:extLst xmlns:a="http://schemas.openxmlformats.org/drawingml/2006/main">
              <a:ext uri="{FF2B5EF4-FFF2-40B4-BE49-F238E27FC236}">
                <a16:creationId xmlns:a16="http://schemas.microsoft.com/office/drawing/2014/main" id="{D9B3D769-55C5-4F96-8C76-B675DBCDDADC}"/>
              </a:ext>
            </a:extLst>
          </p:cNvPr>
          <p:cNvSpPr>
            <a:spLocks xmlns:a="http://schemas.openxmlformats.org/drawingml/2006/main" noGrp="1"/>
          </p:cNvSpPr>
          <p:nvPr/>
        </p:nvSpPr>
        <p:spPr>
          <a:xfrm xmlns:a="http://schemas.openxmlformats.org/drawingml/2006/main" flipV="0">
            <a:off x="4706620" y="2552700"/>
            <a:ext cx="160020" cy="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sues200_satellite_to_uav_250m/sues200_satellite_to_uav_250m/seed-3/visual/segment-2-3">
            <a:extLst xmlns:a="http://schemas.openxmlformats.org/drawingml/2006/main">
              <a:ext uri="{FF2B5EF4-FFF2-40B4-BE49-F238E27FC236}">
                <a16:creationId xmlns:a16="http://schemas.microsoft.com/office/drawing/2014/main" id="{E8C62F84-0DC8-45B0-8351-080EEF5F09D1}"/>
              </a:ext>
            </a:extLst>
          </p:cNvPr>
          <p:cNvSpPr>
            <a:spLocks xmlns:a="http://schemas.openxmlformats.org/drawingml/2006/main" noGrp="1"/>
          </p:cNvSpPr>
          <p:nvPr/>
        </p:nvSpPr>
        <p:spPr>
          <a:xfrm xmlns:a="http://schemas.openxmlformats.org/drawingml/2006/main" flipV="0">
            <a:off x="4866640" y="2552700"/>
            <a:ext cx="160020" cy="7196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sues200_satellite_to_uav_250m/sues200_satellite_to_uav_250m/seed-3/visual/segment-3-4">
            <a:extLst xmlns:a="http://schemas.openxmlformats.org/drawingml/2006/main">
              <a:ext uri="{FF2B5EF4-FFF2-40B4-BE49-F238E27FC236}">
                <a16:creationId xmlns:a16="http://schemas.microsoft.com/office/drawing/2014/main" id="{9E9017FD-A1A2-417F-AE3A-F0B7F02F5D5B}"/>
              </a:ext>
            </a:extLst>
          </p:cNvPr>
          <p:cNvSpPr>
            <a:spLocks xmlns:a="http://schemas.openxmlformats.org/drawingml/2006/main" noGrp="1"/>
          </p:cNvSpPr>
          <p:nvPr/>
        </p:nvSpPr>
        <p:spPr>
          <a:xfrm xmlns:a="http://schemas.openxmlformats.org/drawingml/2006/main" flipV="1">
            <a:off x="5026660" y="2606675"/>
            <a:ext cx="160020" cy="1799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sues200_satellite_to_uav_250m/sues200_satellite_to_uav_250m/seed-3/visual/segment-4-5">
            <a:extLst xmlns:a="http://schemas.openxmlformats.org/drawingml/2006/main">
              <a:ext uri="{FF2B5EF4-FFF2-40B4-BE49-F238E27FC236}">
                <a16:creationId xmlns:a16="http://schemas.microsoft.com/office/drawing/2014/main" id="{3B1ACD1B-216A-4278-A370-08D6CBD48876}"/>
              </a:ext>
            </a:extLst>
          </p:cNvPr>
          <p:cNvSpPr>
            <a:spLocks xmlns:a="http://schemas.openxmlformats.org/drawingml/2006/main" noGrp="1"/>
          </p:cNvSpPr>
          <p:nvPr/>
        </p:nvSpPr>
        <p:spPr>
          <a:xfrm xmlns:a="http://schemas.openxmlformats.org/drawingml/2006/main" flipV="0">
            <a:off x="5186680" y="2606675"/>
            <a:ext cx="160020" cy="3238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sues200_satellite_to_uav_250m/sues200_satellite_to_uav_250m/seed-3/visual/segment-5-6">
            <a:extLst xmlns:a="http://schemas.openxmlformats.org/drawingml/2006/main">
              <a:ext uri="{FF2B5EF4-FFF2-40B4-BE49-F238E27FC236}">
                <a16:creationId xmlns:a16="http://schemas.microsoft.com/office/drawing/2014/main" id="{E9450DE4-B871-448A-9337-1B8700458ECE}"/>
              </a:ext>
            </a:extLst>
          </p:cNvPr>
          <p:cNvSpPr>
            <a:spLocks xmlns:a="http://schemas.openxmlformats.org/drawingml/2006/main" noGrp="1"/>
          </p:cNvSpPr>
          <p:nvPr/>
        </p:nvSpPr>
        <p:spPr>
          <a:xfrm xmlns:a="http://schemas.openxmlformats.org/drawingml/2006/main" flipV="1">
            <a:off x="5346700" y="2624667"/>
            <a:ext cx="160020" cy="1439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sues200_satellite_to_uav_250m/sues200_satellite_to_uav_250m/seed-3/visual/segment-6-7">
            <a:extLst xmlns:a="http://schemas.openxmlformats.org/drawingml/2006/main">
              <a:ext uri="{FF2B5EF4-FFF2-40B4-BE49-F238E27FC236}">
                <a16:creationId xmlns:a16="http://schemas.microsoft.com/office/drawing/2014/main" id="{5A977F72-75B9-4ADA-908E-C20D85832EDD}"/>
              </a:ext>
            </a:extLst>
          </p:cNvPr>
          <p:cNvSpPr>
            <a:spLocks xmlns:a="http://schemas.openxmlformats.org/drawingml/2006/main" noGrp="1"/>
          </p:cNvSpPr>
          <p:nvPr/>
        </p:nvSpPr>
        <p:spPr>
          <a:xfrm xmlns:a="http://schemas.openxmlformats.org/drawingml/2006/main" flipV="1">
            <a:off x="5506720" y="2552700"/>
            <a:ext cx="160020" cy="7196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sues200_satellite_to_uav_250m/sues200_satellite_to_uav_250m/seed-3/visual/segment-7-8">
            <a:extLst xmlns:a="http://schemas.openxmlformats.org/drawingml/2006/main">
              <a:ext uri="{FF2B5EF4-FFF2-40B4-BE49-F238E27FC236}">
                <a16:creationId xmlns:a16="http://schemas.microsoft.com/office/drawing/2014/main" id="{AA4B18BB-2A75-49BA-B163-2870A27871F7}"/>
              </a:ext>
            </a:extLst>
          </p:cNvPr>
          <p:cNvSpPr>
            <a:spLocks xmlns:a="http://schemas.openxmlformats.org/drawingml/2006/main" noGrp="1"/>
          </p:cNvSpPr>
          <p:nvPr/>
        </p:nvSpPr>
        <p:spPr>
          <a:xfrm xmlns:a="http://schemas.openxmlformats.org/drawingml/2006/main" flipV="1">
            <a:off x="5666740" y="2525712"/>
            <a:ext cx="160020" cy="2698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sues200_satellite_to_uav_250m/sues200_satellite_to_uav_250m/seed-3/visual/segment-8-9">
            <a:extLst xmlns:a="http://schemas.openxmlformats.org/drawingml/2006/main">
              <a:ext uri="{FF2B5EF4-FFF2-40B4-BE49-F238E27FC236}">
                <a16:creationId xmlns:a16="http://schemas.microsoft.com/office/drawing/2014/main" id="{B91F3488-1CE6-4EC5-808F-699B3B397A01}"/>
              </a:ext>
            </a:extLst>
          </p:cNvPr>
          <p:cNvSpPr>
            <a:spLocks xmlns:a="http://schemas.openxmlformats.org/drawingml/2006/main" noGrp="1"/>
          </p:cNvSpPr>
          <p:nvPr/>
        </p:nvSpPr>
        <p:spPr>
          <a:xfrm xmlns:a="http://schemas.openxmlformats.org/drawingml/2006/main" flipV="1">
            <a:off x="5826760" y="2504722"/>
            <a:ext cx="160020" cy="2099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sues200_satellite_to_uav_250m/sues200_satellite_to_uav_250m/seed-3/visual/segment-9-10">
            <a:extLst xmlns:a="http://schemas.openxmlformats.org/drawingml/2006/main">
              <a:ext uri="{FF2B5EF4-FFF2-40B4-BE49-F238E27FC236}">
                <a16:creationId xmlns:a16="http://schemas.microsoft.com/office/drawing/2014/main" id="{A57E2647-CED9-481F-B81F-0C45F63FB6C4}"/>
              </a:ext>
            </a:extLst>
          </p:cNvPr>
          <p:cNvSpPr>
            <a:spLocks xmlns:a="http://schemas.openxmlformats.org/drawingml/2006/main" noGrp="1"/>
          </p:cNvSpPr>
          <p:nvPr/>
        </p:nvSpPr>
        <p:spPr>
          <a:xfrm xmlns:a="http://schemas.openxmlformats.org/drawingml/2006/main" flipV="0">
            <a:off x="5986780" y="2504722"/>
            <a:ext cx="160020" cy="479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sues200_satellite_to_uav_250m/sues200_satellite_to_uav_250m/seed-3/visual/point-1">
            <a:extLst xmlns:a="http://schemas.openxmlformats.org/drawingml/2006/main">
              <a:ext uri="{FF2B5EF4-FFF2-40B4-BE49-F238E27FC236}">
                <a16:creationId xmlns:a16="http://schemas.microsoft.com/office/drawing/2014/main" id="{0E854D82-FA43-4F80-9F27-EEA0904844B2}"/>
              </a:ext>
            </a:extLst>
          </p:cNvPr>
          <p:cNvSpPr>
            <a:spLocks xmlns:a="http://schemas.openxmlformats.org/drawingml/2006/main" noGrp="1"/>
          </p:cNvSpPr>
          <p:nvPr/>
        </p:nvSpPr>
        <p:spPr>
          <a:xfrm xmlns:a="http://schemas.openxmlformats.org/drawingml/2006/main">
            <a:off x="468312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sues200_satellite_to_uav_250m/sues200_satellite_to_uav_250m/seed-3/visual/point-2">
            <a:extLst xmlns:a="http://schemas.openxmlformats.org/drawingml/2006/main">
              <a:ext uri="{FF2B5EF4-FFF2-40B4-BE49-F238E27FC236}">
                <a16:creationId xmlns:a16="http://schemas.microsoft.com/office/drawing/2014/main" id="{23ADFC96-720D-4B70-90FA-218958071D84}"/>
              </a:ext>
            </a:extLst>
          </p:cNvPr>
          <p:cNvSpPr>
            <a:spLocks xmlns:a="http://schemas.openxmlformats.org/drawingml/2006/main" noGrp="1"/>
          </p:cNvSpPr>
          <p:nvPr/>
        </p:nvSpPr>
        <p:spPr>
          <a:xfrm xmlns:a="http://schemas.openxmlformats.org/drawingml/2006/main">
            <a:off x="484314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sues200_satellite_to_uav_250m/sues200_satellite_to_uav_250m/seed-3/visual/point-3">
            <a:extLst xmlns:a="http://schemas.openxmlformats.org/drawingml/2006/main">
              <a:ext uri="{FF2B5EF4-FFF2-40B4-BE49-F238E27FC236}">
                <a16:creationId xmlns:a16="http://schemas.microsoft.com/office/drawing/2014/main" id="{6507B101-C28E-4B03-86BC-2340BC4D96C6}"/>
              </a:ext>
            </a:extLst>
          </p:cNvPr>
          <p:cNvSpPr>
            <a:spLocks xmlns:a="http://schemas.openxmlformats.org/drawingml/2006/main" noGrp="1"/>
          </p:cNvSpPr>
          <p:nvPr/>
        </p:nvSpPr>
        <p:spPr>
          <a:xfrm xmlns:a="http://schemas.openxmlformats.org/drawingml/2006/main">
            <a:off x="5003165" y="26011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sues200_satellite_to_uav_250m/sues200_satellite_to_uav_250m/seed-3/visual/point-4">
            <a:extLst xmlns:a="http://schemas.openxmlformats.org/drawingml/2006/main">
              <a:ext uri="{FF2B5EF4-FFF2-40B4-BE49-F238E27FC236}">
                <a16:creationId xmlns:a16="http://schemas.microsoft.com/office/drawing/2014/main" id="{20AB9A26-5AB3-48AB-AC6D-5C97D4A86E33}"/>
              </a:ext>
            </a:extLst>
          </p:cNvPr>
          <p:cNvSpPr>
            <a:spLocks xmlns:a="http://schemas.openxmlformats.org/drawingml/2006/main" noGrp="1"/>
          </p:cNvSpPr>
          <p:nvPr/>
        </p:nvSpPr>
        <p:spPr>
          <a:xfrm xmlns:a="http://schemas.openxmlformats.org/drawingml/2006/main">
            <a:off x="5163185" y="258318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sues200_satellite_to_uav_250m/sues200_satellite_to_uav_250m/seed-3/visual/point-5">
            <a:extLst xmlns:a="http://schemas.openxmlformats.org/drawingml/2006/main">
              <a:ext uri="{FF2B5EF4-FFF2-40B4-BE49-F238E27FC236}">
                <a16:creationId xmlns:a16="http://schemas.microsoft.com/office/drawing/2014/main" id="{66CD0732-F456-476B-8E75-16A3AF8B169B}"/>
              </a:ext>
            </a:extLst>
          </p:cNvPr>
          <p:cNvSpPr>
            <a:spLocks xmlns:a="http://schemas.openxmlformats.org/drawingml/2006/main" noGrp="1"/>
          </p:cNvSpPr>
          <p:nvPr/>
        </p:nvSpPr>
        <p:spPr>
          <a:xfrm xmlns:a="http://schemas.openxmlformats.org/drawingml/2006/main">
            <a:off x="5323205" y="261556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sues200_satellite_to_uav_250m/sues200_satellite_to_uav_250m/seed-3/visual/point-6">
            <a:extLst xmlns:a="http://schemas.openxmlformats.org/drawingml/2006/main">
              <a:ext uri="{FF2B5EF4-FFF2-40B4-BE49-F238E27FC236}">
                <a16:creationId xmlns:a16="http://schemas.microsoft.com/office/drawing/2014/main" id="{7EE07B1A-9379-4654-B278-CC40DA9F5276}"/>
              </a:ext>
            </a:extLst>
          </p:cNvPr>
          <p:cNvSpPr>
            <a:spLocks xmlns:a="http://schemas.openxmlformats.org/drawingml/2006/main" noGrp="1"/>
          </p:cNvSpPr>
          <p:nvPr/>
        </p:nvSpPr>
        <p:spPr>
          <a:xfrm xmlns:a="http://schemas.openxmlformats.org/drawingml/2006/main">
            <a:off x="5483225" y="26011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sues200_satellite_to_uav_250m/sues200_satellite_to_uav_250m/seed-3/visual/point-7">
            <a:extLst xmlns:a="http://schemas.openxmlformats.org/drawingml/2006/main">
              <a:ext uri="{FF2B5EF4-FFF2-40B4-BE49-F238E27FC236}">
                <a16:creationId xmlns:a16="http://schemas.microsoft.com/office/drawing/2014/main" id="{FC6EAB2F-CF60-44AC-A404-FC2E984DD7E1}"/>
              </a:ext>
            </a:extLst>
          </p:cNvPr>
          <p:cNvSpPr>
            <a:spLocks xmlns:a="http://schemas.openxmlformats.org/drawingml/2006/main" noGrp="1"/>
          </p:cNvSpPr>
          <p:nvPr/>
        </p:nvSpPr>
        <p:spPr>
          <a:xfrm xmlns:a="http://schemas.openxmlformats.org/drawingml/2006/main">
            <a:off x="564324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sues200_satellite_to_uav_250m/sues200_satellite_to_uav_250m/seed-3/visual/point-8">
            <a:extLst xmlns:a="http://schemas.openxmlformats.org/drawingml/2006/main">
              <a:ext uri="{FF2B5EF4-FFF2-40B4-BE49-F238E27FC236}">
                <a16:creationId xmlns:a16="http://schemas.microsoft.com/office/drawing/2014/main" id="{5CDA6A56-A1A2-44A5-B299-699B46E147CB}"/>
              </a:ext>
            </a:extLst>
          </p:cNvPr>
          <p:cNvSpPr>
            <a:spLocks xmlns:a="http://schemas.openxmlformats.org/drawingml/2006/main" noGrp="1"/>
          </p:cNvSpPr>
          <p:nvPr/>
        </p:nvSpPr>
        <p:spPr>
          <a:xfrm xmlns:a="http://schemas.openxmlformats.org/drawingml/2006/main">
            <a:off x="5803265" y="250221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sues200_satellite_to_uav_250m/sues200_satellite_to_uav_250m/seed-3/visual/point-9">
            <a:extLst xmlns:a="http://schemas.openxmlformats.org/drawingml/2006/main">
              <a:ext uri="{FF2B5EF4-FFF2-40B4-BE49-F238E27FC236}">
                <a16:creationId xmlns:a16="http://schemas.microsoft.com/office/drawing/2014/main" id="{AB78C1A5-F4B5-437C-8E02-80D8E736381E}"/>
              </a:ext>
            </a:extLst>
          </p:cNvPr>
          <p:cNvSpPr>
            <a:spLocks xmlns:a="http://schemas.openxmlformats.org/drawingml/2006/main" noGrp="1"/>
          </p:cNvSpPr>
          <p:nvPr/>
        </p:nvSpPr>
        <p:spPr>
          <a:xfrm xmlns:a="http://schemas.openxmlformats.org/drawingml/2006/main">
            <a:off x="5963285" y="248122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sues200_satellite_to_uav_250m/sues200_satellite_to_uav_250m/seed-3/visual/point-10">
            <a:extLst xmlns:a="http://schemas.openxmlformats.org/drawingml/2006/main">
              <a:ext uri="{FF2B5EF4-FFF2-40B4-BE49-F238E27FC236}">
                <a16:creationId xmlns:a16="http://schemas.microsoft.com/office/drawing/2014/main" id="{98A4B958-962B-429D-9C9C-3A3B159CC706}"/>
              </a:ext>
            </a:extLst>
          </p:cNvPr>
          <p:cNvSpPr>
            <a:spLocks xmlns:a="http://schemas.openxmlformats.org/drawingml/2006/main" noGrp="1"/>
          </p:cNvSpPr>
          <p:nvPr/>
        </p:nvSpPr>
        <p:spPr>
          <a:xfrm xmlns:a="http://schemas.openxmlformats.org/drawingml/2006/main">
            <a:off x="6123305" y="248602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sues200_satellite_to_uav_250m/seed-3/visual/AURC">
            <a:extLst xmlns:a="http://schemas.openxmlformats.org/drawingml/2006/main">
              <a:ext uri="{FF2B5EF4-FFF2-40B4-BE49-F238E27FC236}">
                <a16:creationId xmlns:a16="http://schemas.microsoft.com/office/drawing/2014/main" id="{E0C5D131-0145-4CC0-9137-D15C771E2324}"/>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0.2425</a:t>
            </a:r>
          </a:p>
        </p:txBody>
      </p:sp>
      <p:sp>
        <p:nvSpPr>
          <p:cNvPr id="179" name="sues200_satellite_to_uav_250m/sues200_satellite_to_uav_250m/seed-3/full/segment-1-2">
            <a:extLst xmlns:a="http://schemas.openxmlformats.org/drawingml/2006/main">
              <a:ext uri="{FF2B5EF4-FFF2-40B4-BE49-F238E27FC236}">
                <a16:creationId xmlns:a16="http://schemas.microsoft.com/office/drawing/2014/main" id="{9503BAB8-9285-477F-A841-E6C7935E49F5}"/>
              </a:ext>
            </a:extLst>
          </p:cNvPr>
          <p:cNvSpPr>
            <a:spLocks xmlns:a="http://schemas.openxmlformats.org/drawingml/2006/main" noGrp="1"/>
          </p:cNvSpPr>
          <p:nvPr/>
        </p:nvSpPr>
        <p:spPr>
          <a:xfrm xmlns:a="http://schemas.openxmlformats.org/drawingml/2006/main" flipV="0">
            <a:off x="4706620" y="2552700"/>
            <a:ext cx="160020" cy="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sues200_satellite_to_uav_250m/sues200_satellite_to_uav_250m/seed-3/full/segment-2-3">
            <a:extLst xmlns:a="http://schemas.openxmlformats.org/drawingml/2006/main">
              <a:ext uri="{FF2B5EF4-FFF2-40B4-BE49-F238E27FC236}">
                <a16:creationId xmlns:a16="http://schemas.microsoft.com/office/drawing/2014/main" id="{4F395631-3144-414C-92EA-D3363A4803EB}"/>
              </a:ext>
            </a:extLst>
          </p:cNvPr>
          <p:cNvSpPr>
            <a:spLocks xmlns:a="http://schemas.openxmlformats.org/drawingml/2006/main" noGrp="1"/>
          </p:cNvSpPr>
          <p:nvPr/>
        </p:nvSpPr>
        <p:spPr>
          <a:xfrm xmlns:a="http://schemas.openxmlformats.org/drawingml/2006/main" flipV="1">
            <a:off x="4866640" y="2408767"/>
            <a:ext cx="160020" cy="14393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sues200_satellite_to_uav_250m/sues200_satellite_to_uav_250m/seed-3/full/segment-3-4">
            <a:extLst xmlns:a="http://schemas.openxmlformats.org/drawingml/2006/main">
              <a:ext uri="{FF2B5EF4-FFF2-40B4-BE49-F238E27FC236}">
                <a16:creationId xmlns:a16="http://schemas.microsoft.com/office/drawing/2014/main" id="{7E4E3AA4-7647-4EDB-BE43-8E8F86B8DA1E}"/>
              </a:ext>
            </a:extLst>
          </p:cNvPr>
          <p:cNvSpPr>
            <a:spLocks xmlns:a="http://schemas.openxmlformats.org/drawingml/2006/main" noGrp="1"/>
          </p:cNvSpPr>
          <p:nvPr/>
        </p:nvSpPr>
        <p:spPr>
          <a:xfrm xmlns:a="http://schemas.openxmlformats.org/drawingml/2006/main" flipV="1">
            <a:off x="5026660" y="2336800"/>
            <a:ext cx="160020" cy="7196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sues200_satellite_to_uav_250m/sues200_satellite_to_uav_250m/seed-3/full/segment-4-5">
            <a:extLst xmlns:a="http://schemas.openxmlformats.org/drawingml/2006/main">
              <a:ext uri="{FF2B5EF4-FFF2-40B4-BE49-F238E27FC236}">
                <a16:creationId xmlns:a16="http://schemas.microsoft.com/office/drawing/2014/main" id="{EFACF30B-346B-43FF-93E9-45F5322A4951}"/>
              </a:ext>
            </a:extLst>
          </p:cNvPr>
          <p:cNvSpPr>
            <a:spLocks xmlns:a="http://schemas.openxmlformats.org/drawingml/2006/main" noGrp="1"/>
          </p:cNvSpPr>
          <p:nvPr/>
        </p:nvSpPr>
        <p:spPr>
          <a:xfrm xmlns:a="http://schemas.openxmlformats.org/drawingml/2006/main" flipV="0">
            <a:off x="5186680" y="2336800"/>
            <a:ext cx="160020" cy="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sues200_satellite_to_uav_250m/sues200_satellite_to_uav_250m/seed-3/full/segment-5-6">
            <a:extLst xmlns:a="http://schemas.openxmlformats.org/drawingml/2006/main">
              <a:ext uri="{FF2B5EF4-FFF2-40B4-BE49-F238E27FC236}">
                <a16:creationId xmlns:a16="http://schemas.microsoft.com/office/drawing/2014/main" id="{A0EB16E0-BC25-40EA-83CC-95937312B182}"/>
              </a:ext>
            </a:extLst>
          </p:cNvPr>
          <p:cNvSpPr>
            <a:spLocks xmlns:a="http://schemas.openxmlformats.org/drawingml/2006/main" noGrp="1"/>
          </p:cNvSpPr>
          <p:nvPr/>
        </p:nvSpPr>
        <p:spPr>
          <a:xfrm xmlns:a="http://schemas.openxmlformats.org/drawingml/2006/main" flipV="1">
            <a:off x="5346700" y="2300817"/>
            <a:ext cx="160020" cy="3598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sues200_satellite_to_uav_250m/sues200_satellite_to_uav_250m/seed-3/full/segment-6-7">
            <a:extLst xmlns:a="http://schemas.openxmlformats.org/drawingml/2006/main">
              <a:ext uri="{FF2B5EF4-FFF2-40B4-BE49-F238E27FC236}">
                <a16:creationId xmlns:a16="http://schemas.microsoft.com/office/drawing/2014/main" id="{BF186E6C-9EF6-4F61-B864-477599A3ECEF}"/>
              </a:ext>
            </a:extLst>
          </p:cNvPr>
          <p:cNvSpPr>
            <a:spLocks xmlns:a="http://schemas.openxmlformats.org/drawingml/2006/main" noGrp="1"/>
          </p:cNvSpPr>
          <p:nvPr/>
        </p:nvSpPr>
        <p:spPr>
          <a:xfrm xmlns:a="http://schemas.openxmlformats.org/drawingml/2006/main" flipV="1">
            <a:off x="5506720" y="2213429"/>
            <a:ext cx="160020" cy="8738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sues200_satellite_to_uav_250m/sues200_satellite_to_uav_250m/seed-3/full/segment-7-8">
            <a:extLst xmlns:a="http://schemas.openxmlformats.org/drawingml/2006/main">
              <a:ext uri="{FF2B5EF4-FFF2-40B4-BE49-F238E27FC236}">
                <a16:creationId xmlns:a16="http://schemas.microsoft.com/office/drawing/2014/main" id="{443081E2-7FBF-485A-ACA8-57AA4C2A4DF5}"/>
              </a:ext>
            </a:extLst>
          </p:cNvPr>
          <p:cNvSpPr>
            <a:spLocks xmlns:a="http://schemas.openxmlformats.org/drawingml/2006/main" noGrp="1"/>
          </p:cNvSpPr>
          <p:nvPr/>
        </p:nvSpPr>
        <p:spPr>
          <a:xfrm xmlns:a="http://schemas.openxmlformats.org/drawingml/2006/main" flipV="1">
            <a:off x="5666740" y="2174875"/>
            <a:ext cx="160020" cy="3855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sues200_satellite_to_uav_250m/sues200_satellite_to_uav_250m/seed-3/full/segment-8-9">
            <a:extLst xmlns:a="http://schemas.openxmlformats.org/drawingml/2006/main">
              <a:ext uri="{FF2B5EF4-FFF2-40B4-BE49-F238E27FC236}">
                <a16:creationId xmlns:a16="http://schemas.microsoft.com/office/drawing/2014/main" id="{198463BA-6216-477C-A764-7D9D460FF134}"/>
              </a:ext>
            </a:extLst>
          </p:cNvPr>
          <p:cNvSpPr>
            <a:spLocks xmlns:a="http://schemas.openxmlformats.org/drawingml/2006/main" noGrp="1"/>
          </p:cNvSpPr>
          <p:nvPr/>
        </p:nvSpPr>
        <p:spPr>
          <a:xfrm xmlns:a="http://schemas.openxmlformats.org/drawingml/2006/main" flipV="1">
            <a:off x="5826760" y="2144889"/>
            <a:ext cx="160020" cy="2998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sues200_satellite_to_uav_250m/sues200_satellite_to_uav_250m/seed-3/full/segment-9-10">
            <a:extLst xmlns:a="http://schemas.openxmlformats.org/drawingml/2006/main">
              <a:ext uri="{FF2B5EF4-FFF2-40B4-BE49-F238E27FC236}">
                <a16:creationId xmlns:a16="http://schemas.microsoft.com/office/drawing/2014/main" id="{D433A492-A009-4F0D-834D-082B15EF211C}"/>
              </a:ext>
            </a:extLst>
          </p:cNvPr>
          <p:cNvSpPr>
            <a:spLocks xmlns:a="http://schemas.openxmlformats.org/drawingml/2006/main" noGrp="1"/>
          </p:cNvSpPr>
          <p:nvPr/>
        </p:nvSpPr>
        <p:spPr>
          <a:xfrm xmlns:a="http://schemas.openxmlformats.org/drawingml/2006/main" flipV="0">
            <a:off x="5986780" y="2144889"/>
            <a:ext cx="160020" cy="1919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sues200_satellite_to_uav_250m/sues200_satellite_to_uav_250m/seed-3/full/point-1">
            <a:extLst xmlns:a="http://schemas.openxmlformats.org/drawingml/2006/main">
              <a:ext uri="{FF2B5EF4-FFF2-40B4-BE49-F238E27FC236}">
                <a16:creationId xmlns:a16="http://schemas.microsoft.com/office/drawing/2014/main" id="{EF8876EA-C7AF-4A61-9A6C-B6D8A194BBB8}"/>
              </a:ext>
            </a:extLst>
          </p:cNvPr>
          <p:cNvSpPr>
            <a:spLocks xmlns:a="http://schemas.openxmlformats.org/drawingml/2006/main" noGrp="1"/>
          </p:cNvSpPr>
          <p:nvPr/>
        </p:nvSpPr>
        <p:spPr>
          <a:xfrm xmlns:a="http://schemas.openxmlformats.org/drawingml/2006/main">
            <a:off x="4683125" y="25292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sues200_satellite_to_uav_250m/sues200_satellite_to_uav_250m/seed-3/full/point-2">
            <a:extLst xmlns:a="http://schemas.openxmlformats.org/drawingml/2006/main">
              <a:ext uri="{FF2B5EF4-FFF2-40B4-BE49-F238E27FC236}">
                <a16:creationId xmlns:a16="http://schemas.microsoft.com/office/drawing/2014/main" id="{5E067877-B23B-4A35-BD4A-B555BC09936C}"/>
              </a:ext>
            </a:extLst>
          </p:cNvPr>
          <p:cNvSpPr>
            <a:spLocks xmlns:a="http://schemas.openxmlformats.org/drawingml/2006/main" noGrp="1"/>
          </p:cNvSpPr>
          <p:nvPr/>
        </p:nvSpPr>
        <p:spPr>
          <a:xfrm xmlns:a="http://schemas.openxmlformats.org/drawingml/2006/main">
            <a:off x="4843145" y="25292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sues200_satellite_to_uav_250m/sues200_satellite_to_uav_250m/seed-3/full/point-3">
            <a:extLst xmlns:a="http://schemas.openxmlformats.org/drawingml/2006/main">
              <a:ext uri="{FF2B5EF4-FFF2-40B4-BE49-F238E27FC236}">
                <a16:creationId xmlns:a16="http://schemas.microsoft.com/office/drawing/2014/main" id="{0C5F31D2-830C-4B2A-A3CA-8BBEEEE5FB0A}"/>
              </a:ext>
            </a:extLst>
          </p:cNvPr>
          <p:cNvSpPr>
            <a:spLocks xmlns:a="http://schemas.openxmlformats.org/drawingml/2006/main" noGrp="1"/>
          </p:cNvSpPr>
          <p:nvPr/>
        </p:nvSpPr>
        <p:spPr>
          <a:xfrm xmlns:a="http://schemas.openxmlformats.org/drawingml/2006/main">
            <a:off x="5003165" y="238527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sues200_satellite_to_uav_250m/sues200_satellite_to_uav_250m/seed-3/full/point-4">
            <a:extLst xmlns:a="http://schemas.openxmlformats.org/drawingml/2006/main">
              <a:ext uri="{FF2B5EF4-FFF2-40B4-BE49-F238E27FC236}">
                <a16:creationId xmlns:a16="http://schemas.microsoft.com/office/drawing/2014/main" id="{ED8ABAF4-846F-483E-8FFA-91E231584584}"/>
              </a:ext>
            </a:extLst>
          </p:cNvPr>
          <p:cNvSpPr>
            <a:spLocks xmlns:a="http://schemas.openxmlformats.org/drawingml/2006/main" noGrp="1"/>
          </p:cNvSpPr>
          <p:nvPr/>
        </p:nvSpPr>
        <p:spPr>
          <a:xfrm xmlns:a="http://schemas.openxmlformats.org/drawingml/2006/main">
            <a:off x="516318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sues200_satellite_to_uav_250m/sues200_satellite_to_uav_250m/seed-3/full/point-5">
            <a:extLst xmlns:a="http://schemas.openxmlformats.org/drawingml/2006/main">
              <a:ext uri="{FF2B5EF4-FFF2-40B4-BE49-F238E27FC236}">
                <a16:creationId xmlns:a16="http://schemas.microsoft.com/office/drawing/2014/main" id="{E89E4CBD-4D50-471B-8616-A91CB8803A1B}"/>
              </a:ext>
            </a:extLst>
          </p:cNvPr>
          <p:cNvSpPr>
            <a:spLocks xmlns:a="http://schemas.openxmlformats.org/drawingml/2006/main" noGrp="1"/>
          </p:cNvSpPr>
          <p:nvPr/>
        </p:nvSpPr>
        <p:spPr>
          <a:xfrm xmlns:a="http://schemas.openxmlformats.org/drawingml/2006/main">
            <a:off x="532320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sues200_satellite_to_uav_250m/sues200_satellite_to_uav_250m/seed-3/full/point-6">
            <a:extLst xmlns:a="http://schemas.openxmlformats.org/drawingml/2006/main">
              <a:ext uri="{FF2B5EF4-FFF2-40B4-BE49-F238E27FC236}">
                <a16:creationId xmlns:a16="http://schemas.microsoft.com/office/drawing/2014/main" id="{7A44CFBC-C432-48E1-B2EA-691B172DD6D6}"/>
              </a:ext>
            </a:extLst>
          </p:cNvPr>
          <p:cNvSpPr>
            <a:spLocks xmlns:a="http://schemas.openxmlformats.org/drawingml/2006/main" noGrp="1"/>
          </p:cNvSpPr>
          <p:nvPr/>
        </p:nvSpPr>
        <p:spPr>
          <a:xfrm xmlns:a="http://schemas.openxmlformats.org/drawingml/2006/main">
            <a:off x="5483225" y="227732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sues200_satellite_to_uav_250m/sues200_satellite_to_uav_250m/seed-3/full/point-7">
            <a:extLst xmlns:a="http://schemas.openxmlformats.org/drawingml/2006/main">
              <a:ext uri="{FF2B5EF4-FFF2-40B4-BE49-F238E27FC236}">
                <a16:creationId xmlns:a16="http://schemas.microsoft.com/office/drawing/2014/main" id="{D96683D4-8AC9-4B12-8EA7-67E7B776E45A}"/>
              </a:ext>
            </a:extLst>
          </p:cNvPr>
          <p:cNvSpPr>
            <a:spLocks xmlns:a="http://schemas.openxmlformats.org/drawingml/2006/main" noGrp="1"/>
          </p:cNvSpPr>
          <p:nvPr/>
        </p:nvSpPr>
        <p:spPr>
          <a:xfrm xmlns:a="http://schemas.openxmlformats.org/drawingml/2006/main">
            <a:off x="5643245" y="218993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sues200_satellite_to_uav_250m/sues200_satellite_to_uav_250m/seed-3/full/point-8">
            <a:extLst xmlns:a="http://schemas.openxmlformats.org/drawingml/2006/main">
              <a:ext uri="{FF2B5EF4-FFF2-40B4-BE49-F238E27FC236}">
                <a16:creationId xmlns:a16="http://schemas.microsoft.com/office/drawing/2014/main" id="{7D6CE147-2143-42E0-89A0-33E177D9A392}"/>
              </a:ext>
            </a:extLst>
          </p:cNvPr>
          <p:cNvSpPr>
            <a:spLocks xmlns:a="http://schemas.openxmlformats.org/drawingml/2006/main" noGrp="1"/>
          </p:cNvSpPr>
          <p:nvPr/>
        </p:nvSpPr>
        <p:spPr>
          <a:xfrm xmlns:a="http://schemas.openxmlformats.org/drawingml/2006/main">
            <a:off x="5803265" y="215138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sues200_satellite_to_uav_250m/sues200_satellite_to_uav_250m/seed-3/full/point-9">
            <a:extLst xmlns:a="http://schemas.openxmlformats.org/drawingml/2006/main">
              <a:ext uri="{FF2B5EF4-FFF2-40B4-BE49-F238E27FC236}">
                <a16:creationId xmlns:a16="http://schemas.microsoft.com/office/drawing/2014/main" id="{2F81008A-52F9-4F86-8E0E-51897DCD4224}"/>
              </a:ext>
            </a:extLst>
          </p:cNvPr>
          <p:cNvSpPr>
            <a:spLocks xmlns:a="http://schemas.openxmlformats.org/drawingml/2006/main" noGrp="1"/>
          </p:cNvSpPr>
          <p:nvPr/>
        </p:nvSpPr>
        <p:spPr>
          <a:xfrm xmlns:a="http://schemas.openxmlformats.org/drawingml/2006/main">
            <a:off x="5963285" y="212139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sues200_satellite_to_uav_250m/sues200_satellite_to_uav_250m/seed-3/full/point-10">
            <a:extLst xmlns:a="http://schemas.openxmlformats.org/drawingml/2006/main">
              <a:ext uri="{FF2B5EF4-FFF2-40B4-BE49-F238E27FC236}">
                <a16:creationId xmlns:a16="http://schemas.microsoft.com/office/drawing/2014/main" id="{CBCC7590-F9BE-4C0B-95E1-C8CDE114F2BA}"/>
              </a:ext>
            </a:extLst>
          </p:cNvPr>
          <p:cNvSpPr>
            <a:spLocks xmlns:a="http://schemas.openxmlformats.org/drawingml/2006/main" noGrp="1"/>
          </p:cNvSpPr>
          <p:nvPr/>
        </p:nvSpPr>
        <p:spPr>
          <a:xfrm xmlns:a="http://schemas.openxmlformats.org/drawingml/2006/main">
            <a:off x="6123305" y="214058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sues200_satellite_to_uav_250m/seed-3/full/AURC">
            <a:extLst xmlns:a="http://schemas.openxmlformats.org/drawingml/2006/main">
              <a:ext uri="{FF2B5EF4-FFF2-40B4-BE49-F238E27FC236}">
                <a16:creationId xmlns:a16="http://schemas.microsoft.com/office/drawing/2014/main" id="{F2B216B0-BD30-4026-A764-7F37E4754D88}"/>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0.3917</a:t>
            </a:r>
          </a:p>
        </p:txBody>
      </p:sp>
      <p:sp>
        <p:nvSpPr>
          <p:cNvPr id="199" name="sues200_satellite_to_uav_250m/seed-3/AURC-label">
            <a:extLst xmlns:a="http://schemas.openxmlformats.org/drawingml/2006/main">
              <a:ext uri="{FF2B5EF4-FFF2-40B4-BE49-F238E27FC236}">
                <a16:creationId xmlns:a16="http://schemas.microsoft.com/office/drawing/2014/main" id="{1D53E554-1B97-497B-837D-EE32E6064244}"/>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sues200_satellite_to_uav_250m/coverage-axis-label">
            <a:extLst xmlns:a="http://schemas.openxmlformats.org/drawingml/2006/main">
              <a:ext uri="{FF2B5EF4-FFF2-40B4-BE49-F238E27FC236}">
                <a16:creationId xmlns:a16="http://schemas.microsoft.com/office/drawing/2014/main" id="{D5EC6550-6480-4425-8CDC-D9E0F64AF5E8}"/>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sues200_satellite_to_uav_250m/footnote-1">
            <a:extLst xmlns:a="http://schemas.openxmlformats.org/drawingml/2006/main">
              <a:ext uri="{FF2B5EF4-FFF2-40B4-BE49-F238E27FC236}">
                <a16:creationId xmlns:a16="http://schemas.microsoft.com/office/drawing/2014/main" id="{33D23B0E-FF8C-4EC6-9B4B-6F7188F798F4}"/>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sues200_satellite_to_uav_250m/footnote-2">
            <a:extLst xmlns:a="http://schemas.openxmlformats.org/drawingml/2006/main">
              <a:ext uri="{FF2B5EF4-FFF2-40B4-BE49-F238E27FC236}">
                <a16:creationId xmlns:a16="http://schemas.microsoft.com/office/drawing/2014/main" id="{8B70D7EB-9A3C-42CE-97A8-C2A12156F731}"/>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sues200_satellite_to_uav_250m/footnote-3">
            <a:extLst xmlns:a="http://schemas.openxmlformats.org/drawingml/2006/main">
              <a:ext uri="{FF2B5EF4-FFF2-40B4-BE49-F238E27FC236}">
                <a16:creationId xmlns:a16="http://schemas.microsoft.com/office/drawing/2014/main" id="{4695F276-7888-4CF5-9AA4-5167FEBF85C9}"/>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sues200_satellite_to_uav_250m/footnote-4">
            <a:extLst xmlns:a="http://schemas.openxmlformats.org/drawingml/2006/main">
              <a:ext uri="{FF2B5EF4-FFF2-40B4-BE49-F238E27FC236}">
                <a16:creationId xmlns:a16="http://schemas.microsoft.com/office/drawing/2014/main" id="{6ABFDCFB-ADD1-4A8E-BBC2-690AB921F45F}"/>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116704747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sues200_uav_300m_to_satellite/title">
            <a:extLst xmlns:a="http://schemas.openxmlformats.org/drawingml/2006/main">
              <a:ext uri="{FF2B5EF4-FFF2-40B4-BE49-F238E27FC236}">
                <a16:creationId xmlns:a16="http://schemas.microsoft.com/office/drawing/2014/main" id="{700ECD57-7C76-4502-A7BB-EDE984301F74}"/>
              </a:ext>
            </a:extLst>
          </p:cNvPr>
          <p:cNvSpPr>
            <a:spLocks xmlns:a="http://schemas.openxmlformats.org/drawingml/2006/main" noGrp="1"/>
          </p:cNvSpPr>
          <p:nvPr/>
        </p:nvSpPr>
        <p:spPr>
          <a:xfrm xmlns:a="http://schemas.openxmlformats.org/drawingml/2006/main">
            <a:off x="190500" y="111760"/>
            <a:ext cx="2011013"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UAV 300 m → satellite</a:t>
            </a:r>
          </a:p>
        </p:txBody>
      </p:sp>
      <p:sp>
        <p:nvSpPr>
          <p:cNvPr id="2" name="sues200_uav_300m_to_satellite/subtitle">
            <a:extLst xmlns:a="http://schemas.openxmlformats.org/drawingml/2006/main">
              <a:ext uri="{FF2B5EF4-FFF2-40B4-BE49-F238E27FC236}">
                <a16:creationId xmlns:a16="http://schemas.microsoft.com/office/drawing/2014/main" id="{41123DBD-7F9C-43F8-9E0B-5E97F245A98E}"/>
              </a:ext>
            </a:extLst>
          </p:cNvPr>
          <p:cNvSpPr>
            <a:spLocks xmlns:a="http://schemas.openxmlformats.org/drawingml/2006/main" noGrp="1"/>
          </p:cNvSpPr>
          <p:nvPr/>
        </p:nvSpPr>
        <p:spPr>
          <a:xfrm xmlns:a="http://schemas.openxmlformats.org/drawingml/2006/main">
            <a:off x="190500" y="326644"/>
            <a:ext cx="3271838"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4,000 queries</a:t>
            </a:r>
          </a:p>
        </p:txBody>
      </p:sp>
      <p:sp>
        <p:nvSpPr>
          <p:cNvPr id="3" name="sues200_uav_300m_to_satellite/legend/visual/marker">
            <a:extLst xmlns:a="http://schemas.openxmlformats.org/drawingml/2006/main">
              <a:ext uri="{FF2B5EF4-FFF2-40B4-BE49-F238E27FC236}">
                <a16:creationId xmlns:a16="http://schemas.microsoft.com/office/drawing/2014/main" id="{2587CDD1-6301-430A-8B0F-86D7FA55F1EE}"/>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sues200_uav_300m_to_satellite/legend/visual/text">
            <a:extLst xmlns:a="http://schemas.openxmlformats.org/drawingml/2006/main">
              <a:ext uri="{FF2B5EF4-FFF2-40B4-BE49-F238E27FC236}">
                <a16:creationId xmlns:a16="http://schemas.microsoft.com/office/drawing/2014/main" id="{C318BA96-BFF3-43FE-B999-D7CCA3F89CC0}"/>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sues200_uav_300m_to_satellite/legend/full/marker">
            <a:extLst xmlns:a="http://schemas.openxmlformats.org/drawingml/2006/main">
              <a:ext uri="{FF2B5EF4-FFF2-40B4-BE49-F238E27FC236}">
                <a16:creationId xmlns:a16="http://schemas.microsoft.com/office/drawing/2014/main" id="{16F48C10-74E3-417C-8DF7-6A6E1D379E6B}"/>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sues200_uav_300m_to_satellite/legend/full/text">
            <a:extLst xmlns:a="http://schemas.openxmlformats.org/drawingml/2006/main">
              <a:ext uri="{FF2B5EF4-FFF2-40B4-BE49-F238E27FC236}">
                <a16:creationId xmlns:a16="http://schemas.microsoft.com/office/drawing/2014/main" id="{8568CAAD-EBB5-4A98-8220-39D7EA779AB9}"/>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sues200_uav_300m_to_satellite/risk-axis-label">
            <a:extLst xmlns:a="http://schemas.openxmlformats.org/drawingml/2006/main">
              <a:ext uri="{FF2B5EF4-FFF2-40B4-BE49-F238E27FC236}">
                <a16:creationId xmlns:a16="http://schemas.microsoft.com/office/drawing/2014/main" id="{EA97E5FA-E43D-43B1-8880-C860CADC2F76}"/>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sues200_uav_300m_to_satellite/seed-1/heading">
            <a:extLst xmlns:a="http://schemas.openxmlformats.org/drawingml/2006/main">
              <a:ext uri="{FF2B5EF4-FFF2-40B4-BE49-F238E27FC236}">
                <a16:creationId xmlns:a16="http://schemas.microsoft.com/office/drawing/2014/main" id="{7A872D91-8646-4F00-BC03-97C4AE4BE685}"/>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uav_300m_to_satellite/seed-1/y-grid-0">
            <a:extLst xmlns:a="http://schemas.openxmlformats.org/drawingml/2006/main">
              <a:ext uri="{FF2B5EF4-FFF2-40B4-BE49-F238E27FC236}">
                <a16:creationId xmlns:a16="http://schemas.microsoft.com/office/drawing/2014/main" id="{580D2F19-8EC5-414E-A377-68D3641D10B5}"/>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uav_300m_to_satellite/seed-1/y-label-0">
            <a:extLst xmlns:a="http://schemas.openxmlformats.org/drawingml/2006/main">
              <a:ext uri="{FF2B5EF4-FFF2-40B4-BE49-F238E27FC236}">
                <a16:creationId xmlns:a16="http://schemas.microsoft.com/office/drawing/2014/main" id="{D003A2EC-9269-4633-8B1B-3C21E8A35C65}"/>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uav_300m_to_satellite/seed-1/x-tick-0">
            <a:extLst xmlns:a="http://schemas.openxmlformats.org/drawingml/2006/main">
              <a:ext uri="{FF2B5EF4-FFF2-40B4-BE49-F238E27FC236}">
                <a16:creationId xmlns:a16="http://schemas.microsoft.com/office/drawing/2014/main" id="{101BB9C6-3161-4088-86AC-77377E450072}"/>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uav_300m_to_satellite/seed-1/x-label-0">
            <a:extLst xmlns:a="http://schemas.openxmlformats.org/drawingml/2006/main">
              <a:ext uri="{FF2B5EF4-FFF2-40B4-BE49-F238E27FC236}">
                <a16:creationId xmlns:a16="http://schemas.microsoft.com/office/drawing/2014/main" id="{B33B8CEB-E96E-4021-A0B5-49458F6DA9B2}"/>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uav_300m_to_satellite/seed-1/y-grid-25">
            <a:extLst xmlns:a="http://schemas.openxmlformats.org/drawingml/2006/main">
              <a:ext uri="{FF2B5EF4-FFF2-40B4-BE49-F238E27FC236}">
                <a16:creationId xmlns:a16="http://schemas.microsoft.com/office/drawing/2014/main" id="{363EAD7C-D535-4498-A14E-EE916E910C22}"/>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uav_300m_to_satellite/seed-1/y-label-25">
            <a:extLst xmlns:a="http://schemas.openxmlformats.org/drawingml/2006/main">
              <a:ext uri="{FF2B5EF4-FFF2-40B4-BE49-F238E27FC236}">
                <a16:creationId xmlns:a16="http://schemas.microsoft.com/office/drawing/2014/main" id="{B35D3DBD-1E91-4F33-955F-73DAF9048E36}"/>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uav_300m_to_satellite/seed-1/x-tick-25">
            <a:extLst xmlns:a="http://schemas.openxmlformats.org/drawingml/2006/main">
              <a:ext uri="{FF2B5EF4-FFF2-40B4-BE49-F238E27FC236}">
                <a16:creationId xmlns:a16="http://schemas.microsoft.com/office/drawing/2014/main" id="{2E96497C-D32E-46F1-8417-7DD187A467C9}"/>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uav_300m_to_satellite/seed-1/x-label-25">
            <a:extLst xmlns:a="http://schemas.openxmlformats.org/drawingml/2006/main">
              <a:ext uri="{FF2B5EF4-FFF2-40B4-BE49-F238E27FC236}">
                <a16:creationId xmlns:a16="http://schemas.microsoft.com/office/drawing/2014/main" id="{1725B045-BDA7-45EF-8A39-16DEE8CA35EF}"/>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uav_300m_to_satellite/seed-1/y-grid-50">
            <a:extLst xmlns:a="http://schemas.openxmlformats.org/drawingml/2006/main">
              <a:ext uri="{FF2B5EF4-FFF2-40B4-BE49-F238E27FC236}">
                <a16:creationId xmlns:a16="http://schemas.microsoft.com/office/drawing/2014/main" id="{79E7C437-4E44-4621-9E2D-1C872F38E470}"/>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uav_300m_to_satellite/seed-1/y-label-50">
            <a:extLst xmlns:a="http://schemas.openxmlformats.org/drawingml/2006/main">
              <a:ext uri="{FF2B5EF4-FFF2-40B4-BE49-F238E27FC236}">
                <a16:creationId xmlns:a16="http://schemas.microsoft.com/office/drawing/2014/main" id="{C39C87A3-A5A7-4519-B3BD-D01C16C67615}"/>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uav_300m_to_satellite/seed-1/x-tick-50">
            <a:extLst xmlns:a="http://schemas.openxmlformats.org/drawingml/2006/main">
              <a:ext uri="{FF2B5EF4-FFF2-40B4-BE49-F238E27FC236}">
                <a16:creationId xmlns:a16="http://schemas.microsoft.com/office/drawing/2014/main" id="{54FF1359-3EEF-4044-937E-EB05B7BE0473}"/>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uav_300m_to_satellite/seed-1/x-label-50">
            <a:extLst xmlns:a="http://schemas.openxmlformats.org/drawingml/2006/main">
              <a:ext uri="{FF2B5EF4-FFF2-40B4-BE49-F238E27FC236}">
                <a16:creationId xmlns:a16="http://schemas.microsoft.com/office/drawing/2014/main" id="{D1D915C9-41C9-42A5-B977-AC1D477CDDD7}"/>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uav_300m_to_satellite/seed-1/y-grid-75">
            <a:extLst xmlns:a="http://schemas.openxmlformats.org/drawingml/2006/main">
              <a:ext uri="{FF2B5EF4-FFF2-40B4-BE49-F238E27FC236}">
                <a16:creationId xmlns:a16="http://schemas.microsoft.com/office/drawing/2014/main" id="{CFC67609-C23F-4779-AB82-2685464BF015}"/>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uav_300m_to_satellite/seed-1/y-label-75">
            <a:extLst xmlns:a="http://schemas.openxmlformats.org/drawingml/2006/main">
              <a:ext uri="{FF2B5EF4-FFF2-40B4-BE49-F238E27FC236}">
                <a16:creationId xmlns:a16="http://schemas.microsoft.com/office/drawing/2014/main" id="{26CA1432-9CAA-41A2-BE0C-2F26DDC8B1E7}"/>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uav_300m_to_satellite/seed-1/x-tick-75">
            <a:extLst xmlns:a="http://schemas.openxmlformats.org/drawingml/2006/main">
              <a:ext uri="{FF2B5EF4-FFF2-40B4-BE49-F238E27FC236}">
                <a16:creationId xmlns:a16="http://schemas.microsoft.com/office/drawing/2014/main" id="{000D6E14-8FEC-4B7C-A859-5D8F5A1C50B3}"/>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uav_300m_to_satellite/seed-1/x-label-75">
            <a:extLst xmlns:a="http://schemas.openxmlformats.org/drawingml/2006/main">
              <a:ext uri="{FF2B5EF4-FFF2-40B4-BE49-F238E27FC236}">
                <a16:creationId xmlns:a16="http://schemas.microsoft.com/office/drawing/2014/main" id="{99352C32-AAE9-45C0-94E8-6A31F18704E2}"/>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uav_300m_to_satellite/seed-1/y-grid-100">
            <a:extLst xmlns:a="http://schemas.openxmlformats.org/drawingml/2006/main">
              <a:ext uri="{FF2B5EF4-FFF2-40B4-BE49-F238E27FC236}">
                <a16:creationId xmlns:a16="http://schemas.microsoft.com/office/drawing/2014/main" id="{9E4BDAE1-5AEE-4832-A7B1-1055FF99FDEB}"/>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uav_300m_to_satellite/seed-1/y-label-100">
            <a:extLst xmlns:a="http://schemas.openxmlformats.org/drawingml/2006/main">
              <a:ext uri="{FF2B5EF4-FFF2-40B4-BE49-F238E27FC236}">
                <a16:creationId xmlns:a16="http://schemas.microsoft.com/office/drawing/2014/main" id="{D52C3592-C74C-476A-A235-0622E0B862EA}"/>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uav_300m_to_satellite/seed-1/x-tick-100">
            <a:extLst xmlns:a="http://schemas.openxmlformats.org/drawingml/2006/main">
              <a:ext uri="{FF2B5EF4-FFF2-40B4-BE49-F238E27FC236}">
                <a16:creationId xmlns:a16="http://schemas.microsoft.com/office/drawing/2014/main" id="{11ED2C01-F790-4D58-96B7-BEA22F6FA0CE}"/>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uav_300m_to_satellite/seed-1/x-label-100">
            <a:extLst xmlns:a="http://schemas.openxmlformats.org/drawingml/2006/main">
              <a:ext uri="{FF2B5EF4-FFF2-40B4-BE49-F238E27FC236}">
                <a16:creationId xmlns:a16="http://schemas.microsoft.com/office/drawing/2014/main" id="{3F020780-A66E-4AD6-9A3D-36383704AB72}"/>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uav_300m_to_satellite/seed-1/y-axis">
            <a:extLst xmlns:a="http://schemas.openxmlformats.org/drawingml/2006/main">
              <a:ext uri="{FF2B5EF4-FFF2-40B4-BE49-F238E27FC236}">
                <a16:creationId xmlns:a16="http://schemas.microsoft.com/office/drawing/2014/main" id="{E510A15E-3903-4744-B884-EFF16B8EF143}"/>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uav_300m_to_satellite/seed-1/x-axis">
            <a:extLst xmlns:a="http://schemas.openxmlformats.org/drawingml/2006/main">
              <a:ext uri="{FF2B5EF4-FFF2-40B4-BE49-F238E27FC236}">
                <a16:creationId xmlns:a16="http://schemas.microsoft.com/office/drawing/2014/main" id="{AE2A5960-0700-4BDB-B43C-F3FBDBBA60F1}"/>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uav_300m_to_satellite/sues200_uav_300m_to_satellite/seed-1/visual/segment-1-2">
            <a:extLst xmlns:a="http://schemas.openxmlformats.org/drawingml/2006/main">
              <a:ext uri="{FF2B5EF4-FFF2-40B4-BE49-F238E27FC236}">
                <a16:creationId xmlns:a16="http://schemas.microsoft.com/office/drawing/2014/main" id="{6F29CDC9-AF7B-4CFE-8B35-EC9A853CA29F}"/>
              </a:ext>
            </a:extLst>
          </p:cNvPr>
          <p:cNvSpPr>
            <a:spLocks xmlns:a="http://schemas.openxmlformats.org/drawingml/2006/main" noGrp="1"/>
          </p:cNvSpPr>
          <p:nvPr/>
        </p:nvSpPr>
        <p:spPr>
          <a:xfrm xmlns:a="http://schemas.openxmlformats.org/drawingml/2006/main" flipV="1">
            <a:off x="693420" y="2621788"/>
            <a:ext cx="160020" cy="6908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sues200_uav_300m_to_satellite/sues200_uav_300m_to_satellite/seed-1/visual/segment-2-3">
            <a:extLst xmlns:a="http://schemas.openxmlformats.org/drawingml/2006/main">
              <a:ext uri="{FF2B5EF4-FFF2-40B4-BE49-F238E27FC236}">
                <a16:creationId xmlns:a16="http://schemas.microsoft.com/office/drawing/2014/main" id="{C839247C-CEFD-4A59-ACD1-A74AE54C65FE}"/>
              </a:ext>
            </a:extLst>
          </p:cNvPr>
          <p:cNvSpPr>
            <a:spLocks xmlns:a="http://schemas.openxmlformats.org/drawingml/2006/main" noGrp="1"/>
          </p:cNvSpPr>
          <p:nvPr/>
        </p:nvSpPr>
        <p:spPr>
          <a:xfrm xmlns:a="http://schemas.openxmlformats.org/drawingml/2006/main" flipV="1">
            <a:off x="853440" y="2551261"/>
            <a:ext cx="160020" cy="7052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sues200_uav_300m_to_satellite/sues200_uav_300m_to_satellite/seed-1/visual/segment-3-4">
            <a:extLst xmlns:a="http://schemas.openxmlformats.org/drawingml/2006/main">
              <a:ext uri="{FF2B5EF4-FFF2-40B4-BE49-F238E27FC236}">
                <a16:creationId xmlns:a16="http://schemas.microsoft.com/office/drawing/2014/main" id="{4EA8EDFD-D58B-4C3F-BEF1-C7E530472D18}"/>
              </a:ext>
            </a:extLst>
          </p:cNvPr>
          <p:cNvSpPr>
            <a:spLocks xmlns:a="http://schemas.openxmlformats.org/drawingml/2006/main" noGrp="1"/>
          </p:cNvSpPr>
          <p:nvPr/>
        </p:nvSpPr>
        <p:spPr>
          <a:xfrm xmlns:a="http://schemas.openxmlformats.org/drawingml/2006/main" flipV="1">
            <a:off x="1013460" y="2458784"/>
            <a:ext cx="160020" cy="9247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sues200_uav_300m_to_satellite/sues200_uav_300m_to_satellite/seed-1/visual/segment-4-5">
            <a:extLst xmlns:a="http://schemas.openxmlformats.org/drawingml/2006/main">
              <a:ext uri="{FF2B5EF4-FFF2-40B4-BE49-F238E27FC236}">
                <a16:creationId xmlns:a16="http://schemas.microsoft.com/office/drawing/2014/main" id="{81240A9B-45C7-4E83-B0BD-13C604253690}"/>
              </a:ext>
            </a:extLst>
          </p:cNvPr>
          <p:cNvSpPr>
            <a:spLocks xmlns:a="http://schemas.openxmlformats.org/drawingml/2006/main" noGrp="1"/>
          </p:cNvSpPr>
          <p:nvPr/>
        </p:nvSpPr>
        <p:spPr>
          <a:xfrm xmlns:a="http://schemas.openxmlformats.org/drawingml/2006/main" flipV="1">
            <a:off x="1173480" y="2387752"/>
            <a:ext cx="160020" cy="7103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sues200_uav_300m_to_satellite/sues200_uav_300m_to_satellite/seed-1/visual/segment-5-6">
            <a:extLst xmlns:a="http://schemas.openxmlformats.org/drawingml/2006/main">
              <a:ext uri="{FF2B5EF4-FFF2-40B4-BE49-F238E27FC236}">
                <a16:creationId xmlns:a16="http://schemas.microsoft.com/office/drawing/2014/main" id="{1D1C97C8-C178-495A-B823-ABA4F2B25A02}"/>
              </a:ext>
            </a:extLst>
          </p:cNvPr>
          <p:cNvSpPr>
            <a:spLocks xmlns:a="http://schemas.openxmlformats.org/drawingml/2006/main" noGrp="1"/>
          </p:cNvSpPr>
          <p:nvPr/>
        </p:nvSpPr>
        <p:spPr>
          <a:xfrm xmlns:a="http://schemas.openxmlformats.org/drawingml/2006/main" flipV="1">
            <a:off x="1333500" y="2322407"/>
            <a:ext cx="160020" cy="6534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sues200_uav_300m_to_satellite/sues200_uav_300m_to_satellite/seed-1/visual/segment-6-7">
            <a:extLst xmlns:a="http://schemas.openxmlformats.org/drawingml/2006/main">
              <a:ext uri="{FF2B5EF4-FFF2-40B4-BE49-F238E27FC236}">
                <a16:creationId xmlns:a16="http://schemas.microsoft.com/office/drawing/2014/main" id="{9B003975-A775-4CFD-BC48-88466D165668}"/>
              </a:ext>
            </a:extLst>
          </p:cNvPr>
          <p:cNvSpPr>
            <a:spLocks xmlns:a="http://schemas.openxmlformats.org/drawingml/2006/main" noGrp="1"/>
          </p:cNvSpPr>
          <p:nvPr/>
        </p:nvSpPr>
        <p:spPr>
          <a:xfrm xmlns:a="http://schemas.openxmlformats.org/drawingml/2006/main" flipV="1">
            <a:off x="1493520" y="2259076"/>
            <a:ext cx="160020" cy="6333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sues200_uav_300m_to_satellite/sues200_uav_300m_to_satellite/seed-1/visual/segment-7-8">
            <a:extLst xmlns:a="http://schemas.openxmlformats.org/drawingml/2006/main">
              <a:ext uri="{FF2B5EF4-FFF2-40B4-BE49-F238E27FC236}">
                <a16:creationId xmlns:a16="http://schemas.microsoft.com/office/drawing/2014/main" id="{17D74C9D-0063-4422-8DE6-62B573ECF4EF}"/>
              </a:ext>
            </a:extLst>
          </p:cNvPr>
          <p:cNvSpPr>
            <a:spLocks xmlns:a="http://schemas.openxmlformats.org/drawingml/2006/main" noGrp="1"/>
          </p:cNvSpPr>
          <p:nvPr/>
        </p:nvSpPr>
        <p:spPr>
          <a:xfrm xmlns:a="http://schemas.openxmlformats.org/drawingml/2006/main" flipV="1">
            <a:off x="1653540" y="2206180"/>
            <a:ext cx="160020" cy="5289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sues200_uav_300m_to_satellite/sues200_uav_300m_to_satellite/seed-1/visual/segment-8-9">
            <a:extLst xmlns:a="http://schemas.openxmlformats.org/drawingml/2006/main">
              <a:ext uri="{FF2B5EF4-FFF2-40B4-BE49-F238E27FC236}">
                <a16:creationId xmlns:a16="http://schemas.microsoft.com/office/drawing/2014/main" id="{7234CC6D-BE61-48BC-9BBD-F1F223C88A13}"/>
              </a:ext>
            </a:extLst>
          </p:cNvPr>
          <p:cNvSpPr>
            <a:spLocks xmlns:a="http://schemas.openxmlformats.org/drawingml/2006/main" noGrp="1"/>
          </p:cNvSpPr>
          <p:nvPr/>
        </p:nvSpPr>
        <p:spPr>
          <a:xfrm xmlns:a="http://schemas.openxmlformats.org/drawingml/2006/main" flipV="1">
            <a:off x="1813560" y="2167438"/>
            <a:ext cx="160020" cy="3874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sues200_uav_300m_to_satellite/sues200_uav_300m_to_satellite/seed-1/visual/segment-9-10">
            <a:extLst xmlns:a="http://schemas.openxmlformats.org/drawingml/2006/main">
              <a:ext uri="{FF2B5EF4-FFF2-40B4-BE49-F238E27FC236}">
                <a16:creationId xmlns:a16="http://schemas.microsoft.com/office/drawing/2014/main" id="{50B9971B-5652-4182-A3DC-D305A827419C}"/>
              </a:ext>
            </a:extLst>
          </p:cNvPr>
          <p:cNvSpPr>
            <a:spLocks xmlns:a="http://schemas.openxmlformats.org/drawingml/2006/main" noGrp="1"/>
          </p:cNvSpPr>
          <p:nvPr/>
        </p:nvSpPr>
        <p:spPr>
          <a:xfrm xmlns:a="http://schemas.openxmlformats.org/drawingml/2006/main" flipV="1">
            <a:off x="1973580" y="2115287"/>
            <a:ext cx="160020" cy="5215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sues200_uav_300m_to_satellite/sues200_uav_300m_to_satellite/seed-1/visual/point-1">
            <a:extLst xmlns:a="http://schemas.openxmlformats.org/drawingml/2006/main">
              <a:ext uri="{FF2B5EF4-FFF2-40B4-BE49-F238E27FC236}">
                <a16:creationId xmlns:a16="http://schemas.microsoft.com/office/drawing/2014/main" id="{D351ABA6-E291-4771-B08F-77C247D06065}"/>
              </a:ext>
            </a:extLst>
          </p:cNvPr>
          <p:cNvSpPr>
            <a:spLocks xmlns:a="http://schemas.openxmlformats.org/drawingml/2006/main" noGrp="1"/>
          </p:cNvSpPr>
          <p:nvPr/>
        </p:nvSpPr>
        <p:spPr>
          <a:xfrm xmlns:a="http://schemas.openxmlformats.org/drawingml/2006/main">
            <a:off x="669925" y="266738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sues200_uav_300m_to_satellite/sues200_uav_300m_to_satellite/seed-1/visual/point-2">
            <a:extLst xmlns:a="http://schemas.openxmlformats.org/drawingml/2006/main">
              <a:ext uri="{FF2B5EF4-FFF2-40B4-BE49-F238E27FC236}">
                <a16:creationId xmlns:a16="http://schemas.microsoft.com/office/drawing/2014/main" id="{00771328-9425-4079-AF8C-D9CEAA662799}"/>
              </a:ext>
            </a:extLst>
          </p:cNvPr>
          <p:cNvSpPr>
            <a:spLocks xmlns:a="http://schemas.openxmlformats.org/drawingml/2006/main" noGrp="1"/>
          </p:cNvSpPr>
          <p:nvPr/>
        </p:nvSpPr>
        <p:spPr>
          <a:xfrm xmlns:a="http://schemas.openxmlformats.org/drawingml/2006/main">
            <a:off x="829945" y="259829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sues200_uav_300m_to_satellite/sues200_uav_300m_to_satellite/seed-1/visual/point-3">
            <a:extLst xmlns:a="http://schemas.openxmlformats.org/drawingml/2006/main">
              <a:ext uri="{FF2B5EF4-FFF2-40B4-BE49-F238E27FC236}">
                <a16:creationId xmlns:a16="http://schemas.microsoft.com/office/drawing/2014/main" id="{07528514-4FEE-447D-9AFF-AFFFC436F5CE}"/>
              </a:ext>
            </a:extLst>
          </p:cNvPr>
          <p:cNvSpPr>
            <a:spLocks xmlns:a="http://schemas.openxmlformats.org/drawingml/2006/main" noGrp="1"/>
          </p:cNvSpPr>
          <p:nvPr/>
        </p:nvSpPr>
        <p:spPr>
          <a:xfrm xmlns:a="http://schemas.openxmlformats.org/drawingml/2006/main">
            <a:off x="989965" y="2527766"/>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sues200_uav_300m_to_satellite/sues200_uav_300m_to_satellite/seed-1/visual/point-4">
            <a:extLst xmlns:a="http://schemas.openxmlformats.org/drawingml/2006/main">
              <a:ext uri="{FF2B5EF4-FFF2-40B4-BE49-F238E27FC236}">
                <a16:creationId xmlns:a16="http://schemas.microsoft.com/office/drawing/2014/main" id="{B7AC986A-FCE2-42AB-BAE1-7BDD91DB1FF3}"/>
              </a:ext>
            </a:extLst>
          </p:cNvPr>
          <p:cNvSpPr>
            <a:spLocks xmlns:a="http://schemas.openxmlformats.org/drawingml/2006/main" noGrp="1"/>
          </p:cNvSpPr>
          <p:nvPr/>
        </p:nvSpPr>
        <p:spPr>
          <a:xfrm xmlns:a="http://schemas.openxmlformats.org/drawingml/2006/main">
            <a:off x="1149985" y="243528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sues200_uav_300m_to_satellite/sues200_uav_300m_to_satellite/seed-1/visual/point-5">
            <a:extLst xmlns:a="http://schemas.openxmlformats.org/drawingml/2006/main">
              <a:ext uri="{FF2B5EF4-FFF2-40B4-BE49-F238E27FC236}">
                <a16:creationId xmlns:a16="http://schemas.microsoft.com/office/drawing/2014/main" id="{CDD0EEC3-175D-4592-8EB3-38D0E170AD15}"/>
              </a:ext>
            </a:extLst>
          </p:cNvPr>
          <p:cNvSpPr>
            <a:spLocks xmlns:a="http://schemas.openxmlformats.org/drawingml/2006/main" noGrp="1"/>
          </p:cNvSpPr>
          <p:nvPr/>
        </p:nvSpPr>
        <p:spPr>
          <a:xfrm xmlns:a="http://schemas.openxmlformats.org/drawingml/2006/main">
            <a:off x="1310005" y="236425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sues200_uav_300m_to_satellite/sues200_uav_300m_to_satellite/seed-1/visual/point-6">
            <a:extLst xmlns:a="http://schemas.openxmlformats.org/drawingml/2006/main">
              <a:ext uri="{FF2B5EF4-FFF2-40B4-BE49-F238E27FC236}">
                <a16:creationId xmlns:a16="http://schemas.microsoft.com/office/drawing/2014/main" id="{4082D4CC-5E97-4C35-A9E2-275EB2BF0D1F}"/>
              </a:ext>
            </a:extLst>
          </p:cNvPr>
          <p:cNvSpPr>
            <a:spLocks xmlns:a="http://schemas.openxmlformats.org/drawingml/2006/main" noGrp="1"/>
          </p:cNvSpPr>
          <p:nvPr/>
        </p:nvSpPr>
        <p:spPr>
          <a:xfrm xmlns:a="http://schemas.openxmlformats.org/drawingml/2006/main">
            <a:off x="1470025" y="229891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sues200_uav_300m_to_satellite/sues200_uav_300m_to_satellite/seed-1/visual/point-7">
            <a:extLst xmlns:a="http://schemas.openxmlformats.org/drawingml/2006/main">
              <a:ext uri="{FF2B5EF4-FFF2-40B4-BE49-F238E27FC236}">
                <a16:creationId xmlns:a16="http://schemas.microsoft.com/office/drawing/2014/main" id="{3CF1EA8B-124E-47B9-9119-0FB775F0A821}"/>
              </a:ext>
            </a:extLst>
          </p:cNvPr>
          <p:cNvSpPr>
            <a:spLocks xmlns:a="http://schemas.openxmlformats.org/drawingml/2006/main" noGrp="1"/>
          </p:cNvSpPr>
          <p:nvPr/>
        </p:nvSpPr>
        <p:spPr>
          <a:xfrm xmlns:a="http://schemas.openxmlformats.org/drawingml/2006/main">
            <a:off x="1630045" y="223558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sues200_uav_300m_to_satellite/sues200_uav_300m_to_satellite/seed-1/visual/point-8">
            <a:extLst xmlns:a="http://schemas.openxmlformats.org/drawingml/2006/main">
              <a:ext uri="{FF2B5EF4-FFF2-40B4-BE49-F238E27FC236}">
                <a16:creationId xmlns:a16="http://schemas.microsoft.com/office/drawing/2014/main" id="{26B0596A-51E6-4EF7-9AD2-2410030F0621}"/>
              </a:ext>
            </a:extLst>
          </p:cNvPr>
          <p:cNvSpPr>
            <a:spLocks xmlns:a="http://schemas.openxmlformats.org/drawingml/2006/main" noGrp="1"/>
          </p:cNvSpPr>
          <p:nvPr/>
        </p:nvSpPr>
        <p:spPr>
          <a:xfrm xmlns:a="http://schemas.openxmlformats.org/drawingml/2006/main">
            <a:off x="1790065" y="218268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sues200_uav_300m_to_satellite/sues200_uav_300m_to_satellite/seed-1/visual/point-9">
            <a:extLst xmlns:a="http://schemas.openxmlformats.org/drawingml/2006/main">
              <a:ext uri="{FF2B5EF4-FFF2-40B4-BE49-F238E27FC236}">
                <a16:creationId xmlns:a16="http://schemas.microsoft.com/office/drawing/2014/main" id="{931204BC-9892-441A-B31C-AA1A941BAAB2}"/>
              </a:ext>
            </a:extLst>
          </p:cNvPr>
          <p:cNvSpPr>
            <a:spLocks xmlns:a="http://schemas.openxmlformats.org/drawingml/2006/main" noGrp="1"/>
          </p:cNvSpPr>
          <p:nvPr/>
        </p:nvSpPr>
        <p:spPr>
          <a:xfrm xmlns:a="http://schemas.openxmlformats.org/drawingml/2006/main">
            <a:off x="1950085" y="214394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sues200_uav_300m_to_satellite/sues200_uav_300m_to_satellite/seed-1/visual/point-10">
            <a:extLst xmlns:a="http://schemas.openxmlformats.org/drawingml/2006/main">
              <a:ext uri="{FF2B5EF4-FFF2-40B4-BE49-F238E27FC236}">
                <a16:creationId xmlns:a16="http://schemas.microsoft.com/office/drawing/2014/main" id="{B1717928-10F6-4444-BE29-88AC67EF0D6B}"/>
              </a:ext>
            </a:extLst>
          </p:cNvPr>
          <p:cNvSpPr>
            <a:spLocks xmlns:a="http://schemas.openxmlformats.org/drawingml/2006/main" noGrp="1"/>
          </p:cNvSpPr>
          <p:nvPr/>
        </p:nvSpPr>
        <p:spPr>
          <a:xfrm xmlns:a="http://schemas.openxmlformats.org/drawingml/2006/main">
            <a:off x="2110105" y="209179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sues200_uav_300m_to_satellite/seed-1/visual/AURC">
            <a:extLst xmlns:a="http://schemas.openxmlformats.org/drawingml/2006/main">
              <a:ext uri="{FF2B5EF4-FFF2-40B4-BE49-F238E27FC236}">
                <a16:creationId xmlns:a16="http://schemas.microsoft.com/office/drawing/2014/main" id="{95CFE2F4-29ED-4856-A7D2-808FA8338450}"/>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0.3332</a:t>
            </a:r>
          </a:p>
        </p:txBody>
      </p:sp>
      <p:sp>
        <p:nvSpPr>
          <p:cNvPr id="51" name="sues200_uav_300m_to_satellite/sues200_uav_300m_to_satellite/seed-1/full/segment-1-2">
            <a:extLst xmlns:a="http://schemas.openxmlformats.org/drawingml/2006/main">
              <a:ext uri="{FF2B5EF4-FFF2-40B4-BE49-F238E27FC236}">
                <a16:creationId xmlns:a16="http://schemas.microsoft.com/office/drawing/2014/main" id="{1F3720EF-40A7-49EA-8A61-F55EFF97886B}"/>
              </a:ext>
            </a:extLst>
          </p:cNvPr>
          <p:cNvSpPr>
            <a:spLocks xmlns:a="http://schemas.openxmlformats.org/drawingml/2006/main" noGrp="1"/>
          </p:cNvSpPr>
          <p:nvPr/>
        </p:nvSpPr>
        <p:spPr>
          <a:xfrm xmlns:a="http://schemas.openxmlformats.org/drawingml/2006/main" flipV="1">
            <a:off x="693420" y="2215896"/>
            <a:ext cx="160020" cy="3886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sues200_uav_300m_to_satellite/sues200_uav_300m_to_satellite/seed-1/full/segment-2-3">
            <a:extLst xmlns:a="http://schemas.openxmlformats.org/drawingml/2006/main">
              <a:ext uri="{FF2B5EF4-FFF2-40B4-BE49-F238E27FC236}">
                <a16:creationId xmlns:a16="http://schemas.microsoft.com/office/drawing/2014/main" id="{2E824966-9CC0-4DC2-8A59-B82FA661031B}"/>
              </a:ext>
            </a:extLst>
          </p:cNvPr>
          <p:cNvSpPr>
            <a:spLocks xmlns:a="http://schemas.openxmlformats.org/drawingml/2006/main" noGrp="1"/>
          </p:cNvSpPr>
          <p:nvPr/>
        </p:nvSpPr>
        <p:spPr>
          <a:xfrm xmlns:a="http://schemas.openxmlformats.org/drawingml/2006/main" flipV="1">
            <a:off x="853440" y="2168398"/>
            <a:ext cx="160020" cy="47498"/>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sues200_uav_300m_to_satellite/sues200_uav_300m_to_satellite/seed-1/full/segment-3-4">
            <a:extLst xmlns:a="http://schemas.openxmlformats.org/drawingml/2006/main">
              <a:ext uri="{FF2B5EF4-FFF2-40B4-BE49-F238E27FC236}">
                <a16:creationId xmlns:a16="http://schemas.microsoft.com/office/drawing/2014/main" id="{0F222513-1409-4CBC-928E-170E5EB381C5}"/>
              </a:ext>
            </a:extLst>
          </p:cNvPr>
          <p:cNvSpPr>
            <a:spLocks xmlns:a="http://schemas.openxmlformats.org/drawingml/2006/main" noGrp="1"/>
          </p:cNvSpPr>
          <p:nvPr/>
        </p:nvSpPr>
        <p:spPr>
          <a:xfrm xmlns:a="http://schemas.openxmlformats.org/drawingml/2006/main" flipV="1">
            <a:off x="1013460" y="2111185"/>
            <a:ext cx="160020" cy="5721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sues200_uav_300m_to_satellite/sues200_uav_300m_to_satellite/seed-1/full/segment-4-5">
            <a:extLst xmlns:a="http://schemas.openxmlformats.org/drawingml/2006/main">
              <a:ext uri="{FF2B5EF4-FFF2-40B4-BE49-F238E27FC236}">
                <a16:creationId xmlns:a16="http://schemas.microsoft.com/office/drawing/2014/main" id="{F50391BF-94E0-412D-9A54-8B249FABE955}"/>
              </a:ext>
            </a:extLst>
          </p:cNvPr>
          <p:cNvSpPr>
            <a:spLocks xmlns:a="http://schemas.openxmlformats.org/drawingml/2006/main" noGrp="1"/>
          </p:cNvSpPr>
          <p:nvPr/>
        </p:nvSpPr>
        <p:spPr>
          <a:xfrm xmlns:a="http://schemas.openxmlformats.org/drawingml/2006/main" flipV="1">
            <a:off x="1173480" y="2064766"/>
            <a:ext cx="160020" cy="4641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sues200_uav_300m_to_satellite/sues200_uav_300m_to_satellite/seed-1/full/segment-5-6">
            <a:extLst xmlns:a="http://schemas.openxmlformats.org/drawingml/2006/main">
              <a:ext uri="{FF2B5EF4-FFF2-40B4-BE49-F238E27FC236}">
                <a16:creationId xmlns:a16="http://schemas.microsoft.com/office/drawing/2014/main" id="{C2D1116D-4183-4BAA-AD2E-F3E0FEE75181}"/>
              </a:ext>
            </a:extLst>
          </p:cNvPr>
          <p:cNvSpPr>
            <a:spLocks xmlns:a="http://schemas.openxmlformats.org/drawingml/2006/main" noGrp="1"/>
          </p:cNvSpPr>
          <p:nvPr/>
        </p:nvSpPr>
        <p:spPr>
          <a:xfrm xmlns:a="http://schemas.openxmlformats.org/drawingml/2006/main" flipV="1">
            <a:off x="1333500" y="2033101"/>
            <a:ext cx="160020" cy="3166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sues200_uav_300m_to_satellite/sues200_uav_300m_to_satellite/seed-1/full/segment-6-7">
            <a:extLst xmlns:a="http://schemas.openxmlformats.org/drawingml/2006/main">
              <a:ext uri="{FF2B5EF4-FFF2-40B4-BE49-F238E27FC236}">
                <a16:creationId xmlns:a16="http://schemas.microsoft.com/office/drawing/2014/main" id="{32D23371-B514-4530-9EF4-54337EF45DAA}"/>
              </a:ext>
            </a:extLst>
          </p:cNvPr>
          <p:cNvSpPr>
            <a:spLocks xmlns:a="http://schemas.openxmlformats.org/drawingml/2006/main" noGrp="1"/>
          </p:cNvSpPr>
          <p:nvPr/>
        </p:nvSpPr>
        <p:spPr>
          <a:xfrm xmlns:a="http://schemas.openxmlformats.org/drawingml/2006/main" flipV="1">
            <a:off x="1493520" y="2006165"/>
            <a:ext cx="160020" cy="2693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sues200_uav_300m_to_satellite/sues200_uav_300m_to_satellite/seed-1/full/segment-7-8">
            <a:extLst xmlns:a="http://schemas.openxmlformats.org/drawingml/2006/main">
              <a:ext uri="{FF2B5EF4-FFF2-40B4-BE49-F238E27FC236}">
                <a16:creationId xmlns:a16="http://schemas.microsoft.com/office/drawing/2014/main" id="{FC2AE1B6-5F94-4846-8769-E9615C116078}"/>
              </a:ext>
            </a:extLst>
          </p:cNvPr>
          <p:cNvSpPr>
            <a:spLocks xmlns:a="http://schemas.openxmlformats.org/drawingml/2006/main" noGrp="1"/>
          </p:cNvSpPr>
          <p:nvPr/>
        </p:nvSpPr>
        <p:spPr>
          <a:xfrm xmlns:a="http://schemas.openxmlformats.org/drawingml/2006/main" flipV="1">
            <a:off x="1653540" y="1979486"/>
            <a:ext cx="160020" cy="2667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sues200_uav_300m_to_satellite/sues200_uav_300m_to_satellite/seed-1/full/segment-8-9">
            <a:extLst xmlns:a="http://schemas.openxmlformats.org/drawingml/2006/main">
              <a:ext uri="{FF2B5EF4-FFF2-40B4-BE49-F238E27FC236}">
                <a16:creationId xmlns:a16="http://schemas.microsoft.com/office/drawing/2014/main" id="{2DC71473-EA64-4D94-A59D-B3B04C20F498}"/>
              </a:ext>
            </a:extLst>
          </p:cNvPr>
          <p:cNvSpPr>
            <a:spLocks xmlns:a="http://schemas.openxmlformats.org/drawingml/2006/main" noGrp="1"/>
          </p:cNvSpPr>
          <p:nvPr/>
        </p:nvSpPr>
        <p:spPr>
          <a:xfrm xmlns:a="http://schemas.openxmlformats.org/drawingml/2006/main" flipV="1">
            <a:off x="1813560" y="1956816"/>
            <a:ext cx="160020" cy="2267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sues200_uav_300m_to_satellite/sues200_uav_300m_to_satellite/seed-1/full/segment-9-10">
            <a:extLst xmlns:a="http://schemas.openxmlformats.org/drawingml/2006/main">
              <a:ext uri="{FF2B5EF4-FFF2-40B4-BE49-F238E27FC236}">
                <a16:creationId xmlns:a16="http://schemas.microsoft.com/office/drawing/2014/main" id="{6662094D-03CB-4227-96B1-F6B2177A816F}"/>
              </a:ext>
            </a:extLst>
          </p:cNvPr>
          <p:cNvSpPr>
            <a:spLocks xmlns:a="http://schemas.openxmlformats.org/drawingml/2006/main" noGrp="1"/>
          </p:cNvSpPr>
          <p:nvPr/>
        </p:nvSpPr>
        <p:spPr>
          <a:xfrm xmlns:a="http://schemas.openxmlformats.org/drawingml/2006/main" flipV="1">
            <a:off x="1973580" y="1927022"/>
            <a:ext cx="160020" cy="2979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sues200_uav_300m_to_satellite/sues200_uav_300m_to_satellite/seed-1/full/point-1">
            <a:extLst xmlns:a="http://schemas.openxmlformats.org/drawingml/2006/main">
              <a:ext uri="{FF2B5EF4-FFF2-40B4-BE49-F238E27FC236}">
                <a16:creationId xmlns:a16="http://schemas.microsoft.com/office/drawing/2014/main" id="{D5792DE1-4BC0-4095-9DEE-A111DD8DF4DA}"/>
              </a:ext>
            </a:extLst>
          </p:cNvPr>
          <p:cNvSpPr>
            <a:spLocks xmlns:a="http://schemas.openxmlformats.org/drawingml/2006/main" noGrp="1"/>
          </p:cNvSpPr>
          <p:nvPr/>
        </p:nvSpPr>
        <p:spPr>
          <a:xfrm xmlns:a="http://schemas.openxmlformats.org/drawingml/2006/main">
            <a:off x="669925" y="223126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sues200_uav_300m_to_satellite/sues200_uav_300m_to_satellite/seed-1/full/point-2">
            <a:extLst xmlns:a="http://schemas.openxmlformats.org/drawingml/2006/main">
              <a:ext uri="{FF2B5EF4-FFF2-40B4-BE49-F238E27FC236}">
                <a16:creationId xmlns:a16="http://schemas.microsoft.com/office/drawing/2014/main" id="{4419587E-067B-476D-B2A2-B896DA8C5813}"/>
              </a:ext>
            </a:extLst>
          </p:cNvPr>
          <p:cNvSpPr>
            <a:spLocks xmlns:a="http://schemas.openxmlformats.org/drawingml/2006/main" noGrp="1"/>
          </p:cNvSpPr>
          <p:nvPr/>
        </p:nvSpPr>
        <p:spPr>
          <a:xfrm xmlns:a="http://schemas.openxmlformats.org/drawingml/2006/main">
            <a:off x="829945" y="219240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sues200_uav_300m_to_satellite/sues200_uav_300m_to_satellite/seed-1/full/point-3">
            <a:extLst xmlns:a="http://schemas.openxmlformats.org/drawingml/2006/main">
              <a:ext uri="{FF2B5EF4-FFF2-40B4-BE49-F238E27FC236}">
                <a16:creationId xmlns:a16="http://schemas.microsoft.com/office/drawing/2014/main" id="{02F5DEC5-4C6A-41B2-866E-6DC35DDA88CF}"/>
              </a:ext>
            </a:extLst>
          </p:cNvPr>
          <p:cNvSpPr>
            <a:spLocks xmlns:a="http://schemas.openxmlformats.org/drawingml/2006/main" noGrp="1"/>
          </p:cNvSpPr>
          <p:nvPr/>
        </p:nvSpPr>
        <p:spPr>
          <a:xfrm xmlns:a="http://schemas.openxmlformats.org/drawingml/2006/main">
            <a:off x="989965" y="214490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sues200_uav_300m_to_satellite/sues200_uav_300m_to_satellite/seed-1/full/point-4">
            <a:extLst xmlns:a="http://schemas.openxmlformats.org/drawingml/2006/main">
              <a:ext uri="{FF2B5EF4-FFF2-40B4-BE49-F238E27FC236}">
                <a16:creationId xmlns:a16="http://schemas.microsoft.com/office/drawing/2014/main" id="{933684EA-B066-46DA-8ED5-7C3325A8AE95}"/>
              </a:ext>
            </a:extLst>
          </p:cNvPr>
          <p:cNvSpPr>
            <a:spLocks xmlns:a="http://schemas.openxmlformats.org/drawingml/2006/main" noGrp="1"/>
          </p:cNvSpPr>
          <p:nvPr/>
        </p:nvSpPr>
        <p:spPr>
          <a:xfrm xmlns:a="http://schemas.openxmlformats.org/drawingml/2006/main">
            <a:off x="1149985" y="208769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sues200_uav_300m_to_satellite/sues200_uav_300m_to_satellite/seed-1/full/point-5">
            <a:extLst xmlns:a="http://schemas.openxmlformats.org/drawingml/2006/main">
              <a:ext uri="{FF2B5EF4-FFF2-40B4-BE49-F238E27FC236}">
                <a16:creationId xmlns:a16="http://schemas.microsoft.com/office/drawing/2014/main" id="{22BD5637-9E0F-4C72-9CC2-176370AF0528}"/>
              </a:ext>
            </a:extLst>
          </p:cNvPr>
          <p:cNvSpPr>
            <a:spLocks xmlns:a="http://schemas.openxmlformats.org/drawingml/2006/main" noGrp="1"/>
          </p:cNvSpPr>
          <p:nvPr/>
        </p:nvSpPr>
        <p:spPr>
          <a:xfrm xmlns:a="http://schemas.openxmlformats.org/drawingml/2006/main">
            <a:off x="1310005" y="204127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sues200_uav_300m_to_satellite/sues200_uav_300m_to_satellite/seed-1/full/point-6">
            <a:extLst xmlns:a="http://schemas.openxmlformats.org/drawingml/2006/main">
              <a:ext uri="{FF2B5EF4-FFF2-40B4-BE49-F238E27FC236}">
                <a16:creationId xmlns:a16="http://schemas.microsoft.com/office/drawing/2014/main" id="{A10DA42A-557C-4960-8534-2A67BC76C531}"/>
              </a:ext>
            </a:extLst>
          </p:cNvPr>
          <p:cNvSpPr>
            <a:spLocks xmlns:a="http://schemas.openxmlformats.org/drawingml/2006/main" noGrp="1"/>
          </p:cNvSpPr>
          <p:nvPr/>
        </p:nvSpPr>
        <p:spPr>
          <a:xfrm xmlns:a="http://schemas.openxmlformats.org/drawingml/2006/main">
            <a:off x="1470025" y="200960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sues200_uav_300m_to_satellite/sues200_uav_300m_to_satellite/seed-1/full/point-7">
            <a:extLst xmlns:a="http://schemas.openxmlformats.org/drawingml/2006/main">
              <a:ext uri="{FF2B5EF4-FFF2-40B4-BE49-F238E27FC236}">
                <a16:creationId xmlns:a16="http://schemas.microsoft.com/office/drawing/2014/main" id="{74B371C5-63E2-4840-881B-4CFF6AE130DD}"/>
              </a:ext>
            </a:extLst>
          </p:cNvPr>
          <p:cNvSpPr>
            <a:spLocks xmlns:a="http://schemas.openxmlformats.org/drawingml/2006/main" noGrp="1"/>
          </p:cNvSpPr>
          <p:nvPr/>
        </p:nvSpPr>
        <p:spPr>
          <a:xfrm xmlns:a="http://schemas.openxmlformats.org/drawingml/2006/main">
            <a:off x="1630045" y="198267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sues200_uav_300m_to_satellite/sues200_uav_300m_to_satellite/seed-1/full/point-8">
            <a:extLst xmlns:a="http://schemas.openxmlformats.org/drawingml/2006/main">
              <a:ext uri="{FF2B5EF4-FFF2-40B4-BE49-F238E27FC236}">
                <a16:creationId xmlns:a16="http://schemas.microsoft.com/office/drawing/2014/main" id="{EBBC392C-79B7-4EF1-9784-4049D8363133}"/>
              </a:ext>
            </a:extLst>
          </p:cNvPr>
          <p:cNvSpPr>
            <a:spLocks xmlns:a="http://schemas.openxmlformats.org/drawingml/2006/main" noGrp="1"/>
          </p:cNvSpPr>
          <p:nvPr/>
        </p:nvSpPr>
        <p:spPr>
          <a:xfrm xmlns:a="http://schemas.openxmlformats.org/drawingml/2006/main">
            <a:off x="1790065" y="195599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sues200_uav_300m_to_satellite/sues200_uav_300m_to_satellite/seed-1/full/point-9">
            <a:extLst xmlns:a="http://schemas.openxmlformats.org/drawingml/2006/main">
              <a:ext uri="{FF2B5EF4-FFF2-40B4-BE49-F238E27FC236}">
                <a16:creationId xmlns:a16="http://schemas.microsoft.com/office/drawing/2014/main" id="{4F14B0BD-A52F-44CE-ADA3-69960AB508EA}"/>
              </a:ext>
            </a:extLst>
          </p:cNvPr>
          <p:cNvSpPr>
            <a:spLocks xmlns:a="http://schemas.openxmlformats.org/drawingml/2006/main" noGrp="1"/>
          </p:cNvSpPr>
          <p:nvPr/>
        </p:nvSpPr>
        <p:spPr>
          <a:xfrm xmlns:a="http://schemas.openxmlformats.org/drawingml/2006/main">
            <a:off x="1950085" y="1933321"/>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sues200_uav_300m_to_satellite/sues200_uav_300m_to_satellite/seed-1/full/point-10">
            <a:extLst xmlns:a="http://schemas.openxmlformats.org/drawingml/2006/main">
              <a:ext uri="{FF2B5EF4-FFF2-40B4-BE49-F238E27FC236}">
                <a16:creationId xmlns:a16="http://schemas.microsoft.com/office/drawing/2014/main" id="{56F3B835-5D64-461F-9D72-39866707DCA7}"/>
              </a:ext>
            </a:extLst>
          </p:cNvPr>
          <p:cNvSpPr>
            <a:spLocks xmlns:a="http://schemas.openxmlformats.org/drawingml/2006/main" noGrp="1"/>
          </p:cNvSpPr>
          <p:nvPr/>
        </p:nvSpPr>
        <p:spPr>
          <a:xfrm xmlns:a="http://schemas.openxmlformats.org/drawingml/2006/main">
            <a:off x="2110105" y="190352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sues200_uav_300m_to_satellite/seed-1/full/AURC">
            <a:extLst xmlns:a="http://schemas.openxmlformats.org/drawingml/2006/main">
              <a:ext uri="{FF2B5EF4-FFF2-40B4-BE49-F238E27FC236}">
                <a16:creationId xmlns:a16="http://schemas.microsoft.com/office/drawing/2014/main" id="{A4B74E21-4283-4E99-9AD0-E3B264FFD6B7}"/>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0.5191</a:t>
            </a:r>
          </a:p>
        </p:txBody>
      </p:sp>
      <p:sp>
        <p:nvSpPr>
          <p:cNvPr id="71" name="sues200_uav_300m_to_satellite/seed-1/AURC-label">
            <a:extLst xmlns:a="http://schemas.openxmlformats.org/drawingml/2006/main">
              <a:ext uri="{FF2B5EF4-FFF2-40B4-BE49-F238E27FC236}">
                <a16:creationId xmlns:a16="http://schemas.microsoft.com/office/drawing/2014/main" id="{01EF497D-BC20-4C07-A4A9-FDD77749ABBA}"/>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sues200_uav_300m_to_satellite/seed-2/heading">
            <a:extLst xmlns:a="http://schemas.openxmlformats.org/drawingml/2006/main">
              <a:ext uri="{FF2B5EF4-FFF2-40B4-BE49-F238E27FC236}">
                <a16:creationId xmlns:a16="http://schemas.microsoft.com/office/drawing/2014/main" id="{0A752AF7-4F42-470B-9030-C9E064A1ECBA}"/>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sues200_uav_300m_to_satellite/seed-2/y-grid-0">
            <a:extLst xmlns:a="http://schemas.openxmlformats.org/drawingml/2006/main">
              <a:ext uri="{FF2B5EF4-FFF2-40B4-BE49-F238E27FC236}">
                <a16:creationId xmlns:a16="http://schemas.microsoft.com/office/drawing/2014/main" id="{157E54F4-203D-4A75-821C-A6B40A1E1D83}"/>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sues200_uav_300m_to_satellite/seed-2/y-label-0">
            <a:extLst xmlns:a="http://schemas.openxmlformats.org/drawingml/2006/main">
              <a:ext uri="{FF2B5EF4-FFF2-40B4-BE49-F238E27FC236}">
                <a16:creationId xmlns:a16="http://schemas.microsoft.com/office/drawing/2014/main" id="{095367F5-A50F-4187-8A85-3FA94B1D6216}"/>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sues200_uav_300m_to_satellite/seed-2/x-tick-0">
            <a:extLst xmlns:a="http://schemas.openxmlformats.org/drawingml/2006/main">
              <a:ext uri="{FF2B5EF4-FFF2-40B4-BE49-F238E27FC236}">
                <a16:creationId xmlns:a16="http://schemas.microsoft.com/office/drawing/2014/main" id="{0421CD6B-8DD6-4D41-9040-F1B51FECB2B3}"/>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sues200_uav_300m_to_satellite/seed-2/x-label-0">
            <a:extLst xmlns:a="http://schemas.openxmlformats.org/drawingml/2006/main">
              <a:ext uri="{FF2B5EF4-FFF2-40B4-BE49-F238E27FC236}">
                <a16:creationId xmlns:a16="http://schemas.microsoft.com/office/drawing/2014/main" id="{865089DD-B37A-4CA6-8BAD-884D1F7AC2A7}"/>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sues200_uav_300m_to_satellite/seed-2/y-grid-25">
            <a:extLst xmlns:a="http://schemas.openxmlformats.org/drawingml/2006/main">
              <a:ext uri="{FF2B5EF4-FFF2-40B4-BE49-F238E27FC236}">
                <a16:creationId xmlns:a16="http://schemas.microsoft.com/office/drawing/2014/main" id="{5CB2C848-B67F-41D3-9CC7-09E155CCB92A}"/>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sues200_uav_300m_to_satellite/seed-2/y-label-25">
            <a:extLst xmlns:a="http://schemas.openxmlformats.org/drawingml/2006/main">
              <a:ext uri="{FF2B5EF4-FFF2-40B4-BE49-F238E27FC236}">
                <a16:creationId xmlns:a16="http://schemas.microsoft.com/office/drawing/2014/main" id="{607B14AE-82B7-4C7B-A07F-4002ADC17F5B}"/>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sues200_uav_300m_to_satellite/seed-2/x-tick-25">
            <a:extLst xmlns:a="http://schemas.openxmlformats.org/drawingml/2006/main">
              <a:ext uri="{FF2B5EF4-FFF2-40B4-BE49-F238E27FC236}">
                <a16:creationId xmlns:a16="http://schemas.microsoft.com/office/drawing/2014/main" id="{B7E41470-3E10-4B2F-93CD-37DCD85636AF}"/>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sues200_uav_300m_to_satellite/seed-2/x-label-25">
            <a:extLst xmlns:a="http://schemas.openxmlformats.org/drawingml/2006/main">
              <a:ext uri="{FF2B5EF4-FFF2-40B4-BE49-F238E27FC236}">
                <a16:creationId xmlns:a16="http://schemas.microsoft.com/office/drawing/2014/main" id="{274D11A7-810B-40FC-AA31-ADDEC334E46B}"/>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sues200_uav_300m_to_satellite/seed-2/y-grid-50">
            <a:extLst xmlns:a="http://schemas.openxmlformats.org/drawingml/2006/main">
              <a:ext uri="{FF2B5EF4-FFF2-40B4-BE49-F238E27FC236}">
                <a16:creationId xmlns:a16="http://schemas.microsoft.com/office/drawing/2014/main" id="{69704AD5-9A63-4A15-B755-8B28164E5DB9}"/>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sues200_uav_300m_to_satellite/seed-2/y-label-50">
            <a:extLst xmlns:a="http://schemas.openxmlformats.org/drawingml/2006/main">
              <a:ext uri="{FF2B5EF4-FFF2-40B4-BE49-F238E27FC236}">
                <a16:creationId xmlns:a16="http://schemas.microsoft.com/office/drawing/2014/main" id="{CBFAF8EB-DC33-4EDC-9C8A-95EE23D1E701}"/>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sues200_uav_300m_to_satellite/seed-2/x-tick-50">
            <a:extLst xmlns:a="http://schemas.openxmlformats.org/drawingml/2006/main">
              <a:ext uri="{FF2B5EF4-FFF2-40B4-BE49-F238E27FC236}">
                <a16:creationId xmlns:a16="http://schemas.microsoft.com/office/drawing/2014/main" id="{F4845FBE-CD76-4111-9BA9-50683A5FD362}"/>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sues200_uav_300m_to_satellite/seed-2/x-label-50">
            <a:extLst xmlns:a="http://schemas.openxmlformats.org/drawingml/2006/main">
              <a:ext uri="{FF2B5EF4-FFF2-40B4-BE49-F238E27FC236}">
                <a16:creationId xmlns:a16="http://schemas.microsoft.com/office/drawing/2014/main" id="{B70F35EF-4030-488B-9D4B-C48810CF698C}"/>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sues200_uav_300m_to_satellite/seed-2/y-grid-75">
            <a:extLst xmlns:a="http://schemas.openxmlformats.org/drawingml/2006/main">
              <a:ext uri="{FF2B5EF4-FFF2-40B4-BE49-F238E27FC236}">
                <a16:creationId xmlns:a16="http://schemas.microsoft.com/office/drawing/2014/main" id="{8A7C1E52-9968-490D-A28A-F28E725AF25C}"/>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sues200_uav_300m_to_satellite/seed-2/y-label-75">
            <a:extLst xmlns:a="http://schemas.openxmlformats.org/drawingml/2006/main">
              <a:ext uri="{FF2B5EF4-FFF2-40B4-BE49-F238E27FC236}">
                <a16:creationId xmlns:a16="http://schemas.microsoft.com/office/drawing/2014/main" id="{9710B6C3-224C-4D69-AA39-46ECD7C74755}"/>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sues200_uav_300m_to_satellite/seed-2/x-tick-75">
            <a:extLst xmlns:a="http://schemas.openxmlformats.org/drawingml/2006/main">
              <a:ext uri="{FF2B5EF4-FFF2-40B4-BE49-F238E27FC236}">
                <a16:creationId xmlns:a16="http://schemas.microsoft.com/office/drawing/2014/main" id="{80AD65C2-9F4C-48E4-A5E8-A438DB915F73}"/>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sues200_uav_300m_to_satellite/seed-2/x-label-75">
            <a:extLst xmlns:a="http://schemas.openxmlformats.org/drawingml/2006/main">
              <a:ext uri="{FF2B5EF4-FFF2-40B4-BE49-F238E27FC236}">
                <a16:creationId xmlns:a16="http://schemas.microsoft.com/office/drawing/2014/main" id="{0340AA6E-7446-4ED5-80F3-4E4D583A3D62}"/>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sues200_uav_300m_to_satellite/seed-2/y-grid-100">
            <a:extLst xmlns:a="http://schemas.openxmlformats.org/drawingml/2006/main">
              <a:ext uri="{FF2B5EF4-FFF2-40B4-BE49-F238E27FC236}">
                <a16:creationId xmlns:a16="http://schemas.microsoft.com/office/drawing/2014/main" id="{004ABCCD-17C0-469D-B37B-FA864E69409C}"/>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uav_300m_to_satellite/seed-2/y-label-100">
            <a:extLst xmlns:a="http://schemas.openxmlformats.org/drawingml/2006/main">
              <a:ext uri="{FF2B5EF4-FFF2-40B4-BE49-F238E27FC236}">
                <a16:creationId xmlns:a16="http://schemas.microsoft.com/office/drawing/2014/main" id="{C1F6392C-F66E-461E-9149-51B2AD710FAD}"/>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sues200_uav_300m_to_satellite/seed-2/x-tick-100">
            <a:extLst xmlns:a="http://schemas.openxmlformats.org/drawingml/2006/main">
              <a:ext uri="{FF2B5EF4-FFF2-40B4-BE49-F238E27FC236}">
                <a16:creationId xmlns:a16="http://schemas.microsoft.com/office/drawing/2014/main" id="{FBA1B63E-98A1-47F4-8CE6-472CBDFAD694}"/>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uav_300m_to_satellite/seed-2/x-label-100">
            <a:extLst xmlns:a="http://schemas.openxmlformats.org/drawingml/2006/main">
              <a:ext uri="{FF2B5EF4-FFF2-40B4-BE49-F238E27FC236}">
                <a16:creationId xmlns:a16="http://schemas.microsoft.com/office/drawing/2014/main" id="{05A4E212-11A4-4962-892A-108F3877C066}"/>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sues200_uav_300m_to_satellite/seed-2/y-axis">
            <a:extLst xmlns:a="http://schemas.openxmlformats.org/drawingml/2006/main">
              <a:ext uri="{FF2B5EF4-FFF2-40B4-BE49-F238E27FC236}">
                <a16:creationId xmlns:a16="http://schemas.microsoft.com/office/drawing/2014/main" id="{93072FE4-D697-4EDC-BF50-0143E438A016}"/>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sues200_uav_300m_to_satellite/seed-2/x-axis">
            <a:extLst xmlns:a="http://schemas.openxmlformats.org/drawingml/2006/main">
              <a:ext uri="{FF2B5EF4-FFF2-40B4-BE49-F238E27FC236}">
                <a16:creationId xmlns:a16="http://schemas.microsoft.com/office/drawing/2014/main" id="{500969D9-7288-4000-999B-AE052665E3E5}"/>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sues200_uav_300m_to_satellite/sues200_uav_300m_to_satellite/seed-2/visual/segment-1-2">
            <a:extLst xmlns:a="http://schemas.openxmlformats.org/drawingml/2006/main">
              <a:ext uri="{FF2B5EF4-FFF2-40B4-BE49-F238E27FC236}">
                <a16:creationId xmlns:a16="http://schemas.microsoft.com/office/drawing/2014/main" id="{CAF1E59C-470A-4D5E-92A0-251C24CD2EDB}"/>
              </a:ext>
            </a:extLst>
          </p:cNvPr>
          <p:cNvSpPr>
            <a:spLocks xmlns:a="http://schemas.openxmlformats.org/drawingml/2006/main" noGrp="1"/>
          </p:cNvSpPr>
          <p:nvPr/>
        </p:nvSpPr>
        <p:spPr>
          <a:xfrm xmlns:a="http://schemas.openxmlformats.org/drawingml/2006/main" flipV="1">
            <a:off x="2700020" y="2604516"/>
            <a:ext cx="160020" cy="6045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sues200_uav_300m_to_satellite/sues200_uav_300m_to_satellite/seed-2/visual/segment-2-3">
            <a:extLst xmlns:a="http://schemas.openxmlformats.org/drawingml/2006/main">
              <a:ext uri="{FF2B5EF4-FFF2-40B4-BE49-F238E27FC236}">
                <a16:creationId xmlns:a16="http://schemas.microsoft.com/office/drawing/2014/main" id="{AB13AE0D-B897-41D2-9D36-B5401C133758}"/>
              </a:ext>
            </a:extLst>
          </p:cNvPr>
          <p:cNvSpPr>
            <a:spLocks xmlns:a="http://schemas.openxmlformats.org/drawingml/2006/main" noGrp="1"/>
          </p:cNvSpPr>
          <p:nvPr/>
        </p:nvSpPr>
        <p:spPr>
          <a:xfrm xmlns:a="http://schemas.openxmlformats.org/drawingml/2006/main" flipV="1">
            <a:off x="2860040" y="2516717"/>
            <a:ext cx="160020" cy="87799"/>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sues200_uav_300m_to_satellite/sues200_uav_300m_to_satellite/seed-2/visual/segment-3-4">
            <a:extLst xmlns:a="http://schemas.openxmlformats.org/drawingml/2006/main">
              <a:ext uri="{FF2B5EF4-FFF2-40B4-BE49-F238E27FC236}">
                <a16:creationId xmlns:a16="http://schemas.microsoft.com/office/drawing/2014/main" id="{DDA8DA8C-2622-4AEB-9BC2-2C6010B6D666}"/>
              </a:ext>
            </a:extLst>
          </p:cNvPr>
          <p:cNvSpPr>
            <a:spLocks xmlns:a="http://schemas.openxmlformats.org/drawingml/2006/main" noGrp="1"/>
          </p:cNvSpPr>
          <p:nvPr/>
        </p:nvSpPr>
        <p:spPr>
          <a:xfrm xmlns:a="http://schemas.openxmlformats.org/drawingml/2006/main" flipV="1">
            <a:off x="3020060" y="2435035"/>
            <a:ext cx="160020" cy="8168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sues200_uav_300m_to_satellite/sues200_uav_300m_to_satellite/seed-2/visual/segment-4-5">
            <a:extLst xmlns:a="http://schemas.openxmlformats.org/drawingml/2006/main">
              <a:ext uri="{FF2B5EF4-FFF2-40B4-BE49-F238E27FC236}">
                <a16:creationId xmlns:a16="http://schemas.microsoft.com/office/drawing/2014/main" id="{B2578F05-FFD7-4B33-88B6-79973B0AE87F}"/>
              </a:ext>
            </a:extLst>
          </p:cNvPr>
          <p:cNvSpPr>
            <a:spLocks xmlns:a="http://schemas.openxmlformats.org/drawingml/2006/main" noGrp="1"/>
          </p:cNvSpPr>
          <p:nvPr/>
        </p:nvSpPr>
        <p:spPr>
          <a:xfrm xmlns:a="http://schemas.openxmlformats.org/drawingml/2006/main" flipV="1">
            <a:off x="3180080" y="2371344"/>
            <a:ext cx="160020" cy="6369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sues200_uav_300m_to_satellite/sues200_uav_300m_to_satellite/seed-2/visual/segment-5-6">
            <a:extLst xmlns:a="http://schemas.openxmlformats.org/drawingml/2006/main">
              <a:ext uri="{FF2B5EF4-FFF2-40B4-BE49-F238E27FC236}">
                <a16:creationId xmlns:a16="http://schemas.microsoft.com/office/drawing/2014/main" id="{B77CC21A-087D-419D-9ABD-8448F013ABA1}"/>
              </a:ext>
            </a:extLst>
          </p:cNvPr>
          <p:cNvSpPr>
            <a:spLocks xmlns:a="http://schemas.openxmlformats.org/drawingml/2006/main" noGrp="1"/>
          </p:cNvSpPr>
          <p:nvPr/>
        </p:nvSpPr>
        <p:spPr>
          <a:xfrm xmlns:a="http://schemas.openxmlformats.org/drawingml/2006/main" flipV="1">
            <a:off x="3340100" y="2302256"/>
            <a:ext cx="160020" cy="6908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sues200_uav_300m_to_satellite/sues200_uav_300m_to_satellite/seed-2/visual/segment-6-7">
            <a:extLst xmlns:a="http://schemas.openxmlformats.org/drawingml/2006/main">
              <a:ext uri="{FF2B5EF4-FFF2-40B4-BE49-F238E27FC236}">
                <a16:creationId xmlns:a16="http://schemas.microsoft.com/office/drawing/2014/main" id="{EA9A6AC8-2DD0-4ED1-974F-9F888810BF24}"/>
              </a:ext>
            </a:extLst>
          </p:cNvPr>
          <p:cNvSpPr>
            <a:spLocks xmlns:a="http://schemas.openxmlformats.org/drawingml/2006/main" noGrp="1"/>
          </p:cNvSpPr>
          <p:nvPr/>
        </p:nvSpPr>
        <p:spPr>
          <a:xfrm xmlns:a="http://schemas.openxmlformats.org/drawingml/2006/main" flipV="1">
            <a:off x="3500120" y="2257842"/>
            <a:ext cx="160020" cy="4441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sues200_uav_300m_to_satellite/sues200_uav_300m_to_satellite/seed-2/visual/segment-7-8">
            <a:extLst xmlns:a="http://schemas.openxmlformats.org/drawingml/2006/main">
              <a:ext uri="{FF2B5EF4-FFF2-40B4-BE49-F238E27FC236}">
                <a16:creationId xmlns:a16="http://schemas.microsoft.com/office/drawing/2014/main" id="{90786242-5332-4B37-A5B8-BBA0FAD64B6B}"/>
              </a:ext>
            </a:extLst>
          </p:cNvPr>
          <p:cNvSpPr>
            <a:spLocks xmlns:a="http://schemas.openxmlformats.org/drawingml/2006/main" noGrp="1"/>
          </p:cNvSpPr>
          <p:nvPr/>
        </p:nvSpPr>
        <p:spPr>
          <a:xfrm xmlns:a="http://schemas.openxmlformats.org/drawingml/2006/main" flipV="1">
            <a:off x="3660140" y="2208339"/>
            <a:ext cx="160020" cy="4950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sues200_uav_300m_to_satellite/sues200_uav_300m_to_satellite/seed-2/visual/segment-8-9">
            <a:extLst xmlns:a="http://schemas.openxmlformats.org/drawingml/2006/main">
              <a:ext uri="{FF2B5EF4-FFF2-40B4-BE49-F238E27FC236}">
                <a16:creationId xmlns:a16="http://schemas.microsoft.com/office/drawing/2014/main" id="{19E84F51-FBCE-4762-A386-01A0A24ABCEE}"/>
              </a:ext>
            </a:extLst>
          </p:cNvPr>
          <p:cNvSpPr>
            <a:spLocks xmlns:a="http://schemas.openxmlformats.org/drawingml/2006/main" noGrp="1"/>
          </p:cNvSpPr>
          <p:nvPr/>
        </p:nvSpPr>
        <p:spPr>
          <a:xfrm xmlns:a="http://schemas.openxmlformats.org/drawingml/2006/main" flipV="1">
            <a:off x="3820160" y="2159762"/>
            <a:ext cx="160020" cy="4857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sues200_uav_300m_to_satellite/sues200_uav_300m_to_satellite/seed-2/visual/segment-9-10">
            <a:extLst xmlns:a="http://schemas.openxmlformats.org/drawingml/2006/main">
              <a:ext uri="{FF2B5EF4-FFF2-40B4-BE49-F238E27FC236}">
                <a16:creationId xmlns:a16="http://schemas.microsoft.com/office/drawing/2014/main" id="{0D3B862C-CDE4-45DE-97CE-65B970D2471D}"/>
              </a:ext>
            </a:extLst>
          </p:cNvPr>
          <p:cNvSpPr>
            <a:spLocks xmlns:a="http://schemas.openxmlformats.org/drawingml/2006/main" noGrp="1"/>
          </p:cNvSpPr>
          <p:nvPr/>
        </p:nvSpPr>
        <p:spPr>
          <a:xfrm xmlns:a="http://schemas.openxmlformats.org/drawingml/2006/main" flipV="1">
            <a:off x="3980180" y="2110537"/>
            <a:ext cx="160020" cy="4922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sues200_uav_300m_to_satellite/sues200_uav_300m_to_satellite/seed-2/visual/point-1">
            <a:extLst xmlns:a="http://schemas.openxmlformats.org/drawingml/2006/main">
              <a:ext uri="{FF2B5EF4-FFF2-40B4-BE49-F238E27FC236}">
                <a16:creationId xmlns:a16="http://schemas.microsoft.com/office/drawing/2014/main" id="{88BAFBFB-234C-4FAF-8917-81373CE23C0E}"/>
              </a:ext>
            </a:extLst>
          </p:cNvPr>
          <p:cNvSpPr>
            <a:spLocks xmlns:a="http://schemas.openxmlformats.org/drawingml/2006/main" noGrp="1"/>
          </p:cNvSpPr>
          <p:nvPr/>
        </p:nvSpPr>
        <p:spPr>
          <a:xfrm xmlns:a="http://schemas.openxmlformats.org/drawingml/2006/main">
            <a:off x="2676525" y="2641473"/>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sues200_uav_300m_to_satellite/sues200_uav_300m_to_satellite/seed-2/visual/point-2">
            <a:extLst xmlns:a="http://schemas.openxmlformats.org/drawingml/2006/main">
              <a:ext uri="{FF2B5EF4-FFF2-40B4-BE49-F238E27FC236}">
                <a16:creationId xmlns:a16="http://schemas.microsoft.com/office/drawing/2014/main" id="{F8707AF0-E370-4D40-B717-39F37EAE6AD7}"/>
              </a:ext>
            </a:extLst>
          </p:cNvPr>
          <p:cNvSpPr>
            <a:spLocks xmlns:a="http://schemas.openxmlformats.org/drawingml/2006/main" noGrp="1"/>
          </p:cNvSpPr>
          <p:nvPr/>
        </p:nvSpPr>
        <p:spPr>
          <a:xfrm xmlns:a="http://schemas.openxmlformats.org/drawingml/2006/main">
            <a:off x="2836545" y="258102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sues200_uav_300m_to_satellite/sues200_uav_300m_to_satellite/seed-2/visual/point-3">
            <a:extLst xmlns:a="http://schemas.openxmlformats.org/drawingml/2006/main">
              <a:ext uri="{FF2B5EF4-FFF2-40B4-BE49-F238E27FC236}">
                <a16:creationId xmlns:a16="http://schemas.microsoft.com/office/drawing/2014/main" id="{41FA7F51-0CC3-4F55-838B-67A9794E4D1F}"/>
              </a:ext>
            </a:extLst>
          </p:cNvPr>
          <p:cNvSpPr>
            <a:spLocks xmlns:a="http://schemas.openxmlformats.org/drawingml/2006/main" noGrp="1"/>
          </p:cNvSpPr>
          <p:nvPr/>
        </p:nvSpPr>
        <p:spPr>
          <a:xfrm xmlns:a="http://schemas.openxmlformats.org/drawingml/2006/main">
            <a:off x="2996565" y="249322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sues200_uav_300m_to_satellite/sues200_uav_300m_to_satellite/seed-2/visual/point-4">
            <a:extLst xmlns:a="http://schemas.openxmlformats.org/drawingml/2006/main">
              <a:ext uri="{FF2B5EF4-FFF2-40B4-BE49-F238E27FC236}">
                <a16:creationId xmlns:a16="http://schemas.microsoft.com/office/drawing/2014/main" id="{CB236270-D865-4BCB-89D2-C6471B1F6C76}"/>
              </a:ext>
            </a:extLst>
          </p:cNvPr>
          <p:cNvSpPr>
            <a:spLocks xmlns:a="http://schemas.openxmlformats.org/drawingml/2006/main" noGrp="1"/>
          </p:cNvSpPr>
          <p:nvPr/>
        </p:nvSpPr>
        <p:spPr>
          <a:xfrm xmlns:a="http://schemas.openxmlformats.org/drawingml/2006/main">
            <a:off x="3156585" y="241154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sues200_uav_300m_to_satellite/sues200_uav_300m_to_satellite/seed-2/visual/point-5">
            <a:extLst xmlns:a="http://schemas.openxmlformats.org/drawingml/2006/main">
              <a:ext uri="{FF2B5EF4-FFF2-40B4-BE49-F238E27FC236}">
                <a16:creationId xmlns:a16="http://schemas.microsoft.com/office/drawing/2014/main" id="{71A99D8D-3376-4B44-9490-8319CEA7D0B4}"/>
              </a:ext>
            </a:extLst>
          </p:cNvPr>
          <p:cNvSpPr>
            <a:spLocks xmlns:a="http://schemas.openxmlformats.org/drawingml/2006/main" noGrp="1"/>
          </p:cNvSpPr>
          <p:nvPr/>
        </p:nvSpPr>
        <p:spPr>
          <a:xfrm xmlns:a="http://schemas.openxmlformats.org/drawingml/2006/main">
            <a:off x="3316605" y="234784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sues200_uav_300m_to_satellite/sues200_uav_300m_to_satellite/seed-2/visual/point-6">
            <a:extLst xmlns:a="http://schemas.openxmlformats.org/drawingml/2006/main">
              <a:ext uri="{FF2B5EF4-FFF2-40B4-BE49-F238E27FC236}">
                <a16:creationId xmlns:a16="http://schemas.microsoft.com/office/drawing/2014/main" id="{519BDF35-8917-4177-B337-319D81466903}"/>
              </a:ext>
            </a:extLst>
          </p:cNvPr>
          <p:cNvSpPr>
            <a:spLocks xmlns:a="http://schemas.openxmlformats.org/drawingml/2006/main" noGrp="1"/>
          </p:cNvSpPr>
          <p:nvPr/>
        </p:nvSpPr>
        <p:spPr>
          <a:xfrm xmlns:a="http://schemas.openxmlformats.org/drawingml/2006/main">
            <a:off x="3476625" y="227876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sues200_uav_300m_to_satellite/sues200_uav_300m_to_satellite/seed-2/visual/point-7">
            <a:extLst xmlns:a="http://schemas.openxmlformats.org/drawingml/2006/main">
              <a:ext uri="{FF2B5EF4-FFF2-40B4-BE49-F238E27FC236}">
                <a16:creationId xmlns:a16="http://schemas.microsoft.com/office/drawing/2014/main" id="{B1FFC682-1B0D-4783-949F-534F8FE95157}"/>
              </a:ext>
            </a:extLst>
          </p:cNvPr>
          <p:cNvSpPr>
            <a:spLocks xmlns:a="http://schemas.openxmlformats.org/drawingml/2006/main" noGrp="1"/>
          </p:cNvSpPr>
          <p:nvPr/>
        </p:nvSpPr>
        <p:spPr>
          <a:xfrm xmlns:a="http://schemas.openxmlformats.org/drawingml/2006/main">
            <a:off x="3636645" y="223434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sues200_uav_300m_to_satellite/sues200_uav_300m_to_satellite/seed-2/visual/point-8">
            <a:extLst xmlns:a="http://schemas.openxmlformats.org/drawingml/2006/main">
              <a:ext uri="{FF2B5EF4-FFF2-40B4-BE49-F238E27FC236}">
                <a16:creationId xmlns:a16="http://schemas.microsoft.com/office/drawing/2014/main" id="{66890DDE-890B-46B3-9A09-AD263BB3F726}"/>
              </a:ext>
            </a:extLst>
          </p:cNvPr>
          <p:cNvSpPr>
            <a:spLocks xmlns:a="http://schemas.openxmlformats.org/drawingml/2006/main" noGrp="1"/>
          </p:cNvSpPr>
          <p:nvPr/>
        </p:nvSpPr>
        <p:spPr>
          <a:xfrm xmlns:a="http://schemas.openxmlformats.org/drawingml/2006/main">
            <a:off x="3796665" y="218484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sues200_uav_300m_to_satellite/sues200_uav_300m_to_satellite/seed-2/visual/point-9">
            <a:extLst xmlns:a="http://schemas.openxmlformats.org/drawingml/2006/main">
              <a:ext uri="{FF2B5EF4-FFF2-40B4-BE49-F238E27FC236}">
                <a16:creationId xmlns:a16="http://schemas.microsoft.com/office/drawing/2014/main" id="{48CEC2ED-88A8-4F47-8BD5-C943E2A8F8B1}"/>
              </a:ext>
            </a:extLst>
          </p:cNvPr>
          <p:cNvSpPr>
            <a:spLocks xmlns:a="http://schemas.openxmlformats.org/drawingml/2006/main" noGrp="1"/>
          </p:cNvSpPr>
          <p:nvPr/>
        </p:nvSpPr>
        <p:spPr>
          <a:xfrm xmlns:a="http://schemas.openxmlformats.org/drawingml/2006/main">
            <a:off x="3956685" y="2136267"/>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sues200_uav_300m_to_satellite/sues200_uav_300m_to_satellite/seed-2/visual/point-10">
            <a:extLst xmlns:a="http://schemas.openxmlformats.org/drawingml/2006/main">
              <a:ext uri="{FF2B5EF4-FFF2-40B4-BE49-F238E27FC236}">
                <a16:creationId xmlns:a16="http://schemas.microsoft.com/office/drawing/2014/main" id="{57762493-A485-4322-9003-80CBD2EFB2DF}"/>
              </a:ext>
            </a:extLst>
          </p:cNvPr>
          <p:cNvSpPr>
            <a:spLocks xmlns:a="http://schemas.openxmlformats.org/drawingml/2006/main" noGrp="1"/>
          </p:cNvSpPr>
          <p:nvPr/>
        </p:nvSpPr>
        <p:spPr>
          <a:xfrm xmlns:a="http://schemas.openxmlformats.org/drawingml/2006/main">
            <a:off x="4116705" y="208704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sues200_uav_300m_to_satellite/seed-2/visual/AURC">
            <a:extLst xmlns:a="http://schemas.openxmlformats.org/drawingml/2006/main">
              <a:ext uri="{FF2B5EF4-FFF2-40B4-BE49-F238E27FC236}">
                <a16:creationId xmlns:a16="http://schemas.microsoft.com/office/drawing/2014/main" id="{76B8872F-CBD7-45E5-AD03-1ED74DA51C95}"/>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0.3436</a:t>
            </a:r>
          </a:p>
        </p:txBody>
      </p:sp>
      <p:sp>
        <p:nvSpPr>
          <p:cNvPr id="115" name="sues200_uav_300m_to_satellite/sues200_uav_300m_to_satellite/seed-2/full/segment-1-2">
            <a:extLst xmlns:a="http://schemas.openxmlformats.org/drawingml/2006/main">
              <a:ext uri="{FF2B5EF4-FFF2-40B4-BE49-F238E27FC236}">
                <a16:creationId xmlns:a16="http://schemas.microsoft.com/office/drawing/2014/main" id="{B261BB51-2F47-4EBD-BF19-034F19CC574A}"/>
              </a:ext>
            </a:extLst>
          </p:cNvPr>
          <p:cNvSpPr>
            <a:spLocks xmlns:a="http://schemas.openxmlformats.org/drawingml/2006/main" noGrp="1"/>
          </p:cNvSpPr>
          <p:nvPr/>
        </p:nvSpPr>
        <p:spPr>
          <a:xfrm xmlns:a="http://schemas.openxmlformats.org/drawingml/2006/main" flipV="1">
            <a:off x="2700020" y="2220214"/>
            <a:ext cx="160020" cy="4318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sues200_uav_300m_to_satellite/sues200_uav_300m_to_satellite/seed-2/full/segment-2-3">
            <a:extLst xmlns:a="http://schemas.openxmlformats.org/drawingml/2006/main">
              <a:ext uri="{FF2B5EF4-FFF2-40B4-BE49-F238E27FC236}">
                <a16:creationId xmlns:a16="http://schemas.microsoft.com/office/drawing/2014/main" id="{33AFF3BE-365F-4876-B21E-D6D276F60EF3}"/>
              </a:ext>
            </a:extLst>
          </p:cNvPr>
          <p:cNvSpPr>
            <a:spLocks xmlns:a="http://schemas.openxmlformats.org/drawingml/2006/main" noGrp="1"/>
          </p:cNvSpPr>
          <p:nvPr/>
        </p:nvSpPr>
        <p:spPr>
          <a:xfrm xmlns:a="http://schemas.openxmlformats.org/drawingml/2006/main" flipV="1">
            <a:off x="2860040" y="2158323"/>
            <a:ext cx="160020" cy="6189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sues200_uav_300m_to_satellite/sues200_uav_300m_to_satellite/seed-2/full/segment-3-4">
            <a:extLst xmlns:a="http://schemas.openxmlformats.org/drawingml/2006/main">
              <a:ext uri="{FF2B5EF4-FFF2-40B4-BE49-F238E27FC236}">
                <a16:creationId xmlns:a16="http://schemas.microsoft.com/office/drawing/2014/main" id="{88732595-C313-4DA7-9CE3-E1B2EEE696FE}"/>
              </a:ext>
            </a:extLst>
          </p:cNvPr>
          <p:cNvSpPr>
            <a:spLocks xmlns:a="http://schemas.openxmlformats.org/drawingml/2006/main" noGrp="1"/>
          </p:cNvSpPr>
          <p:nvPr/>
        </p:nvSpPr>
        <p:spPr>
          <a:xfrm xmlns:a="http://schemas.openxmlformats.org/drawingml/2006/main" flipV="1">
            <a:off x="3020060" y="2126298"/>
            <a:ext cx="160020" cy="3202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sues200_uav_300m_to_satellite/sues200_uav_300m_to_satellite/seed-2/full/segment-4-5">
            <a:extLst xmlns:a="http://schemas.openxmlformats.org/drawingml/2006/main">
              <a:ext uri="{FF2B5EF4-FFF2-40B4-BE49-F238E27FC236}">
                <a16:creationId xmlns:a16="http://schemas.microsoft.com/office/drawing/2014/main" id="{43B1B391-4CBC-4067-ADD4-34F0505ECFA0}"/>
              </a:ext>
            </a:extLst>
          </p:cNvPr>
          <p:cNvSpPr>
            <a:spLocks xmlns:a="http://schemas.openxmlformats.org/drawingml/2006/main" noGrp="1"/>
          </p:cNvSpPr>
          <p:nvPr/>
        </p:nvSpPr>
        <p:spPr>
          <a:xfrm xmlns:a="http://schemas.openxmlformats.org/drawingml/2006/main" flipV="1">
            <a:off x="3180080" y="2090674"/>
            <a:ext cx="160020" cy="3562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sues200_uav_300m_to_satellite/sues200_uav_300m_to_satellite/seed-2/full/segment-5-6">
            <a:extLst xmlns:a="http://schemas.openxmlformats.org/drawingml/2006/main">
              <a:ext uri="{FF2B5EF4-FFF2-40B4-BE49-F238E27FC236}">
                <a16:creationId xmlns:a16="http://schemas.microsoft.com/office/drawing/2014/main" id="{8B992427-87D4-487B-8284-7C0AB7BEAE0B}"/>
              </a:ext>
            </a:extLst>
          </p:cNvPr>
          <p:cNvSpPr>
            <a:spLocks xmlns:a="http://schemas.openxmlformats.org/drawingml/2006/main" noGrp="1"/>
          </p:cNvSpPr>
          <p:nvPr/>
        </p:nvSpPr>
        <p:spPr>
          <a:xfrm xmlns:a="http://schemas.openxmlformats.org/drawingml/2006/main" flipV="1">
            <a:off x="3340100" y="2051812"/>
            <a:ext cx="160020" cy="3886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sues200_uav_300m_to_satellite/sues200_uav_300m_to_satellite/seed-2/full/segment-6-7">
            <a:extLst xmlns:a="http://schemas.openxmlformats.org/drawingml/2006/main">
              <a:ext uri="{FF2B5EF4-FFF2-40B4-BE49-F238E27FC236}">
                <a16:creationId xmlns:a16="http://schemas.microsoft.com/office/drawing/2014/main" id="{EB4ACC40-479E-4BDA-862B-AA61967AD8F9}"/>
              </a:ext>
            </a:extLst>
          </p:cNvPr>
          <p:cNvSpPr>
            <a:spLocks xmlns:a="http://schemas.openxmlformats.org/drawingml/2006/main" noGrp="1"/>
          </p:cNvSpPr>
          <p:nvPr/>
        </p:nvSpPr>
        <p:spPr>
          <a:xfrm xmlns:a="http://schemas.openxmlformats.org/drawingml/2006/main" flipV="1">
            <a:off x="3500120" y="2033923"/>
            <a:ext cx="160020" cy="1788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sues200_uav_300m_to_satellite/sues200_uav_300m_to_satellite/seed-2/full/segment-7-8">
            <a:extLst xmlns:a="http://schemas.openxmlformats.org/drawingml/2006/main">
              <a:ext uri="{FF2B5EF4-FFF2-40B4-BE49-F238E27FC236}">
                <a16:creationId xmlns:a16="http://schemas.microsoft.com/office/drawing/2014/main" id="{9E53031C-E725-4D6B-90C0-0857C5F0ED56}"/>
              </a:ext>
            </a:extLst>
          </p:cNvPr>
          <p:cNvSpPr>
            <a:spLocks xmlns:a="http://schemas.openxmlformats.org/drawingml/2006/main" noGrp="1"/>
          </p:cNvSpPr>
          <p:nvPr/>
        </p:nvSpPr>
        <p:spPr>
          <a:xfrm xmlns:a="http://schemas.openxmlformats.org/drawingml/2006/main" flipV="1">
            <a:off x="3660140" y="1996218"/>
            <a:ext cx="160020" cy="3770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sues200_uav_300m_to_satellite/sues200_uav_300m_to_satellite/seed-2/full/segment-8-9">
            <a:extLst xmlns:a="http://schemas.openxmlformats.org/drawingml/2006/main">
              <a:ext uri="{FF2B5EF4-FFF2-40B4-BE49-F238E27FC236}">
                <a16:creationId xmlns:a16="http://schemas.microsoft.com/office/drawing/2014/main" id="{434E0A54-B565-4EB0-B9BB-053A3B7B2CC3}"/>
              </a:ext>
            </a:extLst>
          </p:cNvPr>
          <p:cNvSpPr>
            <a:spLocks xmlns:a="http://schemas.openxmlformats.org/drawingml/2006/main" noGrp="1"/>
          </p:cNvSpPr>
          <p:nvPr/>
        </p:nvSpPr>
        <p:spPr>
          <a:xfrm xmlns:a="http://schemas.openxmlformats.org/drawingml/2006/main" flipV="1">
            <a:off x="3820160" y="1961614"/>
            <a:ext cx="160020" cy="3460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sues200_uav_300m_to_satellite/sues200_uav_300m_to_satellite/seed-2/full/segment-9-10">
            <a:extLst xmlns:a="http://schemas.openxmlformats.org/drawingml/2006/main">
              <a:ext uri="{FF2B5EF4-FFF2-40B4-BE49-F238E27FC236}">
                <a16:creationId xmlns:a16="http://schemas.microsoft.com/office/drawing/2014/main" id="{D70B5A31-1ABC-4B36-AD2B-391182CE6618}"/>
              </a:ext>
            </a:extLst>
          </p:cNvPr>
          <p:cNvSpPr>
            <a:spLocks xmlns:a="http://schemas.openxmlformats.org/drawingml/2006/main" noGrp="1"/>
          </p:cNvSpPr>
          <p:nvPr/>
        </p:nvSpPr>
        <p:spPr>
          <a:xfrm xmlns:a="http://schemas.openxmlformats.org/drawingml/2006/main" flipV="1">
            <a:off x="3980180" y="1931340"/>
            <a:ext cx="160020" cy="3027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sues200_uav_300m_to_satellite/sues200_uav_300m_to_satellite/seed-2/full/point-1">
            <a:extLst xmlns:a="http://schemas.openxmlformats.org/drawingml/2006/main">
              <a:ext uri="{FF2B5EF4-FFF2-40B4-BE49-F238E27FC236}">
                <a16:creationId xmlns:a16="http://schemas.microsoft.com/office/drawing/2014/main" id="{2C9E0866-4DFB-4568-A619-5DDCEFA157B5}"/>
              </a:ext>
            </a:extLst>
          </p:cNvPr>
          <p:cNvSpPr>
            <a:spLocks xmlns:a="http://schemas.openxmlformats.org/drawingml/2006/main" noGrp="1"/>
          </p:cNvSpPr>
          <p:nvPr/>
        </p:nvSpPr>
        <p:spPr>
          <a:xfrm xmlns:a="http://schemas.openxmlformats.org/drawingml/2006/main">
            <a:off x="2676525" y="223989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sues200_uav_300m_to_satellite/sues200_uav_300m_to_satellite/seed-2/full/point-2">
            <a:extLst xmlns:a="http://schemas.openxmlformats.org/drawingml/2006/main">
              <a:ext uri="{FF2B5EF4-FFF2-40B4-BE49-F238E27FC236}">
                <a16:creationId xmlns:a16="http://schemas.microsoft.com/office/drawing/2014/main" id="{690C69B6-3439-4E65-909C-F05535535F99}"/>
              </a:ext>
            </a:extLst>
          </p:cNvPr>
          <p:cNvSpPr>
            <a:spLocks xmlns:a="http://schemas.openxmlformats.org/drawingml/2006/main" noGrp="1"/>
          </p:cNvSpPr>
          <p:nvPr/>
        </p:nvSpPr>
        <p:spPr>
          <a:xfrm xmlns:a="http://schemas.openxmlformats.org/drawingml/2006/main">
            <a:off x="2836545" y="219671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sues200_uav_300m_to_satellite/sues200_uav_300m_to_satellite/seed-2/full/point-3">
            <a:extLst xmlns:a="http://schemas.openxmlformats.org/drawingml/2006/main">
              <a:ext uri="{FF2B5EF4-FFF2-40B4-BE49-F238E27FC236}">
                <a16:creationId xmlns:a16="http://schemas.microsoft.com/office/drawing/2014/main" id="{7D5D71DE-DE3B-4CCA-8F78-EC4C4537E8E5}"/>
              </a:ext>
            </a:extLst>
          </p:cNvPr>
          <p:cNvSpPr>
            <a:spLocks xmlns:a="http://schemas.openxmlformats.org/drawingml/2006/main" noGrp="1"/>
          </p:cNvSpPr>
          <p:nvPr/>
        </p:nvSpPr>
        <p:spPr>
          <a:xfrm xmlns:a="http://schemas.openxmlformats.org/drawingml/2006/main">
            <a:off x="2996565" y="213482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sues200_uav_300m_to_satellite/sues200_uav_300m_to_satellite/seed-2/full/point-4">
            <a:extLst xmlns:a="http://schemas.openxmlformats.org/drawingml/2006/main">
              <a:ext uri="{FF2B5EF4-FFF2-40B4-BE49-F238E27FC236}">
                <a16:creationId xmlns:a16="http://schemas.microsoft.com/office/drawing/2014/main" id="{C493FDF7-110F-4F66-8F80-4EB5D7D727D3}"/>
              </a:ext>
            </a:extLst>
          </p:cNvPr>
          <p:cNvSpPr>
            <a:spLocks xmlns:a="http://schemas.openxmlformats.org/drawingml/2006/main" noGrp="1"/>
          </p:cNvSpPr>
          <p:nvPr/>
        </p:nvSpPr>
        <p:spPr>
          <a:xfrm xmlns:a="http://schemas.openxmlformats.org/drawingml/2006/main">
            <a:off x="3156585" y="210280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sues200_uav_300m_to_satellite/sues200_uav_300m_to_satellite/seed-2/full/point-5">
            <a:extLst xmlns:a="http://schemas.openxmlformats.org/drawingml/2006/main">
              <a:ext uri="{FF2B5EF4-FFF2-40B4-BE49-F238E27FC236}">
                <a16:creationId xmlns:a16="http://schemas.microsoft.com/office/drawing/2014/main" id="{64E68315-1273-4760-8222-B47DA8F7669B}"/>
              </a:ext>
            </a:extLst>
          </p:cNvPr>
          <p:cNvSpPr>
            <a:spLocks xmlns:a="http://schemas.openxmlformats.org/drawingml/2006/main" noGrp="1"/>
          </p:cNvSpPr>
          <p:nvPr/>
        </p:nvSpPr>
        <p:spPr>
          <a:xfrm xmlns:a="http://schemas.openxmlformats.org/drawingml/2006/main">
            <a:off x="3316605" y="206717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sues200_uav_300m_to_satellite/sues200_uav_300m_to_satellite/seed-2/full/point-6">
            <a:extLst xmlns:a="http://schemas.openxmlformats.org/drawingml/2006/main">
              <a:ext uri="{FF2B5EF4-FFF2-40B4-BE49-F238E27FC236}">
                <a16:creationId xmlns:a16="http://schemas.microsoft.com/office/drawing/2014/main" id="{537232C1-38A0-4803-9D26-6FC8572E9921}"/>
              </a:ext>
            </a:extLst>
          </p:cNvPr>
          <p:cNvSpPr>
            <a:spLocks xmlns:a="http://schemas.openxmlformats.org/drawingml/2006/main" noGrp="1"/>
          </p:cNvSpPr>
          <p:nvPr/>
        </p:nvSpPr>
        <p:spPr>
          <a:xfrm xmlns:a="http://schemas.openxmlformats.org/drawingml/2006/main">
            <a:off x="3476625" y="202831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sues200_uav_300m_to_satellite/sues200_uav_300m_to_satellite/seed-2/full/point-7">
            <a:extLst xmlns:a="http://schemas.openxmlformats.org/drawingml/2006/main">
              <a:ext uri="{FF2B5EF4-FFF2-40B4-BE49-F238E27FC236}">
                <a16:creationId xmlns:a16="http://schemas.microsoft.com/office/drawing/2014/main" id="{6B874D1A-AC72-4947-8A89-9533AF94A7A5}"/>
              </a:ext>
            </a:extLst>
          </p:cNvPr>
          <p:cNvSpPr>
            <a:spLocks xmlns:a="http://schemas.openxmlformats.org/drawingml/2006/main" noGrp="1"/>
          </p:cNvSpPr>
          <p:nvPr/>
        </p:nvSpPr>
        <p:spPr>
          <a:xfrm xmlns:a="http://schemas.openxmlformats.org/drawingml/2006/main">
            <a:off x="3636645" y="201042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sues200_uav_300m_to_satellite/sues200_uav_300m_to_satellite/seed-2/full/point-8">
            <a:extLst xmlns:a="http://schemas.openxmlformats.org/drawingml/2006/main">
              <a:ext uri="{FF2B5EF4-FFF2-40B4-BE49-F238E27FC236}">
                <a16:creationId xmlns:a16="http://schemas.microsoft.com/office/drawing/2014/main" id="{C91BB8A9-D3CF-4B34-A888-E9AB00B4ACB4}"/>
              </a:ext>
            </a:extLst>
          </p:cNvPr>
          <p:cNvSpPr>
            <a:spLocks xmlns:a="http://schemas.openxmlformats.org/drawingml/2006/main" noGrp="1"/>
          </p:cNvSpPr>
          <p:nvPr/>
        </p:nvSpPr>
        <p:spPr>
          <a:xfrm xmlns:a="http://schemas.openxmlformats.org/drawingml/2006/main">
            <a:off x="3796665" y="197272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sues200_uav_300m_to_satellite/sues200_uav_300m_to_satellite/seed-2/full/point-9">
            <a:extLst xmlns:a="http://schemas.openxmlformats.org/drawingml/2006/main">
              <a:ext uri="{FF2B5EF4-FFF2-40B4-BE49-F238E27FC236}">
                <a16:creationId xmlns:a16="http://schemas.microsoft.com/office/drawing/2014/main" id="{B33178F0-AF19-47B5-9396-2C93772F38A8}"/>
              </a:ext>
            </a:extLst>
          </p:cNvPr>
          <p:cNvSpPr>
            <a:spLocks xmlns:a="http://schemas.openxmlformats.org/drawingml/2006/main" noGrp="1"/>
          </p:cNvSpPr>
          <p:nvPr/>
        </p:nvSpPr>
        <p:spPr>
          <a:xfrm xmlns:a="http://schemas.openxmlformats.org/drawingml/2006/main">
            <a:off x="3956685" y="193811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sues200_uav_300m_to_satellite/sues200_uav_300m_to_satellite/seed-2/full/point-10">
            <a:extLst xmlns:a="http://schemas.openxmlformats.org/drawingml/2006/main">
              <a:ext uri="{FF2B5EF4-FFF2-40B4-BE49-F238E27FC236}">
                <a16:creationId xmlns:a16="http://schemas.microsoft.com/office/drawing/2014/main" id="{D960BB2B-2313-4DEE-9E94-9C2B20921DD0}"/>
              </a:ext>
            </a:extLst>
          </p:cNvPr>
          <p:cNvSpPr>
            <a:spLocks xmlns:a="http://schemas.openxmlformats.org/drawingml/2006/main" noGrp="1"/>
          </p:cNvSpPr>
          <p:nvPr/>
        </p:nvSpPr>
        <p:spPr>
          <a:xfrm xmlns:a="http://schemas.openxmlformats.org/drawingml/2006/main">
            <a:off x="4116705" y="190784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sues200_uav_300m_to_satellite/seed-2/full/AURC">
            <a:extLst xmlns:a="http://schemas.openxmlformats.org/drawingml/2006/main">
              <a:ext uri="{FF2B5EF4-FFF2-40B4-BE49-F238E27FC236}">
                <a16:creationId xmlns:a16="http://schemas.microsoft.com/office/drawing/2014/main" id="{0C7EF708-C884-4B4B-9B36-A8BAB09B9649}"/>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0.5142</a:t>
            </a:r>
          </a:p>
        </p:txBody>
      </p:sp>
      <p:sp>
        <p:nvSpPr>
          <p:cNvPr id="135" name="sues200_uav_300m_to_satellite/seed-2/AURC-label">
            <a:extLst xmlns:a="http://schemas.openxmlformats.org/drawingml/2006/main">
              <a:ext uri="{FF2B5EF4-FFF2-40B4-BE49-F238E27FC236}">
                <a16:creationId xmlns:a16="http://schemas.microsoft.com/office/drawing/2014/main" id="{A72C694A-374F-4939-96C3-7254EC5E10D4}"/>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sues200_uav_300m_to_satellite/seed-3/heading">
            <a:extLst xmlns:a="http://schemas.openxmlformats.org/drawingml/2006/main">
              <a:ext uri="{FF2B5EF4-FFF2-40B4-BE49-F238E27FC236}">
                <a16:creationId xmlns:a16="http://schemas.microsoft.com/office/drawing/2014/main" id="{354BF195-8127-450A-9764-5ECDA53EB1E6}"/>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sues200_uav_300m_to_satellite/seed-3/y-grid-0">
            <a:extLst xmlns:a="http://schemas.openxmlformats.org/drawingml/2006/main">
              <a:ext uri="{FF2B5EF4-FFF2-40B4-BE49-F238E27FC236}">
                <a16:creationId xmlns:a16="http://schemas.microsoft.com/office/drawing/2014/main" id="{3449A5A7-AAAB-47DE-9BA4-5208BF287D6F}"/>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sues200_uav_300m_to_satellite/seed-3/y-label-0">
            <a:extLst xmlns:a="http://schemas.openxmlformats.org/drawingml/2006/main">
              <a:ext uri="{FF2B5EF4-FFF2-40B4-BE49-F238E27FC236}">
                <a16:creationId xmlns:a16="http://schemas.microsoft.com/office/drawing/2014/main" id="{F9E13FB1-19CB-49E4-A543-EDC46AC3A826}"/>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sues200_uav_300m_to_satellite/seed-3/x-tick-0">
            <a:extLst xmlns:a="http://schemas.openxmlformats.org/drawingml/2006/main">
              <a:ext uri="{FF2B5EF4-FFF2-40B4-BE49-F238E27FC236}">
                <a16:creationId xmlns:a16="http://schemas.microsoft.com/office/drawing/2014/main" id="{6AEECAE1-1D30-4C9F-A196-CC1BFB4BEC96}"/>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sues200_uav_300m_to_satellite/seed-3/x-label-0">
            <a:extLst xmlns:a="http://schemas.openxmlformats.org/drawingml/2006/main">
              <a:ext uri="{FF2B5EF4-FFF2-40B4-BE49-F238E27FC236}">
                <a16:creationId xmlns:a16="http://schemas.microsoft.com/office/drawing/2014/main" id="{5BAA9973-29F7-450E-B2FF-39DC8031661E}"/>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sues200_uav_300m_to_satellite/seed-3/y-grid-25">
            <a:extLst xmlns:a="http://schemas.openxmlformats.org/drawingml/2006/main">
              <a:ext uri="{FF2B5EF4-FFF2-40B4-BE49-F238E27FC236}">
                <a16:creationId xmlns:a16="http://schemas.microsoft.com/office/drawing/2014/main" id="{A9F2CE45-ED9A-493C-9AD2-A0E8A19AAB19}"/>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sues200_uav_300m_to_satellite/seed-3/y-label-25">
            <a:extLst xmlns:a="http://schemas.openxmlformats.org/drawingml/2006/main">
              <a:ext uri="{FF2B5EF4-FFF2-40B4-BE49-F238E27FC236}">
                <a16:creationId xmlns:a16="http://schemas.microsoft.com/office/drawing/2014/main" id="{ECDBF758-9FFD-48CE-8C93-D2A6ACB82565}"/>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sues200_uav_300m_to_satellite/seed-3/x-tick-25">
            <a:extLst xmlns:a="http://schemas.openxmlformats.org/drawingml/2006/main">
              <a:ext uri="{FF2B5EF4-FFF2-40B4-BE49-F238E27FC236}">
                <a16:creationId xmlns:a16="http://schemas.microsoft.com/office/drawing/2014/main" id="{D647C0FF-6216-48A1-903B-FD85A98DBC62}"/>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sues200_uav_300m_to_satellite/seed-3/x-label-25">
            <a:extLst xmlns:a="http://schemas.openxmlformats.org/drawingml/2006/main">
              <a:ext uri="{FF2B5EF4-FFF2-40B4-BE49-F238E27FC236}">
                <a16:creationId xmlns:a16="http://schemas.microsoft.com/office/drawing/2014/main" id="{63397CD5-14E7-464F-B034-9FB3C410A98B}"/>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sues200_uav_300m_to_satellite/seed-3/y-grid-50">
            <a:extLst xmlns:a="http://schemas.openxmlformats.org/drawingml/2006/main">
              <a:ext uri="{FF2B5EF4-FFF2-40B4-BE49-F238E27FC236}">
                <a16:creationId xmlns:a16="http://schemas.microsoft.com/office/drawing/2014/main" id="{C50D876C-E0E2-40A4-9DB3-B66F6529DA50}"/>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sues200_uav_300m_to_satellite/seed-3/y-label-50">
            <a:extLst xmlns:a="http://schemas.openxmlformats.org/drawingml/2006/main">
              <a:ext uri="{FF2B5EF4-FFF2-40B4-BE49-F238E27FC236}">
                <a16:creationId xmlns:a16="http://schemas.microsoft.com/office/drawing/2014/main" id="{3AB76491-4351-4261-B201-75F483557759}"/>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sues200_uav_300m_to_satellite/seed-3/x-tick-50">
            <a:extLst xmlns:a="http://schemas.openxmlformats.org/drawingml/2006/main">
              <a:ext uri="{FF2B5EF4-FFF2-40B4-BE49-F238E27FC236}">
                <a16:creationId xmlns:a16="http://schemas.microsoft.com/office/drawing/2014/main" id="{5D6DD2CD-C1E3-433C-98F7-A312B9EF1C45}"/>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sues200_uav_300m_to_satellite/seed-3/x-label-50">
            <a:extLst xmlns:a="http://schemas.openxmlformats.org/drawingml/2006/main">
              <a:ext uri="{FF2B5EF4-FFF2-40B4-BE49-F238E27FC236}">
                <a16:creationId xmlns:a16="http://schemas.microsoft.com/office/drawing/2014/main" id="{EA251C61-87B0-4F36-BB60-C1ACCB88A881}"/>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sues200_uav_300m_to_satellite/seed-3/y-grid-75">
            <a:extLst xmlns:a="http://schemas.openxmlformats.org/drawingml/2006/main">
              <a:ext uri="{FF2B5EF4-FFF2-40B4-BE49-F238E27FC236}">
                <a16:creationId xmlns:a16="http://schemas.microsoft.com/office/drawing/2014/main" id="{212073D5-077F-4AF9-BAD0-EAE65405715A}"/>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sues200_uav_300m_to_satellite/seed-3/y-label-75">
            <a:extLst xmlns:a="http://schemas.openxmlformats.org/drawingml/2006/main">
              <a:ext uri="{FF2B5EF4-FFF2-40B4-BE49-F238E27FC236}">
                <a16:creationId xmlns:a16="http://schemas.microsoft.com/office/drawing/2014/main" id="{4720F429-3652-4509-8D9D-3D4A8BF939A4}"/>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sues200_uav_300m_to_satellite/seed-3/x-tick-75">
            <a:extLst xmlns:a="http://schemas.openxmlformats.org/drawingml/2006/main">
              <a:ext uri="{FF2B5EF4-FFF2-40B4-BE49-F238E27FC236}">
                <a16:creationId xmlns:a16="http://schemas.microsoft.com/office/drawing/2014/main" id="{8C363E0D-E560-4D9A-AB6D-FD440604C257}"/>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sues200_uav_300m_to_satellite/seed-3/x-label-75">
            <a:extLst xmlns:a="http://schemas.openxmlformats.org/drawingml/2006/main">
              <a:ext uri="{FF2B5EF4-FFF2-40B4-BE49-F238E27FC236}">
                <a16:creationId xmlns:a16="http://schemas.microsoft.com/office/drawing/2014/main" id="{4075930A-07AE-40BE-A25F-C9E501299C39}"/>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sues200_uav_300m_to_satellite/seed-3/y-grid-100">
            <a:extLst xmlns:a="http://schemas.openxmlformats.org/drawingml/2006/main">
              <a:ext uri="{FF2B5EF4-FFF2-40B4-BE49-F238E27FC236}">
                <a16:creationId xmlns:a16="http://schemas.microsoft.com/office/drawing/2014/main" id="{600F7EE3-03CC-4430-8FC3-3A8AA2A32666}"/>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sues200_uav_300m_to_satellite/seed-3/y-label-100">
            <a:extLst xmlns:a="http://schemas.openxmlformats.org/drawingml/2006/main">
              <a:ext uri="{FF2B5EF4-FFF2-40B4-BE49-F238E27FC236}">
                <a16:creationId xmlns:a16="http://schemas.microsoft.com/office/drawing/2014/main" id="{03DF12AE-15B8-495C-8EA7-E7D293062C4C}"/>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sues200_uav_300m_to_satellite/seed-3/x-tick-100">
            <a:extLst xmlns:a="http://schemas.openxmlformats.org/drawingml/2006/main">
              <a:ext uri="{FF2B5EF4-FFF2-40B4-BE49-F238E27FC236}">
                <a16:creationId xmlns:a16="http://schemas.microsoft.com/office/drawing/2014/main" id="{0EAFA8BB-13CE-48FB-93AA-AFB77601F291}"/>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sues200_uav_300m_to_satellite/seed-3/x-label-100">
            <a:extLst xmlns:a="http://schemas.openxmlformats.org/drawingml/2006/main">
              <a:ext uri="{FF2B5EF4-FFF2-40B4-BE49-F238E27FC236}">
                <a16:creationId xmlns:a16="http://schemas.microsoft.com/office/drawing/2014/main" id="{F34BD683-93ED-4B0D-8C05-52259072179D}"/>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sues200_uav_300m_to_satellite/seed-3/y-axis">
            <a:extLst xmlns:a="http://schemas.openxmlformats.org/drawingml/2006/main">
              <a:ext uri="{FF2B5EF4-FFF2-40B4-BE49-F238E27FC236}">
                <a16:creationId xmlns:a16="http://schemas.microsoft.com/office/drawing/2014/main" id="{D8C4E84D-05CF-494D-AADE-6E90DF1966EC}"/>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uav_300m_to_satellite/seed-3/x-axis">
            <a:extLst xmlns:a="http://schemas.openxmlformats.org/drawingml/2006/main">
              <a:ext uri="{FF2B5EF4-FFF2-40B4-BE49-F238E27FC236}">
                <a16:creationId xmlns:a16="http://schemas.microsoft.com/office/drawing/2014/main" id="{E11AAB8A-2AD9-4E08-B5A1-346471F585BB}"/>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sues200_uav_300m_to_satellite/sues200_uav_300m_to_satellite/seed-3/visual/segment-1-2">
            <a:extLst xmlns:a="http://schemas.openxmlformats.org/drawingml/2006/main">
              <a:ext uri="{FF2B5EF4-FFF2-40B4-BE49-F238E27FC236}">
                <a16:creationId xmlns:a16="http://schemas.microsoft.com/office/drawing/2014/main" id="{E9192F3A-AE80-4603-9D02-F819C9E8A5AB}"/>
              </a:ext>
            </a:extLst>
          </p:cNvPr>
          <p:cNvSpPr>
            <a:spLocks xmlns:a="http://schemas.openxmlformats.org/drawingml/2006/main" noGrp="1"/>
          </p:cNvSpPr>
          <p:nvPr/>
        </p:nvSpPr>
        <p:spPr>
          <a:xfrm xmlns:a="http://schemas.openxmlformats.org/drawingml/2006/main" flipV="1">
            <a:off x="4706620" y="2630424"/>
            <a:ext cx="160020" cy="12522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sues200_uav_300m_to_satellite/sues200_uav_300m_to_satellite/seed-3/visual/segment-2-3">
            <a:extLst xmlns:a="http://schemas.openxmlformats.org/drawingml/2006/main">
              <a:ext uri="{FF2B5EF4-FFF2-40B4-BE49-F238E27FC236}">
                <a16:creationId xmlns:a16="http://schemas.microsoft.com/office/drawing/2014/main" id="{2D8BD302-C504-42C5-BC3E-E3C3AAEE1215}"/>
              </a:ext>
            </a:extLst>
          </p:cNvPr>
          <p:cNvSpPr>
            <a:spLocks xmlns:a="http://schemas.openxmlformats.org/drawingml/2006/main" noGrp="1"/>
          </p:cNvSpPr>
          <p:nvPr/>
        </p:nvSpPr>
        <p:spPr>
          <a:xfrm xmlns:a="http://schemas.openxmlformats.org/drawingml/2006/main" flipV="1">
            <a:off x="4866640" y="2555579"/>
            <a:ext cx="160020" cy="7484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sues200_uav_300m_to_satellite/sues200_uav_300m_to_satellite/seed-3/visual/segment-3-4">
            <a:extLst xmlns:a="http://schemas.openxmlformats.org/drawingml/2006/main">
              <a:ext uri="{FF2B5EF4-FFF2-40B4-BE49-F238E27FC236}">
                <a16:creationId xmlns:a16="http://schemas.microsoft.com/office/drawing/2014/main" id="{5B99E7B1-2A24-45E5-B1B1-2C7EB60A6736}"/>
              </a:ext>
            </a:extLst>
          </p:cNvPr>
          <p:cNvSpPr>
            <a:spLocks xmlns:a="http://schemas.openxmlformats.org/drawingml/2006/main" noGrp="1"/>
          </p:cNvSpPr>
          <p:nvPr/>
        </p:nvSpPr>
        <p:spPr>
          <a:xfrm xmlns:a="http://schemas.openxmlformats.org/drawingml/2006/main" flipV="1">
            <a:off x="5026660" y="2474976"/>
            <a:ext cx="160020" cy="8060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sues200_uav_300m_to_satellite/sues200_uav_300m_to_satellite/seed-3/visual/segment-4-5">
            <a:extLst xmlns:a="http://schemas.openxmlformats.org/drawingml/2006/main">
              <a:ext uri="{FF2B5EF4-FFF2-40B4-BE49-F238E27FC236}">
                <a16:creationId xmlns:a16="http://schemas.microsoft.com/office/drawing/2014/main" id="{D8D9FCFA-A01E-4705-BD7F-078CD0D42C84}"/>
              </a:ext>
            </a:extLst>
          </p:cNvPr>
          <p:cNvSpPr>
            <a:spLocks xmlns:a="http://schemas.openxmlformats.org/drawingml/2006/main" noGrp="1"/>
          </p:cNvSpPr>
          <p:nvPr/>
        </p:nvSpPr>
        <p:spPr>
          <a:xfrm xmlns:a="http://schemas.openxmlformats.org/drawingml/2006/main" flipV="1">
            <a:off x="5186680" y="2398979"/>
            <a:ext cx="160020" cy="7599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sues200_uav_300m_to_satellite/sues200_uav_300m_to_satellite/seed-3/visual/segment-5-6">
            <a:extLst xmlns:a="http://schemas.openxmlformats.org/drawingml/2006/main">
              <a:ext uri="{FF2B5EF4-FFF2-40B4-BE49-F238E27FC236}">
                <a16:creationId xmlns:a16="http://schemas.microsoft.com/office/drawing/2014/main" id="{50703B30-379A-4B0E-A5EA-D7BE574EAA15}"/>
              </a:ext>
            </a:extLst>
          </p:cNvPr>
          <p:cNvSpPr>
            <a:spLocks xmlns:a="http://schemas.openxmlformats.org/drawingml/2006/main" noGrp="1"/>
          </p:cNvSpPr>
          <p:nvPr/>
        </p:nvSpPr>
        <p:spPr>
          <a:xfrm xmlns:a="http://schemas.openxmlformats.org/drawingml/2006/main" flipV="1">
            <a:off x="5346700" y="2329603"/>
            <a:ext cx="160020" cy="69376"/>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sues200_uav_300m_to_satellite/sues200_uav_300m_to_satellite/seed-3/visual/segment-6-7">
            <a:extLst xmlns:a="http://schemas.openxmlformats.org/drawingml/2006/main">
              <a:ext uri="{FF2B5EF4-FFF2-40B4-BE49-F238E27FC236}">
                <a16:creationId xmlns:a16="http://schemas.microsoft.com/office/drawing/2014/main" id="{CEE33333-3154-4765-8CC8-669D411C270F}"/>
              </a:ext>
            </a:extLst>
          </p:cNvPr>
          <p:cNvSpPr>
            <a:spLocks xmlns:a="http://schemas.openxmlformats.org/drawingml/2006/main" noGrp="1"/>
          </p:cNvSpPr>
          <p:nvPr/>
        </p:nvSpPr>
        <p:spPr>
          <a:xfrm xmlns:a="http://schemas.openxmlformats.org/drawingml/2006/main" flipV="1">
            <a:off x="5506720" y="2268329"/>
            <a:ext cx="160020" cy="61274"/>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sues200_uav_300m_to_satellite/sues200_uav_300m_to_satellite/seed-3/visual/segment-7-8">
            <a:extLst xmlns:a="http://schemas.openxmlformats.org/drawingml/2006/main">
              <a:ext uri="{FF2B5EF4-FFF2-40B4-BE49-F238E27FC236}">
                <a16:creationId xmlns:a16="http://schemas.microsoft.com/office/drawing/2014/main" id="{409228E4-6B77-42C0-B679-F4B59B32825F}"/>
              </a:ext>
            </a:extLst>
          </p:cNvPr>
          <p:cNvSpPr>
            <a:spLocks xmlns:a="http://schemas.openxmlformats.org/drawingml/2006/main" noGrp="1"/>
          </p:cNvSpPr>
          <p:nvPr/>
        </p:nvSpPr>
        <p:spPr>
          <a:xfrm xmlns:a="http://schemas.openxmlformats.org/drawingml/2006/main" flipV="1">
            <a:off x="5666740" y="2214277"/>
            <a:ext cx="160020" cy="5405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sues200_uav_300m_to_satellite/sues200_uav_300m_to_satellite/seed-3/visual/segment-8-9">
            <a:extLst xmlns:a="http://schemas.openxmlformats.org/drawingml/2006/main">
              <a:ext uri="{FF2B5EF4-FFF2-40B4-BE49-F238E27FC236}">
                <a16:creationId xmlns:a16="http://schemas.microsoft.com/office/drawing/2014/main" id="{A238162F-1C8C-4A6B-8A7B-0209C33D3F94}"/>
              </a:ext>
            </a:extLst>
          </p:cNvPr>
          <p:cNvSpPr>
            <a:spLocks xmlns:a="http://schemas.openxmlformats.org/drawingml/2006/main" noGrp="1"/>
          </p:cNvSpPr>
          <p:nvPr/>
        </p:nvSpPr>
        <p:spPr>
          <a:xfrm xmlns:a="http://schemas.openxmlformats.org/drawingml/2006/main" flipV="1">
            <a:off x="5826760" y="2166959"/>
            <a:ext cx="160020" cy="47318"/>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sues200_uav_300m_to_satellite/sues200_uav_300m_to_satellite/seed-3/visual/segment-9-10">
            <a:extLst xmlns:a="http://schemas.openxmlformats.org/drawingml/2006/main">
              <a:ext uri="{FF2B5EF4-FFF2-40B4-BE49-F238E27FC236}">
                <a16:creationId xmlns:a16="http://schemas.microsoft.com/office/drawing/2014/main" id="{5B1C5836-BCDD-4D16-907D-CE37DC841703}"/>
              </a:ext>
            </a:extLst>
          </p:cNvPr>
          <p:cNvSpPr>
            <a:spLocks xmlns:a="http://schemas.openxmlformats.org/drawingml/2006/main" noGrp="1"/>
          </p:cNvSpPr>
          <p:nvPr/>
        </p:nvSpPr>
        <p:spPr>
          <a:xfrm xmlns:a="http://schemas.openxmlformats.org/drawingml/2006/main" flipV="1">
            <a:off x="5986780" y="2121764"/>
            <a:ext cx="160020" cy="4519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sues200_uav_300m_to_satellite/sues200_uav_300m_to_satellite/seed-3/visual/point-1">
            <a:extLst xmlns:a="http://schemas.openxmlformats.org/drawingml/2006/main">
              <a:ext uri="{FF2B5EF4-FFF2-40B4-BE49-F238E27FC236}">
                <a16:creationId xmlns:a16="http://schemas.microsoft.com/office/drawing/2014/main" id="{06D601EB-3C47-4EE3-904D-030DF18F46C4}"/>
              </a:ext>
            </a:extLst>
          </p:cNvPr>
          <p:cNvSpPr>
            <a:spLocks xmlns:a="http://schemas.openxmlformats.org/drawingml/2006/main" noGrp="1"/>
          </p:cNvSpPr>
          <p:nvPr/>
        </p:nvSpPr>
        <p:spPr>
          <a:xfrm xmlns:a="http://schemas.openxmlformats.org/drawingml/2006/main">
            <a:off x="4683125" y="273215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sues200_uav_300m_to_satellite/sues200_uav_300m_to_satellite/seed-3/visual/point-2">
            <a:extLst xmlns:a="http://schemas.openxmlformats.org/drawingml/2006/main">
              <a:ext uri="{FF2B5EF4-FFF2-40B4-BE49-F238E27FC236}">
                <a16:creationId xmlns:a16="http://schemas.microsoft.com/office/drawing/2014/main" id="{5AF20BB2-20BD-468A-A7DA-499502F945C1}"/>
              </a:ext>
            </a:extLst>
          </p:cNvPr>
          <p:cNvSpPr>
            <a:spLocks xmlns:a="http://schemas.openxmlformats.org/drawingml/2006/main" noGrp="1"/>
          </p:cNvSpPr>
          <p:nvPr/>
        </p:nvSpPr>
        <p:spPr>
          <a:xfrm xmlns:a="http://schemas.openxmlformats.org/drawingml/2006/main">
            <a:off x="4843145" y="260692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sues200_uav_300m_to_satellite/sues200_uav_300m_to_satellite/seed-3/visual/point-3">
            <a:extLst xmlns:a="http://schemas.openxmlformats.org/drawingml/2006/main">
              <a:ext uri="{FF2B5EF4-FFF2-40B4-BE49-F238E27FC236}">
                <a16:creationId xmlns:a16="http://schemas.microsoft.com/office/drawing/2014/main" id="{18AA3EAC-7D7B-4358-9F48-040C6E42F7E4}"/>
              </a:ext>
            </a:extLst>
          </p:cNvPr>
          <p:cNvSpPr>
            <a:spLocks xmlns:a="http://schemas.openxmlformats.org/drawingml/2006/main" noGrp="1"/>
          </p:cNvSpPr>
          <p:nvPr/>
        </p:nvSpPr>
        <p:spPr>
          <a:xfrm xmlns:a="http://schemas.openxmlformats.org/drawingml/2006/main">
            <a:off x="5003165" y="253208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sues200_uav_300m_to_satellite/sues200_uav_300m_to_satellite/seed-3/visual/point-4">
            <a:extLst xmlns:a="http://schemas.openxmlformats.org/drawingml/2006/main">
              <a:ext uri="{FF2B5EF4-FFF2-40B4-BE49-F238E27FC236}">
                <a16:creationId xmlns:a16="http://schemas.microsoft.com/office/drawing/2014/main" id="{2857ECD4-F993-4502-A720-BB2B02E1BBD4}"/>
              </a:ext>
            </a:extLst>
          </p:cNvPr>
          <p:cNvSpPr>
            <a:spLocks xmlns:a="http://schemas.openxmlformats.org/drawingml/2006/main" noGrp="1"/>
          </p:cNvSpPr>
          <p:nvPr/>
        </p:nvSpPr>
        <p:spPr>
          <a:xfrm xmlns:a="http://schemas.openxmlformats.org/drawingml/2006/main">
            <a:off x="5163185" y="2451481"/>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sues200_uav_300m_to_satellite/sues200_uav_300m_to_satellite/seed-3/visual/point-5">
            <a:extLst xmlns:a="http://schemas.openxmlformats.org/drawingml/2006/main">
              <a:ext uri="{FF2B5EF4-FFF2-40B4-BE49-F238E27FC236}">
                <a16:creationId xmlns:a16="http://schemas.microsoft.com/office/drawing/2014/main" id="{5CE0EC68-A781-4996-950E-50230306D7DF}"/>
              </a:ext>
            </a:extLst>
          </p:cNvPr>
          <p:cNvSpPr>
            <a:spLocks xmlns:a="http://schemas.openxmlformats.org/drawingml/2006/main" noGrp="1"/>
          </p:cNvSpPr>
          <p:nvPr/>
        </p:nvSpPr>
        <p:spPr>
          <a:xfrm xmlns:a="http://schemas.openxmlformats.org/drawingml/2006/main">
            <a:off x="5323205" y="237548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sues200_uav_300m_to_satellite/sues200_uav_300m_to_satellite/seed-3/visual/point-6">
            <a:extLst xmlns:a="http://schemas.openxmlformats.org/drawingml/2006/main">
              <a:ext uri="{FF2B5EF4-FFF2-40B4-BE49-F238E27FC236}">
                <a16:creationId xmlns:a16="http://schemas.microsoft.com/office/drawing/2014/main" id="{80598B83-0B5B-4131-887D-22BA2EFA7515}"/>
              </a:ext>
            </a:extLst>
          </p:cNvPr>
          <p:cNvSpPr>
            <a:spLocks xmlns:a="http://schemas.openxmlformats.org/drawingml/2006/main" noGrp="1"/>
          </p:cNvSpPr>
          <p:nvPr/>
        </p:nvSpPr>
        <p:spPr>
          <a:xfrm xmlns:a="http://schemas.openxmlformats.org/drawingml/2006/main">
            <a:off x="5483225" y="230610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sues200_uav_300m_to_satellite/sues200_uav_300m_to_satellite/seed-3/visual/point-7">
            <a:extLst xmlns:a="http://schemas.openxmlformats.org/drawingml/2006/main">
              <a:ext uri="{FF2B5EF4-FFF2-40B4-BE49-F238E27FC236}">
                <a16:creationId xmlns:a16="http://schemas.microsoft.com/office/drawing/2014/main" id="{B11A4692-C4BF-4D4D-B906-3EB0923CEC8C}"/>
              </a:ext>
            </a:extLst>
          </p:cNvPr>
          <p:cNvSpPr>
            <a:spLocks xmlns:a="http://schemas.openxmlformats.org/drawingml/2006/main" noGrp="1"/>
          </p:cNvSpPr>
          <p:nvPr/>
        </p:nvSpPr>
        <p:spPr>
          <a:xfrm xmlns:a="http://schemas.openxmlformats.org/drawingml/2006/main">
            <a:off x="5643245" y="224483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sues200_uav_300m_to_satellite/sues200_uav_300m_to_satellite/seed-3/visual/point-8">
            <a:extLst xmlns:a="http://schemas.openxmlformats.org/drawingml/2006/main">
              <a:ext uri="{FF2B5EF4-FFF2-40B4-BE49-F238E27FC236}">
                <a16:creationId xmlns:a16="http://schemas.microsoft.com/office/drawing/2014/main" id="{5B1076AE-1D8C-421C-8A6F-7994EBD63118}"/>
              </a:ext>
            </a:extLst>
          </p:cNvPr>
          <p:cNvSpPr>
            <a:spLocks xmlns:a="http://schemas.openxmlformats.org/drawingml/2006/main" noGrp="1"/>
          </p:cNvSpPr>
          <p:nvPr/>
        </p:nvSpPr>
        <p:spPr>
          <a:xfrm xmlns:a="http://schemas.openxmlformats.org/drawingml/2006/main">
            <a:off x="5803265" y="219078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sues200_uav_300m_to_satellite/sues200_uav_300m_to_satellite/seed-3/visual/point-9">
            <a:extLst xmlns:a="http://schemas.openxmlformats.org/drawingml/2006/main">
              <a:ext uri="{FF2B5EF4-FFF2-40B4-BE49-F238E27FC236}">
                <a16:creationId xmlns:a16="http://schemas.microsoft.com/office/drawing/2014/main" id="{52DF0B42-BCAD-4079-A37F-EC9A9D232595}"/>
              </a:ext>
            </a:extLst>
          </p:cNvPr>
          <p:cNvSpPr>
            <a:spLocks xmlns:a="http://schemas.openxmlformats.org/drawingml/2006/main" noGrp="1"/>
          </p:cNvSpPr>
          <p:nvPr/>
        </p:nvSpPr>
        <p:spPr>
          <a:xfrm xmlns:a="http://schemas.openxmlformats.org/drawingml/2006/main">
            <a:off x="5963285" y="2143464"/>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sues200_uav_300m_to_satellite/sues200_uav_300m_to_satellite/seed-3/visual/point-10">
            <a:extLst xmlns:a="http://schemas.openxmlformats.org/drawingml/2006/main">
              <a:ext uri="{FF2B5EF4-FFF2-40B4-BE49-F238E27FC236}">
                <a16:creationId xmlns:a16="http://schemas.microsoft.com/office/drawing/2014/main" id="{4967711D-A55E-489F-A268-6732AC1A8836}"/>
              </a:ext>
            </a:extLst>
          </p:cNvPr>
          <p:cNvSpPr>
            <a:spLocks xmlns:a="http://schemas.openxmlformats.org/drawingml/2006/main" noGrp="1"/>
          </p:cNvSpPr>
          <p:nvPr/>
        </p:nvSpPr>
        <p:spPr>
          <a:xfrm xmlns:a="http://schemas.openxmlformats.org/drawingml/2006/main">
            <a:off x="6123305" y="209826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sues200_uav_300m_to_satellite/seed-3/visual/AURC">
            <a:extLst xmlns:a="http://schemas.openxmlformats.org/drawingml/2006/main">
              <a:ext uri="{FF2B5EF4-FFF2-40B4-BE49-F238E27FC236}">
                <a16:creationId xmlns:a16="http://schemas.microsoft.com/office/drawing/2014/main" id="{98D79698-63E3-4567-A078-1D0181E5A59D}"/>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0.3202</a:t>
            </a:r>
          </a:p>
        </p:txBody>
      </p:sp>
      <p:sp>
        <p:nvSpPr>
          <p:cNvPr id="179" name="sues200_uav_300m_to_satellite/sues200_uav_300m_to_satellite/seed-3/full/segment-1-2">
            <a:extLst xmlns:a="http://schemas.openxmlformats.org/drawingml/2006/main">
              <a:ext uri="{FF2B5EF4-FFF2-40B4-BE49-F238E27FC236}">
                <a16:creationId xmlns:a16="http://schemas.microsoft.com/office/drawing/2014/main" id="{15399310-2CA6-485A-8B5B-E3691DAA2A85}"/>
              </a:ext>
            </a:extLst>
          </p:cNvPr>
          <p:cNvSpPr>
            <a:spLocks xmlns:a="http://schemas.openxmlformats.org/drawingml/2006/main" noGrp="1"/>
          </p:cNvSpPr>
          <p:nvPr/>
        </p:nvSpPr>
        <p:spPr>
          <a:xfrm xmlns:a="http://schemas.openxmlformats.org/drawingml/2006/main" flipV="1">
            <a:off x="4706620" y="2384298"/>
            <a:ext cx="160020" cy="2159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sues200_uav_300m_to_satellite/sues200_uav_300m_to_satellite/seed-3/full/segment-2-3">
            <a:extLst xmlns:a="http://schemas.openxmlformats.org/drawingml/2006/main">
              <a:ext uri="{FF2B5EF4-FFF2-40B4-BE49-F238E27FC236}">
                <a16:creationId xmlns:a16="http://schemas.microsoft.com/office/drawing/2014/main" id="{B429807C-3162-4773-A1F2-F1593AC3A32B}"/>
              </a:ext>
            </a:extLst>
          </p:cNvPr>
          <p:cNvSpPr>
            <a:spLocks xmlns:a="http://schemas.openxmlformats.org/drawingml/2006/main" noGrp="1"/>
          </p:cNvSpPr>
          <p:nvPr/>
        </p:nvSpPr>
        <p:spPr>
          <a:xfrm xmlns:a="http://schemas.openxmlformats.org/drawingml/2006/main" flipV="1">
            <a:off x="4866640" y="2284984"/>
            <a:ext cx="160020" cy="9931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sues200_uav_300m_to_satellite/sues200_uav_300m_to_satellite/seed-3/full/segment-3-4">
            <a:extLst xmlns:a="http://schemas.openxmlformats.org/drawingml/2006/main">
              <a:ext uri="{FF2B5EF4-FFF2-40B4-BE49-F238E27FC236}">
                <a16:creationId xmlns:a16="http://schemas.microsoft.com/office/drawing/2014/main" id="{B05AD364-7570-4896-B789-E2B3BDF371F8}"/>
              </a:ext>
            </a:extLst>
          </p:cNvPr>
          <p:cNvSpPr>
            <a:spLocks xmlns:a="http://schemas.openxmlformats.org/drawingml/2006/main" noGrp="1"/>
          </p:cNvSpPr>
          <p:nvPr/>
        </p:nvSpPr>
        <p:spPr>
          <a:xfrm xmlns:a="http://schemas.openxmlformats.org/drawingml/2006/main" flipV="1">
            <a:off x="5026660" y="2198624"/>
            <a:ext cx="160020" cy="8636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sues200_uav_300m_to_satellite/sues200_uav_300m_to_satellite/seed-3/full/segment-4-5">
            <a:extLst xmlns:a="http://schemas.openxmlformats.org/drawingml/2006/main">
              <a:ext uri="{FF2B5EF4-FFF2-40B4-BE49-F238E27FC236}">
                <a16:creationId xmlns:a16="http://schemas.microsoft.com/office/drawing/2014/main" id="{7E1A3082-1ECF-47C2-A8D5-D4C1E9468F8F}"/>
              </a:ext>
            </a:extLst>
          </p:cNvPr>
          <p:cNvSpPr>
            <a:spLocks xmlns:a="http://schemas.openxmlformats.org/drawingml/2006/main" noGrp="1"/>
          </p:cNvSpPr>
          <p:nvPr/>
        </p:nvSpPr>
        <p:spPr>
          <a:xfrm xmlns:a="http://schemas.openxmlformats.org/drawingml/2006/main" flipV="1">
            <a:off x="5186680" y="2132990"/>
            <a:ext cx="160020" cy="6563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sues200_uav_300m_to_satellite/sues200_uav_300m_to_satellite/seed-3/full/segment-5-6">
            <a:extLst xmlns:a="http://schemas.openxmlformats.org/drawingml/2006/main">
              <a:ext uri="{FF2B5EF4-FFF2-40B4-BE49-F238E27FC236}">
                <a16:creationId xmlns:a16="http://schemas.microsoft.com/office/drawing/2014/main" id="{5F49A93F-9FCA-4832-923C-279B46C28600}"/>
              </a:ext>
            </a:extLst>
          </p:cNvPr>
          <p:cNvSpPr>
            <a:spLocks xmlns:a="http://schemas.openxmlformats.org/drawingml/2006/main" noGrp="1"/>
          </p:cNvSpPr>
          <p:nvPr/>
        </p:nvSpPr>
        <p:spPr>
          <a:xfrm xmlns:a="http://schemas.openxmlformats.org/drawingml/2006/main" flipV="1">
            <a:off x="5346700" y="2078440"/>
            <a:ext cx="160020" cy="5455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sues200_uav_300m_to_satellite/sues200_uav_300m_to_satellite/seed-3/full/segment-6-7">
            <a:extLst xmlns:a="http://schemas.openxmlformats.org/drawingml/2006/main">
              <a:ext uri="{FF2B5EF4-FFF2-40B4-BE49-F238E27FC236}">
                <a16:creationId xmlns:a16="http://schemas.microsoft.com/office/drawing/2014/main" id="{7DF39666-D2B3-41EA-9D79-5C049E46BAE7}"/>
              </a:ext>
            </a:extLst>
          </p:cNvPr>
          <p:cNvSpPr>
            <a:spLocks xmlns:a="http://schemas.openxmlformats.org/drawingml/2006/main" noGrp="1"/>
          </p:cNvSpPr>
          <p:nvPr/>
        </p:nvSpPr>
        <p:spPr>
          <a:xfrm xmlns:a="http://schemas.openxmlformats.org/drawingml/2006/main" flipV="1">
            <a:off x="5506720" y="2033923"/>
            <a:ext cx="160020" cy="4451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sues200_uav_300m_to_satellite/sues200_uav_300m_to_satellite/seed-3/full/segment-7-8">
            <a:extLst xmlns:a="http://schemas.openxmlformats.org/drawingml/2006/main">
              <a:ext uri="{FF2B5EF4-FFF2-40B4-BE49-F238E27FC236}">
                <a16:creationId xmlns:a16="http://schemas.microsoft.com/office/drawing/2014/main" id="{132EF85C-9E1C-4894-AC9E-DE9672EF2BB2}"/>
              </a:ext>
            </a:extLst>
          </p:cNvPr>
          <p:cNvSpPr>
            <a:spLocks xmlns:a="http://schemas.openxmlformats.org/drawingml/2006/main" noGrp="1"/>
          </p:cNvSpPr>
          <p:nvPr/>
        </p:nvSpPr>
        <p:spPr>
          <a:xfrm xmlns:a="http://schemas.openxmlformats.org/drawingml/2006/main" flipV="1">
            <a:off x="5666740" y="1987042"/>
            <a:ext cx="160020" cy="4688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sues200_uav_300m_to_satellite/sues200_uav_300m_to_satellite/seed-3/full/segment-8-9">
            <a:extLst xmlns:a="http://schemas.openxmlformats.org/drawingml/2006/main">
              <a:ext uri="{FF2B5EF4-FFF2-40B4-BE49-F238E27FC236}">
                <a16:creationId xmlns:a16="http://schemas.microsoft.com/office/drawing/2014/main" id="{FBA006CF-F89B-4E44-8B2E-F174DC249961}"/>
              </a:ext>
            </a:extLst>
          </p:cNvPr>
          <p:cNvSpPr>
            <a:spLocks xmlns:a="http://schemas.openxmlformats.org/drawingml/2006/main" noGrp="1"/>
          </p:cNvSpPr>
          <p:nvPr/>
        </p:nvSpPr>
        <p:spPr>
          <a:xfrm xmlns:a="http://schemas.openxmlformats.org/drawingml/2006/main" flipV="1">
            <a:off x="5826760" y="1949619"/>
            <a:ext cx="160020" cy="3742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sues200_uav_300m_to_satellite/sues200_uav_300m_to_satellite/seed-3/full/segment-9-10">
            <a:extLst xmlns:a="http://schemas.openxmlformats.org/drawingml/2006/main">
              <a:ext uri="{FF2B5EF4-FFF2-40B4-BE49-F238E27FC236}">
                <a16:creationId xmlns:a16="http://schemas.microsoft.com/office/drawing/2014/main" id="{9374DD60-2CED-4F8F-94D6-C2DB599A2016}"/>
              </a:ext>
            </a:extLst>
          </p:cNvPr>
          <p:cNvSpPr>
            <a:spLocks xmlns:a="http://schemas.openxmlformats.org/drawingml/2006/main" noGrp="1"/>
          </p:cNvSpPr>
          <p:nvPr/>
        </p:nvSpPr>
        <p:spPr>
          <a:xfrm xmlns:a="http://schemas.openxmlformats.org/drawingml/2006/main" flipV="1">
            <a:off x="5986780" y="1905000"/>
            <a:ext cx="160020" cy="4461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sues200_uav_300m_to_satellite/sues200_uav_300m_to_satellite/seed-3/full/point-1">
            <a:extLst xmlns:a="http://schemas.openxmlformats.org/drawingml/2006/main">
              <a:ext uri="{FF2B5EF4-FFF2-40B4-BE49-F238E27FC236}">
                <a16:creationId xmlns:a16="http://schemas.microsoft.com/office/drawing/2014/main" id="{199E4D0F-874C-4206-B208-FFD53B822CF6}"/>
              </a:ext>
            </a:extLst>
          </p:cNvPr>
          <p:cNvSpPr>
            <a:spLocks xmlns:a="http://schemas.openxmlformats.org/drawingml/2006/main" noGrp="1"/>
          </p:cNvSpPr>
          <p:nvPr/>
        </p:nvSpPr>
        <p:spPr>
          <a:xfrm xmlns:a="http://schemas.openxmlformats.org/drawingml/2006/main">
            <a:off x="4683125" y="238239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sues200_uav_300m_to_satellite/sues200_uav_300m_to_satellite/seed-3/full/point-2">
            <a:extLst xmlns:a="http://schemas.openxmlformats.org/drawingml/2006/main">
              <a:ext uri="{FF2B5EF4-FFF2-40B4-BE49-F238E27FC236}">
                <a16:creationId xmlns:a16="http://schemas.microsoft.com/office/drawing/2014/main" id="{F746443F-E565-4BCB-983D-9F4CC5579233}"/>
              </a:ext>
            </a:extLst>
          </p:cNvPr>
          <p:cNvSpPr>
            <a:spLocks xmlns:a="http://schemas.openxmlformats.org/drawingml/2006/main" noGrp="1"/>
          </p:cNvSpPr>
          <p:nvPr/>
        </p:nvSpPr>
        <p:spPr>
          <a:xfrm xmlns:a="http://schemas.openxmlformats.org/drawingml/2006/main">
            <a:off x="4843145" y="236080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sues200_uav_300m_to_satellite/sues200_uav_300m_to_satellite/seed-3/full/point-3">
            <a:extLst xmlns:a="http://schemas.openxmlformats.org/drawingml/2006/main">
              <a:ext uri="{FF2B5EF4-FFF2-40B4-BE49-F238E27FC236}">
                <a16:creationId xmlns:a16="http://schemas.microsoft.com/office/drawing/2014/main" id="{A58DFA7C-26A0-495A-977C-690AD9DF4CC2}"/>
              </a:ext>
            </a:extLst>
          </p:cNvPr>
          <p:cNvSpPr>
            <a:spLocks xmlns:a="http://schemas.openxmlformats.org/drawingml/2006/main" noGrp="1"/>
          </p:cNvSpPr>
          <p:nvPr/>
        </p:nvSpPr>
        <p:spPr>
          <a:xfrm xmlns:a="http://schemas.openxmlformats.org/drawingml/2006/main">
            <a:off x="5003165" y="226148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sues200_uav_300m_to_satellite/sues200_uav_300m_to_satellite/seed-3/full/point-4">
            <a:extLst xmlns:a="http://schemas.openxmlformats.org/drawingml/2006/main">
              <a:ext uri="{FF2B5EF4-FFF2-40B4-BE49-F238E27FC236}">
                <a16:creationId xmlns:a16="http://schemas.microsoft.com/office/drawing/2014/main" id="{D6EB2F73-534D-4084-8B04-9EDB3F550245}"/>
              </a:ext>
            </a:extLst>
          </p:cNvPr>
          <p:cNvSpPr>
            <a:spLocks xmlns:a="http://schemas.openxmlformats.org/drawingml/2006/main" noGrp="1"/>
          </p:cNvSpPr>
          <p:nvPr/>
        </p:nvSpPr>
        <p:spPr>
          <a:xfrm xmlns:a="http://schemas.openxmlformats.org/drawingml/2006/main">
            <a:off x="5163185" y="217512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sues200_uav_300m_to_satellite/sues200_uav_300m_to_satellite/seed-3/full/point-5">
            <a:extLst xmlns:a="http://schemas.openxmlformats.org/drawingml/2006/main">
              <a:ext uri="{FF2B5EF4-FFF2-40B4-BE49-F238E27FC236}">
                <a16:creationId xmlns:a16="http://schemas.microsoft.com/office/drawing/2014/main" id="{0C518A93-1047-4414-95DA-6F832DDD16AF}"/>
              </a:ext>
            </a:extLst>
          </p:cNvPr>
          <p:cNvSpPr>
            <a:spLocks xmlns:a="http://schemas.openxmlformats.org/drawingml/2006/main" noGrp="1"/>
          </p:cNvSpPr>
          <p:nvPr/>
        </p:nvSpPr>
        <p:spPr>
          <a:xfrm xmlns:a="http://schemas.openxmlformats.org/drawingml/2006/main">
            <a:off x="5323205" y="210949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sues200_uav_300m_to_satellite/sues200_uav_300m_to_satellite/seed-3/full/point-6">
            <a:extLst xmlns:a="http://schemas.openxmlformats.org/drawingml/2006/main">
              <a:ext uri="{FF2B5EF4-FFF2-40B4-BE49-F238E27FC236}">
                <a16:creationId xmlns:a16="http://schemas.microsoft.com/office/drawing/2014/main" id="{10E0E009-D0F5-4B55-8504-9FD3B549F308}"/>
              </a:ext>
            </a:extLst>
          </p:cNvPr>
          <p:cNvSpPr>
            <a:spLocks xmlns:a="http://schemas.openxmlformats.org/drawingml/2006/main" noGrp="1"/>
          </p:cNvSpPr>
          <p:nvPr/>
        </p:nvSpPr>
        <p:spPr>
          <a:xfrm xmlns:a="http://schemas.openxmlformats.org/drawingml/2006/main">
            <a:off x="5483225" y="205494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sues200_uav_300m_to_satellite/sues200_uav_300m_to_satellite/seed-3/full/point-7">
            <a:extLst xmlns:a="http://schemas.openxmlformats.org/drawingml/2006/main">
              <a:ext uri="{FF2B5EF4-FFF2-40B4-BE49-F238E27FC236}">
                <a16:creationId xmlns:a16="http://schemas.microsoft.com/office/drawing/2014/main" id="{3FDB10E8-19D9-4FFF-B689-DD02783C3936}"/>
              </a:ext>
            </a:extLst>
          </p:cNvPr>
          <p:cNvSpPr>
            <a:spLocks xmlns:a="http://schemas.openxmlformats.org/drawingml/2006/main" noGrp="1"/>
          </p:cNvSpPr>
          <p:nvPr/>
        </p:nvSpPr>
        <p:spPr>
          <a:xfrm xmlns:a="http://schemas.openxmlformats.org/drawingml/2006/main">
            <a:off x="5643245" y="201042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sues200_uav_300m_to_satellite/sues200_uav_300m_to_satellite/seed-3/full/point-8">
            <a:extLst xmlns:a="http://schemas.openxmlformats.org/drawingml/2006/main">
              <a:ext uri="{FF2B5EF4-FFF2-40B4-BE49-F238E27FC236}">
                <a16:creationId xmlns:a16="http://schemas.microsoft.com/office/drawing/2014/main" id="{62A693F8-53D8-48D9-BECE-0B927054AA72}"/>
              </a:ext>
            </a:extLst>
          </p:cNvPr>
          <p:cNvSpPr>
            <a:spLocks xmlns:a="http://schemas.openxmlformats.org/drawingml/2006/main" noGrp="1"/>
          </p:cNvSpPr>
          <p:nvPr/>
        </p:nvSpPr>
        <p:spPr>
          <a:xfrm xmlns:a="http://schemas.openxmlformats.org/drawingml/2006/main">
            <a:off x="5803265" y="196354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sues200_uav_300m_to_satellite/sues200_uav_300m_to_satellite/seed-3/full/point-9">
            <a:extLst xmlns:a="http://schemas.openxmlformats.org/drawingml/2006/main">
              <a:ext uri="{FF2B5EF4-FFF2-40B4-BE49-F238E27FC236}">
                <a16:creationId xmlns:a16="http://schemas.microsoft.com/office/drawing/2014/main" id="{BA166420-895C-4D9E-8D23-8410FF336F72}"/>
              </a:ext>
            </a:extLst>
          </p:cNvPr>
          <p:cNvSpPr>
            <a:spLocks xmlns:a="http://schemas.openxmlformats.org/drawingml/2006/main" noGrp="1"/>
          </p:cNvSpPr>
          <p:nvPr/>
        </p:nvSpPr>
        <p:spPr>
          <a:xfrm xmlns:a="http://schemas.openxmlformats.org/drawingml/2006/main">
            <a:off x="5963285" y="192612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sues200_uav_300m_to_satellite/sues200_uav_300m_to_satellite/seed-3/full/point-10">
            <a:extLst xmlns:a="http://schemas.openxmlformats.org/drawingml/2006/main">
              <a:ext uri="{FF2B5EF4-FFF2-40B4-BE49-F238E27FC236}">
                <a16:creationId xmlns:a16="http://schemas.microsoft.com/office/drawing/2014/main" id="{93BAE663-E102-4134-B230-F3714D434F59}"/>
              </a:ext>
            </a:extLst>
          </p:cNvPr>
          <p:cNvSpPr>
            <a:spLocks xmlns:a="http://schemas.openxmlformats.org/drawingml/2006/main" noGrp="1"/>
          </p:cNvSpPr>
          <p:nvPr/>
        </p:nvSpPr>
        <p:spPr>
          <a:xfrm xmlns:a="http://schemas.openxmlformats.org/drawingml/2006/main">
            <a:off x="6123305" y="18815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sues200_uav_300m_to_satellite/seed-3/full/AURC">
            <a:extLst xmlns:a="http://schemas.openxmlformats.org/drawingml/2006/main">
              <a:ext uri="{FF2B5EF4-FFF2-40B4-BE49-F238E27FC236}">
                <a16:creationId xmlns:a16="http://schemas.microsoft.com/office/drawing/2014/main" id="{08FE9015-B1C4-4500-A622-88928CFBB2C9}"/>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0.4884</a:t>
            </a:r>
          </a:p>
        </p:txBody>
      </p:sp>
      <p:sp>
        <p:nvSpPr>
          <p:cNvPr id="199" name="sues200_uav_300m_to_satellite/seed-3/AURC-label">
            <a:extLst xmlns:a="http://schemas.openxmlformats.org/drawingml/2006/main">
              <a:ext uri="{FF2B5EF4-FFF2-40B4-BE49-F238E27FC236}">
                <a16:creationId xmlns:a16="http://schemas.microsoft.com/office/drawing/2014/main" id="{3AA364F8-16DE-4A80-9E4D-462115C823B5}"/>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sues200_uav_300m_to_satellite/coverage-axis-label">
            <a:extLst xmlns:a="http://schemas.openxmlformats.org/drawingml/2006/main">
              <a:ext uri="{FF2B5EF4-FFF2-40B4-BE49-F238E27FC236}">
                <a16:creationId xmlns:a16="http://schemas.microsoft.com/office/drawing/2014/main" id="{ABDD3F02-E04B-439E-8D21-3E58D2F1A6D2}"/>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sues200_uav_300m_to_satellite/footnote-1">
            <a:extLst xmlns:a="http://schemas.openxmlformats.org/drawingml/2006/main">
              <a:ext uri="{FF2B5EF4-FFF2-40B4-BE49-F238E27FC236}">
                <a16:creationId xmlns:a16="http://schemas.microsoft.com/office/drawing/2014/main" id="{554A478C-7320-4F4F-B3CD-86DB0E31723B}"/>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sues200_uav_300m_to_satellite/footnote-2">
            <a:extLst xmlns:a="http://schemas.openxmlformats.org/drawingml/2006/main">
              <a:ext uri="{FF2B5EF4-FFF2-40B4-BE49-F238E27FC236}">
                <a16:creationId xmlns:a16="http://schemas.microsoft.com/office/drawing/2014/main" id="{00A47AAE-02F4-445A-8FBF-48FA7781B5A9}"/>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sues200_uav_300m_to_satellite/footnote-3">
            <a:extLst xmlns:a="http://schemas.openxmlformats.org/drawingml/2006/main">
              <a:ext uri="{FF2B5EF4-FFF2-40B4-BE49-F238E27FC236}">
                <a16:creationId xmlns:a16="http://schemas.microsoft.com/office/drawing/2014/main" id="{A45AD84A-6346-4DDE-BCCC-3B28D3A774EA}"/>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sues200_uav_300m_to_satellite/footnote-4">
            <a:extLst xmlns:a="http://schemas.openxmlformats.org/drawingml/2006/main">
              <a:ext uri="{FF2B5EF4-FFF2-40B4-BE49-F238E27FC236}">
                <a16:creationId xmlns:a16="http://schemas.microsoft.com/office/drawing/2014/main" id="{90FCBF1A-3226-470A-A1E8-456189FB5329}"/>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96977280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 name="sues200_satellite_to_uav_300m/title">
            <a:extLst xmlns:a="http://schemas.openxmlformats.org/drawingml/2006/main">
              <a:ext uri="{FF2B5EF4-FFF2-40B4-BE49-F238E27FC236}">
                <a16:creationId xmlns:a16="http://schemas.microsoft.com/office/drawing/2014/main" id="{AED6749A-955F-4545-B4A1-3F120AA18089}"/>
              </a:ext>
            </a:extLst>
          </p:cNvPr>
          <p:cNvSpPr>
            <a:spLocks xmlns:a="http://schemas.openxmlformats.org/drawingml/2006/main" noGrp="1"/>
          </p:cNvSpPr>
          <p:nvPr/>
        </p:nvSpPr>
        <p:spPr>
          <a:xfrm xmlns:a="http://schemas.openxmlformats.org/drawingml/2006/main">
            <a:off x="190500" y="111760"/>
            <a:ext cx="2025015" cy="15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00" b="1">
                <a:solidFill>
                  <a:srgbClr val="222222"/>
                </a:solidFill>
                <a:latin typeface="Arial"/>
                <a:ea typeface="Arial"/>
                <a:cs typeface="Arial"/>
              </a:defRPr>
            </a:pPr>
            <a:r>
              <a:rPr sz="1000" b="1">
                <a:solidFill>
                  <a:srgbClr val="222222"/>
                </a:solidFill>
                <a:latin typeface="Arial"/>
                <a:ea typeface="Arial"/>
                <a:cs typeface="Arial"/>
              </a:rPr>
              <a:t>SUES-200: Satellite → UAV 300 m</a:t>
            </a:r>
          </a:p>
        </p:txBody>
      </p:sp>
      <p:sp>
        <p:nvSpPr>
          <p:cNvPr id="2" name="sues200_satellite_to_uav_300m/subtitle">
            <a:extLst xmlns:a="http://schemas.openxmlformats.org/drawingml/2006/main">
              <a:ext uri="{FF2B5EF4-FFF2-40B4-BE49-F238E27FC236}">
                <a16:creationId xmlns:a16="http://schemas.microsoft.com/office/drawing/2014/main" id="{91408152-35FC-4112-8183-442C61099B5B}"/>
              </a:ext>
            </a:extLst>
          </p:cNvPr>
          <p:cNvSpPr>
            <a:spLocks xmlns:a="http://schemas.openxmlformats.org/drawingml/2006/main" noGrp="1"/>
          </p:cNvSpPr>
          <p:nvPr/>
        </p:nvSpPr>
        <p:spPr>
          <a:xfrm xmlns:a="http://schemas.openxmlformats.org/drawingml/2006/main">
            <a:off x="190500" y="326644"/>
            <a:ext cx="3112961"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900" b="1">
                <a:solidFill>
                  <a:srgbClr val="222222"/>
                </a:solidFill>
                <a:latin typeface="Arial"/>
                <a:ea typeface="Arial"/>
                <a:cs typeface="Arial"/>
              </a:defRPr>
            </a:pPr>
            <a:r>
              <a:rPr sz="900" b="1">
                <a:solidFill>
                  <a:srgbClr val="222222"/>
                </a:solidFill>
                <a:latin typeface="Arial"/>
                <a:ea typeface="Arial"/>
                <a:cs typeface="Arial"/>
              </a:rPr>
              <a:t>Selective risk by margin-ranked coverage; N = 80 queries</a:t>
            </a:r>
          </a:p>
        </p:txBody>
      </p:sp>
      <p:sp>
        <p:nvSpPr>
          <p:cNvPr id="3" name="sues200_satellite_to_uav_300m/legend/visual/marker">
            <a:extLst xmlns:a="http://schemas.openxmlformats.org/drawingml/2006/main">
              <a:ext uri="{FF2B5EF4-FFF2-40B4-BE49-F238E27FC236}">
                <a16:creationId xmlns:a16="http://schemas.microsoft.com/office/drawing/2014/main" id="{72289D00-EF31-47B5-98C3-8194E4AC205B}"/>
              </a:ext>
            </a:extLst>
          </p:cNvPr>
          <p:cNvSpPr>
            <a:spLocks xmlns:a="http://schemas.openxmlformats.org/drawingml/2006/main" noGrp="1"/>
          </p:cNvSpPr>
          <p:nvPr/>
        </p:nvSpPr>
        <p:spPr>
          <a:xfrm xmlns:a="http://schemas.openxmlformats.org/drawingml/2006/main">
            <a:off x="205105" y="586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 name="sues200_satellite_to_uav_300m/legend/visual/text">
            <a:extLst xmlns:a="http://schemas.openxmlformats.org/drawingml/2006/main">
              <a:ext uri="{FF2B5EF4-FFF2-40B4-BE49-F238E27FC236}">
                <a16:creationId xmlns:a16="http://schemas.microsoft.com/office/drawing/2014/main" id="{F5A0E8E0-10A7-4A63-8BFE-0A179D6BF7FC}"/>
              </a:ext>
            </a:extLst>
          </p:cNvPr>
          <p:cNvSpPr>
            <a:spLocks xmlns:a="http://schemas.openxmlformats.org/drawingml/2006/main" noGrp="1"/>
          </p:cNvSpPr>
          <p:nvPr/>
        </p:nvSpPr>
        <p:spPr>
          <a:xfrm xmlns:a="http://schemas.openxmlformats.org/drawingml/2006/main">
            <a:off x="330200" y="554228"/>
            <a:ext cx="28413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Visual</a:t>
            </a:r>
          </a:p>
        </p:txBody>
      </p:sp>
      <p:sp>
        <p:nvSpPr>
          <p:cNvPr id="5" name="sues200_satellite_to_uav_300m/legend/full/marker">
            <a:extLst xmlns:a="http://schemas.openxmlformats.org/drawingml/2006/main">
              <a:ext uri="{FF2B5EF4-FFF2-40B4-BE49-F238E27FC236}">
                <a16:creationId xmlns:a16="http://schemas.microsoft.com/office/drawing/2014/main" id="{15051CD3-EDC3-450F-926C-7981179D4FAD}"/>
              </a:ext>
            </a:extLst>
          </p:cNvPr>
          <p:cNvSpPr>
            <a:spLocks xmlns:a="http://schemas.openxmlformats.org/drawingml/2006/main" noGrp="1"/>
          </p:cNvSpPr>
          <p:nvPr/>
        </p:nvSpPr>
        <p:spPr>
          <a:xfrm xmlns:a="http://schemas.openxmlformats.org/drawingml/2006/main">
            <a:off x="1106805" y="5861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 name="sues200_satellite_to_uav_300m/legend/full/text">
            <a:extLst xmlns:a="http://schemas.openxmlformats.org/drawingml/2006/main">
              <a:ext uri="{FF2B5EF4-FFF2-40B4-BE49-F238E27FC236}">
                <a16:creationId xmlns:a16="http://schemas.microsoft.com/office/drawing/2014/main" id="{C269BBA4-47DE-4C3C-9E63-C6CEFB79153D}"/>
              </a:ext>
            </a:extLst>
          </p:cNvPr>
          <p:cNvSpPr>
            <a:spLocks xmlns:a="http://schemas.openxmlformats.org/drawingml/2006/main" noGrp="1"/>
          </p:cNvSpPr>
          <p:nvPr/>
        </p:nvSpPr>
        <p:spPr>
          <a:xfrm xmlns:a="http://schemas.openxmlformats.org/drawingml/2006/main">
            <a:off x="1231900" y="554228"/>
            <a:ext cx="173069"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Full</a:t>
            </a:r>
          </a:p>
        </p:txBody>
      </p:sp>
      <p:sp>
        <p:nvSpPr>
          <p:cNvPr id="7" name="sues200_satellite_to_uav_300m/risk-axis-label">
            <a:extLst xmlns:a="http://schemas.openxmlformats.org/drawingml/2006/main">
              <a:ext uri="{FF2B5EF4-FFF2-40B4-BE49-F238E27FC236}">
                <a16:creationId xmlns:a16="http://schemas.microsoft.com/office/drawing/2014/main" id="{3946476B-9B53-45A5-93CF-CA9D9B2BF21B}"/>
              </a:ext>
            </a:extLst>
          </p:cNvPr>
          <p:cNvSpPr>
            <a:spLocks xmlns:a="http://schemas.openxmlformats.org/drawingml/2006/main" noGrp="1"/>
          </p:cNvSpPr>
          <p:nvPr/>
        </p:nvSpPr>
        <p:spPr>
          <a:xfrm xmlns:a="http://schemas.openxmlformats.org/drawingml/2006/main">
            <a:off x="190500" y="795528"/>
            <a:ext cx="2420017"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Selective risk = 1 − R@1 among selected queries (%)</a:t>
            </a:r>
          </a:p>
        </p:txBody>
      </p:sp>
      <p:sp>
        <p:nvSpPr>
          <p:cNvPr id="8" name="sues200_satellite_to_uav_300m/seed-1/heading">
            <a:extLst xmlns:a="http://schemas.openxmlformats.org/drawingml/2006/main">
              <a:ext uri="{FF2B5EF4-FFF2-40B4-BE49-F238E27FC236}">
                <a16:creationId xmlns:a16="http://schemas.microsoft.com/office/drawing/2014/main" id="{007802C6-B574-4E6F-9C4C-CC0C2633126D}"/>
              </a:ext>
            </a:extLst>
          </p:cNvPr>
          <p:cNvSpPr>
            <a:spLocks xmlns:a="http://schemas.openxmlformats.org/drawingml/2006/main" noGrp="1"/>
          </p:cNvSpPr>
          <p:nvPr/>
        </p:nvSpPr>
        <p:spPr>
          <a:xfrm xmlns:a="http://schemas.openxmlformats.org/drawingml/2006/main">
            <a:off x="11444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1</a:t>
            </a:r>
          </a:p>
        </p:txBody>
      </p:sp>
      <p:sp>
        <p:nvSpPr>
          <p:cNvPr id="9" name="sues200_satellite_to_uav_300m/seed-1/y-grid-0">
            <a:extLst xmlns:a="http://schemas.openxmlformats.org/drawingml/2006/main">
              <a:ext uri="{FF2B5EF4-FFF2-40B4-BE49-F238E27FC236}">
                <a16:creationId xmlns:a16="http://schemas.microsoft.com/office/drawing/2014/main" id="{0D64296B-7F3B-4E41-8F1B-EBBCAD70A918}"/>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0" name="sues200_satellite_to_uav_300m/seed-1/y-label-0">
            <a:extLst xmlns:a="http://schemas.openxmlformats.org/drawingml/2006/main">
              <a:ext uri="{FF2B5EF4-FFF2-40B4-BE49-F238E27FC236}">
                <a16:creationId xmlns:a16="http://schemas.microsoft.com/office/drawing/2014/main" id="{4F25872A-89A3-4F0D-AA17-7480E6CD9961}"/>
              </a:ext>
            </a:extLst>
          </p:cNvPr>
          <p:cNvSpPr>
            <a:spLocks xmlns:a="http://schemas.openxmlformats.org/drawingml/2006/main" noGrp="1"/>
          </p:cNvSpPr>
          <p:nvPr/>
        </p:nvSpPr>
        <p:spPr>
          <a:xfrm xmlns:a="http://schemas.openxmlformats.org/drawingml/2006/main">
            <a:off x="4038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1" name="sues200_satellite_to_uav_300m/seed-1/x-tick-0">
            <a:extLst xmlns:a="http://schemas.openxmlformats.org/drawingml/2006/main">
              <a:ext uri="{FF2B5EF4-FFF2-40B4-BE49-F238E27FC236}">
                <a16:creationId xmlns:a16="http://schemas.microsoft.com/office/drawing/2014/main" id="{ABCAFBFA-4E30-49AC-81B4-1B9BE86F905A}"/>
              </a:ext>
            </a:extLst>
          </p:cNvPr>
          <p:cNvSpPr>
            <a:spLocks xmlns:a="http://schemas.openxmlformats.org/drawingml/2006/main" noGrp="1"/>
          </p:cNvSpPr>
          <p:nvPr/>
        </p:nvSpPr>
        <p:spPr>
          <a:xfrm xmlns:a="http://schemas.openxmlformats.org/drawingml/2006/main" flipV="0">
            <a:off x="5334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2" name="sues200_satellite_to_uav_300m/seed-1/x-label-0">
            <a:extLst xmlns:a="http://schemas.openxmlformats.org/drawingml/2006/main">
              <a:ext uri="{FF2B5EF4-FFF2-40B4-BE49-F238E27FC236}">
                <a16:creationId xmlns:a16="http://schemas.microsoft.com/office/drawing/2014/main" id="{1B7DFFFF-4F3F-4A86-BDE1-42E6FBD4FB4C}"/>
              </a:ext>
            </a:extLst>
          </p:cNvPr>
          <p:cNvSpPr>
            <a:spLocks xmlns:a="http://schemas.openxmlformats.org/drawingml/2006/main" noGrp="1"/>
          </p:cNvSpPr>
          <p:nvPr/>
        </p:nvSpPr>
        <p:spPr>
          <a:xfrm xmlns:a="http://schemas.openxmlformats.org/drawingml/2006/main">
            <a:off x="5003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 name="sues200_satellite_to_uav_300m/seed-1/y-grid-25">
            <a:extLst xmlns:a="http://schemas.openxmlformats.org/drawingml/2006/main">
              <a:ext uri="{FF2B5EF4-FFF2-40B4-BE49-F238E27FC236}">
                <a16:creationId xmlns:a16="http://schemas.microsoft.com/office/drawing/2014/main" id="{6E5BABB8-D7B5-45D3-A0C9-32C5C5B70B75}"/>
              </a:ext>
            </a:extLst>
          </p:cNvPr>
          <p:cNvSpPr>
            <a:spLocks xmlns:a="http://schemas.openxmlformats.org/drawingml/2006/main" noGrp="1"/>
          </p:cNvSpPr>
          <p:nvPr/>
        </p:nvSpPr>
        <p:spPr>
          <a:xfrm xmlns:a="http://schemas.openxmlformats.org/drawingml/2006/main" flipV="0">
            <a:off x="5334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 name="sues200_satellite_to_uav_300m/seed-1/y-label-25">
            <a:extLst xmlns:a="http://schemas.openxmlformats.org/drawingml/2006/main">
              <a:ext uri="{FF2B5EF4-FFF2-40B4-BE49-F238E27FC236}">
                <a16:creationId xmlns:a16="http://schemas.microsoft.com/office/drawing/2014/main" id="{264EBBFB-897B-4B0A-9720-C15021565190}"/>
              </a:ext>
            </a:extLst>
          </p:cNvPr>
          <p:cNvSpPr>
            <a:spLocks xmlns:a="http://schemas.openxmlformats.org/drawingml/2006/main" noGrp="1"/>
          </p:cNvSpPr>
          <p:nvPr/>
        </p:nvSpPr>
        <p:spPr>
          <a:xfrm xmlns:a="http://schemas.openxmlformats.org/drawingml/2006/main">
            <a:off x="3475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5" name="sues200_satellite_to_uav_300m/seed-1/x-tick-25">
            <a:extLst xmlns:a="http://schemas.openxmlformats.org/drawingml/2006/main">
              <a:ext uri="{FF2B5EF4-FFF2-40B4-BE49-F238E27FC236}">
                <a16:creationId xmlns:a16="http://schemas.microsoft.com/office/drawing/2014/main" id="{917EFFE0-68ED-49F7-9B17-5E6A46A08DAD}"/>
              </a:ext>
            </a:extLst>
          </p:cNvPr>
          <p:cNvSpPr>
            <a:spLocks xmlns:a="http://schemas.openxmlformats.org/drawingml/2006/main" noGrp="1"/>
          </p:cNvSpPr>
          <p:nvPr/>
        </p:nvSpPr>
        <p:spPr>
          <a:xfrm xmlns:a="http://schemas.openxmlformats.org/drawingml/2006/main" flipV="0">
            <a:off x="9334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6" name="sues200_satellite_to_uav_300m/seed-1/x-label-25">
            <a:extLst xmlns:a="http://schemas.openxmlformats.org/drawingml/2006/main">
              <a:ext uri="{FF2B5EF4-FFF2-40B4-BE49-F238E27FC236}">
                <a16:creationId xmlns:a16="http://schemas.microsoft.com/office/drawing/2014/main" id="{7E802DD2-5E9A-4E67-905B-23966FAEBBD0}"/>
              </a:ext>
            </a:extLst>
          </p:cNvPr>
          <p:cNvSpPr>
            <a:spLocks xmlns:a="http://schemas.openxmlformats.org/drawingml/2006/main" noGrp="1"/>
          </p:cNvSpPr>
          <p:nvPr/>
        </p:nvSpPr>
        <p:spPr>
          <a:xfrm xmlns:a="http://schemas.openxmlformats.org/drawingml/2006/main">
            <a:off x="8722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7" name="sues200_satellite_to_uav_300m/seed-1/y-grid-50">
            <a:extLst xmlns:a="http://schemas.openxmlformats.org/drawingml/2006/main">
              <a:ext uri="{FF2B5EF4-FFF2-40B4-BE49-F238E27FC236}">
                <a16:creationId xmlns:a16="http://schemas.microsoft.com/office/drawing/2014/main" id="{7F631638-CBEE-4D23-95EF-D9F9968EDF2D}"/>
              </a:ext>
            </a:extLst>
          </p:cNvPr>
          <p:cNvSpPr>
            <a:spLocks xmlns:a="http://schemas.openxmlformats.org/drawingml/2006/main" noGrp="1"/>
          </p:cNvSpPr>
          <p:nvPr/>
        </p:nvSpPr>
        <p:spPr>
          <a:xfrm xmlns:a="http://schemas.openxmlformats.org/drawingml/2006/main" flipV="0">
            <a:off x="5334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8" name="sues200_satellite_to_uav_300m/seed-1/y-label-50">
            <a:extLst xmlns:a="http://schemas.openxmlformats.org/drawingml/2006/main">
              <a:ext uri="{FF2B5EF4-FFF2-40B4-BE49-F238E27FC236}">
                <a16:creationId xmlns:a16="http://schemas.microsoft.com/office/drawing/2014/main" id="{F6241982-C448-4F72-95B2-ED19833E40C4}"/>
              </a:ext>
            </a:extLst>
          </p:cNvPr>
          <p:cNvSpPr>
            <a:spLocks xmlns:a="http://schemas.openxmlformats.org/drawingml/2006/main" noGrp="1"/>
          </p:cNvSpPr>
          <p:nvPr/>
        </p:nvSpPr>
        <p:spPr>
          <a:xfrm xmlns:a="http://schemas.openxmlformats.org/drawingml/2006/main">
            <a:off x="3475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9" name="sues200_satellite_to_uav_300m/seed-1/x-tick-50">
            <a:extLst xmlns:a="http://schemas.openxmlformats.org/drawingml/2006/main">
              <a:ext uri="{FF2B5EF4-FFF2-40B4-BE49-F238E27FC236}">
                <a16:creationId xmlns:a16="http://schemas.microsoft.com/office/drawing/2014/main" id="{E2D55EC1-BA5E-4E47-934E-A676AA6D358E}"/>
              </a:ext>
            </a:extLst>
          </p:cNvPr>
          <p:cNvSpPr>
            <a:spLocks xmlns:a="http://schemas.openxmlformats.org/drawingml/2006/main" noGrp="1"/>
          </p:cNvSpPr>
          <p:nvPr/>
        </p:nvSpPr>
        <p:spPr>
          <a:xfrm xmlns:a="http://schemas.openxmlformats.org/drawingml/2006/main" flipV="0">
            <a:off x="13335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0" name="sues200_satellite_to_uav_300m/seed-1/x-label-50">
            <a:extLst xmlns:a="http://schemas.openxmlformats.org/drawingml/2006/main">
              <a:ext uri="{FF2B5EF4-FFF2-40B4-BE49-F238E27FC236}">
                <a16:creationId xmlns:a16="http://schemas.microsoft.com/office/drawing/2014/main" id="{37D28304-AE43-4B83-989F-6BAF0EAB5B83}"/>
              </a:ext>
            </a:extLst>
          </p:cNvPr>
          <p:cNvSpPr>
            <a:spLocks xmlns:a="http://schemas.openxmlformats.org/drawingml/2006/main" noGrp="1"/>
          </p:cNvSpPr>
          <p:nvPr/>
        </p:nvSpPr>
        <p:spPr>
          <a:xfrm xmlns:a="http://schemas.openxmlformats.org/drawingml/2006/main">
            <a:off x="12723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21" name="sues200_satellite_to_uav_300m/seed-1/y-grid-75">
            <a:extLst xmlns:a="http://schemas.openxmlformats.org/drawingml/2006/main">
              <a:ext uri="{FF2B5EF4-FFF2-40B4-BE49-F238E27FC236}">
                <a16:creationId xmlns:a16="http://schemas.microsoft.com/office/drawing/2014/main" id="{F515C243-0666-4232-94C3-953C86EE0621}"/>
              </a:ext>
            </a:extLst>
          </p:cNvPr>
          <p:cNvSpPr>
            <a:spLocks xmlns:a="http://schemas.openxmlformats.org/drawingml/2006/main" noGrp="1"/>
          </p:cNvSpPr>
          <p:nvPr/>
        </p:nvSpPr>
        <p:spPr>
          <a:xfrm xmlns:a="http://schemas.openxmlformats.org/drawingml/2006/main" flipV="0">
            <a:off x="5334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2" name="sues200_satellite_to_uav_300m/seed-1/y-label-75">
            <a:extLst xmlns:a="http://schemas.openxmlformats.org/drawingml/2006/main">
              <a:ext uri="{FF2B5EF4-FFF2-40B4-BE49-F238E27FC236}">
                <a16:creationId xmlns:a16="http://schemas.microsoft.com/office/drawing/2014/main" id="{0DE82EAF-4DC6-4DF2-BC25-1D603B4B7FF7}"/>
              </a:ext>
            </a:extLst>
          </p:cNvPr>
          <p:cNvSpPr>
            <a:spLocks xmlns:a="http://schemas.openxmlformats.org/drawingml/2006/main" noGrp="1"/>
          </p:cNvSpPr>
          <p:nvPr/>
        </p:nvSpPr>
        <p:spPr>
          <a:xfrm xmlns:a="http://schemas.openxmlformats.org/drawingml/2006/main">
            <a:off x="3475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3" name="sues200_satellite_to_uav_300m/seed-1/x-tick-75">
            <a:extLst xmlns:a="http://schemas.openxmlformats.org/drawingml/2006/main">
              <a:ext uri="{FF2B5EF4-FFF2-40B4-BE49-F238E27FC236}">
                <a16:creationId xmlns:a16="http://schemas.microsoft.com/office/drawing/2014/main" id="{2C581CEC-138D-4FFC-8873-112ABCD8929C}"/>
              </a:ext>
            </a:extLst>
          </p:cNvPr>
          <p:cNvSpPr>
            <a:spLocks xmlns:a="http://schemas.openxmlformats.org/drawingml/2006/main" noGrp="1"/>
          </p:cNvSpPr>
          <p:nvPr/>
        </p:nvSpPr>
        <p:spPr>
          <a:xfrm xmlns:a="http://schemas.openxmlformats.org/drawingml/2006/main" flipV="0">
            <a:off x="17335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4" name="sues200_satellite_to_uav_300m/seed-1/x-label-75">
            <a:extLst xmlns:a="http://schemas.openxmlformats.org/drawingml/2006/main">
              <a:ext uri="{FF2B5EF4-FFF2-40B4-BE49-F238E27FC236}">
                <a16:creationId xmlns:a16="http://schemas.microsoft.com/office/drawing/2014/main" id="{E002E95D-9D5B-4494-B9C6-3E033495C3A0}"/>
              </a:ext>
            </a:extLst>
          </p:cNvPr>
          <p:cNvSpPr>
            <a:spLocks xmlns:a="http://schemas.openxmlformats.org/drawingml/2006/main" noGrp="1"/>
          </p:cNvSpPr>
          <p:nvPr/>
        </p:nvSpPr>
        <p:spPr>
          <a:xfrm xmlns:a="http://schemas.openxmlformats.org/drawingml/2006/main">
            <a:off x="16723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25" name="sues200_satellite_to_uav_300m/seed-1/y-grid-100">
            <a:extLst xmlns:a="http://schemas.openxmlformats.org/drawingml/2006/main">
              <a:ext uri="{FF2B5EF4-FFF2-40B4-BE49-F238E27FC236}">
                <a16:creationId xmlns:a16="http://schemas.microsoft.com/office/drawing/2014/main" id="{D0E53556-4C0A-4018-8DF3-3A3242C31F80}"/>
              </a:ext>
            </a:extLst>
          </p:cNvPr>
          <p:cNvSpPr>
            <a:spLocks xmlns:a="http://schemas.openxmlformats.org/drawingml/2006/main" noGrp="1"/>
          </p:cNvSpPr>
          <p:nvPr/>
        </p:nvSpPr>
        <p:spPr>
          <a:xfrm xmlns:a="http://schemas.openxmlformats.org/drawingml/2006/main" flipV="0">
            <a:off x="5334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26" name="sues200_satellite_to_uav_300m/seed-1/y-label-100">
            <a:extLst xmlns:a="http://schemas.openxmlformats.org/drawingml/2006/main">
              <a:ext uri="{FF2B5EF4-FFF2-40B4-BE49-F238E27FC236}">
                <a16:creationId xmlns:a16="http://schemas.microsoft.com/office/drawing/2014/main" id="{E3EF3E69-BFB3-433D-B19D-227930A6216D}"/>
              </a:ext>
            </a:extLst>
          </p:cNvPr>
          <p:cNvSpPr>
            <a:spLocks xmlns:a="http://schemas.openxmlformats.org/drawingml/2006/main" noGrp="1"/>
          </p:cNvSpPr>
          <p:nvPr/>
        </p:nvSpPr>
        <p:spPr>
          <a:xfrm xmlns:a="http://schemas.openxmlformats.org/drawingml/2006/main">
            <a:off x="2910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7" name="sues200_satellite_to_uav_300m/seed-1/x-tick-100">
            <a:extLst xmlns:a="http://schemas.openxmlformats.org/drawingml/2006/main">
              <a:ext uri="{FF2B5EF4-FFF2-40B4-BE49-F238E27FC236}">
                <a16:creationId xmlns:a16="http://schemas.microsoft.com/office/drawing/2014/main" id="{5C25390F-EB5D-4C76-8ED6-ADA1ADA1D376}"/>
              </a:ext>
            </a:extLst>
          </p:cNvPr>
          <p:cNvSpPr>
            <a:spLocks xmlns:a="http://schemas.openxmlformats.org/drawingml/2006/main" noGrp="1"/>
          </p:cNvSpPr>
          <p:nvPr/>
        </p:nvSpPr>
        <p:spPr>
          <a:xfrm xmlns:a="http://schemas.openxmlformats.org/drawingml/2006/main" flipV="0">
            <a:off x="2133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28" name="sues200_satellite_to_uav_300m/seed-1/x-label-100">
            <a:extLst xmlns:a="http://schemas.openxmlformats.org/drawingml/2006/main">
              <a:ext uri="{FF2B5EF4-FFF2-40B4-BE49-F238E27FC236}">
                <a16:creationId xmlns:a16="http://schemas.microsoft.com/office/drawing/2014/main" id="{6D00704F-C7F7-4F98-9AB7-CA0EFFF0F108}"/>
              </a:ext>
            </a:extLst>
          </p:cNvPr>
          <p:cNvSpPr>
            <a:spLocks xmlns:a="http://schemas.openxmlformats.org/drawingml/2006/main" noGrp="1"/>
          </p:cNvSpPr>
          <p:nvPr/>
        </p:nvSpPr>
        <p:spPr>
          <a:xfrm xmlns:a="http://schemas.openxmlformats.org/drawingml/2006/main">
            <a:off x="20441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29" name="sues200_satellite_to_uav_300m/seed-1/y-axis">
            <a:extLst xmlns:a="http://schemas.openxmlformats.org/drawingml/2006/main">
              <a:ext uri="{FF2B5EF4-FFF2-40B4-BE49-F238E27FC236}">
                <a16:creationId xmlns:a16="http://schemas.microsoft.com/office/drawing/2014/main" id="{267F54B7-37A2-4C49-B4F1-BD8409978C31}"/>
              </a:ext>
            </a:extLst>
          </p:cNvPr>
          <p:cNvSpPr>
            <a:spLocks xmlns:a="http://schemas.openxmlformats.org/drawingml/2006/main" noGrp="1"/>
          </p:cNvSpPr>
          <p:nvPr/>
        </p:nvSpPr>
        <p:spPr>
          <a:xfrm xmlns:a="http://schemas.openxmlformats.org/drawingml/2006/main" flipV="0">
            <a:off x="5334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0" name="sues200_satellite_to_uav_300m/seed-1/x-axis">
            <a:extLst xmlns:a="http://schemas.openxmlformats.org/drawingml/2006/main">
              <a:ext uri="{FF2B5EF4-FFF2-40B4-BE49-F238E27FC236}">
                <a16:creationId xmlns:a16="http://schemas.microsoft.com/office/drawing/2014/main" id="{F42C84D2-8F33-4DFD-8462-140F0D666922}"/>
              </a:ext>
            </a:extLst>
          </p:cNvPr>
          <p:cNvSpPr>
            <a:spLocks xmlns:a="http://schemas.openxmlformats.org/drawingml/2006/main" noGrp="1"/>
          </p:cNvSpPr>
          <p:nvPr/>
        </p:nvSpPr>
        <p:spPr>
          <a:xfrm xmlns:a="http://schemas.openxmlformats.org/drawingml/2006/main" flipV="0">
            <a:off x="5334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31" name="sues200_satellite_to_uav_300m/sues200_satellite_to_uav_300m/seed-1/visual/segment-1-2">
            <a:extLst xmlns:a="http://schemas.openxmlformats.org/drawingml/2006/main">
              <a:ext uri="{FF2B5EF4-FFF2-40B4-BE49-F238E27FC236}">
                <a16:creationId xmlns:a16="http://schemas.microsoft.com/office/drawing/2014/main" id="{4C379F9D-4978-48E7-BBA5-BFCDF1594B87}"/>
              </a:ext>
            </a:extLst>
          </p:cNvPr>
          <p:cNvSpPr>
            <a:spLocks xmlns:a="http://schemas.openxmlformats.org/drawingml/2006/main" noGrp="1"/>
          </p:cNvSpPr>
          <p:nvPr/>
        </p:nvSpPr>
        <p:spPr>
          <a:xfrm xmlns:a="http://schemas.openxmlformats.org/drawingml/2006/main" flipV="0">
            <a:off x="693420" y="2552700"/>
            <a:ext cx="160020" cy="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2" name="sues200_satellite_to_uav_300m/sues200_satellite_to_uav_300m/seed-1/visual/segment-2-3">
            <a:extLst xmlns:a="http://schemas.openxmlformats.org/drawingml/2006/main">
              <a:ext uri="{FF2B5EF4-FFF2-40B4-BE49-F238E27FC236}">
                <a16:creationId xmlns:a16="http://schemas.microsoft.com/office/drawing/2014/main" id="{652753C7-814C-47EF-A225-E319825A3B13}"/>
              </a:ext>
            </a:extLst>
          </p:cNvPr>
          <p:cNvSpPr>
            <a:spLocks xmlns:a="http://schemas.openxmlformats.org/drawingml/2006/main" noGrp="1"/>
          </p:cNvSpPr>
          <p:nvPr/>
        </p:nvSpPr>
        <p:spPr>
          <a:xfrm xmlns:a="http://schemas.openxmlformats.org/drawingml/2006/main" flipV="1">
            <a:off x="853440" y="2480733"/>
            <a:ext cx="160020" cy="7196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3" name="sues200_satellite_to_uav_300m/sues200_satellite_to_uav_300m/seed-1/visual/segment-3-4">
            <a:extLst xmlns:a="http://schemas.openxmlformats.org/drawingml/2006/main">
              <a:ext uri="{FF2B5EF4-FFF2-40B4-BE49-F238E27FC236}">
                <a16:creationId xmlns:a16="http://schemas.microsoft.com/office/drawing/2014/main" id="{CD8D849B-3B91-4FCD-A335-A145975DE6F2}"/>
              </a:ext>
            </a:extLst>
          </p:cNvPr>
          <p:cNvSpPr>
            <a:spLocks xmlns:a="http://schemas.openxmlformats.org/drawingml/2006/main" noGrp="1"/>
          </p:cNvSpPr>
          <p:nvPr/>
        </p:nvSpPr>
        <p:spPr>
          <a:xfrm xmlns:a="http://schemas.openxmlformats.org/drawingml/2006/main" flipV="1">
            <a:off x="1013460" y="2444750"/>
            <a:ext cx="160020" cy="3598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4" name="sues200_satellite_to_uav_300m/sues200_satellite_to_uav_300m/seed-1/visual/segment-4-5">
            <a:extLst xmlns:a="http://schemas.openxmlformats.org/drawingml/2006/main">
              <a:ext uri="{FF2B5EF4-FFF2-40B4-BE49-F238E27FC236}">
                <a16:creationId xmlns:a16="http://schemas.microsoft.com/office/drawing/2014/main" id="{6C3C341E-2690-4A26-8054-77ADB3652797}"/>
              </a:ext>
            </a:extLst>
          </p:cNvPr>
          <p:cNvSpPr>
            <a:spLocks xmlns:a="http://schemas.openxmlformats.org/drawingml/2006/main" noGrp="1"/>
          </p:cNvSpPr>
          <p:nvPr/>
        </p:nvSpPr>
        <p:spPr>
          <a:xfrm xmlns:a="http://schemas.openxmlformats.org/drawingml/2006/main" flipV="0">
            <a:off x="1173480" y="2444750"/>
            <a:ext cx="160020" cy="1079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5" name="sues200_satellite_to_uav_300m/sues200_satellite_to_uav_300m/seed-1/visual/segment-5-6">
            <a:extLst xmlns:a="http://schemas.openxmlformats.org/drawingml/2006/main">
              <a:ext uri="{FF2B5EF4-FFF2-40B4-BE49-F238E27FC236}">
                <a16:creationId xmlns:a16="http://schemas.microsoft.com/office/drawing/2014/main" id="{8B2404CD-7EEE-4035-8EAB-16445D03455E}"/>
              </a:ext>
            </a:extLst>
          </p:cNvPr>
          <p:cNvSpPr>
            <a:spLocks xmlns:a="http://schemas.openxmlformats.org/drawingml/2006/main" noGrp="1"/>
          </p:cNvSpPr>
          <p:nvPr/>
        </p:nvSpPr>
        <p:spPr>
          <a:xfrm xmlns:a="http://schemas.openxmlformats.org/drawingml/2006/main" flipV="1">
            <a:off x="1333500" y="2516717"/>
            <a:ext cx="160020" cy="3598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6" name="sues200_satellite_to_uav_300m/sues200_satellite_to_uav_300m/seed-1/visual/segment-6-7">
            <a:extLst xmlns:a="http://schemas.openxmlformats.org/drawingml/2006/main">
              <a:ext uri="{FF2B5EF4-FFF2-40B4-BE49-F238E27FC236}">
                <a16:creationId xmlns:a16="http://schemas.microsoft.com/office/drawing/2014/main" id="{B7ED835A-4D1C-4D5C-A233-F84E61D11558}"/>
              </a:ext>
            </a:extLst>
          </p:cNvPr>
          <p:cNvSpPr>
            <a:spLocks xmlns:a="http://schemas.openxmlformats.org/drawingml/2006/main" noGrp="1"/>
          </p:cNvSpPr>
          <p:nvPr/>
        </p:nvSpPr>
        <p:spPr>
          <a:xfrm xmlns:a="http://schemas.openxmlformats.org/drawingml/2006/main" flipV="1">
            <a:off x="1493520" y="2491014"/>
            <a:ext cx="160020" cy="2570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7" name="sues200_satellite_to_uav_300m/sues200_satellite_to_uav_300m/seed-1/visual/segment-7-8">
            <a:extLst xmlns:a="http://schemas.openxmlformats.org/drawingml/2006/main">
              <a:ext uri="{FF2B5EF4-FFF2-40B4-BE49-F238E27FC236}">
                <a16:creationId xmlns:a16="http://schemas.microsoft.com/office/drawing/2014/main" id="{A142B034-4F1A-446D-8FDA-830700B152FD}"/>
              </a:ext>
            </a:extLst>
          </p:cNvPr>
          <p:cNvSpPr>
            <a:spLocks xmlns:a="http://schemas.openxmlformats.org/drawingml/2006/main" noGrp="1"/>
          </p:cNvSpPr>
          <p:nvPr/>
        </p:nvSpPr>
        <p:spPr>
          <a:xfrm xmlns:a="http://schemas.openxmlformats.org/drawingml/2006/main" flipV="0">
            <a:off x="1653540" y="2491014"/>
            <a:ext cx="160020" cy="7711"/>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8" name="sues200_satellite_to_uav_300m/sues200_satellite_to_uav_300m/seed-1/visual/segment-8-9">
            <a:extLst xmlns:a="http://schemas.openxmlformats.org/drawingml/2006/main">
              <a:ext uri="{FF2B5EF4-FFF2-40B4-BE49-F238E27FC236}">
                <a16:creationId xmlns:a16="http://schemas.microsoft.com/office/drawing/2014/main" id="{DD5B5DE0-FCB6-4D0A-8B3F-F1688A2E2012}"/>
              </a:ext>
            </a:extLst>
          </p:cNvPr>
          <p:cNvSpPr>
            <a:spLocks xmlns:a="http://schemas.openxmlformats.org/drawingml/2006/main" noGrp="1"/>
          </p:cNvSpPr>
          <p:nvPr/>
        </p:nvSpPr>
        <p:spPr>
          <a:xfrm xmlns:a="http://schemas.openxmlformats.org/drawingml/2006/main" flipV="1">
            <a:off x="1813560" y="2480733"/>
            <a:ext cx="160020" cy="1799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39" name="sues200_satellite_to_uav_300m/sues200_satellite_to_uav_300m/seed-1/visual/segment-9-10">
            <a:extLst xmlns:a="http://schemas.openxmlformats.org/drawingml/2006/main">
              <a:ext uri="{FF2B5EF4-FFF2-40B4-BE49-F238E27FC236}">
                <a16:creationId xmlns:a16="http://schemas.microsoft.com/office/drawing/2014/main" id="{28A9892D-62D7-4827-A9A9-A48D557F1DE7}"/>
              </a:ext>
            </a:extLst>
          </p:cNvPr>
          <p:cNvSpPr>
            <a:spLocks xmlns:a="http://schemas.openxmlformats.org/drawingml/2006/main" noGrp="1"/>
          </p:cNvSpPr>
          <p:nvPr/>
        </p:nvSpPr>
        <p:spPr>
          <a:xfrm xmlns:a="http://schemas.openxmlformats.org/drawingml/2006/main" flipV="1">
            <a:off x="1973580" y="2466340"/>
            <a:ext cx="160020" cy="1439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40" name="sues200_satellite_to_uav_300m/sues200_satellite_to_uav_300m/seed-1/visual/point-1">
            <a:extLst xmlns:a="http://schemas.openxmlformats.org/drawingml/2006/main">
              <a:ext uri="{FF2B5EF4-FFF2-40B4-BE49-F238E27FC236}">
                <a16:creationId xmlns:a16="http://schemas.microsoft.com/office/drawing/2014/main" id="{D67540BC-2CF2-46F3-8C39-6551A5101838}"/>
              </a:ext>
            </a:extLst>
          </p:cNvPr>
          <p:cNvSpPr>
            <a:spLocks xmlns:a="http://schemas.openxmlformats.org/drawingml/2006/main" noGrp="1"/>
          </p:cNvSpPr>
          <p:nvPr/>
        </p:nvSpPr>
        <p:spPr>
          <a:xfrm xmlns:a="http://schemas.openxmlformats.org/drawingml/2006/main">
            <a:off x="66992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1" name="sues200_satellite_to_uav_300m/sues200_satellite_to_uav_300m/seed-1/visual/point-2">
            <a:extLst xmlns:a="http://schemas.openxmlformats.org/drawingml/2006/main">
              <a:ext uri="{FF2B5EF4-FFF2-40B4-BE49-F238E27FC236}">
                <a16:creationId xmlns:a16="http://schemas.microsoft.com/office/drawing/2014/main" id="{CE68E5B7-354B-4BEE-98B4-31365B1DBA0E}"/>
              </a:ext>
            </a:extLst>
          </p:cNvPr>
          <p:cNvSpPr>
            <a:spLocks xmlns:a="http://schemas.openxmlformats.org/drawingml/2006/main" noGrp="1"/>
          </p:cNvSpPr>
          <p:nvPr/>
        </p:nvSpPr>
        <p:spPr>
          <a:xfrm xmlns:a="http://schemas.openxmlformats.org/drawingml/2006/main">
            <a:off x="82994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2" name="sues200_satellite_to_uav_300m/sues200_satellite_to_uav_300m/seed-1/visual/point-3">
            <a:extLst xmlns:a="http://schemas.openxmlformats.org/drawingml/2006/main">
              <a:ext uri="{FF2B5EF4-FFF2-40B4-BE49-F238E27FC236}">
                <a16:creationId xmlns:a16="http://schemas.microsoft.com/office/drawing/2014/main" id="{06A7DA80-478C-44C9-94AC-08EB9886DEBD}"/>
              </a:ext>
            </a:extLst>
          </p:cNvPr>
          <p:cNvSpPr>
            <a:spLocks xmlns:a="http://schemas.openxmlformats.org/drawingml/2006/main" noGrp="1"/>
          </p:cNvSpPr>
          <p:nvPr/>
        </p:nvSpPr>
        <p:spPr>
          <a:xfrm xmlns:a="http://schemas.openxmlformats.org/drawingml/2006/main">
            <a:off x="989965" y="245723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3" name="sues200_satellite_to_uav_300m/sues200_satellite_to_uav_300m/seed-1/visual/point-4">
            <a:extLst xmlns:a="http://schemas.openxmlformats.org/drawingml/2006/main">
              <a:ext uri="{FF2B5EF4-FFF2-40B4-BE49-F238E27FC236}">
                <a16:creationId xmlns:a16="http://schemas.microsoft.com/office/drawing/2014/main" id="{DABBFEDC-9433-4535-8527-DFE299AA758B}"/>
              </a:ext>
            </a:extLst>
          </p:cNvPr>
          <p:cNvSpPr>
            <a:spLocks xmlns:a="http://schemas.openxmlformats.org/drawingml/2006/main" noGrp="1"/>
          </p:cNvSpPr>
          <p:nvPr/>
        </p:nvSpPr>
        <p:spPr>
          <a:xfrm xmlns:a="http://schemas.openxmlformats.org/drawingml/2006/main">
            <a:off x="1149985" y="242125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4" name="sues200_satellite_to_uav_300m/sues200_satellite_to_uav_300m/seed-1/visual/point-5">
            <a:extLst xmlns:a="http://schemas.openxmlformats.org/drawingml/2006/main">
              <a:ext uri="{FF2B5EF4-FFF2-40B4-BE49-F238E27FC236}">
                <a16:creationId xmlns:a16="http://schemas.microsoft.com/office/drawing/2014/main" id="{B9CC7088-5E12-45EF-B2C7-3768ED46A00B}"/>
              </a:ext>
            </a:extLst>
          </p:cNvPr>
          <p:cNvSpPr>
            <a:spLocks xmlns:a="http://schemas.openxmlformats.org/drawingml/2006/main" noGrp="1"/>
          </p:cNvSpPr>
          <p:nvPr/>
        </p:nvSpPr>
        <p:spPr>
          <a:xfrm xmlns:a="http://schemas.openxmlformats.org/drawingml/2006/main">
            <a:off x="131000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5" name="sues200_satellite_to_uav_300m/sues200_satellite_to_uav_300m/seed-1/visual/point-6">
            <a:extLst xmlns:a="http://schemas.openxmlformats.org/drawingml/2006/main">
              <a:ext uri="{FF2B5EF4-FFF2-40B4-BE49-F238E27FC236}">
                <a16:creationId xmlns:a16="http://schemas.microsoft.com/office/drawing/2014/main" id="{83822FD0-03F5-4442-A41D-FC16F33FB6B3}"/>
              </a:ext>
            </a:extLst>
          </p:cNvPr>
          <p:cNvSpPr>
            <a:spLocks xmlns:a="http://schemas.openxmlformats.org/drawingml/2006/main" noGrp="1"/>
          </p:cNvSpPr>
          <p:nvPr/>
        </p:nvSpPr>
        <p:spPr>
          <a:xfrm xmlns:a="http://schemas.openxmlformats.org/drawingml/2006/main">
            <a:off x="1470025" y="249322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6" name="sues200_satellite_to_uav_300m/sues200_satellite_to_uav_300m/seed-1/visual/point-7">
            <a:extLst xmlns:a="http://schemas.openxmlformats.org/drawingml/2006/main">
              <a:ext uri="{FF2B5EF4-FFF2-40B4-BE49-F238E27FC236}">
                <a16:creationId xmlns:a16="http://schemas.microsoft.com/office/drawing/2014/main" id="{4301DE23-DE1E-4D02-820D-B8C286017B2F}"/>
              </a:ext>
            </a:extLst>
          </p:cNvPr>
          <p:cNvSpPr>
            <a:spLocks xmlns:a="http://schemas.openxmlformats.org/drawingml/2006/main" noGrp="1"/>
          </p:cNvSpPr>
          <p:nvPr/>
        </p:nvSpPr>
        <p:spPr>
          <a:xfrm xmlns:a="http://schemas.openxmlformats.org/drawingml/2006/main">
            <a:off x="1630045" y="2467519"/>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7" name="sues200_satellite_to_uav_300m/sues200_satellite_to_uav_300m/seed-1/visual/point-8">
            <a:extLst xmlns:a="http://schemas.openxmlformats.org/drawingml/2006/main">
              <a:ext uri="{FF2B5EF4-FFF2-40B4-BE49-F238E27FC236}">
                <a16:creationId xmlns:a16="http://schemas.microsoft.com/office/drawing/2014/main" id="{A8CB3D19-5F2D-4FE4-831F-0DBEC903EB56}"/>
              </a:ext>
            </a:extLst>
          </p:cNvPr>
          <p:cNvSpPr>
            <a:spLocks xmlns:a="http://schemas.openxmlformats.org/drawingml/2006/main" noGrp="1"/>
          </p:cNvSpPr>
          <p:nvPr/>
        </p:nvSpPr>
        <p:spPr>
          <a:xfrm xmlns:a="http://schemas.openxmlformats.org/drawingml/2006/main">
            <a:off x="1790065" y="247523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8" name="sues200_satellite_to_uav_300m/sues200_satellite_to_uav_300m/seed-1/visual/point-9">
            <a:extLst xmlns:a="http://schemas.openxmlformats.org/drawingml/2006/main">
              <a:ext uri="{FF2B5EF4-FFF2-40B4-BE49-F238E27FC236}">
                <a16:creationId xmlns:a16="http://schemas.microsoft.com/office/drawing/2014/main" id="{1E8B405B-1B67-48F9-ADD2-E227AB506985}"/>
              </a:ext>
            </a:extLst>
          </p:cNvPr>
          <p:cNvSpPr>
            <a:spLocks xmlns:a="http://schemas.openxmlformats.org/drawingml/2006/main" noGrp="1"/>
          </p:cNvSpPr>
          <p:nvPr/>
        </p:nvSpPr>
        <p:spPr>
          <a:xfrm xmlns:a="http://schemas.openxmlformats.org/drawingml/2006/main">
            <a:off x="1950085" y="245723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49" name="sues200_satellite_to_uav_300m/sues200_satellite_to_uav_300m/seed-1/visual/point-10">
            <a:extLst xmlns:a="http://schemas.openxmlformats.org/drawingml/2006/main">
              <a:ext uri="{FF2B5EF4-FFF2-40B4-BE49-F238E27FC236}">
                <a16:creationId xmlns:a16="http://schemas.microsoft.com/office/drawing/2014/main" id="{21103FB0-F969-401E-84C3-20F66B6F46F4}"/>
              </a:ext>
            </a:extLst>
          </p:cNvPr>
          <p:cNvSpPr>
            <a:spLocks xmlns:a="http://schemas.openxmlformats.org/drawingml/2006/main" noGrp="1"/>
          </p:cNvSpPr>
          <p:nvPr/>
        </p:nvSpPr>
        <p:spPr>
          <a:xfrm xmlns:a="http://schemas.openxmlformats.org/drawingml/2006/main">
            <a:off x="2110105" y="244284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50" name="sues200_satellite_to_uav_300m/seed-1/visual/AURC">
            <a:extLst xmlns:a="http://schemas.openxmlformats.org/drawingml/2006/main">
              <a:ext uri="{FF2B5EF4-FFF2-40B4-BE49-F238E27FC236}">
                <a16:creationId xmlns:a16="http://schemas.microsoft.com/office/drawing/2014/main" id="{8AE8EFE1-906E-4D49-9902-364D8D671239}"/>
              </a:ext>
            </a:extLst>
          </p:cNvPr>
          <p:cNvSpPr>
            <a:spLocks xmlns:a="http://schemas.openxmlformats.org/drawingml/2006/main" noGrp="1"/>
          </p:cNvSpPr>
          <p:nvPr/>
        </p:nvSpPr>
        <p:spPr>
          <a:xfrm xmlns:a="http://schemas.openxmlformats.org/drawingml/2006/main">
            <a:off x="10221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0.2858</a:t>
            </a:r>
          </a:p>
        </p:txBody>
      </p:sp>
      <p:sp>
        <p:nvSpPr>
          <p:cNvPr id="51" name="sues200_satellite_to_uav_300m/sues200_satellite_to_uav_300m/seed-1/full/segment-1-2">
            <a:extLst xmlns:a="http://schemas.openxmlformats.org/drawingml/2006/main">
              <a:ext uri="{FF2B5EF4-FFF2-40B4-BE49-F238E27FC236}">
                <a16:creationId xmlns:a16="http://schemas.microsoft.com/office/drawing/2014/main" id="{F5532880-DB79-499B-9776-B7C96D194D52}"/>
              </a:ext>
            </a:extLst>
          </p:cNvPr>
          <p:cNvSpPr>
            <a:spLocks xmlns:a="http://schemas.openxmlformats.org/drawingml/2006/main" noGrp="1"/>
          </p:cNvSpPr>
          <p:nvPr/>
        </p:nvSpPr>
        <p:spPr>
          <a:xfrm xmlns:a="http://schemas.openxmlformats.org/drawingml/2006/main" flipV="0">
            <a:off x="693420" y="233680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2" name="sues200_satellite_to_uav_300m/sues200_satellite_to_uav_300m/seed-1/full/segment-2-3">
            <a:extLst xmlns:a="http://schemas.openxmlformats.org/drawingml/2006/main">
              <a:ext uri="{FF2B5EF4-FFF2-40B4-BE49-F238E27FC236}">
                <a16:creationId xmlns:a16="http://schemas.microsoft.com/office/drawing/2014/main" id="{CD49E9C2-A0E0-40FE-9844-1C8FFB090449}"/>
              </a:ext>
            </a:extLst>
          </p:cNvPr>
          <p:cNvSpPr>
            <a:spLocks xmlns:a="http://schemas.openxmlformats.org/drawingml/2006/main" noGrp="1"/>
          </p:cNvSpPr>
          <p:nvPr/>
        </p:nvSpPr>
        <p:spPr>
          <a:xfrm xmlns:a="http://schemas.openxmlformats.org/drawingml/2006/main" flipV="1">
            <a:off x="853440" y="233680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3" name="sues200_satellite_to_uav_300m/sues200_satellite_to_uav_300m/seed-1/full/segment-3-4">
            <a:extLst xmlns:a="http://schemas.openxmlformats.org/drawingml/2006/main">
              <a:ext uri="{FF2B5EF4-FFF2-40B4-BE49-F238E27FC236}">
                <a16:creationId xmlns:a16="http://schemas.microsoft.com/office/drawing/2014/main" id="{FE231915-97A0-4088-9D3E-49D2CD81EEA9}"/>
              </a:ext>
            </a:extLst>
          </p:cNvPr>
          <p:cNvSpPr>
            <a:spLocks xmlns:a="http://schemas.openxmlformats.org/drawingml/2006/main" noGrp="1"/>
          </p:cNvSpPr>
          <p:nvPr/>
        </p:nvSpPr>
        <p:spPr>
          <a:xfrm xmlns:a="http://schemas.openxmlformats.org/drawingml/2006/main" flipV="0">
            <a:off x="1013460" y="233680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4" name="sues200_satellite_to_uav_300m/sues200_satellite_to_uav_300m/seed-1/full/segment-4-5">
            <a:extLst xmlns:a="http://schemas.openxmlformats.org/drawingml/2006/main">
              <a:ext uri="{FF2B5EF4-FFF2-40B4-BE49-F238E27FC236}">
                <a16:creationId xmlns:a16="http://schemas.microsoft.com/office/drawing/2014/main" id="{DD0F74A7-B949-4706-AD11-BBF41D7236FE}"/>
              </a:ext>
            </a:extLst>
          </p:cNvPr>
          <p:cNvSpPr>
            <a:spLocks xmlns:a="http://schemas.openxmlformats.org/drawingml/2006/main" noGrp="1"/>
          </p:cNvSpPr>
          <p:nvPr/>
        </p:nvSpPr>
        <p:spPr>
          <a:xfrm xmlns:a="http://schemas.openxmlformats.org/drawingml/2006/main" flipV="1">
            <a:off x="1173480" y="2379980"/>
            <a:ext cx="160020" cy="6477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5" name="sues200_satellite_to_uav_300m/sues200_satellite_to_uav_300m/seed-1/full/segment-5-6">
            <a:extLst xmlns:a="http://schemas.openxmlformats.org/drawingml/2006/main">
              <a:ext uri="{FF2B5EF4-FFF2-40B4-BE49-F238E27FC236}">
                <a16:creationId xmlns:a16="http://schemas.microsoft.com/office/drawing/2014/main" id="{CB93BA3C-5BA6-4102-A004-E7C1EE958F35}"/>
              </a:ext>
            </a:extLst>
          </p:cNvPr>
          <p:cNvSpPr>
            <a:spLocks xmlns:a="http://schemas.openxmlformats.org/drawingml/2006/main" noGrp="1"/>
          </p:cNvSpPr>
          <p:nvPr/>
        </p:nvSpPr>
        <p:spPr>
          <a:xfrm xmlns:a="http://schemas.openxmlformats.org/drawingml/2006/main" flipV="1">
            <a:off x="1333500" y="2372783"/>
            <a:ext cx="160020" cy="719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6" name="sues200_satellite_to_uav_300m/sues200_satellite_to_uav_300m/seed-1/full/segment-6-7">
            <a:extLst xmlns:a="http://schemas.openxmlformats.org/drawingml/2006/main">
              <a:ext uri="{FF2B5EF4-FFF2-40B4-BE49-F238E27FC236}">
                <a16:creationId xmlns:a16="http://schemas.microsoft.com/office/drawing/2014/main" id="{259946DE-C8B9-4F52-A23E-E1B17512F9E3}"/>
              </a:ext>
            </a:extLst>
          </p:cNvPr>
          <p:cNvSpPr>
            <a:spLocks xmlns:a="http://schemas.openxmlformats.org/drawingml/2006/main" noGrp="1"/>
          </p:cNvSpPr>
          <p:nvPr/>
        </p:nvSpPr>
        <p:spPr>
          <a:xfrm xmlns:a="http://schemas.openxmlformats.org/drawingml/2006/main" flipV="1">
            <a:off x="1493520" y="2275114"/>
            <a:ext cx="160020" cy="9766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7" name="sues200_satellite_to_uav_300m/sues200_satellite_to_uav_300m/seed-1/full/segment-7-8">
            <a:extLst xmlns:a="http://schemas.openxmlformats.org/drawingml/2006/main">
              <a:ext uri="{FF2B5EF4-FFF2-40B4-BE49-F238E27FC236}">
                <a16:creationId xmlns:a16="http://schemas.microsoft.com/office/drawing/2014/main" id="{A57F9D46-85E2-481F-89B0-0C3B11D331ED}"/>
              </a:ext>
            </a:extLst>
          </p:cNvPr>
          <p:cNvSpPr>
            <a:spLocks xmlns:a="http://schemas.openxmlformats.org/drawingml/2006/main" noGrp="1"/>
          </p:cNvSpPr>
          <p:nvPr/>
        </p:nvSpPr>
        <p:spPr>
          <a:xfrm xmlns:a="http://schemas.openxmlformats.org/drawingml/2006/main" flipV="0">
            <a:off x="1653540" y="2275114"/>
            <a:ext cx="160020" cy="6168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8" name="sues200_satellite_to_uav_300m/sues200_satellite_to_uav_300m/seed-1/full/segment-8-9">
            <a:extLst xmlns:a="http://schemas.openxmlformats.org/drawingml/2006/main">
              <a:ext uri="{FF2B5EF4-FFF2-40B4-BE49-F238E27FC236}">
                <a16:creationId xmlns:a16="http://schemas.microsoft.com/office/drawing/2014/main" id="{1B1B9399-8ABD-41E7-8A8A-976646FA03C8}"/>
              </a:ext>
            </a:extLst>
          </p:cNvPr>
          <p:cNvSpPr>
            <a:spLocks xmlns:a="http://schemas.openxmlformats.org/drawingml/2006/main" noGrp="1"/>
          </p:cNvSpPr>
          <p:nvPr/>
        </p:nvSpPr>
        <p:spPr>
          <a:xfrm xmlns:a="http://schemas.openxmlformats.org/drawingml/2006/main" flipV="1">
            <a:off x="1813560" y="2312811"/>
            <a:ext cx="160020" cy="2398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59" name="sues200_satellite_to_uav_300m/sues200_satellite_to_uav_300m/seed-1/full/segment-9-10">
            <a:extLst xmlns:a="http://schemas.openxmlformats.org/drawingml/2006/main">
              <a:ext uri="{FF2B5EF4-FFF2-40B4-BE49-F238E27FC236}">
                <a16:creationId xmlns:a16="http://schemas.microsoft.com/office/drawing/2014/main" id="{509A3744-6D36-426E-B6E3-C4B8EDAC2AFF}"/>
              </a:ext>
            </a:extLst>
          </p:cNvPr>
          <p:cNvSpPr>
            <a:spLocks xmlns:a="http://schemas.openxmlformats.org/drawingml/2006/main" noGrp="1"/>
          </p:cNvSpPr>
          <p:nvPr/>
        </p:nvSpPr>
        <p:spPr>
          <a:xfrm xmlns:a="http://schemas.openxmlformats.org/drawingml/2006/main" flipV="1">
            <a:off x="1973580" y="2293620"/>
            <a:ext cx="160020" cy="1919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60" name="sues200_satellite_to_uav_300m/sues200_satellite_to_uav_300m/seed-1/full/point-1">
            <a:extLst xmlns:a="http://schemas.openxmlformats.org/drawingml/2006/main">
              <a:ext uri="{FF2B5EF4-FFF2-40B4-BE49-F238E27FC236}">
                <a16:creationId xmlns:a16="http://schemas.microsoft.com/office/drawing/2014/main" id="{E06C1585-3509-426B-B3E1-E4FB32B6377A}"/>
              </a:ext>
            </a:extLst>
          </p:cNvPr>
          <p:cNvSpPr>
            <a:spLocks xmlns:a="http://schemas.openxmlformats.org/drawingml/2006/main" noGrp="1"/>
          </p:cNvSpPr>
          <p:nvPr/>
        </p:nvSpPr>
        <p:spPr>
          <a:xfrm xmlns:a="http://schemas.openxmlformats.org/drawingml/2006/main">
            <a:off x="66992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1" name="sues200_satellite_to_uav_300m/sues200_satellite_to_uav_300m/seed-1/full/point-2">
            <a:extLst xmlns:a="http://schemas.openxmlformats.org/drawingml/2006/main">
              <a:ext uri="{FF2B5EF4-FFF2-40B4-BE49-F238E27FC236}">
                <a16:creationId xmlns:a16="http://schemas.microsoft.com/office/drawing/2014/main" id="{0953F058-BD87-4D48-BC8D-E6DC2876266C}"/>
              </a:ext>
            </a:extLst>
          </p:cNvPr>
          <p:cNvSpPr>
            <a:spLocks xmlns:a="http://schemas.openxmlformats.org/drawingml/2006/main" noGrp="1"/>
          </p:cNvSpPr>
          <p:nvPr/>
        </p:nvSpPr>
        <p:spPr>
          <a:xfrm xmlns:a="http://schemas.openxmlformats.org/drawingml/2006/main">
            <a:off x="829945" y="24212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2" name="sues200_satellite_to_uav_300m/sues200_satellite_to_uav_300m/seed-1/full/point-3">
            <a:extLst xmlns:a="http://schemas.openxmlformats.org/drawingml/2006/main">
              <a:ext uri="{FF2B5EF4-FFF2-40B4-BE49-F238E27FC236}">
                <a16:creationId xmlns:a16="http://schemas.microsoft.com/office/drawing/2014/main" id="{36AF0A8B-64DA-451B-AB65-FC48BD7741FA}"/>
              </a:ext>
            </a:extLst>
          </p:cNvPr>
          <p:cNvSpPr>
            <a:spLocks xmlns:a="http://schemas.openxmlformats.org/drawingml/2006/main" noGrp="1"/>
          </p:cNvSpPr>
          <p:nvPr/>
        </p:nvSpPr>
        <p:spPr>
          <a:xfrm xmlns:a="http://schemas.openxmlformats.org/drawingml/2006/main">
            <a:off x="98996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3" name="sues200_satellite_to_uav_300m/sues200_satellite_to_uav_300m/seed-1/full/point-4">
            <a:extLst xmlns:a="http://schemas.openxmlformats.org/drawingml/2006/main">
              <a:ext uri="{FF2B5EF4-FFF2-40B4-BE49-F238E27FC236}">
                <a16:creationId xmlns:a16="http://schemas.microsoft.com/office/drawing/2014/main" id="{05AFEA48-AF4A-4255-B82A-716CA8C60D59}"/>
              </a:ext>
            </a:extLst>
          </p:cNvPr>
          <p:cNvSpPr>
            <a:spLocks xmlns:a="http://schemas.openxmlformats.org/drawingml/2006/main" noGrp="1"/>
          </p:cNvSpPr>
          <p:nvPr/>
        </p:nvSpPr>
        <p:spPr>
          <a:xfrm xmlns:a="http://schemas.openxmlformats.org/drawingml/2006/main">
            <a:off x="1149985" y="24212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4" name="sues200_satellite_to_uav_300m/sues200_satellite_to_uav_300m/seed-1/full/point-5">
            <a:extLst xmlns:a="http://schemas.openxmlformats.org/drawingml/2006/main">
              <a:ext uri="{FF2B5EF4-FFF2-40B4-BE49-F238E27FC236}">
                <a16:creationId xmlns:a16="http://schemas.microsoft.com/office/drawing/2014/main" id="{EE75E3C2-D35F-4A1D-B7F4-16E802B05F5A}"/>
              </a:ext>
            </a:extLst>
          </p:cNvPr>
          <p:cNvSpPr>
            <a:spLocks xmlns:a="http://schemas.openxmlformats.org/drawingml/2006/main" noGrp="1"/>
          </p:cNvSpPr>
          <p:nvPr/>
        </p:nvSpPr>
        <p:spPr>
          <a:xfrm xmlns:a="http://schemas.openxmlformats.org/drawingml/2006/main">
            <a:off x="1310005" y="235648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5" name="sues200_satellite_to_uav_300m/sues200_satellite_to_uav_300m/seed-1/full/point-6">
            <a:extLst xmlns:a="http://schemas.openxmlformats.org/drawingml/2006/main">
              <a:ext uri="{FF2B5EF4-FFF2-40B4-BE49-F238E27FC236}">
                <a16:creationId xmlns:a16="http://schemas.microsoft.com/office/drawing/2014/main" id="{D51E714F-FD06-40F9-8DCE-983A11ED5118}"/>
              </a:ext>
            </a:extLst>
          </p:cNvPr>
          <p:cNvSpPr>
            <a:spLocks xmlns:a="http://schemas.openxmlformats.org/drawingml/2006/main" noGrp="1"/>
          </p:cNvSpPr>
          <p:nvPr/>
        </p:nvSpPr>
        <p:spPr>
          <a:xfrm xmlns:a="http://schemas.openxmlformats.org/drawingml/2006/main">
            <a:off x="1470025" y="234928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6" name="sues200_satellite_to_uav_300m/sues200_satellite_to_uav_300m/seed-1/full/point-7">
            <a:extLst xmlns:a="http://schemas.openxmlformats.org/drawingml/2006/main">
              <a:ext uri="{FF2B5EF4-FFF2-40B4-BE49-F238E27FC236}">
                <a16:creationId xmlns:a16="http://schemas.microsoft.com/office/drawing/2014/main" id="{FCB4C867-E030-4D9F-BAC2-F4ECF9FFCA8E}"/>
              </a:ext>
            </a:extLst>
          </p:cNvPr>
          <p:cNvSpPr>
            <a:spLocks xmlns:a="http://schemas.openxmlformats.org/drawingml/2006/main" noGrp="1"/>
          </p:cNvSpPr>
          <p:nvPr/>
        </p:nvSpPr>
        <p:spPr>
          <a:xfrm xmlns:a="http://schemas.openxmlformats.org/drawingml/2006/main">
            <a:off x="1630045" y="2251619"/>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7" name="sues200_satellite_to_uav_300m/sues200_satellite_to_uav_300m/seed-1/full/point-8">
            <a:extLst xmlns:a="http://schemas.openxmlformats.org/drawingml/2006/main">
              <a:ext uri="{FF2B5EF4-FFF2-40B4-BE49-F238E27FC236}">
                <a16:creationId xmlns:a16="http://schemas.microsoft.com/office/drawing/2014/main" id="{61E27372-AEB6-4180-AA2C-B0B2C503F3CA}"/>
              </a:ext>
            </a:extLst>
          </p:cNvPr>
          <p:cNvSpPr>
            <a:spLocks xmlns:a="http://schemas.openxmlformats.org/drawingml/2006/main" noGrp="1"/>
          </p:cNvSpPr>
          <p:nvPr/>
        </p:nvSpPr>
        <p:spPr>
          <a:xfrm xmlns:a="http://schemas.openxmlformats.org/drawingml/2006/main">
            <a:off x="179006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8" name="sues200_satellite_to_uav_300m/sues200_satellite_to_uav_300m/seed-1/full/point-9">
            <a:extLst xmlns:a="http://schemas.openxmlformats.org/drawingml/2006/main">
              <a:ext uri="{FF2B5EF4-FFF2-40B4-BE49-F238E27FC236}">
                <a16:creationId xmlns:a16="http://schemas.microsoft.com/office/drawing/2014/main" id="{FDB13BBA-C43F-41B0-8A12-A5FCEE731E37}"/>
              </a:ext>
            </a:extLst>
          </p:cNvPr>
          <p:cNvSpPr>
            <a:spLocks xmlns:a="http://schemas.openxmlformats.org/drawingml/2006/main" noGrp="1"/>
          </p:cNvSpPr>
          <p:nvPr/>
        </p:nvSpPr>
        <p:spPr>
          <a:xfrm xmlns:a="http://schemas.openxmlformats.org/drawingml/2006/main">
            <a:off x="1950085" y="228931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69" name="sues200_satellite_to_uav_300m/sues200_satellite_to_uav_300m/seed-1/full/point-10">
            <a:extLst xmlns:a="http://schemas.openxmlformats.org/drawingml/2006/main">
              <a:ext uri="{FF2B5EF4-FFF2-40B4-BE49-F238E27FC236}">
                <a16:creationId xmlns:a16="http://schemas.microsoft.com/office/drawing/2014/main" id="{B11C29BF-D3FF-42B0-BE1B-B05369FC5822}"/>
              </a:ext>
            </a:extLst>
          </p:cNvPr>
          <p:cNvSpPr>
            <a:spLocks xmlns:a="http://schemas.openxmlformats.org/drawingml/2006/main" noGrp="1"/>
          </p:cNvSpPr>
          <p:nvPr/>
        </p:nvSpPr>
        <p:spPr>
          <a:xfrm xmlns:a="http://schemas.openxmlformats.org/drawingml/2006/main">
            <a:off x="2110105" y="22701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70" name="sues200_satellite_to_uav_300m/seed-1/full/AURC">
            <a:extLst xmlns:a="http://schemas.openxmlformats.org/drawingml/2006/main">
              <a:ext uri="{FF2B5EF4-FFF2-40B4-BE49-F238E27FC236}">
                <a16:creationId xmlns:a16="http://schemas.microsoft.com/office/drawing/2014/main" id="{EF71D97F-E830-40A5-97E0-347A6FBA44CA}"/>
              </a:ext>
            </a:extLst>
          </p:cNvPr>
          <p:cNvSpPr>
            <a:spLocks xmlns:a="http://schemas.openxmlformats.org/drawingml/2006/main" noGrp="1"/>
          </p:cNvSpPr>
          <p:nvPr/>
        </p:nvSpPr>
        <p:spPr>
          <a:xfrm xmlns:a="http://schemas.openxmlformats.org/drawingml/2006/main">
            <a:off x="10776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0.3696</a:t>
            </a:r>
          </a:p>
        </p:txBody>
      </p:sp>
      <p:sp>
        <p:nvSpPr>
          <p:cNvPr id="71" name="sues200_satellite_to_uav_300m/seed-1/AURC-label">
            <a:extLst xmlns:a="http://schemas.openxmlformats.org/drawingml/2006/main">
              <a:ext uri="{FF2B5EF4-FFF2-40B4-BE49-F238E27FC236}">
                <a16:creationId xmlns:a16="http://schemas.microsoft.com/office/drawing/2014/main" id="{E9743EDA-7168-4F6B-B48E-98D13923B8DF}"/>
              </a:ext>
            </a:extLst>
          </p:cNvPr>
          <p:cNvSpPr>
            <a:spLocks xmlns:a="http://schemas.openxmlformats.org/drawingml/2006/main" noGrp="1"/>
          </p:cNvSpPr>
          <p:nvPr/>
        </p:nvSpPr>
        <p:spPr>
          <a:xfrm xmlns:a="http://schemas.openxmlformats.org/drawingml/2006/main">
            <a:off x="7619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72" name="sues200_satellite_to_uav_300m/seed-2/heading">
            <a:extLst xmlns:a="http://schemas.openxmlformats.org/drawingml/2006/main">
              <a:ext uri="{FF2B5EF4-FFF2-40B4-BE49-F238E27FC236}">
                <a16:creationId xmlns:a16="http://schemas.microsoft.com/office/drawing/2014/main" id="{68EF9E0D-76D5-48D0-BD16-CD6F0ACE1E0D}"/>
              </a:ext>
            </a:extLst>
          </p:cNvPr>
          <p:cNvSpPr>
            <a:spLocks xmlns:a="http://schemas.openxmlformats.org/drawingml/2006/main" noGrp="1"/>
          </p:cNvSpPr>
          <p:nvPr/>
        </p:nvSpPr>
        <p:spPr>
          <a:xfrm xmlns:a="http://schemas.openxmlformats.org/drawingml/2006/main">
            <a:off x="31510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2</a:t>
            </a:r>
          </a:p>
        </p:txBody>
      </p:sp>
      <p:sp>
        <p:nvSpPr>
          <p:cNvPr id="73" name="sues200_satellite_to_uav_300m/seed-2/y-grid-0">
            <a:extLst xmlns:a="http://schemas.openxmlformats.org/drawingml/2006/main">
              <a:ext uri="{FF2B5EF4-FFF2-40B4-BE49-F238E27FC236}">
                <a16:creationId xmlns:a16="http://schemas.microsoft.com/office/drawing/2014/main" id="{5C0A6A4C-4F86-45FC-A5FD-9B8813EC40AC}"/>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4" name="sues200_satellite_to_uav_300m/seed-2/y-label-0">
            <a:extLst xmlns:a="http://schemas.openxmlformats.org/drawingml/2006/main">
              <a:ext uri="{FF2B5EF4-FFF2-40B4-BE49-F238E27FC236}">
                <a16:creationId xmlns:a16="http://schemas.microsoft.com/office/drawing/2014/main" id="{553311EB-2668-417F-8753-F63B45930C97}"/>
              </a:ext>
            </a:extLst>
          </p:cNvPr>
          <p:cNvSpPr>
            <a:spLocks xmlns:a="http://schemas.openxmlformats.org/drawingml/2006/main" noGrp="1"/>
          </p:cNvSpPr>
          <p:nvPr/>
        </p:nvSpPr>
        <p:spPr>
          <a:xfrm xmlns:a="http://schemas.openxmlformats.org/drawingml/2006/main">
            <a:off x="24104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5" name="sues200_satellite_to_uav_300m/seed-2/x-tick-0">
            <a:extLst xmlns:a="http://schemas.openxmlformats.org/drawingml/2006/main">
              <a:ext uri="{FF2B5EF4-FFF2-40B4-BE49-F238E27FC236}">
                <a16:creationId xmlns:a16="http://schemas.microsoft.com/office/drawing/2014/main" id="{9D9BAEE1-A489-46C9-9257-A0083CEE30C9}"/>
              </a:ext>
            </a:extLst>
          </p:cNvPr>
          <p:cNvSpPr>
            <a:spLocks xmlns:a="http://schemas.openxmlformats.org/drawingml/2006/main" noGrp="1"/>
          </p:cNvSpPr>
          <p:nvPr/>
        </p:nvSpPr>
        <p:spPr>
          <a:xfrm xmlns:a="http://schemas.openxmlformats.org/drawingml/2006/main" flipV="0">
            <a:off x="25400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76" name="sues200_satellite_to_uav_300m/seed-2/x-label-0">
            <a:extLst xmlns:a="http://schemas.openxmlformats.org/drawingml/2006/main">
              <a:ext uri="{FF2B5EF4-FFF2-40B4-BE49-F238E27FC236}">
                <a16:creationId xmlns:a16="http://schemas.microsoft.com/office/drawing/2014/main" id="{BC59F627-FDC8-4523-80EB-E2FAEF488E85}"/>
              </a:ext>
            </a:extLst>
          </p:cNvPr>
          <p:cNvSpPr>
            <a:spLocks xmlns:a="http://schemas.openxmlformats.org/drawingml/2006/main" noGrp="1"/>
          </p:cNvSpPr>
          <p:nvPr/>
        </p:nvSpPr>
        <p:spPr>
          <a:xfrm xmlns:a="http://schemas.openxmlformats.org/drawingml/2006/main">
            <a:off x="25069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77" name="sues200_satellite_to_uav_300m/seed-2/y-grid-25">
            <a:extLst xmlns:a="http://schemas.openxmlformats.org/drawingml/2006/main">
              <a:ext uri="{FF2B5EF4-FFF2-40B4-BE49-F238E27FC236}">
                <a16:creationId xmlns:a16="http://schemas.microsoft.com/office/drawing/2014/main" id="{A3A33305-B643-4D66-B8EA-D85DD831194F}"/>
              </a:ext>
            </a:extLst>
          </p:cNvPr>
          <p:cNvSpPr>
            <a:spLocks xmlns:a="http://schemas.openxmlformats.org/drawingml/2006/main" noGrp="1"/>
          </p:cNvSpPr>
          <p:nvPr/>
        </p:nvSpPr>
        <p:spPr>
          <a:xfrm xmlns:a="http://schemas.openxmlformats.org/drawingml/2006/main" flipV="0">
            <a:off x="25400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78" name="sues200_satellite_to_uav_300m/seed-2/y-label-25">
            <a:extLst xmlns:a="http://schemas.openxmlformats.org/drawingml/2006/main">
              <a:ext uri="{FF2B5EF4-FFF2-40B4-BE49-F238E27FC236}">
                <a16:creationId xmlns:a16="http://schemas.microsoft.com/office/drawing/2014/main" id="{9341FAD5-7229-4783-B158-B155C8BFC13E}"/>
              </a:ext>
            </a:extLst>
          </p:cNvPr>
          <p:cNvSpPr>
            <a:spLocks xmlns:a="http://schemas.openxmlformats.org/drawingml/2006/main" noGrp="1"/>
          </p:cNvSpPr>
          <p:nvPr/>
        </p:nvSpPr>
        <p:spPr>
          <a:xfrm xmlns:a="http://schemas.openxmlformats.org/drawingml/2006/main">
            <a:off x="23541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79" name="sues200_satellite_to_uav_300m/seed-2/x-tick-25">
            <a:extLst xmlns:a="http://schemas.openxmlformats.org/drawingml/2006/main">
              <a:ext uri="{FF2B5EF4-FFF2-40B4-BE49-F238E27FC236}">
                <a16:creationId xmlns:a16="http://schemas.microsoft.com/office/drawing/2014/main" id="{961FE5F2-C9BD-40AE-AD9A-3E8E5FA75682}"/>
              </a:ext>
            </a:extLst>
          </p:cNvPr>
          <p:cNvSpPr>
            <a:spLocks xmlns:a="http://schemas.openxmlformats.org/drawingml/2006/main" noGrp="1"/>
          </p:cNvSpPr>
          <p:nvPr/>
        </p:nvSpPr>
        <p:spPr>
          <a:xfrm xmlns:a="http://schemas.openxmlformats.org/drawingml/2006/main" flipV="0">
            <a:off x="29400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0" name="sues200_satellite_to_uav_300m/seed-2/x-label-25">
            <a:extLst xmlns:a="http://schemas.openxmlformats.org/drawingml/2006/main">
              <a:ext uri="{FF2B5EF4-FFF2-40B4-BE49-F238E27FC236}">
                <a16:creationId xmlns:a16="http://schemas.microsoft.com/office/drawing/2014/main" id="{B8126A27-0ACC-444D-ACF0-A2120EFE8784}"/>
              </a:ext>
            </a:extLst>
          </p:cNvPr>
          <p:cNvSpPr>
            <a:spLocks xmlns:a="http://schemas.openxmlformats.org/drawingml/2006/main" noGrp="1"/>
          </p:cNvSpPr>
          <p:nvPr/>
        </p:nvSpPr>
        <p:spPr>
          <a:xfrm xmlns:a="http://schemas.openxmlformats.org/drawingml/2006/main">
            <a:off x="28788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81" name="sues200_satellite_to_uav_300m/seed-2/y-grid-50">
            <a:extLst xmlns:a="http://schemas.openxmlformats.org/drawingml/2006/main">
              <a:ext uri="{FF2B5EF4-FFF2-40B4-BE49-F238E27FC236}">
                <a16:creationId xmlns:a16="http://schemas.microsoft.com/office/drawing/2014/main" id="{D44A1458-C30B-4256-9F14-2ADF56700B2D}"/>
              </a:ext>
            </a:extLst>
          </p:cNvPr>
          <p:cNvSpPr>
            <a:spLocks xmlns:a="http://schemas.openxmlformats.org/drawingml/2006/main" noGrp="1"/>
          </p:cNvSpPr>
          <p:nvPr/>
        </p:nvSpPr>
        <p:spPr>
          <a:xfrm xmlns:a="http://schemas.openxmlformats.org/drawingml/2006/main" flipV="0">
            <a:off x="25400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2" name="sues200_satellite_to_uav_300m/seed-2/y-label-50">
            <a:extLst xmlns:a="http://schemas.openxmlformats.org/drawingml/2006/main">
              <a:ext uri="{FF2B5EF4-FFF2-40B4-BE49-F238E27FC236}">
                <a16:creationId xmlns:a16="http://schemas.microsoft.com/office/drawing/2014/main" id="{F636124D-E87A-42AB-AAE5-E90B15993AA3}"/>
              </a:ext>
            </a:extLst>
          </p:cNvPr>
          <p:cNvSpPr>
            <a:spLocks xmlns:a="http://schemas.openxmlformats.org/drawingml/2006/main" noGrp="1"/>
          </p:cNvSpPr>
          <p:nvPr/>
        </p:nvSpPr>
        <p:spPr>
          <a:xfrm xmlns:a="http://schemas.openxmlformats.org/drawingml/2006/main">
            <a:off x="23541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3" name="sues200_satellite_to_uav_300m/seed-2/x-tick-50">
            <a:extLst xmlns:a="http://schemas.openxmlformats.org/drawingml/2006/main">
              <a:ext uri="{FF2B5EF4-FFF2-40B4-BE49-F238E27FC236}">
                <a16:creationId xmlns:a16="http://schemas.microsoft.com/office/drawing/2014/main" id="{A4C53EE1-3D6D-4162-852C-F270E0728DEE}"/>
              </a:ext>
            </a:extLst>
          </p:cNvPr>
          <p:cNvSpPr>
            <a:spLocks xmlns:a="http://schemas.openxmlformats.org/drawingml/2006/main" noGrp="1"/>
          </p:cNvSpPr>
          <p:nvPr/>
        </p:nvSpPr>
        <p:spPr>
          <a:xfrm xmlns:a="http://schemas.openxmlformats.org/drawingml/2006/main" flipV="0">
            <a:off x="33401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4" name="sues200_satellite_to_uav_300m/seed-2/x-label-50">
            <a:extLst xmlns:a="http://schemas.openxmlformats.org/drawingml/2006/main">
              <a:ext uri="{FF2B5EF4-FFF2-40B4-BE49-F238E27FC236}">
                <a16:creationId xmlns:a16="http://schemas.microsoft.com/office/drawing/2014/main" id="{59804693-2D97-442B-BB07-F123CA5A3655}"/>
              </a:ext>
            </a:extLst>
          </p:cNvPr>
          <p:cNvSpPr>
            <a:spLocks xmlns:a="http://schemas.openxmlformats.org/drawingml/2006/main" noGrp="1"/>
          </p:cNvSpPr>
          <p:nvPr/>
        </p:nvSpPr>
        <p:spPr>
          <a:xfrm xmlns:a="http://schemas.openxmlformats.org/drawingml/2006/main">
            <a:off x="32789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85" name="sues200_satellite_to_uav_300m/seed-2/y-grid-75">
            <a:extLst xmlns:a="http://schemas.openxmlformats.org/drawingml/2006/main">
              <a:ext uri="{FF2B5EF4-FFF2-40B4-BE49-F238E27FC236}">
                <a16:creationId xmlns:a16="http://schemas.microsoft.com/office/drawing/2014/main" id="{EEFE7674-6D94-47AF-8239-256355BC56D3}"/>
              </a:ext>
            </a:extLst>
          </p:cNvPr>
          <p:cNvSpPr>
            <a:spLocks xmlns:a="http://schemas.openxmlformats.org/drawingml/2006/main" noGrp="1"/>
          </p:cNvSpPr>
          <p:nvPr/>
        </p:nvSpPr>
        <p:spPr>
          <a:xfrm xmlns:a="http://schemas.openxmlformats.org/drawingml/2006/main" flipV="0">
            <a:off x="25400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86" name="sues200_satellite_to_uav_300m/seed-2/y-label-75">
            <a:extLst xmlns:a="http://schemas.openxmlformats.org/drawingml/2006/main">
              <a:ext uri="{FF2B5EF4-FFF2-40B4-BE49-F238E27FC236}">
                <a16:creationId xmlns:a16="http://schemas.microsoft.com/office/drawing/2014/main" id="{1B05F756-888B-4B6B-88A9-3FDF84A14637}"/>
              </a:ext>
            </a:extLst>
          </p:cNvPr>
          <p:cNvSpPr>
            <a:spLocks xmlns:a="http://schemas.openxmlformats.org/drawingml/2006/main" noGrp="1"/>
          </p:cNvSpPr>
          <p:nvPr/>
        </p:nvSpPr>
        <p:spPr>
          <a:xfrm xmlns:a="http://schemas.openxmlformats.org/drawingml/2006/main">
            <a:off x="23541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7" name="sues200_satellite_to_uav_300m/seed-2/x-tick-75">
            <a:extLst xmlns:a="http://schemas.openxmlformats.org/drawingml/2006/main">
              <a:ext uri="{FF2B5EF4-FFF2-40B4-BE49-F238E27FC236}">
                <a16:creationId xmlns:a16="http://schemas.microsoft.com/office/drawing/2014/main" id="{2BD83559-8D76-4311-ABB8-EC36F4C4EEFD}"/>
              </a:ext>
            </a:extLst>
          </p:cNvPr>
          <p:cNvSpPr>
            <a:spLocks xmlns:a="http://schemas.openxmlformats.org/drawingml/2006/main" noGrp="1"/>
          </p:cNvSpPr>
          <p:nvPr/>
        </p:nvSpPr>
        <p:spPr>
          <a:xfrm xmlns:a="http://schemas.openxmlformats.org/drawingml/2006/main" flipV="0">
            <a:off x="37401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88" name="sues200_satellite_to_uav_300m/seed-2/x-label-75">
            <a:extLst xmlns:a="http://schemas.openxmlformats.org/drawingml/2006/main">
              <a:ext uri="{FF2B5EF4-FFF2-40B4-BE49-F238E27FC236}">
                <a16:creationId xmlns:a16="http://schemas.microsoft.com/office/drawing/2014/main" id="{B77C0B9B-2A6A-4DA8-A04B-9861F21E4E61}"/>
              </a:ext>
            </a:extLst>
          </p:cNvPr>
          <p:cNvSpPr>
            <a:spLocks xmlns:a="http://schemas.openxmlformats.org/drawingml/2006/main" noGrp="1"/>
          </p:cNvSpPr>
          <p:nvPr/>
        </p:nvSpPr>
        <p:spPr>
          <a:xfrm xmlns:a="http://schemas.openxmlformats.org/drawingml/2006/main">
            <a:off x="36789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89" name="sues200_satellite_to_uav_300m/seed-2/y-grid-100">
            <a:extLst xmlns:a="http://schemas.openxmlformats.org/drawingml/2006/main">
              <a:ext uri="{FF2B5EF4-FFF2-40B4-BE49-F238E27FC236}">
                <a16:creationId xmlns:a16="http://schemas.microsoft.com/office/drawing/2014/main" id="{045EB01E-2CB4-4DEF-AB89-FA5E92993E1D}"/>
              </a:ext>
            </a:extLst>
          </p:cNvPr>
          <p:cNvSpPr>
            <a:spLocks xmlns:a="http://schemas.openxmlformats.org/drawingml/2006/main" noGrp="1"/>
          </p:cNvSpPr>
          <p:nvPr/>
        </p:nvSpPr>
        <p:spPr>
          <a:xfrm xmlns:a="http://schemas.openxmlformats.org/drawingml/2006/main" flipV="0">
            <a:off x="25400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90" name="sues200_satellite_to_uav_300m/seed-2/y-label-100">
            <a:extLst xmlns:a="http://schemas.openxmlformats.org/drawingml/2006/main">
              <a:ext uri="{FF2B5EF4-FFF2-40B4-BE49-F238E27FC236}">
                <a16:creationId xmlns:a16="http://schemas.microsoft.com/office/drawing/2014/main" id="{65107826-B8CE-4E1D-ADCE-9FDD36165D36}"/>
              </a:ext>
            </a:extLst>
          </p:cNvPr>
          <p:cNvSpPr>
            <a:spLocks xmlns:a="http://schemas.openxmlformats.org/drawingml/2006/main" noGrp="1"/>
          </p:cNvSpPr>
          <p:nvPr/>
        </p:nvSpPr>
        <p:spPr>
          <a:xfrm xmlns:a="http://schemas.openxmlformats.org/drawingml/2006/main">
            <a:off x="22976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1" name="sues200_satellite_to_uav_300m/seed-2/x-tick-100">
            <a:extLst xmlns:a="http://schemas.openxmlformats.org/drawingml/2006/main">
              <a:ext uri="{FF2B5EF4-FFF2-40B4-BE49-F238E27FC236}">
                <a16:creationId xmlns:a16="http://schemas.microsoft.com/office/drawing/2014/main" id="{BF0A3506-356C-4655-B53F-6D488FBCE03C}"/>
              </a:ext>
            </a:extLst>
          </p:cNvPr>
          <p:cNvSpPr>
            <a:spLocks xmlns:a="http://schemas.openxmlformats.org/drawingml/2006/main" noGrp="1"/>
          </p:cNvSpPr>
          <p:nvPr/>
        </p:nvSpPr>
        <p:spPr>
          <a:xfrm xmlns:a="http://schemas.openxmlformats.org/drawingml/2006/main" flipV="0">
            <a:off x="41402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2" name="sues200_satellite_to_uav_300m/seed-2/x-label-100">
            <a:extLst xmlns:a="http://schemas.openxmlformats.org/drawingml/2006/main">
              <a:ext uri="{FF2B5EF4-FFF2-40B4-BE49-F238E27FC236}">
                <a16:creationId xmlns:a16="http://schemas.microsoft.com/office/drawing/2014/main" id="{0619A2C3-05D2-4C1A-A2F5-E2B4B27995B8}"/>
              </a:ext>
            </a:extLst>
          </p:cNvPr>
          <p:cNvSpPr>
            <a:spLocks xmlns:a="http://schemas.openxmlformats.org/drawingml/2006/main" noGrp="1"/>
          </p:cNvSpPr>
          <p:nvPr/>
        </p:nvSpPr>
        <p:spPr>
          <a:xfrm xmlns:a="http://schemas.openxmlformats.org/drawingml/2006/main">
            <a:off x="40507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93" name="sues200_satellite_to_uav_300m/seed-2/y-axis">
            <a:extLst xmlns:a="http://schemas.openxmlformats.org/drawingml/2006/main">
              <a:ext uri="{FF2B5EF4-FFF2-40B4-BE49-F238E27FC236}">
                <a16:creationId xmlns:a16="http://schemas.microsoft.com/office/drawing/2014/main" id="{2E9E5DC2-06AA-4E0D-BA68-E69EC7DD9B93}"/>
              </a:ext>
            </a:extLst>
          </p:cNvPr>
          <p:cNvSpPr>
            <a:spLocks xmlns:a="http://schemas.openxmlformats.org/drawingml/2006/main" noGrp="1"/>
          </p:cNvSpPr>
          <p:nvPr/>
        </p:nvSpPr>
        <p:spPr>
          <a:xfrm xmlns:a="http://schemas.openxmlformats.org/drawingml/2006/main" flipV="0">
            <a:off x="25400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4" name="sues200_satellite_to_uav_300m/seed-2/x-axis">
            <a:extLst xmlns:a="http://schemas.openxmlformats.org/drawingml/2006/main">
              <a:ext uri="{FF2B5EF4-FFF2-40B4-BE49-F238E27FC236}">
                <a16:creationId xmlns:a16="http://schemas.microsoft.com/office/drawing/2014/main" id="{26A4BD1F-637D-4FB4-A962-EC39A793A00C}"/>
              </a:ext>
            </a:extLst>
          </p:cNvPr>
          <p:cNvSpPr>
            <a:spLocks xmlns:a="http://schemas.openxmlformats.org/drawingml/2006/main" noGrp="1"/>
          </p:cNvSpPr>
          <p:nvPr/>
        </p:nvSpPr>
        <p:spPr>
          <a:xfrm xmlns:a="http://schemas.openxmlformats.org/drawingml/2006/main" flipV="0">
            <a:off x="25400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95" name="sues200_satellite_to_uav_300m/sues200_satellite_to_uav_300m/seed-2/visual/segment-1-2">
            <a:extLst xmlns:a="http://schemas.openxmlformats.org/drawingml/2006/main">
              <a:ext uri="{FF2B5EF4-FFF2-40B4-BE49-F238E27FC236}">
                <a16:creationId xmlns:a16="http://schemas.microsoft.com/office/drawing/2014/main" id="{A75370E5-6FFD-4CA5-B320-66F5E5FFECD9}"/>
              </a:ext>
            </a:extLst>
          </p:cNvPr>
          <p:cNvSpPr>
            <a:spLocks xmlns:a="http://schemas.openxmlformats.org/drawingml/2006/main" noGrp="1"/>
          </p:cNvSpPr>
          <p:nvPr/>
        </p:nvSpPr>
        <p:spPr>
          <a:xfrm xmlns:a="http://schemas.openxmlformats.org/drawingml/2006/main" flipV="1">
            <a:off x="2700020" y="2552700"/>
            <a:ext cx="160020" cy="43180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6" name="sues200_satellite_to_uav_300m/sues200_satellite_to_uav_300m/seed-2/visual/segment-2-3">
            <a:extLst xmlns:a="http://schemas.openxmlformats.org/drawingml/2006/main">
              <a:ext uri="{FF2B5EF4-FFF2-40B4-BE49-F238E27FC236}">
                <a16:creationId xmlns:a16="http://schemas.microsoft.com/office/drawing/2014/main" id="{E6F6C3B3-5A52-4B78-8577-F8E0E43C0606}"/>
              </a:ext>
            </a:extLst>
          </p:cNvPr>
          <p:cNvSpPr>
            <a:spLocks xmlns:a="http://schemas.openxmlformats.org/drawingml/2006/main" noGrp="1"/>
          </p:cNvSpPr>
          <p:nvPr/>
        </p:nvSpPr>
        <p:spPr>
          <a:xfrm xmlns:a="http://schemas.openxmlformats.org/drawingml/2006/main" flipV="0">
            <a:off x="2860040" y="2552700"/>
            <a:ext cx="160020" cy="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7" name="sues200_satellite_to_uav_300m/sues200_satellite_to_uav_300m/seed-2/visual/segment-3-4">
            <a:extLst xmlns:a="http://schemas.openxmlformats.org/drawingml/2006/main">
              <a:ext uri="{FF2B5EF4-FFF2-40B4-BE49-F238E27FC236}">
                <a16:creationId xmlns:a16="http://schemas.microsoft.com/office/drawing/2014/main" id="{1B9D0C79-2391-48F9-BEB9-E8B0383B37CA}"/>
              </a:ext>
            </a:extLst>
          </p:cNvPr>
          <p:cNvSpPr>
            <a:spLocks xmlns:a="http://schemas.openxmlformats.org/drawingml/2006/main" noGrp="1"/>
          </p:cNvSpPr>
          <p:nvPr/>
        </p:nvSpPr>
        <p:spPr>
          <a:xfrm xmlns:a="http://schemas.openxmlformats.org/drawingml/2006/main" flipV="1">
            <a:off x="3020060" y="2498725"/>
            <a:ext cx="160020" cy="5397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8" name="sues200_satellite_to_uav_300m/sues200_satellite_to_uav_300m/seed-2/visual/segment-4-5">
            <a:extLst xmlns:a="http://schemas.openxmlformats.org/drawingml/2006/main">
              <a:ext uri="{FF2B5EF4-FFF2-40B4-BE49-F238E27FC236}">
                <a16:creationId xmlns:a16="http://schemas.microsoft.com/office/drawing/2014/main" id="{1A878BC8-07F8-4CCA-9B4F-750090A3243E}"/>
              </a:ext>
            </a:extLst>
          </p:cNvPr>
          <p:cNvSpPr>
            <a:spLocks xmlns:a="http://schemas.openxmlformats.org/drawingml/2006/main" noGrp="1"/>
          </p:cNvSpPr>
          <p:nvPr/>
        </p:nvSpPr>
        <p:spPr>
          <a:xfrm xmlns:a="http://schemas.openxmlformats.org/drawingml/2006/main" flipV="0">
            <a:off x="3180080" y="2498725"/>
            <a:ext cx="160020" cy="1079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99" name="sues200_satellite_to_uav_300m/sues200_satellite_to_uav_300m/seed-2/visual/segment-5-6">
            <a:extLst xmlns:a="http://schemas.openxmlformats.org/drawingml/2006/main">
              <a:ext uri="{FF2B5EF4-FFF2-40B4-BE49-F238E27FC236}">
                <a16:creationId xmlns:a16="http://schemas.microsoft.com/office/drawing/2014/main" id="{6A7F887C-AFDD-453F-8DF5-84A7C125C954}"/>
              </a:ext>
            </a:extLst>
          </p:cNvPr>
          <p:cNvSpPr>
            <a:spLocks xmlns:a="http://schemas.openxmlformats.org/drawingml/2006/main" noGrp="1"/>
          </p:cNvSpPr>
          <p:nvPr/>
        </p:nvSpPr>
        <p:spPr>
          <a:xfrm xmlns:a="http://schemas.openxmlformats.org/drawingml/2006/main" flipV="0">
            <a:off x="3340100" y="2509520"/>
            <a:ext cx="160020" cy="4318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0" name="sues200_satellite_to_uav_300m/sues200_satellite_to_uav_300m/seed-2/visual/segment-6-7">
            <a:extLst xmlns:a="http://schemas.openxmlformats.org/drawingml/2006/main">
              <a:ext uri="{FF2B5EF4-FFF2-40B4-BE49-F238E27FC236}">
                <a16:creationId xmlns:a16="http://schemas.microsoft.com/office/drawing/2014/main" id="{97F66AAD-8B74-45A2-9110-9CBC1ED71CD9}"/>
              </a:ext>
            </a:extLst>
          </p:cNvPr>
          <p:cNvSpPr>
            <a:spLocks xmlns:a="http://schemas.openxmlformats.org/drawingml/2006/main" noGrp="1"/>
          </p:cNvSpPr>
          <p:nvPr/>
        </p:nvSpPr>
        <p:spPr>
          <a:xfrm xmlns:a="http://schemas.openxmlformats.org/drawingml/2006/main" flipV="1">
            <a:off x="3500120" y="2521857"/>
            <a:ext cx="160020" cy="3084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1" name="sues200_satellite_to_uav_300m/sues200_satellite_to_uav_300m/seed-2/visual/segment-7-8">
            <a:extLst xmlns:a="http://schemas.openxmlformats.org/drawingml/2006/main">
              <a:ext uri="{FF2B5EF4-FFF2-40B4-BE49-F238E27FC236}">
                <a16:creationId xmlns:a16="http://schemas.microsoft.com/office/drawing/2014/main" id="{FB68303B-373E-48B9-99BE-1A5696D4A0E7}"/>
              </a:ext>
            </a:extLst>
          </p:cNvPr>
          <p:cNvSpPr>
            <a:spLocks xmlns:a="http://schemas.openxmlformats.org/drawingml/2006/main" noGrp="1"/>
          </p:cNvSpPr>
          <p:nvPr/>
        </p:nvSpPr>
        <p:spPr>
          <a:xfrm xmlns:a="http://schemas.openxmlformats.org/drawingml/2006/main" flipV="0">
            <a:off x="3660140" y="2521857"/>
            <a:ext cx="160020" cy="3084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2" name="sues200_satellite_to_uav_300m/sues200_satellite_to_uav_300m/seed-2/visual/segment-8-9">
            <a:extLst xmlns:a="http://schemas.openxmlformats.org/drawingml/2006/main">
              <a:ext uri="{FF2B5EF4-FFF2-40B4-BE49-F238E27FC236}">
                <a16:creationId xmlns:a16="http://schemas.microsoft.com/office/drawing/2014/main" id="{EFD83E59-5D24-453A-AD33-1F6A32E2FC23}"/>
              </a:ext>
            </a:extLst>
          </p:cNvPr>
          <p:cNvSpPr>
            <a:spLocks xmlns:a="http://schemas.openxmlformats.org/drawingml/2006/main" noGrp="1"/>
          </p:cNvSpPr>
          <p:nvPr/>
        </p:nvSpPr>
        <p:spPr>
          <a:xfrm xmlns:a="http://schemas.openxmlformats.org/drawingml/2006/main" flipV="0">
            <a:off x="3820160" y="2552700"/>
            <a:ext cx="160020" cy="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3" name="sues200_satellite_to_uav_300m/sues200_satellite_to_uav_300m/seed-2/visual/segment-9-10">
            <a:extLst xmlns:a="http://schemas.openxmlformats.org/drawingml/2006/main">
              <a:ext uri="{FF2B5EF4-FFF2-40B4-BE49-F238E27FC236}">
                <a16:creationId xmlns:a16="http://schemas.microsoft.com/office/drawing/2014/main" id="{B3AA9093-215B-487A-A170-4A137F5527A9}"/>
              </a:ext>
            </a:extLst>
          </p:cNvPr>
          <p:cNvSpPr>
            <a:spLocks xmlns:a="http://schemas.openxmlformats.org/drawingml/2006/main" noGrp="1"/>
          </p:cNvSpPr>
          <p:nvPr/>
        </p:nvSpPr>
        <p:spPr>
          <a:xfrm xmlns:a="http://schemas.openxmlformats.org/drawingml/2006/main" flipV="1">
            <a:off x="3980180" y="2531110"/>
            <a:ext cx="160020" cy="2159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04" name="sues200_satellite_to_uav_300m/sues200_satellite_to_uav_300m/seed-2/visual/point-1">
            <a:extLst xmlns:a="http://schemas.openxmlformats.org/drawingml/2006/main">
              <a:ext uri="{FF2B5EF4-FFF2-40B4-BE49-F238E27FC236}">
                <a16:creationId xmlns:a16="http://schemas.microsoft.com/office/drawing/2014/main" id="{79302D53-DE5A-45DA-B087-516C2D8A77AF}"/>
              </a:ext>
            </a:extLst>
          </p:cNvPr>
          <p:cNvSpPr>
            <a:spLocks xmlns:a="http://schemas.openxmlformats.org/drawingml/2006/main" noGrp="1"/>
          </p:cNvSpPr>
          <p:nvPr/>
        </p:nvSpPr>
        <p:spPr>
          <a:xfrm xmlns:a="http://schemas.openxmlformats.org/drawingml/2006/main">
            <a:off x="2676525" y="29610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5" name="sues200_satellite_to_uav_300m/sues200_satellite_to_uav_300m/seed-2/visual/point-2">
            <a:extLst xmlns:a="http://schemas.openxmlformats.org/drawingml/2006/main">
              <a:ext uri="{FF2B5EF4-FFF2-40B4-BE49-F238E27FC236}">
                <a16:creationId xmlns:a16="http://schemas.microsoft.com/office/drawing/2014/main" id="{F38CFA72-CBDD-4385-8664-11400BC5189E}"/>
              </a:ext>
            </a:extLst>
          </p:cNvPr>
          <p:cNvSpPr>
            <a:spLocks xmlns:a="http://schemas.openxmlformats.org/drawingml/2006/main" noGrp="1"/>
          </p:cNvSpPr>
          <p:nvPr/>
        </p:nvSpPr>
        <p:spPr>
          <a:xfrm xmlns:a="http://schemas.openxmlformats.org/drawingml/2006/main">
            <a:off x="283654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6" name="sues200_satellite_to_uav_300m/sues200_satellite_to_uav_300m/seed-2/visual/point-3">
            <a:extLst xmlns:a="http://schemas.openxmlformats.org/drawingml/2006/main">
              <a:ext uri="{FF2B5EF4-FFF2-40B4-BE49-F238E27FC236}">
                <a16:creationId xmlns:a16="http://schemas.microsoft.com/office/drawing/2014/main" id="{DB265129-6457-4C5A-B46C-9E8B41BC5D78}"/>
              </a:ext>
            </a:extLst>
          </p:cNvPr>
          <p:cNvSpPr>
            <a:spLocks xmlns:a="http://schemas.openxmlformats.org/drawingml/2006/main" noGrp="1"/>
          </p:cNvSpPr>
          <p:nvPr/>
        </p:nvSpPr>
        <p:spPr>
          <a:xfrm xmlns:a="http://schemas.openxmlformats.org/drawingml/2006/main">
            <a:off x="299656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7" name="sues200_satellite_to_uav_300m/sues200_satellite_to_uav_300m/seed-2/visual/point-4">
            <a:extLst xmlns:a="http://schemas.openxmlformats.org/drawingml/2006/main">
              <a:ext uri="{FF2B5EF4-FFF2-40B4-BE49-F238E27FC236}">
                <a16:creationId xmlns:a16="http://schemas.microsoft.com/office/drawing/2014/main" id="{AE296999-A2F4-4F97-9F73-DC39D41E378F}"/>
              </a:ext>
            </a:extLst>
          </p:cNvPr>
          <p:cNvSpPr>
            <a:spLocks xmlns:a="http://schemas.openxmlformats.org/drawingml/2006/main" noGrp="1"/>
          </p:cNvSpPr>
          <p:nvPr/>
        </p:nvSpPr>
        <p:spPr>
          <a:xfrm xmlns:a="http://schemas.openxmlformats.org/drawingml/2006/main">
            <a:off x="3156585" y="247523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8" name="sues200_satellite_to_uav_300m/sues200_satellite_to_uav_300m/seed-2/visual/point-5">
            <a:extLst xmlns:a="http://schemas.openxmlformats.org/drawingml/2006/main">
              <a:ext uri="{FF2B5EF4-FFF2-40B4-BE49-F238E27FC236}">
                <a16:creationId xmlns:a16="http://schemas.microsoft.com/office/drawing/2014/main" id="{BA8A2249-69EF-4471-A750-94780CAB8CF1}"/>
              </a:ext>
            </a:extLst>
          </p:cNvPr>
          <p:cNvSpPr>
            <a:spLocks xmlns:a="http://schemas.openxmlformats.org/drawingml/2006/main" noGrp="1"/>
          </p:cNvSpPr>
          <p:nvPr/>
        </p:nvSpPr>
        <p:spPr>
          <a:xfrm xmlns:a="http://schemas.openxmlformats.org/drawingml/2006/main">
            <a:off x="3316605" y="248602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09" name="sues200_satellite_to_uav_300m/sues200_satellite_to_uav_300m/seed-2/visual/point-6">
            <a:extLst xmlns:a="http://schemas.openxmlformats.org/drawingml/2006/main">
              <a:ext uri="{FF2B5EF4-FFF2-40B4-BE49-F238E27FC236}">
                <a16:creationId xmlns:a16="http://schemas.microsoft.com/office/drawing/2014/main" id="{39AD5675-01C5-4295-98BE-92252C97C6D7}"/>
              </a:ext>
            </a:extLst>
          </p:cNvPr>
          <p:cNvSpPr>
            <a:spLocks xmlns:a="http://schemas.openxmlformats.org/drawingml/2006/main" noGrp="1"/>
          </p:cNvSpPr>
          <p:nvPr/>
        </p:nvSpPr>
        <p:spPr>
          <a:xfrm xmlns:a="http://schemas.openxmlformats.org/drawingml/2006/main">
            <a:off x="347662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0" name="sues200_satellite_to_uav_300m/sues200_satellite_to_uav_300m/seed-2/visual/point-7">
            <a:extLst xmlns:a="http://schemas.openxmlformats.org/drawingml/2006/main">
              <a:ext uri="{FF2B5EF4-FFF2-40B4-BE49-F238E27FC236}">
                <a16:creationId xmlns:a16="http://schemas.microsoft.com/office/drawing/2014/main" id="{19A13FB1-40A6-41D3-9574-8BD211553B3F}"/>
              </a:ext>
            </a:extLst>
          </p:cNvPr>
          <p:cNvSpPr>
            <a:spLocks xmlns:a="http://schemas.openxmlformats.org/drawingml/2006/main" noGrp="1"/>
          </p:cNvSpPr>
          <p:nvPr/>
        </p:nvSpPr>
        <p:spPr>
          <a:xfrm xmlns:a="http://schemas.openxmlformats.org/drawingml/2006/main">
            <a:off x="3636645" y="249836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1" name="sues200_satellite_to_uav_300m/sues200_satellite_to_uav_300m/seed-2/visual/point-8">
            <a:extLst xmlns:a="http://schemas.openxmlformats.org/drawingml/2006/main">
              <a:ext uri="{FF2B5EF4-FFF2-40B4-BE49-F238E27FC236}">
                <a16:creationId xmlns:a16="http://schemas.microsoft.com/office/drawing/2014/main" id="{64948E6F-E15D-49C7-8D5F-E43B76C0B4A2}"/>
              </a:ext>
            </a:extLst>
          </p:cNvPr>
          <p:cNvSpPr>
            <a:spLocks xmlns:a="http://schemas.openxmlformats.org/drawingml/2006/main" noGrp="1"/>
          </p:cNvSpPr>
          <p:nvPr/>
        </p:nvSpPr>
        <p:spPr>
          <a:xfrm xmlns:a="http://schemas.openxmlformats.org/drawingml/2006/main">
            <a:off x="379666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2" name="sues200_satellite_to_uav_300m/sues200_satellite_to_uav_300m/seed-2/visual/point-9">
            <a:extLst xmlns:a="http://schemas.openxmlformats.org/drawingml/2006/main">
              <a:ext uri="{FF2B5EF4-FFF2-40B4-BE49-F238E27FC236}">
                <a16:creationId xmlns:a16="http://schemas.microsoft.com/office/drawing/2014/main" id="{1BA3800C-E023-49C2-9DEE-2126BE0DF565}"/>
              </a:ext>
            </a:extLst>
          </p:cNvPr>
          <p:cNvSpPr>
            <a:spLocks xmlns:a="http://schemas.openxmlformats.org/drawingml/2006/main" noGrp="1"/>
          </p:cNvSpPr>
          <p:nvPr/>
        </p:nvSpPr>
        <p:spPr>
          <a:xfrm xmlns:a="http://schemas.openxmlformats.org/drawingml/2006/main">
            <a:off x="3956685" y="25292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3" name="sues200_satellite_to_uav_300m/sues200_satellite_to_uav_300m/seed-2/visual/point-10">
            <a:extLst xmlns:a="http://schemas.openxmlformats.org/drawingml/2006/main">
              <a:ext uri="{FF2B5EF4-FFF2-40B4-BE49-F238E27FC236}">
                <a16:creationId xmlns:a16="http://schemas.microsoft.com/office/drawing/2014/main" id="{8BE70EE3-84FB-40E5-ADA1-83FB74598C60}"/>
              </a:ext>
            </a:extLst>
          </p:cNvPr>
          <p:cNvSpPr>
            <a:spLocks xmlns:a="http://schemas.openxmlformats.org/drawingml/2006/main" noGrp="1"/>
          </p:cNvSpPr>
          <p:nvPr/>
        </p:nvSpPr>
        <p:spPr>
          <a:xfrm xmlns:a="http://schemas.openxmlformats.org/drawingml/2006/main">
            <a:off x="4116705" y="250761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14" name="sues200_satellite_to_uav_300m/seed-2/visual/AURC">
            <a:extLst xmlns:a="http://schemas.openxmlformats.org/drawingml/2006/main">
              <a:ext uri="{FF2B5EF4-FFF2-40B4-BE49-F238E27FC236}">
                <a16:creationId xmlns:a16="http://schemas.microsoft.com/office/drawing/2014/main" id="{BA08A727-5C9B-4A26-9AE5-5C08AAF8B0C2}"/>
              </a:ext>
            </a:extLst>
          </p:cNvPr>
          <p:cNvSpPr>
            <a:spLocks xmlns:a="http://schemas.openxmlformats.org/drawingml/2006/main" noGrp="1"/>
          </p:cNvSpPr>
          <p:nvPr/>
        </p:nvSpPr>
        <p:spPr>
          <a:xfrm xmlns:a="http://schemas.openxmlformats.org/drawingml/2006/main">
            <a:off x="30287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0.2204</a:t>
            </a:r>
          </a:p>
        </p:txBody>
      </p:sp>
      <p:sp>
        <p:nvSpPr>
          <p:cNvPr id="115" name="sues200_satellite_to_uav_300m/sues200_satellite_to_uav_300m/seed-2/full/segment-1-2">
            <a:extLst xmlns:a="http://schemas.openxmlformats.org/drawingml/2006/main">
              <a:ext uri="{FF2B5EF4-FFF2-40B4-BE49-F238E27FC236}">
                <a16:creationId xmlns:a16="http://schemas.microsoft.com/office/drawing/2014/main" id="{AA08699B-FB50-452E-B02A-39FA8DC55702}"/>
              </a:ext>
            </a:extLst>
          </p:cNvPr>
          <p:cNvSpPr>
            <a:spLocks xmlns:a="http://schemas.openxmlformats.org/drawingml/2006/main" noGrp="1"/>
          </p:cNvSpPr>
          <p:nvPr/>
        </p:nvSpPr>
        <p:spPr>
          <a:xfrm xmlns:a="http://schemas.openxmlformats.org/drawingml/2006/main" flipV="1">
            <a:off x="2700020" y="244475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6" name="sues200_satellite_to_uav_300m/sues200_satellite_to_uav_300m/seed-2/full/segment-2-3">
            <a:extLst xmlns:a="http://schemas.openxmlformats.org/drawingml/2006/main">
              <a:ext uri="{FF2B5EF4-FFF2-40B4-BE49-F238E27FC236}">
                <a16:creationId xmlns:a16="http://schemas.microsoft.com/office/drawing/2014/main" id="{AC4A2908-E73B-43CE-89B8-274BF8A3FA06}"/>
              </a:ext>
            </a:extLst>
          </p:cNvPr>
          <p:cNvSpPr>
            <a:spLocks xmlns:a="http://schemas.openxmlformats.org/drawingml/2006/main" noGrp="1"/>
          </p:cNvSpPr>
          <p:nvPr/>
        </p:nvSpPr>
        <p:spPr>
          <a:xfrm xmlns:a="http://schemas.openxmlformats.org/drawingml/2006/main" flipV="1">
            <a:off x="2860040" y="2408767"/>
            <a:ext cx="160020" cy="35983"/>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7" name="sues200_satellite_to_uav_300m/sues200_satellite_to_uav_300m/seed-2/full/segment-3-4">
            <a:extLst xmlns:a="http://schemas.openxmlformats.org/drawingml/2006/main">
              <a:ext uri="{FF2B5EF4-FFF2-40B4-BE49-F238E27FC236}">
                <a16:creationId xmlns:a16="http://schemas.microsoft.com/office/drawing/2014/main" id="{F085D3C7-D43C-4C95-A13A-E854E8AF2387}"/>
              </a:ext>
            </a:extLst>
          </p:cNvPr>
          <p:cNvSpPr>
            <a:spLocks xmlns:a="http://schemas.openxmlformats.org/drawingml/2006/main" noGrp="1"/>
          </p:cNvSpPr>
          <p:nvPr/>
        </p:nvSpPr>
        <p:spPr>
          <a:xfrm xmlns:a="http://schemas.openxmlformats.org/drawingml/2006/main" flipV="1">
            <a:off x="3020060" y="2336800"/>
            <a:ext cx="160020" cy="7196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8" name="sues200_satellite_to_uav_300m/sues200_satellite_to_uav_300m/seed-2/full/segment-4-5">
            <a:extLst xmlns:a="http://schemas.openxmlformats.org/drawingml/2006/main">
              <a:ext uri="{FF2B5EF4-FFF2-40B4-BE49-F238E27FC236}">
                <a16:creationId xmlns:a16="http://schemas.microsoft.com/office/drawing/2014/main" id="{D6C43967-1FBF-4C64-856C-7901B722AB91}"/>
              </a:ext>
            </a:extLst>
          </p:cNvPr>
          <p:cNvSpPr>
            <a:spLocks xmlns:a="http://schemas.openxmlformats.org/drawingml/2006/main" noGrp="1"/>
          </p:cNvSpPr>
          <p:nvPr/>
        </p:nvSpPr>
        <p:spPr>
          <a:xfrm xmlns:a="http://schemas.openxmlformats.org/drawingml/2006/main" flipV="1">
            <a:off x="3180080" y="2293620"/>
            <a:ext cx="160020" cy="4318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19" name="sues200_satellite_to_uav_300m/sues200_satellite_to_uav_300m/seed-2/full/segment-5-6">
            <a:extLst xmlns:a="http://schemas.openxmlformats.org/drawingml/2006/main">
              <a:ext uri="{FF2B5EF4-FFF2-40B4-BE49-F238E27FC236}">
                <a16:creationId xmlns:a16="http://schemas.microsoft.com/office/drawing/2014/main" id="{5E83B364-3A9E-46CC-98D5-A2D55C5C1B20}"/>
              </a:ext>
            </a:extLst>
          </p:cNvPr>
          <p:cNvSpPr>
            <a:spLocks xmlns:a="http://schemas.openxmlformats.org/drawingml/2006/main" noGrp="1"/>
          </p:cNvSpPr>
          <p:nvPr/>
        </p:nvSpPr>
        <p:spPr>
          <a:xfrm xmlns:a="http://schemas.openxmlformats.org/drawingml/2006/main" flipV="1">
            <a:off x="3340100" y="2264833"/>
            <a:ext cx="160020" cy="2878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0" name="sues200_satellite_to_uav_300m/sues200_satellite_to_uav_300m/seed-2/full/segment-6-7">
            <a:extLst xmlns:a="http://schemas.openxmlformats.org/drawingml/2006/main">
              <a:ext uri="{FF2B5EF4-FFF2-40B4-BE49-F238E27FC236}">
                <a16:creationId xmlns:a16="http://schemas.microsoft.com/office/drawing/2014/main" id="{B96FA4E1-9D6A-4020-8120-39742DEC2670}"/>
              </a:ext>
            </a:extLst>
          </p:cNvPr>
          <p:cNvSpPr>
            <a:spLocks xmlns:a="http://schemas.openxmlformats.org/drawingml/2006/main" noGrp="1"/>
          </p:cNvSpPr>
          <p:nvPr/>
        </p:nvSpPr>
        <p:spPr>
          <a:xfrm xmlns:a="http://schemas.openxmlformats.org/drawingml/2006/main" flipV="1">
            <a:off x="3500120" y="2213429"/>
            <a:ext cx="160020" cy="5140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1" name="sues200_satellite_to_uav_300m/sues200_satellite_to_uav_300m/seed-2/full/segment-7-8">
            <a:extLst xmlns:a="http://schemas.openxmlformats.org/drawingml/2006/main">
              <a:ext uri="{FF2B5EF4-FFF2-40B4-BE49-F238E27FC236}">
                <a16:creationId xmlns:a16="http://schemas.microsoft.com/office/drawing/2014/main" id="{50B0CB12-F409-4EBB-BB96-D332C1BC70A0}"/>
              </a:ext>
            </a:extLst>
          </p:cNvPr>
          <p:cNvSpPr>
            <a:spLocks xmlns:a="http://schemas.openxmlformats.org/drawingml/2006/main" noGrp="1"/>
          </p:cNvSpPr>
          <p:nvPr/>
        </p:nvSpPr>
        <p:spPr>
          <a:xfrm xmlns:a="http://schemas.openxmlformats.org/drawingml/2006/main" flipV="0">
            <a:off x="3660140" y="2213429"/>
            <a:ext cx="160020" cy="42409"/>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2" name="sues200_satellite_to_uav_300m/sues200_satellite_to_uav_300m/seed-2/full/segment-8-9">
            <a:extLst xmlns:a="http://schemas.openxmlformats.org/drawingml/2006/main">
              <a:ext uri="{FF2B5EF4-FFF2-40B4-BE49-F238E27FC236}">
                <a16:creationId xmlns:a16="http://schemas.microsoft.com/office/drawing/2014/main" id="{D9901969-7301-4131-BD3F-798FFCD32891}"/>
              </a:ext>
            </a:extLst>
          </p:cNvPr>
          <p:cNvSpPr>
            <a:spLocks xmlns:a="http://schemas.openxmlformats.org/drawingml/2006/main" noGrp="1"/>
          </p:cNvSpPr>
          <p:nvPr/>
        </p:nvSpPr>
        <p:spPr>
          <a:xfrm xmlns:a="http://schemas.openxmlformats.org/drawingml/2006/main" flipV="0">
            <a:off x="3820160" y="2255838"/>
            <a:ext cx="160020" cy="3298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3" name="sues200_satellite_to_uav_300m/sues200_satellite_to_uav_300m/seed-2/full/segment-9-10">
            <a:extLst xmlns:a="http://schemas.openxmlformats.org/drawingml/2006/main">
              <a:ext uri="{FF2B5EF4-FFF2-40B4-BE49-F238E27FC236}">
                <a16:creationId xmlns:a16="http://schemas.microsoft.com/office/drawing/2014/main" id="{D5620937-7AED-4B86-B145-7856BF962AE2}"/>
              </a:ext>
            </a:extLst>
          </p:cNvPr>
          <p:cNvSpPr>
            <a:spLocks xmlns:a="http://schemas.openxmlformats.org/drawingml/2006/main" noGrp="1"/>
          </p:cNvSpPr>
          <p:nvPr/>
        </p:nvSpPr>
        <p:spPr>
          <a:xfrm xmlns:a="http://schemas.openxmlformats.org/drawingml/2006/main" flipV="1">
            <a:off x="3980180" y="2250440"/>
            <a:ext cx="160020" cy="38382"/>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24" name="sues200_satellite_to_uav_300m/sues200_satellite_to_uav_300m/seed-2/full/point-1">
            <a:extLst xmlns:a="http://schemas.openxmlformats.org/drawingml/2006/main">
              <a:ext uri="{FF2B5EF4-FFF2-40B4-BE49-F238E27FC236}">
                <a16:creationId xmlns:a16="http://schemas.microsoft.com/office/drawing/2014/main" id="{CDEF3AE8-6675-409D-8B20-21AAAD38C65E}"/>
              </a:ext>
            </a:extLst>
          </p:cNvPr>
          <p:cNvSpPr>
            <a:spLocks xmlns:a="http://schemas.openxmlformats.org/drawingml/2006/main" noGrp="1"/>
          </p:cNvSpPr>
          <p:nvPr/>
        </p:nvSpPr>
        <p:spPr>
          <a:xfrm xmlns:a="http://schemas.openxmlformats.org/drawingml/2006/main">
            <a:off x="2676525" y="25292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5" name="sues200_satellite_to_uav_300m/sues200_satellite_to_uav_300m/seed-2/full/point-2">
            <a:extLst xmlns:a="http://schemas.openxmlformats.org/drawingml/2006/main">
              <a:ext uri="{FF2B5EF4-FFF2-40B4-BE49-F238E27FC236}">
                <a16:creationId xmlns:a16="http://schemas.microsoft.com/office/drawing/2014/main" id="{F61D3BF8-9752-44EA-B570-EBEB6A24EE66}"/>
              </a:ext>
            </a:extLst>
          </p:cNvPr>
          <p:cNvSpPr>
            <a:spLocks xmlns:a="http://schemas.openxmlformats.org/drawingml/2006/main" noGrp="1"/>
          </p:cNvSpPr>
          <p:nvPr/>
        </p:nvSpPr>
        <p:spPr>
          <a:xfrm xmlns:a="http://schemas.openxmlformats.org/drawingml/2006/main">
            <a:off x="2836545" y="24212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6" name="sues200_satellite_to_uav_300m/sues200_satellite_to_uav_300m/seed-2/full/point-3">
            <a:extLst xmlns:a="http://schemas.openxmlformats.org/drawingml/2006/main">
              <a:ext uri="{FF2B5EF4-FFF2-40B4-BE49-F238E27FC236}">
                <a16:creationId xmlns:a16="http://schemas.microsoft.com/office/drawing/2014/main" id="{9D7C4739-E9CE-40B2-AE6A-C96768CA82A5}"/>
              </a:ext>
            </a:extLst>
          </p:cNvPr>
          <p:cNvSpPr>
            <a:spLocks xmlns:a="http://schemas.openxmlformats.org/drawingml/2006/main" noGrp="1"/>
          </p:cNvSpPr>
          <p:nvPr/>
        </p:nvSpPr>
        <p:spPr>
          <a:xfrm xmlns:a="http://schemas.openxmlformats.org/drawingml/2006/main">
            <a:off x="2996565" y="238527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7" name="sues200_satellite_to_uav_300m/sues200_satellite_to_uav_300m/seed-2/full/point-4">
            <a:extLst xmlns:a="http://schemas.openxmlformats.org/drawingml/2006/main">
              <a:ext uri="{FF2B5EF4-FFF2-40B4-BE49-F238E27FC236}">
                <a16:creationId xmlns:a16="http://schemas.microsoft.com/office/drawing/2014/main" id="{12FF08BE-C61E-4678-8E25-4E679621E5AB}"/>
              </a:ext>
            </a:extLst>
          </p:cNvPr>
          <p:cNvSpPr>
            <a:spLocks xmlns:a="http://schemas.openxmlformats.org/drawingml/2006/main" noGrp="1"/>
          </p:cNvSpPr>
          <p:nvPr/>
        </p:nvSpPr>
        <p:spPr>
          <a:xfrm xmlns:a="http://schemas.openxmlformats.org/drawingml/2006/main">
            <a:off x="315658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8" name="sues200_satellite_to_uav_300m/sues200_satellite_to_uav_300m/seed-2/full/point-5">
            <a:extLst xmlns:a="http://schemas.openxmlformats.org/drawingml/2006/main">
              <a:ext uri="{FF2B5EF4-FFF2-40B4-BE49-F238E27FC236}">
                <a16:creationId xmlns:a16="http://schemas.microsoft.com/office/drawing/2014/main" id="{A78F1E75-6FBD-4B39-AF98-F56CDA16F8DF}"/>
              </a:ext>
            </a:extLst>
          </p:cNvPr>
          <p:cNvSpPr>
            <a:spLocks xmlns:a="http://schemas.openxmlformats.org/drawingml/2006/main" noGrp="1"/>
          </p:cNvSpPr>
          <p:nvPr/>
        </p:nvSpPr>
        <p:spPr>
          <a:xfrm xmlns:a="http://schemas.openxmlformats.org/drawingml/2006/main">
            <a:off x="3316605" y="22701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29" name="sues200_satellite_to_uav_300m/sues200_satellite_to_uav_300m/seed-2/full/point-6">
            <a:extLst xmlns:a="http://schemas.openxmlformats.org/drawingml/2006/main">
              <a:ext uri="{FF2B5EF4-FFF2-40B4-BE49-F238E27FC236}">
                <a16:creationId xmlns:a16="http://schemas.microsoft.com/office/drawing/2014/main" id="{7806E503-B4E4-4E00-ABF7-4435CE5E083E}"/>
              </a:ext>
            </a:extLst>
          </p:cNvPr>
          <p:cNvSpPr>
            <a:spLocks xmlns:a="http://schemas.openxmlformats.org/drawingml/2006/main" noGrp="1"/>
          </p:cNvSpPr>
          <p:nvPr/>
        </p:nvSpPr>
        <p:spPr>
          <a:xfrm xmlns:a="http://schemas.openxmlformats.org/drawingml/2006/main">
            <a:off x="3476625" y="2241338"/>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0" name="sues200_satellite_to_uav_300m/sues200_satellite_to_uav_300m/seed-2/full/point-7">
            <a:extLst xmlns:a="http://schemas.openxmlformats.org/drawingml/2006/main">
              <a:ext uri="{FF2B5EF4-FFF2-40B4-BE49-F238E27FC236}">
                <a16:creationId xmlns:a16="http://schemas.microsoft.com/office/drawing/2014/main" id="{EE920967-7FD4-4F2B-9739-5A9FD4F7DA28}"/>
              </a:ext>
            </a:extLst>
          </p:cNvPr>
          <p:cNvSpPr>
            <a:spLocks xmlns:a="http://schemas.openxmlformats.org/drawingml/2006/main" noGrp="1"/>
          </p:cNvSpPr>
          <p:nvPr/>
        </p:nvSpPr>
        <p:spPr>
          <a:xfrm xmlns:a="http://schemas.openxmlformats.org/drawingml/2006/main">
            <a:off x="3636645" y="2189934"/>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1" name="sues200_satellite_to_uav_300m/sues200_satellite_to_uav_300m/seed-2/full/point-8">
            <a:extLst xmlns:a="http://schemas.openxmlformats.org/drawingml/2006/main">
              <a:ext uri="{FF2B5EF4-FFF2-40B4-BE49-F238E27FC236}">
                <a16:creationId xmlns:a16="http://schemas.microsoft.com/office/drawing/2014/main" id="{AEEA44DB-E622-4800-9F85-F3AC4EDF9796}"/>
              </a:ext>
            </a:extLst>
          </p:cNvPr>
          <p:cNvSpPr>
            <a:spLocks xmlns:a="http://schemas.openxmlformats.org/drawingml/2006/main" noGrp="1"/>
          </p:cNvSpPr>
          <p:nvPr/>
        </p:nvSpPr>
        <p:spPr>
          <a:xfrm xmlns:a="http://schemas.openxmlformats.org/drawingml/2006/main">
            <a:off x="3796665" y="2232343"/>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2" name="sues200_satellite_to_uav_300m/sues200_satellite_to_uav_300m/seed-2/full/point-9">
            <a:extLst xmlns:a="http://schemas.openxmlformats.org/drawingml/2006/main">
              <a:ext uri="{FF2B5EF4-FFF2-40B4-BE49-F238E27FC236}">
                <a16:creationId xmlns:a16="http://schemas.microsoft.com/office/drawing/2014/main" id="{1B8464DF-566C-4A8B-9A06-AEFA46FCFBFE}"/>
              </a:ext>
            </a:extLst>
          </p:cNvPr>
          <p:cNvSpPr>
            <a:spLocks xmlns:a="http://schemas.openxmlformats.org/drawingml/2006/main" noGrp="1"/>
          </p:cNvSpPr>
          <p:nvPr/>
        </p:nvSpPr>
        <p:spPr>
          <a:xfrm xmlns:a="http://schemas.openxmlformats.org/drawingml/2006/main">
            <a:off x="3956685" y="2265327"/>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3" name="sues200_satellite_to_uav_300m/sues200_satellite_to_uav_300m/seed-2/full/point-10">
            <a:extLst xmlns:a="http://schemas.openxmlformats.org/drawingml/2006/main">
              <a:ext uri="{FF2B5EF4-FFF2-40B4-BE49-F238E27FC236}">
                <a16:creationId xmlns:a16="http://schemas.microsoft.com/office/drawing/2014/main" id="{5941193C-FC09-46EA-935A-B4D95EB39472}"/>
              </a:ext>
            </a:extLst>
          </p:cNvPr>
          <p:cNvSpPr>
            <a:spLocks xmlns:a="http://schemas.openxmlformats.org/drawingml/2006/main" noGrp="1"/>
          </p:cNvSpPr>
          <p:nvPr/>
        </p:nvSpPr>
        <p:spPr>
          <a:xfrm xmlns:a="http://schemas.openxmlformats.org/drawingml/2006/main">
            <a:off x="4116705" y="222694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34" name="sues200_satellite_to_uav_300m/seed-2/full/AURC">
            <a:extLst xmlns:a="http://schemas.openxmlformats.org/drawingml/2006/main">
              <a:ext uri="{FF2B5EF4-FFF2-40B4-BE49-F238E27FC236}">
                <a16:creationId xmlns:a16="http://schemas.microsoft.com/office/drawing/2014/main" id="{1CC6C87F-406E-407E-91B4-13B0845A6676}"/>
              </a:ext>
            </a:extLst>
          </p:cNvPr>
          <p:cNvSpPr>
            <a:spLocks xmlns:a="http://schemas.openxmlformats.org/drawingml/2006/main" noGrp="1"/>
          </p:cNvSpPr>
          <p:nvPr/>
        </p:nvSpPr>
        <p:spPr>
          <a:xfrm xmlns:a="http://schemas.openxmlformats.org/drawingml/2006/main">
            <a:off x="30842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0.3897</a:t>
            </a:r>
          </a:p>
        </p:txBody>
      </p:sp>
      <p:sp>
        <p:nvSpPr>
          <p:cNvPr id="135" name="sues200_satellite_to_uav_300m/seed-2/AURC-label">
            <a:extLst xmlns:a="http://schemas.openxmlformats.org/drawingml/2006/main">
              <a:ext uri="{FF2B5EF4-FFF2-40B4-BE49-F238E27FC236}">
                <a16:creationId xmlns:a16="http://schemas.microsoft.com/office/drawing/2014/main" id="{DF52F264-00D8-4298-B09C-E769F7C4BC11}"/>
              </a:ext>
            </a:extLst>
          </p:cNvPr>
          <p:cNvSpPr>
            <a:spLocks xmlns:a="http://schemas.openxmlformats.org/drawingml/2006/main" noGrp="1"/>
          </p:cNvSpPr>
          <p:nvPr/>
        </p:nvSpPr>
        <p:spPr>
          <a:xfrm xmlns:a="http://schemas.openxmlformats.org/drawingml/2006/main">
            <a:off x="27685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136" name="sues200_satellite_to_uav_300m/seed-3/heading">
            <a:extLst xmlns:a="http://schemas.openxmlformats.org/drawingml/2006/main">
              <a:ext uri="{FF2B5EF4-FFF2-40B4-BE49-F238E27FC236}">
                <a16:creationId xmlns:a16="http://schemas.microsoft.com/office/drawing/2014/main" id="{48215F50-2A02-4465-A6FB-9ECA721EF3B2}"/>
              </a:ext>
            </a:extLst>
          </p:cNvPr>
          <p:cNvSpPr>
            <a:spLocks xmlns:a="http://schemas.openxmlformats.org/drawingml/2006/main" noGrp="1"/>
          </p:cNvSpPr>
          <p:nvPr/>
        </p:nvSpPr>
        <p:spPr>
          <a:xfrm xmlns:a="http://schemas.openxmlformats.org/drawingml/2006/main">
            <a:off x="5157676" y="987044"/>
            <a:ext cx="378047" cy="142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900" b="1">
                <a:solidFill>
                  <a:srgbClr val="222222"/>
                </a:solidFill>
                <a:latin typeface="Arial"/>
                <a:ea typeface="Arial"/>
                <a:cs typeface="Arial"/>
              </a:defRPr>
            </a:pPr>
            <a:r>
              <a:rPr sz="900" b="1">
                <a:solidFill>
                  <a:srgbClr val="222222"/>
                </a:solidFill>
                <a:latin typeface="Arial"/>
                <a:ea typeface="Arial"/>
                <a:cs typeface="Arial"/>
              </a:rPr>
              <a:t>Seed 3</a:t>
            </a:r>
          </a:p>
        </p:txBody>
      </p:sp>
      <p:sp>
        <p:nvSpPr>
          <p:cNvPr id="137" name="sues200_satellite_to_uav_300m/seed-3/y-grid-0">
            <a:extLst xmlns:a="http://schemas.openxmlformats.org/drawingml/2006/main">
              <a:ext uri="{FF2B5EF4-FFF2-40B4-BE49-F238E27FC236}">
                <a16:creationId xmlns:a16="http://schemas.microsoft.com/office/drawing/2014/main" id="{A35589DE-7465-4890-AE5E-E493BFA5F9E2}"/>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38" name="sues200_satellite_to_uav_300m/seed-3/y-label-0">
            <a:extLst xmlns:a="http://schemas.openxmlformats.org/drawingml/2006/main">
              <a:ext uri="{FF2B5EF4-FFF2-40B4-BE49-F238E27FC236}">
                <a16:creationId xmlns:a16="http://schemas.microsoft.com/office/drawing/2014/main" id="{933C7980-6B88-413D-B30A-5939FC9ACD29}"/>
              </a:ext>
            </a:extLst>
          </p:cNvPr>
          <p:cNvSpPr>
            <a:spLocks xmlns:a="http://schemas.openxmlformats.org/drawingml/2006/main" noGrp="1"/>
          </p:cNvSpPr>
          <p:nvPr/>
        </p:nvSpPr>
        <p:spPr>
          <a:xfrm xmlns:a="http://schemas.openxmlformats.org/drawingml/2006/main">
            <a:off x="4417092" y="292531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39" name="sues200_satellite_to_uav_300m/seed-3/x-tick-0">
            <a:extLst xmlns:a="http://schemas.openxmlformats.org/drawingml/2006/main">
              <a:ext uri="{FF2B5EF4-FFF2-40B4-BE49-F238E27FC236}">
                <a16:creationId xmlns:a16="http://schemas.microsoft.com/office/drawing/2014/main" id="{6C23008F-0761-43AA-BEE6-3D21378ACC73}"/>
              </a:ext>
            </a:extLst>
          </p:cNvPr>
          <p:cNvSpPr>
            <a:spLocks xmlns:a="http://schemas.openxmlformats.org/drawingml/2006/main" noGrp="1"/>
          </p:cNvSpPr>
          <p:nvPr/>
        </p:nvSpPr>
        <p:spPr>
          <a:xfrm xmlns:a="http://schemas.openxmlformats.org/drawingml/2006/main" flipV="0">
            <a:off x="45466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0" name="sues200_satellite_to_uav_300m/seed-3/x-label-0">
            <a:extLst xmlns:a="http://schemas.openxmlformats.org/drawingml/2006/main">
              <a:ext uri="{FF2B5EF4-FFF2-40B4-BE49-F238E27FC236}">
                <a16:creationId xmlns:a16="http://schemas.microsoft.com/office/drawing/2014/main" id="{8FB15B64-B947-4BEE-8ADD-3B7D261C26E7}"/>
              </a:ext>
            </a:extLst>
          </p:cNvPr>
          <p:cNvSpPr>
            <a:spLocks xmlns:a="http://schemas.openxmlformats.org/drawingml/2006/main" noGrp="1"/>
          </p:cNvSpPr>
          <p:nvPr/>
        </p:nvSpPr>
        <p:spPr>
          <a:xfrm xmlns:a="http://schemas.openxmlformats.org/drawingml/2006/main">
            <a:off x="4513596" y="3068828"/>
            <a:ext cx="6600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0</a:t>
            </a:r>
          </a:p>
        </p:txBody>
      </p:sp>
      <p:sp>
        <p:nvSpPr>
          <p:cNvPr id="141" name="sues200_satellite_to_uav_300m/seed-3/y-grid-25">
            <a:extLst xmlns:a="http://schemas.openxmlformats.org/drawingml/2006/main">
              <a:ext uri="{FF2B5EF4-FFF2-40B4-BE49-F238E27FC236}">
                <a16:creationId xmlns:a16="http://schemas.microsoft.com/office/drawing/2014/main" id="{11B870D2-D94B-445B-82A1-9C2FFB219775}"/>
              </a:ext>
            </a:extLst>
          </p:cNvPr>
          <p:cNvSpPr>
            <a:spLocks xmlns:a="http://schemas.openxmlformats.org/drawingml/2006/main" noGrp="1"/>
          </p:cNvSpPr>
          <p:nvPr/>
        </p:nvSpPr>
        <p:spPr>
          <a:xfrm xmlns:a="http://schemas.openxmlformats.org/drawingml/2006/main" flipV="0">
            <a:off x="4546600" y="25527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2" name="sues200_satellite_to_uav_300m/seed-3/y-label-25">
            <a:extLst xmlns:a="http://schemas.openxmlformats.org/drawingml/2006/main">
              <a:ext uri="{FF2B5EF4-FFF2-40B4-BE49-F238E27FC236}">
                <a16:creationId xmlns:a16="http://schemas.microsoft.com/office/drawing/2014/main" id="{37402156-D1C9-4E69-9932-D467C40B03D0}"/>
              </a:ext>
            </a:extLst>
          </p:cNvPr>
          <p:cNvSpPr>
            <a:spLocks xmlns:a="http://schemas.openxmlformats.org/drawingml/2006/main" noGrp="1"/>
          </p:cNvSpPr>
          <p:nvPr/>
        </p:nvSpPr>
        <p:spPr>
          <a:xfrm xmlns:a="http://schemas.openxmlformats.org/drawingml/2006/main">
            <a:off x="4360704" y="24935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3" name="sues200_satellite_to_uav_300m/seed-3/x-tick-25">
            <a:extLst xmlns:a="http://schemas.openxmlformats.org/drawingml/2006/main">
              <a:ext uri="{FF2B5EF4-FFF2-40B4-BE49-F238E27FC236}">
                <a16:creationId xmlns:a16="http://schemas.microsoft.com/office/drawing/2014/main" id="{FEB22C7F-911D-48BF-94BB-EEC234218336}"/>
              </a:ext>
            </a:extLst>
          </p:cNvPr>
          <p:cNvSpPr>
            <a:spLocks xmlns:a="http://schemas.openxmlformats.org/drawingml/2006/main" noGrp="1"/>
          </p:cNvSpPr>
          <p:nvPr/>
        </p:nvSpPr>
        <p:spPr>
          <a:xfrm xmlns:a="http://schemas.openxmlformats.org/drawingml/2006/main" flipV="0">
            <a:off x="49466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4" name="sues200_satellite_to_uav_300m/seed-3/x-label-25">
            <a:extLst xmlns:a="http://schemas.openxmlformats.org/drawingml/2006/main">
              <a:ext uri="{FF2B5EF4-FFF2-40B4-BE49-F238E27FC236}">
                <a16:creationId xmlns:a16="http://schemas.microsoft.com/office/drawing/2014/main" id="{11ACD217-0D20-46A1-9E36-273B28CDFAD3}"/>
              </a:ext>
            </a:extLst>
          </p:cNvPr>
          <p:cNvSpPr>
            <a:spLocks xmlns:a="http://schemas.openxmlformats.org/drawingml/2006/main" noGrp="1"/>
          </p:cNvSpPr>
          <p:nvPr/>
        </p:nvSpPr>
        <p:spPr>
          <a:xfrm xmlns:a="http://schemas.openxmlformats.org/drawingml/2006/main">
            <a:off x="48854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25</a:t>
            </a:r>
          </a:p>
        </p:txBody>
      </p:sp>
      <p:sp>
        <p:nvSpPr>
          <p:cNvPr id="145" name="sues200_satellite_to_uav_300m/seed-3/y-grid-50">
            <a:extLst xmlns:a="http://schemas.openxmlformats.org/drawingml/2006/main">
              <a:ext uri="{FF2B5EF4-FFF2-40B4-BE49-F238E27FC236}">
                <a16:creationId xmlns:a16="http://schemas.microsoft.com/office/drawing/2014/main" id="{3CAD406F-C358-48EB-9E70-398DD1AE8834}"/>
              </a:ext>
            </a:extLst>
          </p:cNvPr>
          <p:cNvSpPr>
            <a:spLocks xmlns:a="http://schemas.openxmlformats.org/drawingml/2006/main" noGrp="1"/>
          </p:cNvSpPr>
          <p:nvPr/>
        </p:nvSpPr>
        <p:spPr>
          <a:xfrm xmlns:a="http://schemas.openxmlformats.org/drawingml/2006/main" flipV="0">
            <a:off x="4546600" y="21209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46" name="sues200_satellite_to_uav_300m/seed-3/y-label-50">
            <a:extLst xmlns:a="http://schemas.openxmlformats.org/drawingml/2006/main">
              <a:ext uri="{FF2B5EF4-FFF2-40B4-BE49-F238E27FC236}">
                <a16:creationId xmlns:a16="http://schemas.microsoft.com/office/drawing/2014/main" id="{92E55C79-FDB5-427A-8B76-D43DDDC10239}"/>
              </a:ext>
            </a:extLst>
          </p:cNvPr>
          <p:cNvSpPr>
            <a:spLocks xmlns:a="http://schemas.openxmlformats.org/drawingml/2006/main" noGrp="1"/>
          </p:cNvSpPr>
          <p:nvPr/>
        </p:nvSpPr>
        <p:spPr>
          <a:xfrm xmlns:a="http://schemas.openxmlformats.org/drawingml/2006/main">
            <a:off x="4360704" y="20617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7" name="sues200_satellite_to_uav_300m/seed-3/x-tick-50">
            <a:extLst xmlns:a="http://schemas.openxmlformats.org/drawingml/2006/main">
              <a:ext uri="{FF2B5EF4-FFF2-40B4-BE49-F238E27FC236}">
                <a16:creationId xmlns:a16="http://schemas.microsoft.com/office/drawing/2014/main" id="{826AF960-ECFB-4592-B2D5-ECF352FB2EB0}"/>
              </a:ext>
            </a:extLst>
          </p:cNvPr>
          <p:cNvSpPr>
            <a:spLocks xmlns:a="http://schemas.openxmlformats.org/drawingml/2006/main" noGrp="1"/>
          </p:cNvSpPr>
          <p:nvPr/>
        </p:nvSpPr>
        <p:spPr>
          <a:xfrm xmlns:a="http://schemas.openxmlformats.org/drawingml/2006/main" flipV="0">
            <a:off x="53467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48" name="sues200_satellite_to_uav_300m/seed-3/x-label-50">
            <a:extLst xmlns:a="http://schemas.openxmlformats.org/drawingml/2006/main">
              <a:ext uri="{FF2B5EF4-FFF2-40B4-BE49-F238E27FC236}">
                <a16:creationId xmlns:a16="http://schemas.microsoft.com/office/drawing/2014/main" id="{7564CC3C-5513-4D82-824C-A85B2F3E5E32}"/>
              </a:ext>
            </a:extLst>
          </p:cNvPr>
          <p:cNvSpPr>
            <a:spLocks xmlns:a="http://schemas.openxmlformats.org/drawingml/2006/main" noGrp="1"/>
          </p:cNvSpPr>
          <p:nvPr/>
        </p:nvSpPr>
        <p:spPr>
          <a:xfrm xmlns:a="http://schemas.openxmlformats.org/drawingml/2006/main">
            <a:off x="528550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50</a:t>
            </a:r>
          </a:p>
        </p:txBody>
      </p:sp>
      <p:sp>
        <p:nvSpPr>
          <p:cNvPr id="149" name="sues200_satellite_to_uav_300m/seed-3/y-grid-75">
            <a:extLst xmlns:a="http://schemas.openxmlformats.org/drawingml/2006/main">
              <a:ext uri="{FF2B5EF4-FFF2-40B4-BE49-F238E27FC236}">
                <a16:creationId xmlns:a16="http://schemas.microsoft.com/office/drawing/2014/main" id="{86537585-CDB9-4260-9939-C059B2B565F0}"/>
              </a:ext>
            </a:extLst>
          </p:cNvPr>
          <p:cNvSpPr>
            <a:spLocks xmlns:a="http://schemas.openxmlformats.org/drawingml/2006/main" noGrp="1"/>
          </p:cNvSpPr>
          <p:nvPr/>
        </p:nvSpPr>
        <p:spPr>
          <a:xfrm xmlns:a="http://schemas.openxmlformats.org/drawingml/2006/main" flipV="0">
            <a:off x="4546600" y="16891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0" name="sues200_satellite_to_uav_300m/seed-3/y-label-75">
            <a:extLst xmlns:a="http://schemas.openxmlformats.org/drawingml/2006/main">
              <a:ext uri="{FF2B5EF4-FFF2-40B4-BE49-F238E27FC236}">
                <a16:creationId xmlns:a16="http://schemas.microsoft.com/office/drawing/2014/main" id="{B3FA2CFC-DC09-4D84-AE7A-31D9EA3EF3C1}"/>
              </a:ext>
            </a:extLst>
          </p:cNvPr>
          <p:cNvSpPr>
            <a:spLocks xmlns:a="http://schemas.openxmlformats.org/drawingml/2006/main" noGrp="1"/>
          </p:cNvSpPr>
          <p:nvPr/>
        </p:nvSpPr>
        <p:spPr>
          <a:xfrm xmlns:a="http://schemas.openxmlformats.org/drawingml/2006/main">
            <a:off x="4360704" y="162991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1" name="sues200_satellite_to_uav_300m/seed-3/x-tick-75">
            <a:extLst xmlns:a="http://schemas.openxmlformats.org/drawingml/2006/main">
              <a:ext uri="{FF2B5EF4-FFF2-40B4-BE49-F238E27FC236}">
                <a16:creationId xmlns:a16="http://schemas.microsoft.com/office/drawing/2014/main" id="{46407F1C-C6E9-498D-A48C-E6C9ED965141}"/>
              </a:ext>
            </a:extLst>
          </p:cNvPr>
          <p:cNvSpPr>
            <a:spLocks xmlns:a="http://schemas.openxmlformats.org/drawingml/2006/main" noGrp="1"/>
          </p:cNvSpPr>
          <p:nvPr/>
        </p:nvSpPr>
        <p:spPr>
          <a:xfrm xmlns:a="http://schemas.openxmlformats.org/drawingml/2006/main" flipV="0">
            <a:off x="574675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2" name="sues200_satellite_to_uav_300m/seed-3/x-label-75">
            <a:extLst xmlns:a="http://schemas.openxmlformats.org/drawingml/2006/main">
              <a:ext uri="{FF2B5EF4-FFF2-40B4-BE49-F238E27FC236}">
                <a16:creationId xmlns:a16="http://schemas.microsoft.com/office/drawing/2014/main" id="{669B7BF0-4776-440F-8610-B5E554FCC4F2}"/>
              </a:ext>
            </a:extLst>
          </p:cNvPr>
          <p:cNvSpPr>
            <a:spLocks xmlns:a="http://schemas.openxmlformats.org/drawingml/2006/main" noGrp="1"/>
          </p:cNvSpPr>
          <p:nvPr/>
        </p:nvSpPr>
        <p:spPr>
          <a:xfrm xmlns:a="http://schemas.openxmlformats.org/drawingml/2006/main">
            <a:off x="5685552" y="3068828"/>
            <a:ext cx="122396"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75</a:t>
            </a:r>
          </a:p>
        </p:txBody>
      </p:sp>
      <p:sp>
        <p:nvSpPr>
          <p:cNvPr id="153" name="sues200_satellite_to_uav_300m/seed-3/y-grid-100">
            <a:extLst xmlns:a="http://schemas.openxmlformats.org/drawingml/2006/main">
              <a:ext uri="{FF2B5EF4-FFF2-40B4-BE49-F238E27FC236}">
                <a16:creationId xmlns:a16="http://schemas.microsoft.com/office/drawing/2014/main" id="{948365C9-4197-4480-97AF-D239BD3C10D0}"/>
              </a:ext>
            </a:extLst>
          </p:cNvPr>
          <p:cNvSpPr>
            <a:spLocks xmlns:a="http://schemas.openxmlformats.org/drawingml/2006/main" noGrp="1"/>
          </p:cNvSpPr>
          <p:nvPr/>
        </p:nvSpPr>
        <p:spPr>
          <a:xfrm xmlns:a="http://schemas.openxmlformats.org/drawingml/2006/main" flipV="0">
            <a:off x="4546600" y="1257300"/>
            <a:ext cx="1600200" cy="0"/>
          </a:xfrm>
          <a:prstGeom xmlns:a="http://schemas.openxmlformats.org/drawingml/2006/main" prst="line">
            <a:avLst/>
          </a:prstGeom>
          <a:noFill xmlns:a="http://schemas.openxmlformats.org/drawingml/2006/main"/>
          <a:ln xmlns:a="http://schemas.openxmlformats.org/drawingml/2006/main" w="5715">
            <a:solidFill>
              <a:srgbClr val="E0E6EC"/>
            </a:solidFill>
          </a:ln>
        </p:spPr>
      </p:sp>
      <p:sp>
        <p:nvSpPr>
          <p:cNvPr id="154" name="sues200_satellite_to_uav_300m/seed-3/y-label-100">
            <a:extLst xmlns:a="http://schemas.openxmlformats.org/drawingml/2006/main">
              <a:ext uri="{FF2B5EF4-FFF2-40B4-BE49-F238E27FC236}">
                <a16:creationId xmlns:a16="http://schemas.microsoft.com/office/drawing/2014/main" id="{BFEEBAB5-7A6C-4E87-B2F9-15C9C69FB3CF}"/>
              </a:ext>
            </a:extLst>
          </p:cNvPr>
          <p:cNvSpPr>
            <a:spLocks xmlns:a="http://schemas.openxmlformats.org/drawingml/2006/main" noGrp="1"/>
          </p:cNvSpPr>
          <p:nvPr/>
        </p:nvSpPr>
        <p:spPr>
          <a:xfrm xmlns:a="http://schemas.openxmlformats.org/drawingml/2006/main">
            <a:off x="4304220" y="119811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5" name="sues200_satellite_to_uav_300m/seed-3/x-tick-100">
            <a:extLst xmlns:a="http://schemas.openxmlformats.org/drawingml/2006/main">
              <a:ext uri="{FF2B5EF4-FFF2-40B4-BE49-F238E27FC236}">
                <a16:creationId xmlns:a16="http://schemas.microsoft.com/office/drawing/2014/main" id="{1A9499D3-1D97-4E6F-9707-AC7A67DA4295}"/>
              </a:ext>
            </a:extLst>
          </p:cNvPr>
          <p:cNvSpPr>
            <a:spLocks xmlns:a="http://schemas.openxmlformats.org/drawingml/2006/main" noGrp="1"/>
          </p:cNvSpPr>
          <p:nvPr/>
        </p:nvSpPr>
        <p:spPr>
          <a:xfrm xmlns:a="http://schemas.openxmlformats.org/drawingml/2006/main" flipV="0">
            <a:off x="6146800" y="2984500"/>
            <a:ext cx="0" cy="381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6" name="sues200_satellite_to_uav_300m/seed-3/x-label-100">
            <a:extLst xmlns:a="http://schemas.openxmlformats.org/drawingml/2006/main">
              <a:ext uri="{FF2B5EF4-FFF2-40B4-BE49-F238E27FC236}">
                <a16:creationId xmlns:a16="http://schemas.microsoft.com/office/drawing/2014/main" id="{3C953B3C-E31F-42C1-BC4C-E8B9F6B30A6C}"/>
              </a:ext>
            </a:extLst>
          </p:cNvPr>
          <p:cNvSpPr>
            <a:spLocks xmlns:a="http://schemas.openxmlformats.org/drawingml/2006/main" noGrp="1"/>
          </p:cNvSpPr>
          <p:nvPr/>
        </p:nvSpPr>
        <p:spPr>
          <a:xfrm xmlns:a="http://schemas.openxmlformats.org/drawingml/2006/main">
            <a:off x="6057360" y="3068828"/>
            <a:ext cx="17888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100</a:t>
            </a:r>
          </a:p>
        </p:txBody>
      </p:sp>
      <p:sp>
        <p:nvSpPr>
          <p:cNvPr id="157" name="sues200_satellite_to_uav_300m/seed-3/y-axis">
            <a:extLst xmlns:a="http://schemas.openxmlformats.org/drawingml/2006/main">
              <a:ext uri="{FF2B5EF4-FFF2-40B4-BE49-F238E27FC236}">
                <a16:creationId xmlns:a16="http://schemas.microsoft.com/office/drawing/2014/main" id="{7075E953-D397-494B-A507-65BBDF161698}"/>
              </a:ext>
            </a:extLst>
          </p:cNvPr>
          <p:cNvSpPr>
            <a:spLocks xmlns:a="http://schemas.openxmlformats.org/drawingml/2006/main" noGrp="1"/>
          </p:cNvSpPr>
          <p:nvPr/>
        </p:nvSpPr>
        <p:spPr>
          <a:xfrm xmlns:a="http://schemas.openxmlformats.org/drawingml/2006/main" flipV="0">
            <a:off x="4546600" y="1257300"/>
            <a:ext cx="0" cy="172720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8" name="sues200_satellite_to_uav_300m/seed-3/x-axis">
            <a:extLst xmlns:a="http://schemas.openxmlformats.org/drawingml/2006/main">
              <a:ext uri="{FF2B5EF4-FFF2-40B4-BE49-F238E27FC236}">
                <a16:creationId xmlns:a16="http://schemas.microsoft.com/office/drawing/2014/main" id="{72BBE45F-DAF5-4D80-87F8-7AB044782A31}"/>
              </a:ext>
            </a:extLst>
          </p:cNvPr>
          <p:cNvSpPr>
            <a:spLocks xmlns:a="http://schemas.openxmlformats.org/drawingml/2006/main" noGrp="1"/>
          </p:cNvSpPr>
          <p:nvPr/>
        </p:nvSpPr>
        <p:spPr>
          <a:xfrm xmlns:a="http://schemas.openxmlformats.org/drawingml/2006/main" flipV="0">
            <a:off x="4546600" y="2984500"/>
            <a:ext cx="1600200" cy="0"/>
          </a:xfrm>
          <a:prstGeom xmlns:a="http://schemas.openxmlformats.org/drawingml/2006/main" prst="line">
            <a:avLst/>
          </a:prstGeom>
          <a:noFill xmlns:a="http://schemas.openxmlformats.org/drawingml/2006/main"/>
          <a:ln xmlns:a="http://schemas.openxmlformats.org/drawingml/2006/main" w="7620">
            <a:solidFill>
              <a:srgbClr val="444444"/>
            </a:solidFill>
          </a:ln>
        </p:spPr>
      </p:sp>
      <p:sp>
        <p:nvSpPr>
          <p:cNvPr id="159" name="sues200_satellite_to_uav_300m/sues200_satellite_to_uav_300m/seed-3/visual/segment-1-2">
            <a:extLst xmlns:a="http://schemas.openxmlformats.org/drawingml/2006/main">
              <a:ext uri="{FF2B5EF4-FFF2-40B4-BE49-F238E27FC236}">
                <a16:creationId xmlns:a16="http://schemas.microsoft.com/office/drawing/2014/main" id="{85619B5A-2CB8-4017-B4EA-EA235945D3CE}"/>
              </a:ext>
            </a:extLst>
          </p:cNvPr>
          <p:cNvSpPr>
            <a:spLocks xmlns:a="http://schemas.openxmlformats.org/drawingml/2006/main" noGrp="1"/>
          </p:cNvSpPr>
          <p:nvPr/>
        </p:nvSpPr>
        <p:spPr>
          <a:xfrm xmlns:a="http://schemas.openxmlformats.org/drawingml/2006/main" flipV="1">
            <a:off x="4706620" y="2660650"/>
            <a:ext cx="160020" cy="10795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0" name="sues200_satellite_to_uav_300m/sues200_satellite_to_uav_300m/seed-3/visual/segment-2-3">
            <a:extLst xmlns:a="http://schemas.openxmlformats.org/drawingml/2006/main">
              <a:ext uri="{FF2B5EF4-FFF2-40B4-BE49-F238E27FC236}">
                <a16:creationId xmlns:a16="http://schemas.microsoft.com/office/drawing/2014/main" id="{158B5798-5E4B-49B0-8EB4-C653EB8A5CC4}"/>
              </a:ext>
            </a:extLst>
          </p:cNvPr>
          <p:cNvSpPr>
            <a:spLocks xmlns:a="http://schemas.openxmlformats.org/drawingml/2006/main" noGrp="1"/>
          </p:cNvSpPr>
          <p:nvPr/>
        </p:nvSpPr>
        <p:spPr>
          <a:xfrm xmlns:a="http://schemas.openxmlformats.org/drawingml/2006/main" flipV="1">
            <a:off x="4866640" y="2624667"/>
            <a:ext cx="160020" cy="35983"/>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1" name="sues200_satellite_to_uav_300m/sues200_satellite_to_uav_300m/seed-3/visual/segment-3-4">
            <a:extLst xmlns:a="http://schemas.openxmlformats.org/drawingml/2006/main">
              <a:ext uri="{FF2B5EF4-FFF2-40B4-BE49-F238E27FC236}">
                <a16:creationId xmlns:a16="http://schemas.microsoft.com/office/drawing/2014/main" id="{7A8C1890-E332-4553-B764-40328B5DE111}"/>
              </a:ext>
            </a:extLst>
          </p:cNvPr>
          <p:cNvSpPr>
            <a:spLocks xmlns:a="http://schemas.openxmlformats.org/drawingml/2006/main" noGrp="1"/>
          </p:cNvSpPr>
          <p:nvPr/>
        </p:nvSpPr>
        <p:spPr>
          <a:xfrm xmlns:a="http://schemas.openxmlformats.org/drawingml/2006/main" flipV="1">
            <a:off x="5026660" y="2606675"/>
            <a:ext cx="160020" cy="1799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2" name="sues200_satellite_to_uav_300m/sues200_satellite_to_uav_300m/seed-3/visual/segment-4-5">
            <a:extLst xmlns:a="http://schemas.openxmlformats.org/drawingml/2006/main">
              <a:ext uri="{FF2B5EF4-FFF2-40B4-BE49-F238E27FC236}">
                <a16:creationId xmlns:a16="http://schemas.microsoft.com/office/drawing/2014/main" id="{71263D2C-D66A-4C66-AC8A-225014B066EE}"/>
              </a:ext>
            </a:extLst>
          </p:cNvPr>
          <p:cNvSpPr>
            <a:spLocks xmlns:a="http://schemas.openxmlformats.org/drawingml/2006/main" noGrp="1"/>
          </p:cNvSpPr>
          <p:nvPr/>
        </p:nvSpPr>
        <p:spPr>
          <a:xfrm xmlns:a="http://schemas.openxmlformats.org/drawingml/2006/main" flipV="1">
            <a:off x="5186680" y="2595880"/>
            <a:ext cx="160020" cy="10795"/>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3" name="sues200_satellite_to_uav_300m/sues200_satellite_to_uav_300m/seed-3/visual/segment-5-6">
            <a:extLst xmlns:a="http://schemas.openxmlformats.org/drawingml/2006/main">
              <a:ext uri="{FF2B5EF4-FFF2-40B4-BE49-F238E27FC236}">
                <a16:creationId xmlns:a16="http://schemas.microsoft.com/office/drawing/2014/main" id="{FA5D1A44-E7B8-4A6A-AD6D-E72F6FB4C882}"/>
              </a:ext>
            </a:extLst>
          </p:cNvPr>
          <p:cNvSpPr>
            <a:spLocks xmlns:a="http://schemas.openxmlformats.org/drawingml/2006/main" noGrp="1"/>
          </p:cNvSpPr>
          <p:nvPr/>
        </p:nvSpPr>
        <p:spPr>
          <a:xfrm xmlns:a="http://schemas.openxmlformats.org/drawingml/2006/main" flipV="1">
            <a:off x="5346700" y="2588683"/>
            <a:ext cx="160020" cy="719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4" name="sues200_satellite_to_uav_300m/sues200_satellite_to_uav_300m/seed-3/visual/segment-6-7">
            <a:extLst xmlns:a="http://schemas.openxmlformats.org/drawingml/2006/main">
              <a:ext uri="{FF2B5EF4-FFF2-40B4-BE49-F238E27FC236}">
                <a16:creationId xmlns:a16="http://schemas.microsoft.com/office/drawing/2014/main" id="{8154A081-FF7D-4F5F-AF16-3E77AF643DCE}"/>
              </a:ext>
            </a:extLst>
          </p:cNvPr>
          <p:cNvSpPr>
            <a:spLocks xmlns:a="http://schemas.openxmlformats.org/drawingml/2006/main" noGrp="1"/>
          </p:cNvSpPr>
          <p:nvPr/>
        </p:nvSpPr>
        <p:spPr>
          <a:xfrm xmlns:a="http://schemas.openxmlformats.org/drawingml/2006/main" flipV="1">
            <a:off x="5506720" y="2583543"/>
            <a:ext cx="160020" cy="5140"/>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5" name="sues200_satellite_to_uav_300m/sues200_satellite_to_uav_300m/seed-3/visual/segment-7-8">
            <a:extLst xmlns:a="http://schemas.openxmlformats.org/drawingml/2006/main">
              <a:ext uri="{FF2B5EF4-FFF2-40B4-BE49-F238E27FC236}">
                <a16:creationId xmlns:a16="http://schemas.microsoft.com/office/drawing/2014/main" id="{BC15219C-EBE7-49C9-978C-BAFA09D21BFE}"/>
              </a:ext>
            </a:extLst>
          </p:cNvPr>
          <p:cNvSpPr>
            <a:spLocks xmlns:a="http://schemas.openxmlformats.org/drawingml/2006/main" noGrp="1"/>
          </p:cNvSpPr>
          <p:nvPr/>
        </p:nvSpPr>
        <p:spPr>
          <a:xfrm xmlns:a="http://schemas.openxmlformats.org/drawingml/2006/main" flipV="0">
            <a:off x="5666740" y="2583543"/>
            <a:ext cx="160020" cy="2313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6" name="sues200_satellite_to_uav_300m/sues200_satellite_to_uav_300m/seed-3/visual/segment-8-9">
            <a:extLst xmlns:a="http://schemas.openxmlformats.org/drawingml/2006/main">
              <a:ext uri="{FF2B5EF4-FFF2-40B4-BE49-F238E27FC236}">
                <a16:creationId xmlns:a16="http://schemas.microsoft.com/office/drawing/2014/main" id="{702A9869-26D8-4E43-A5A7-500F52DDD75F}"/>
              </a:ext>
            </a:extLst>
          </p:cNvPr>
          <p:cNvSpPr>
            <a:spLocks xmlns:a="http://schemas.openxmlformats.org/drawingml/2006/main" noGrp="1"/>
          </p:cNvSpPr>
          <p:nvPr/>
        </p:nvSpPr>
        <p:spPr>
          <a:xfrm xmlns:a="http://schemas.openxmlformats.org/drawingml/2006/main" flipV="0">
            <a:off x="5826760" y="2606675"/>
            <a:ext cx="160020" cy="17992"/>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7" name="sues200_satellite_to_uav_300m/sues200_satellite_to_uav_300m/seed-3/visual/segment-9-10">
            <a:extLst xmlns:a="http://schemas.openxmlformats.org/drawingml/2006/main">
              <a:ext uri="{FF2B5EF4-FFF2-40B4-BE49-F238E27FC236}">
                <a16:creationId xmlns:a16="http://schemas.microsoft.com/office/drawing/2014/main" id="{51EAA22F-0C52-45D1-B25A-5296A324A76F}"/>
              </a:ext>
            </a:extLst>
          </p:cNvPr>
          <p:cNvSpPr>
            <a:spLocks xmlns:a="http://schemas.openxmlformats.org/drawingml/2006/main" noGrp="1"/>
          </p:cNvSpPr>
          <p:nvPr/>
        </p:nvSpPr>
        <p:spPr>
          <a:xfrm xmlns:a="http://schemas.openxmlformats.org/drawingml/2006/main" flipV="1">
            <a:off x="5986780" y="2595880"/>
            <a:ext cx="160020" cy="28787"/>
          </a:xfrm>
          <a:prstGeom xmlns:a="http://schemas.openxmlformats.org/drawingml/2006/main" prst="line">
            <a:avLst/>
          </a:prstGeom>
          <a:noFill xmlns:a="http://schemas.openxmlformats.org/drawingml/2006/main"/>
          <a:ln xmlns:a="http://schemas.openxmlformats.org/drawingml/2006/main" w="12700">
            <a:solidFill>
              <a:srgbClr val="0072B2"/>
            </a:solidFill>
          </a:ln>
        </p:spPr>
      </p:sp>
      <p:sp>
        <p:nvSpPr>
          <p:cNvPr id="168" name="sues200_satellite_to_uav_300m/sues200_satellite_to_uav_300m/seed-3/visual/point-1">
            <a:extLst xmlns:a="http://schemas.openxmlformats.org/drawingml/2006/main">
              <a:ext uri="{FF2B5EF4-FFF2-40B4-BE49-F238E27FC236}">
                <a16:creationId xmlns:a16="http://schemas.microsoft.com/office/drawing/2014/main" id="{4A47AE34-C458-47EC-9B53-1EE6257CA538}"/>
              </a:ext>
            </a:extLst>
          </p:cNvPr>
          <p:cNvSpPr>
            <a:spLocks xmlns:a="http://schemas.openxmlformats.org/drawingml/2006/main" noGrp="1"/>
          </p:cNvSpPr>
          <p:nvPr/>
        </p:nvSpPr>
        <p:spPr>
          <a:xfrm xmlns:a="http://schemas.openxmlformats.org/drawingml/2006/main">
            <a:off x="4683125" y="274510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69" name="sues200_satellite_to_uav_300m/sues200_satellite_to_uav_300m/seed-3/visual/point-2">
            <a:extLst xmlns:a="http://schemas.openxmlformats.org/drawingml/2006/main">
              <a:ext uri="{FF2B5EF4-FFF2-40B4-BE49-F238E27FC236}">
                <a16:creationId xmlns:a16="http://schemas.microsoft.com/office/drawing/2014/main" id="{886C22A4-FDC4-4C5A-815E-5A4FC13534A3}"/>
              </a:ext>
            </a:extLst>
          </p:cNvPr>
          <p:cNvSpPr>
            <a:spLocks xmlns:a="http://schemas.openxmlformats.org/drawingml/2006/main" noGrp="1"/>
          </p:cNvSpPr>
          <p:nvPr/>
        </p:nvSpPr>
        <p:spPr>
          <a:xfrm xmlns:a="http://schemas.openxmlformats.org/drawingml/2006/main">
            <a:off x="4843145" y="263715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0" name="sues200_satellite_to_uav_300m/sues200_satellite_to_uav_300m/seed-3/visual/point-3">
            <a:extLst xmlns:a="http://schemas.openxmlformats.org/drawingml/2006/main">
              <a:ext uri="{FF2B5EF4-FFF2-40B4-BE49-F238E27FC236}">
                <a16:creationId xmlns:a16="http://schemas.microsoft.com/office/drawing/2014/main" id="{6A751DEB-D033-4576-B58B-4318D6C8951E}"/>
              </a:ext>
            </a:extLst>
          </p:cNvPr>
          <p:cNvSpPr>
            <a:spLocks xmlns:a="http://schemas.openxmlformats.org/drawingml/2006/main" noGrp="1"/>
          </p:cNvSpPr>
          <p:nvPr/>
        </p:nvSpPr>
        <p:spPr>
          <a:xfrm xmlns:a="http://schemas.openxmlformats.org/drawingml/2006/main">
            <a:off x="5003165" y="26011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1" name="sues200_satellite_to_uav_300m/sues200_satellite_to_uav_300m/seed-3/visual/point-4">
            <a:extLst xmlns:a="http://schemas.openxmlformats.org/drawingml/2006/main">
              <a:ext uri="{FF2B5EF4-FFF2-40B4-BE49-F238E27FC236}">
                <a16:creationId xmlns:a16="http://schemas.microsoft.com/office/drawing/2014/main" id="{315B49D0-2C8A-4524-A710-3F66AEE5FB34}"/>
              </a:ext>
            </a:extLst>
          </p:cNvPr>
          <p:cNvSpPr>
            <a:spLocks xmlns:a="http://schemas.openxmlformats.org/drawingml/2006/main" noGrp="1"/>
          </p:cNvSpPr>
          <p:nvPr/>
        </p:nvSpPr>
        <p:spPr>
          <a:xfrm xmlns:a="http://schemas.openxmlformats.org/drawingml/2006/main">
            <a:off x="5163185" y="258318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2" name="sues200_satellite_to_uav_300m/sues200_satellite_to_uav_300m/seed-3/visual/point-5">
            <a:extLst xmlns:a="http://schemas.openxmlformats.org/drawingml/2006/main">
              <a:ext uri="{FF2B5EF4-FFF2-40B4-BE49-F238E27FC236}">
                <a16:creationId xmlns:a16="http://schemas.microsoft.com/office/drawing/2014/main" id="{16930889-4D50-42DF-A17F-2D7EB33446CD}"/>
              </a:ext>
            </a:extLst>
          </p:cNvPr>
          <p:cNvSpPr>
            <a:spLocks xmlns:a="http://schemas.openxmlformats.org/drawingml/2006/main" noGrp="1"/>
          </p:cNvSpPr>
          <p:nvPr/>
        </p:nvSpPr>
        <p:spPr>
          <a:xfrm xmlns:a="http://schemas.openxmlformats.org/drawingml/2006/main">
            <a:off x="5323205" y="257238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3" name="sues200_satellite_to_uav_300m/sues200_satellite_to_uav_300m/seed-3/visual/point-6">
            <a:extLst xmlns:a="http://schemas.openxmlformats.org/drawingml/2006/main">
              <a:ext uri="{FF2B5EF4-FFF2-40B4-BE49-F238E27FC236}">
                <a16:creationId xmlns:a16="http://schemas.microsoft.com/office/drawing/2014/main" id="{FCDB2FDD-2C20-4AEC-9BB5-DCE6B7A9E73C}"/>
              </a:ext>
            </a:extLst>
          </p:cNvPr>
          <p:cNvSpPr>
            <a:spLocks xmlns:a="http://schemas.openxmlformats.org/drawingml/2006/main" noGrp="1"/>
          </p:cNvSpPr>
          <p:nvPr/>
        </p:nvSpPr>
        <p:spPr>
          <a:xfrm xmlns:a="http://schemas.openxmlformats.org/drawingml/2006/main">
            <a:off x="5483225" y="256518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4" name="sues200_satellite_to_uav_300m/sues200_satellite_to_uav_300m/seed-3/visual/point-7">
            <a:extLst xmlns:a="http://schemas.openxmlformats.org/drawingml/2006/main">
              <a:ext uri="{FF2B5EF4-FFF2-40B4-BE49-F238E27FC236}">
                <a16:creationId xmlns:a16="http://schemas.microsoft.com/office/drawing/2014/main" id="{A28637F1-AB65-4781-BEEC-54BDA00C980F}"/>
              </a:ext>
            </a:extLst>
          </p:cNvPr>
          <p:cNvSpPr>
            <a:spLocks xmlns:a="http://schemas.openxmlformats.org/drawingml/2006/main" noGrp="1"/>
          </p:cNvSpPr>
          <p:nvPr/>
        </p:nvSpPr>
        <p:spPr>
          <a:xfrm xmlns:a="http://schemas.openxmlformats.org/drawingml/2006/main">
            <a:off x="5643245" y="2560048"/>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5" name="sues200_satellite_to_uav_300m/sues200_satellite_to_uav_300m/seed-3/visual/point-8">
            <a:extLst xmlns:a="http://schemas.openxmlformats.org/drawingml/2006/main">
              <a:ext uri="{FF2B5EF4-FFF2-40B4-BE49-F238E27FC236}">
                <a16:creationId xmlns:a16="http://schemas.microsoft.com/office/drawing/2014/main" id="{09E752C4-6A72-4BD7-A2CF-C9C536355D93}"/>
              </a:ext>
            </a:extLst>
          </p:cNvPr>
          <p:cNvSpPr>
            <a:spLocks xmlns:a="http://schemas.openxmlformats.org/drawingml/2006/main" noGrp="1"/>
          </p:cNvSpPr>
          <p:nvPr/>
        </p:nvSpPr>
        <p:spPr>
          <a:xfrm xmlns:a="http://schemas.openxmlformats.org/drawingml/2006/main">
            <a:off x="5803265" y="2583180"/>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6" name="sues200_satellite_to_uav_300m/sues200_satellite_to_uav_300m/seed-3/visual/point-9">
            <a:extLst xmlns:a="http://schemas.openxmlformats.org/drawingml/2006/main">
              <a:ext uri="{FF2B5EF4-FFF2-40B4-BE49-F238E27FC236}">
                <a16:creationId xmlns:a16="http://schemas.microsoft.com/office/drawing/2014/main" id="{FEB83B62-9421-4FC2-8234-C4691E83180B}"/>
              </a:ext>
            </a:extLst>
          </p:cNvPr>
          <p:cNvSpPr>
            <a:spLocks xmlns:a="http://schemas.openxmlformats.org/drawingml/2006/main" noGrp="1"/>
          </p:cNvSpPr>
          <p:nvPr/>
        </p:nvSpPr>
        <p:spPr>
          <a:xfrm xmlns:a="http://schemas.openxmlformats.org/drawingml/2006/main">
            <a:off x="5963285" y="2601172"/>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7" name="sues200_satellite_to_uav_300m/sues200_satellite_to_uav_300m/seed-3/visual/point-10">
            <a:extLst xmlns:a="http://schemas.openxmlformats.org/drawingml/2006/main">
              <a:ext uri="{FF2B5EF4-FFF2-40B4-BE49-F238E27FC236}">
                <a16:creationId xmlns:a16="http://schemas.microsoft.com/office/drawing/2014/main" id="{32B39317-12F3-49D8-9F7D-04E81807BC5A}"/>
              </a:ext>
            </a:extLst>
          </p:cNvPr>
          <p:cNvSpPr>
            <a:spLocks xmlns:a="http://schemas.openxmlformats.org/drawingml/2006/main" noGrp="1"/>
          </p:cNvSpPr>
          <p:nvPr/>
        </p:nvSpPr>
        <p:spPr>
          <a:xfrm xmlns:a="http://schemas.openxmlformats.org/drawingml/2006/main">
            <a:off x="6123305" y="2572385"/>
            <a:ext cx="46990" cy="46990"/>
          </a:xfrm>
          <a:prstGeom xmlns:a="http://schemas.openxmlformats.org/drawingml/2006/main" prst="ellipse">
            <a:avLst/>
          </a:prstGeom>
          <a:solidFill xmlns:a="http://schemas.openxmlformats.org/drawingml/2006/main">
            <a:srgbClr val="0072B2"/>
          </a:solidFill>
          <a:ln xmlns:a="http://schemas.openxmlformats.org/drawingml/2006/main" w="0">
            <a:noFill/>
          </a:ln>
        </p:spPr>
      </p:sp>
      <p:sp>
        <p:nvSpPr>
          <p:cNvPr id="178" name="sues200_satellite_to_uav_300m/seed-3/visual/AURC">
            <a:extLst xmlns:a="http://schemas.openxmlformats.org/drawingml/2006/main">
              <a:ext uri="{FF2B5EF4-FFF2-40B4-BE49-F238E27FC236}">
                <a16:creationId xmlns:a16="http://schemas.microsoft.com/office/drawing/2014/main" id="{F61481C6-0ED5-4ECB-9C83-D40B26EBC213}"/>
              </a:ext>
            </a:extLst>
          </p:cNvPr>
          <p:cNvSpPr>
            <a:spLocks xmlns:a="http://schemas.openxmlformats.org/drawingml/2006/main" noGrp="1"/>
          </p:cNvSpPr>
          <p:nvPr/>
        </p:nvSpPr>
        <p:spPr>
          <a:xfrm xmlns:a="http://schemas.openxmlformats.org/drawingml/2006/main">
            <a:off x="5035328" y="3640328"/>
            <a:ext cx="62274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0072B2"/>
                </a:solidFill>
                <a:latin typeface="Arial"/>
                <a:ea typeface="Arial"/>
                <a:cs typeface="Arial"/>
              </a:defRPr>
            </a:pPr>
            <a:r>
              <a:rPr sz="800" b="0">
                <a:solidFill>
                  <a:srgbClr val="0072B2"/>
                </a:solidFill>
                <a:latin typeface="Arial"/>
                <a:ea typeface="Arial"/>
                <a:cs typeface="Arial"/>
              </a:rPr>
              <a:t>Visual 0.2183</a:t>
            </a:r>
          </a:p>
        </p:txBody>
      </p:sp>
      <p:sp>
        <p:nvSpPr>
          <p:cNvPr id="179" name="sues200_satellite_to_uav_300m/sues200_satellite_to_uav_300m/seed-3/full/segment-1-2">
            <a:extLst xmlns:a="http://schemas.openxmlformats.org/drawingml/2006/main">
              <a:ext uri="{FF2B5EF4-FFF2-40B4-BE49-F238E27FC236}">
                <a16:creationId xmlns:a16="http://schemas.microsoft.com/office/drawing/2014/main" id="{FDE0CC0D-3306-4A77-ACEA-509FC1D14C0B}"/>
              </a:ext>
            </a:extLst>
          </p:cNvPr>
          <p:cNvSpPr>
            <a:spLocks xmlns:a="http://schemas.openxmlformats.org/drawingml/2006/main" noGrp="1"/>
          </p:cNvSpPr>
          <p:nvPr/>
        </p:nvSpPr>
        <p:spPr>
          <a:xfrm xmlns:a="http://schemas.openxmlformats.org/drawingml/2006/main" flipV="0">
            <a:off x="4706620" y="233680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0" name="sues200_satellite_to_uav_300m/sues200_satellite_to_uav_300m/seed-3/full/segment-2-3">
            <a:extLst xmlns:a="http://schemas.openxmlformats.org/drawingml/2006/main">
              <a:ext uri="{FF2B5EF4-FFF2-40B4-BE49-F238E27FC236}">
                <a16:creationId xmlns:a16="http://schemas.microsoft.com/office/drawing/2014/main" id="{A6ABD1EF-D720-473C-B58D-8E5944FA784D}"/>
              </a:ext>
            </a:extLst>
          </p:cNvPr>
          <p:cNvSpPr>
            <a:spLocks xmlns:a="http://schemas.openxmlformats.org/drawingml/2006/main" noGrp="1"/>
          </p:cNvSpPr>
          <p:nvPr/>
        </p:nvSpPr>
        <p:spPr>
          <a:xfrm xmlns:a="http://schemas.openxmlformats.org/drawingml/2006/main" flipV="1">
            <a:off x="4866640" y="2336800"/>
            <a:ext cx="160020" cy="107950"/>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1" name="sues200_satellite_to_uav_300m/sues200_satellite_to_uav_300m/seed-3/full/segment-3-4">
            <a:extLst xmlns:a="http://schemas.openxmlformats.org/drawingml/2006/main">
              <a:ext uri="{FF2B5EF4-FFF2-40B4-BE49-F238E27FC236}">
                <a16:creationId xmlns:a16="http://schemas.microsoft.com/office/drawing/2014/main" id="{64CA08BB-AE02-46D4-8D1A-942E145EC74F}"/>
              </a:ext>
            </a:extLst>
          </p:cNvPr>
          <p:cNvSpPr>
            <a:spLocks xmlns:a="http://schemas.openxmlformats.org/drawingml/2006/main" noGrp="1"/>
          </p:cNvSpPr>
          <p:nvPr/>
        </p:nvSpPr>
        <p:spPr>
          <a:xfrm xmlns:a="http://schemas.openxmlformats.org/drawingml/2006/main" flipV="1">
            <a:off x="5026660" y="2282825"/>
            <a:ext cx="160020" cy="5397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2" name="sues200_satellite_to_uav_300m/sues200_satellite_to_uav_300m/seed-3/full/segment-4-5">
            <a:extLst xmlns:a="http://schemas.openxmlformats.org/drawingml/2006/main">
              <a:ext uri="{FF2B5EF4-FFF2-40B4-BE49-F238E27FC236}">
                <a16:creationId xmlns:a16="http://schemas.microsoft.com/office/drawing/2014/main" id="{C060DC28-AEE9-4651-9704-F1B6BE5862D9}"/>
              </a:ext>
            </a:extLst>
          </p:cNvPr>
          <p:cNvSpPr>
            <a:spLocks xmlns:a="http://schemas.openxmlformats.org/drawingml/2006/main" noGrp="1"/>
          </p:cNvSpPr>
          <p:nvPr/>
        </p:nvSpPr>
        <p:spPr>
          <a:xfrm xmlns:a="http://schemas.openxmlformats.org/drawingml/2006/main" flipV="0">
            <a:off x="5186680" y="2282825"/>
            <a:ext cx="160020" cy="1079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3" name="sues200_satellite_to_uav_300m/sues200_satellite_to_uav_300m/seed-3/full/segment-5-6">
            <a:extLst xmlns:a="http://schemas.openxmlformats.org/drawingml/2006/main">
              <a:ext uri="{FF2B5EF4-FFF2-40B4-BE49-F238E27FC236}">
                <a16:creationId xmlns:a16="http://schemas.microsoft.com/office/drawing/2014/main" id="{AF70E1E3-2737-49FB-A9A3-8740432C5AED}"/>
              </a:ext>
            </a:extLst>
          </p:cNvPr>
          <p:cNvSpPr>
            <a:spLocks xmlns:a="http://schemas.openxmlformats.org/drawingml/2006/main" noGrp="1"/>
          </p:cNvSpPr>
          <p:nvPr/>
        </p:nvSpPr>
        <p:spPr>
          <a:xfrm xmlns:a="http://schemas.openxmlformats.org/drawingml/2006/main" flipV="0">
            <a:off x="5346700" y="2293620"/>
            <a:ext cx="160020" cy="7197"/>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4" name="sues200_satellite_to_uav_300m/sues200_satellite_to_uav_300m/seed-3/full/segment-6-7">
            <a:extLst xmlns:a="http://schemas.openxmlformats.org/drawingml/2006/main">
              <a:ext uri="{FF2B5EF4-FFF2-40B4-BE49-F238E27FC236}">
                <a16:creationId xmlns:a16="http://schemas.microsoft.com/office/drawing/2014/main" id="{1E9A8E5A-C3F9-470C-A73E-C8C6F8245F95}"/>
              </a:ext>
            </a:extLst>
          </p:cNvPr>
          <p:cNvSpPr>
            <a:spLocks xmlns:a="http://schemas.openxmlformats.org/drawingml/2006/main" noGrp="1"/>
          </p:cNvSpPr>
          <p:nvPr/>
        </p:nvSpPr>
        <p:spPr>
          <a:xfrm xmlns:a="http://schemas.openxmlformats.org/drawingml/2006/main" flipV="1">
            <a:off x="5506720" y="2244271"/>
            <a:ext cx="160020" cy="56545"/>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5" name="sues200_satellite_to_uav_300m/sues200_satellite_to_uav_300m/seed-3/full/segment-7-8">
            <a:extLst xmlns:a="http://schemas.openxmlformats.org/drawingml/2006/main">
              <a:ext uri="{FF2B5EF4-FFF2-40B4-BE49-F238E27FC236}">
                <a16:creationId xmlns:a16="http://schemas.microsoft.com/office/drawing/2014/main" id="{120CD1CA-FC35-480B-8C4E-E8B2412C3F28}"/>
              </a:ext>
            </a:extLst>
          </p:cNvPr>
          <p:cNvSpPr>
            <a:spLocks xmlns:a="http://schemas.openxmlformats.org/drawingml/2006/main" noGrp="1"/>
          </p:cNvSpPr>
          <p:nvPr/>
        </p:nvSpPr>
        <p:spPr>
          <a:xfrm xmlns:a="http://schemas.openxmlformats.org/drawingml/2006/main" flipV="0">
            <a:off x="5666740" y="2244271"/>
            <a:ext cx="160020" cy="38554"/>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6" name="sues200_satellite_to_uav_300m/sues200_satellite_to_uav_300m/seed-3/full/segment-8-9">
            <a:extLst xmlns:a="http://schemas.openxmlformats.org/drawingml/2006/main">
              <a:ext uri="{FF2B5EF4-FFF2-40B4-BE49-F238E27FC236}">
                <a16:creationId xmlns:a16="http://schemas.microsoft.com/office/drawing/2014/main" id="{A2C994DC-699B-49D9-8863-9693B3CF5BFB}"/>
              </a:ext>
            </a:extLst>
          </p:cNvPr>
          <p:cNvSpPr>
            <a:spLocks xmlns:a="http://schemas.openxmlformats.org/drawingml/2006/main" noGrp="1"/>
          </p:cNvSpPr>
          <p:nvPr/>
        </p:nvSpPr>
        <p:spPr>
          <a:xfrm xmlns:a="http://schemas.openxmlformats.org/drawingml/2006/main" flipV="0">
            <a:off x="5826760" y="2282825"/>
            <a:ext cx="160020" cy="29986"/>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7" name="sues200_satellite_to_uav_300m/sues200_satellite_to_uav_300m/seed-3/full/segment-9-10">
            <a:extLst xmlns:a="http://schemas.openxmlformats.org/drawingml/2006/main">
              <a:ext uri="{FF2B5EF4-FFF2-40B4-BE49-F238E27FC236}">
                <a16:creationId xmlns:a16="http://schemas.microsoft.com/office/drawing/2014/main" id="{5AAB3A14-A748-44FD-9E56-F96841D1641A}"/>
              </a:ext>
            </a:extLst>
          </p:cNvPr>
          <p:cNvSpPr>
            <a:spLocks xmlns:a="http://schemas.openxmlformats.org/drawingml/2006/main" noGrp="1"/>
          </p:cNvSpPr>
          <p:nvPr/>
        </p:nvSpPr>
        <p:spPr>
          <a:xfrm xmlns:a="http://schemas.openxmlformats.org/drawingml/2006/main" flipV="1">
            <a:off x="5986780" y="2250440"/>
            <a:ext cx="160020" cy="62371"/>
          </a:xfrm>
          <a:prstGeom xmlns:a="http://schemas.openxmlformats.org/drawingml/2006/main" prst="line">
            <a:avLst/>
          </a:prstGeom>
          <a:noFill xmlns:a="http://schemas.openxmlformats.org/drawingml/2006/main"/>
          <a:ln xmlns:a="http://schemas.openxmlformats.org/drawingml/2006/main" w="12700">
            <a:solidFill>
              <a:srgbClr val="D55E00"/>
            </a:solidFill>
          </a:ln>
        </p:spPr>
      </p:sp>
      <p:sp>
        <p:nvSpPr>
          <p:cNvPr id="188" name="sues200_satellite_to_uav_300m/sues200_satellite_to_uav_300m/seed-3/full/point-1">
            <a:extLst xmlns:a="http://schemas.openxmlformats.org/drawingml/2006/main">
              <a:ext uri="{FF2B5EF4-FFF2-40B4-BE49-F238E27FC236}">
                <a16:creationId xmlns:a16="http://schemas.microsoft.com/office/drawing/2014/main" id="{4DB75411-9DB0-42B6-BC8B-6940B52C46B0}"/>
              </a:ext>
            </a:extLst>
          </p:cNvPr>
          <p:cNvSpPr>
            <a:spLocks xmlns:a="http://schemas.openxmlformats.org/drawingml/2006/main" noGrp="1"/>
          </p:cNvSpPr>
          <p:nvPr/>
        </p:nvSpPr>
        <p:spPr>
          <a:xfrm xmlns:a="http://schemas.openxmlformats.org/drawingml/2006/main">
            <a:off x="468312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89" name="sues200_satellite_to_uav_300m/sues200_satellite_to_uav_300m/seed-3/full/point-2">
            <a:extLst xmlns:a="http://schemas.openxmlformats.org/drawingml/2006/main">
              <a:ext uri="{FF2B5EF4-FFF2-40B4-BE49-F238E27FC236}">
                <a16:creationId xmlns:a16="http://schemas.microsoft.com/office/drawing/2014/main" id="{8F1BC502-AAB5-493C-AD66-EAED72825A8E}"/>
              </a:ext>
            </a:extLst>
          </p:cNvPr>
          <p:cNvSpPr>
            <a:spLocks xmlns:a="http://schemas.openxmlformats.org/drawingml/2006/main" noGrp="1"/>
          </p:cNvSpPr>
          <p:nvPr/>
        </p:nvSpPr>
        <p:spPr>
          <a:xfrm xmlns:a="http://schemas.openxmlformats.org/drawingml/2006/main">
            <a:off x="4843145" y="242125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0" name="sues200_satellite_to_uav_300m/sues200_satellite_to_uav_300m/seed-3/full/point-3">
            <a:extLst xmlns:a="http://schemas.openxmlformats.org/drawingml/2006/main">
              <a:ext uri="{FF2B5EF4-FFF2-40B4-BE49-F238E27FC236}">
                <a16:creationId xmlns:a16="http://schemas.microsoft.com/office/drawing/2014/main" id="{77ED01E7-5DC3-4E11-B0BC-D6D0316B8778}"/>
              </a:ext>
            </a:extLst>
          </p:cNvPr>
          <p:cNvSpPr>
            <a:spLocks xmlns:a="http://schemas.openxmlformats.org/drawingml/2006/main" noGrp="1"/>
          </p:cNvSpPr>
          <p:nvPr/>
        </p:nvSpPr>
        <p:spPr>
          <a:xfrm xmlns:a="http://schemas.openxmlformats.org/drawingml/2006/main">
            <a:off x="5003165" y="231330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1" name="sues200_satellite_to_uav_300m/sues200_satellite_to_uav_300m/seed-3/full/point-4">
            <a:extLst xmlns:a="http://schemas.openxmlformats.org/drawingml/2006/main">
              <a:ext uri="{FF2B5EF4-FFF2-40B4-BE49-F238E27FC236}">
                <a16:creationId xmlns:a16="http://schemas.microsoft.com/office/drawing/2014/main" id="{E616C129-1110-4312-B17E-14BBEFA245A9}"/>
              </a:ext>
            </a:extLst>
          </p:cNvPr>
          <p:cNvSpPr>
            <a:spLocks xmlns:a="http://schemas.openxmlformats.org/drawingml/2006/main" noGrp="1"/>
          </p:cNvSpPr>
          <p:nvPr/>
        </p:nvSpPr>
        <p:spPr>
          <a:xfrm xmlns:a="http://schemas.openxmlformats.org/drawingml/2006/main">
            <a:off x="5163185" y="225933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2" name="sues200_satellite_to_uav_300m/sues200_satellite_to_uav_300m/seed-3/full/point-5">
            <a:extLst xmlns:a="http://schemas.openxmlformats.org/drawingml/2006/main">
              <a:ext uri="{FF2B5EF4-FFF2-40B4-BE49-F238E27FC236}">
                <a16:creationId xmlns:a16="http://schemas.microsoft.com/office/drawing/2014/main" id="{EE70EA8B-E76C-4661-93B2-5F4D87349FE0}"/>
              </a:ext>
            </a:extLst>
          </p:cNvPr>
          <p:cNvSpPr>
            <a:spLocks xmlns:a="http://schemas.openxmlformats.org/drawingml/2006/main" noGrp="1"/>
          </p:cNvSpPr>
          <p:nvPr/>
        </p:nvSpPr>
        <p:spPr>
          <a:xfrm xmlns:a="http://schemas.openxmlformats.org/drawingml/2006/main">
            <a:off x="5323205" y="227012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3" name="sues200_satellite_to_uav_300m/sues200_satellite_to_uav_300m/seed-3/full/point-6">
            <a:extLst xmlns:a="http://schemas.openxmlformats.org/drawingml/2006/main">
              <a:ext uri="{FF2B5EF4-FFF2-40B4-BE49-F238E27FC236}">
                <a16:creationId xmlns:a16="http://schemas.microsoft.com/office/drawing/2014/main" id="{2F6767A9-32C0-4B38-AED7-EEDD83032498}"/>
              </a:ext>
            </a:extLst>
          </p:cNvPr>
          <p:cNvSpPr>
            <a:spLocks xmlns:a="http://schemas.openxmlformats.org/drawingml/2006/main" noGrp="1"/>
          </p:cNvSpPr>
          <p:nvPr/>
        </p:nvSpPr>
        <p:spPr>
          <a:xfrm xmlns:a="http://schemas.openxmlformats.org/drawingml/2006/main">
            <a:off x="5483225" y="2277322"/>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4" name="sues200_satellite_to_uav_300m/sues200_satellite_to_uav_300m/seed-3/full/point-7">
            <a:extLst xmlns:a="http://schemas.openxmlformats.org/drawingml/2006/main">
              <a:ext uri="{FF2B5EF4-FFF2-40B4-BE49-F238E27FC236}">
                <a16:creationId xmlns:a16="http://schemas.microsoft.com/office/drawing/2014/main" id="{5A779B0E-21F4-4940-AF48-4F0F6F9B98B3}"/>
              </a:ext>
            </a:extLst>
          </p:cNvPr>
          <p:cNvSpPr>
            <a:spLocks xmlns:a="http://schemas.openxmlformats.org/drawingml/2006/main" noGrp="1"/>
          </p:cNvSpPr>
          <p:nvPr/>
        </p:nvSpPr>
        <p:spPr>
          <a:xfrm xmlns:a="http://schemas.openxmlformats.org/drawingml/2006/main">
            <a:off x="5643245" y="222077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5" name="sues200_satellite_to_uav_300m/sues200_satellite_to_uav_300m/seed-3/full/point-8">
            <a:extLst xmlns:a="http://schemas.openxmlformats.org/drawingml/2006/main">
              <a:ext uri="{FF2B5EF4-FFF2-40B4-BE49-F238E27FC236}">
                <a16:creationId xmlns:a16="http://schemas.microsoft.com/office/drawing/2014/main" id="{5A296279-12A0-4459-BF5A-2D63C2634EFC}"/>
              </a:ext>
            </a:extLst>
          </p:cNvPr>
          <p:cNvSpPr>
            <a:spLocks xmlns:a="http://schemas.openxmlformats.org/drawingml/2006/main" noGrp="1"/>
          </p:cNvSpPr>
          <p:nvPr/>
        </p:nvSpPr>
        <p:spPr>
          <a:xfrm xmlns:a="http://schemas.openxmlformats.org/drawingml/2006/main">
            <a:off x="5803265" y="2259330"/>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6" name="sues200_satellite_to_uav_300m/sues200_satellite_to_uav_300m/seed-3/full/point-9">
            <a:extLst xmlns:a="http://schemas.openxmlformats.org/drawingml/2006/main">
              <a:ext uri="{FF2B5EF4-FFF2-40B4-BE49-F238E27FC236}">
                <a16:creationId xmlns:a16="http://schemas.microsoft.com/office/drawing/2014/main" id="{4EA56A41-6D28-4A6A-95FA-EA8202FB5C74}"/>
              </a:ext>
            </a:extLst>
          </p:cNvPr>
          <p:cNvSpPr>
            <a:spLocks xmlns:a="http://schemas.openxmlformats.org/drawingml/2006/main" noGrp="1"/>
          </p:cNvSpPr>
          <p:nvPr/>
        </p:nvSpPr>
        <p:spPr>
          <a:xfrm xmlns:a="http://schemas.openxmlformats.org/drawingml/2006/main">
            <a:off x="5963285" y="2289316"/>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7" name="sues200_satellite_to_uav_300m/sues200_satellite_to_uav_300m/seed-3/full/point-10">
            <a:extLst xmlns:a="http://schemas.openxmlformats.org/drawingml/2006/main">
              <a:ext uri="{FF2B5EF4-FFF2-40B4-BE49-F238E27FC236}">
                <a16:creationId xmlns:a16="http://schemas.microsoft.com/office/drawing/2014/main" id="{0DC059B1-085D-4F03-AAB4-2B01CBF41694}"/>
              </a:ext>
            </a:extLst>
          </p:cNvPr>
          <p:cNvSpPr>
            <a:spLocks xmlns:a="http://schemas.openxmlformats.org/drawingml/2006/main" noGrp="1"/>
          </p:cNvSpPr>
          <p:nvPr/>
        </p:nvSpPr>
        <p:spPr>
          <a:xfrm xmlns:a="http://schemas.openxmlformats.org/drawingml/2006/main">
            <a:off x="6123305" y="2226945"/>
            <a:ext cx="46990" cy="46990"/>
          </a:xfrm>
          <a:prstGeom xmlns:a="http://schemas.openxmlformats.org/drawingml/2006/main" prst="rect">
            <a:avLst/>
          </a:prstGeom>
          <a:solidFill xmlns:a="http://schemas.openxmlformats.org/drawingml/2006/main">
            <a:srgbClr val="D55E00"/>
          </a:solidFill>
          <a:ln xmlns:a="http://schemas.openxmlformats.org/drawingml/2006/main" w="0">
            <a:noFill/>
          </a:ln>
        </p:spPr>
      </p:sp>
      <p:sp>
        <p:nvSpPr>
          <p:cNvPr id="198" name="sues200_satellite_to_uav_300m/seed-3/full/AURC">
            <a:extLst xmlns:a="http://schemas.openxmlformats.org/drawingml/2006/main">
              <a:ext uri="{FF2B5EF4-FFF2-40B4-BE49-F238E27FC236}">
                <a16:creationId xmlns:a16="http://schemas.microsoft.com/office/drawing/2014/main" id="{3BDF48EB-7281-4154-9355-9A10B2F2C1C6}"/>
              </a:ext>
            </a:extLst>
          </p:cNvPr>
          <p:cNvSpPr>
            <a:spLocks xmlns:a="http://schemas.openxmlformats.org/drawingml/2006/main" noGrp="1"/>
          </p:cNvSpPr>
          <p:nvPr/>
        </p:nvSpPr>
        <p:spPr>
          <a:xfrm xmlns:a="http://schemas.openxmlformats.org/drawingml/2006/main">
            <a:off x="5090858" y="3792728"/>
            <a:ext cx="511683"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D55E00"/>
                </a:solidFill>
                <a:latin typeface="Arial"/>
                <a:ea typeface="Arial"/>
                <a:cs typeface="Arial"/>
              </a:defRPr>
            </a:pPr>
            <a:r>
              <a:rPr sz="800" b="0">
                <a:solidFill>
                  <a:srgbClr val="D55E00"/>
                </a:solidFill>
                <a:latin typeface="Arial"/>
                <a:ea typeface="Arial"/>
                <a:cs typeface="Arial"/>
              </a:rPr>
              <a:t>Full 0.3723</a:t>
            </a:r>
          </a:p>
        </p:txBody>
      </p:sp>
      <p:sp>
        <p:nvSpPr>
          <p:cNvPr id="199" name="sues200_satellite_to_uav_300m/seed-3/AURC-label">
            <a:extLst xmlns:a="http://schemas.openxmlformats.org/drawingml/2006/main">
              <a:ext uri="{FF2B5EF4-FFF2-40B4-BE49-F238E27FC236}">
                <a16:creationId xmlns:a16="http://schemas.microsoft.com/office/drawing/2014/main" id="{007F74AF-BCD6-4F4C-B087-0B37F9EB6165}"/>
              </a:ext>
            </a:extLst>
          </p:cNvPr>
          <p:cNvSpPr>
            <a:spLocks xmlns:a="http://schemas.openxmlformats.org/drawingml/2006/main" noGrp="1"/>
          </p:cNvSpPr>
          <p:nvPr/>
        </p:nvSpPr>
        <p:spPr>
          <a:xfrm xmlns:a="http://schemas.openxmlformats.org/drawingml/2006/main">
            <a:off x="4775105" y="3487928"/>
            <a:ext cx="1143190"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All-prefix AURC (fraction)</a:t>
            </a:r>
          </a:p>
        </p:txBody>
      </p:sp>
      <p:sp>
        <p:nvSpPr>
          <p:cNvPr id="200" name="sues200_satellite_to_uav_300m/coverage-axis-label">
            <a:extLst xmlns:a="http://schemas.openxmlformats.org/drawingml/2006/main">
              <a:ext uri="{FF2B5EF4-FFF2-40B4-BE49-F238E27FC236}">
                <a16:creationId xmlns:a16="http://schemas.microsoft.com/office/drawing/2014/main" id="{61271BC7-C5D8-414A-8075-984C026C370C}"/>
              </a:ext>
            </a:extLst>
          </p:cNvPr>
          <p:cNvSpPr>
            <a:spLocks xmlns:a="http://schemas.openxmlformats.org/drawingml/2006/main" noGrp="1"/>
          </p:cNvSpPr>
          <p:nvPr/>
        </p:nvSpPr>
        <p:spPr>
          <a:xfrm xmlns:a="http://schemas.openxmlformats.org/drawingml/2006/main">
            <a:off x="2249691" y="3284728"/>
            <a:ext cx="204901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800" b="0">
                <a:solidFill>
                  <a:srgbClr val="222222"/>
                </a:solidFill>
                <a:latin typeface="Arial"/>
                <a:ea typeface="Arial"/>
                <a:cs typeface="Arial"/>
              </a:defRPr>
            </a:pPr>
            <a:r>
              <a:rPr sz="800" b="0">
                <a:solidFill>
                  <a:srgbClr val="222222"/>
                </a:solidFill>
                <a:latin typeface="Arial"/>
                <a:ea typeface="Arial"/>
                <a:cs typeface="Arial"/>
              </a:rPr>
              <a:t>Realized coverage = selected queries / N (%)</a:t>
            </a:r>
          </a:p>
        </p:txBody>
      </p:sp>
      <p:sp>
        <p:nvSpPr>
          <p:cNvPr id="201" name="sues200_satellite_to_uav_300m/footnote-1">
            <a:extLst xmlns:a="http://schemas.openxmlformats.org/drawingml/2006/main">
              <a:ext uri="{FF2B5EF4-FFF2-40B4-BE49-F238E27FC236}">
                <a16:creationId xmlns:a16="http://schemas.microsoft.com/office/drawing/2014/main" id="{00D283BB-A2FD-4064-8517-88DCD3359A46}"/>
              </a:ext>
            </a:extLst>
          </p:cNvPr>
          <p:cNvSpPr>
            <a:spLocks xmlns:a="http://schemas.openxmlformats.org/drawingml/2006/main" noGrp="1"/>
          </p:cNvSpPr>
          <p:nvPr/>
        </p:nvSpPr>
        <p:spPr>
          <a:xfrm xmlns:a="http://schemas.openxmlformats.org/drawingml/2006/main">
            <a:off x="190500" y="4097528"/>
            <a:ext cx="3787712"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Selection: top k = ceil(requested coverage × N), ranked by raw cosine Top-1 margin.</a:t>
            </a:r>
          </a:p>
        </p:txBody>
      </p:sp>
      <p:sp>
        <p:nvSpPr>
          <p:cNvPr id="202" name="sues200_satellite_to_uav_300m/footnote-2">
            <a:extLst xmlns:a="http://schemas.openxmlformats.org/drawingml/2006/main">
              <a:ext uri="{FF2B5EF4-FFF2-40B4-BE49-F238E27FC236}">
                <a16:creationId xmlns:a16="http://schemas.microsoft.com/office/drawing/2014/main" id="{62C029DF-519E-4C61-87B3-9E8163A7CC14}"/>
              </a:ext>
            </a:extLst>
          </p:cNvPr>
          <p:cNvSpPr>
            <a:spLocks xmlns:a="http://schemas.openxmlformats.org/drawingml/2006/main" noGrp="1"/>
          </p:cNvSpPr>
          <p:nvPr/>
        </p:nvSpPr>
        <p:spPr>
          <a:xfrm xmlns:a="http://schemas.openxmlformats.org/drawingml/2006/main">
            <a:off x="190500" y="4262628"/>
            <a:ext cx="3223451"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Margin is not a calibrated probability. Ties retain the source query order.</a:t>
            </a:r>
          </a:p>
        </p:txBody>
      </p:sp>
      <p:sp>
        <p:nvSpPr>
          <p:cNvPr id="203" name="sues200_satellite_to_uav_300m/footnote-3">
            <a:extLst xmlns:a="http://schemas.openxmlformats.org/drawingml/2006/main">
              <a:ext uri="{FF2B5EF4-FFF2-40B4-BE49-F238E27FC236}">
                <a16:creationId xmlns:a16="http://schemas.microsoft.com/office/drawing/2014/main" id="{4DF9EB5A-705F-4D03-9111-5131BAC91361}"/>
              </a:ext>
            </a:extLst>
          </p:cNvPr>
          <p:cNvSpPr>
            <a:spLocks xmlns:a="http://schemas.openxmlformats.org/drawingml/2006/main" noGrp="1"/>
          </p:cNvSpPr>
          <p:nvPr/>
        </p:nvSpPr>
        <p:spPr>
          <a:xfrm xmlns:a="http://schemas.openxmlformats.org/drawingml/2006/main">
            <a:off x="190500" y="4427728"/>
            <a:ext cx="3742658"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Points: ten registered coverage levels; connecting segments are visual guides only.</a:t>
            </a:r>
          </a:p>
        </p:txBody>
      </p:sp>
      <p:sp>
        <p:nvSpPr>
          <p:cNvPr id="204" name="sues200_satellite_to_uav_300m/footnote-4">
            <a:extLst xmlns:a="http://schemas.openxmlformats.org/drawingml/2006/main">
              <a:ext uri="{FF2B5EF4-FFF2-40B4-BE49-F238E27FC236}">
                <a16:creationId xmlns:a16="http://schemas.microsoft.com/office/drawing/2014/main" id="{72289A8F-CCF4-4C23-B9D7-C8B2421C3D45}"/>
              </a:ext>
            </a:extLst>
          </p:cNvPr>
          <p:cNvSpPr>
            <a:spLocks xmlns:a="http://schemas.openxmlformats.org/drawingml/2006/main" noGrp="1"/>
          </p:cNvSpPr>
          <p:nvPr/>
        </p:nvSpPr>
        <p:spPr>
          <a:xfrm xmlns:a="http://schemas.openxmlformats.org/drawingml/2006/main">
            <a:off x="190500" y="4592828"/>
            <a:ext cx="3834574" cy="127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800" b="0">
                <a:solidFill>
                  <a:srgbClr val="222222"/>
                </a:solidFill>
                <a:latin typeface="Arial"/>
                <a:ea typeface="Arial"/>
                <a:cs typeface="Arial"/>
              </a:defRPr>
            </a:pPr>
            <a:r>
              <a:rPr sz="800" b="0">
                <a:solidFill>
                  <a:srgbClr val="222222"/>
                </a:solidFill>
                <a:latin typeface="Arial"/>
                <a:ea typeface="Arial"/>
                <a:cs typeface="Arial"/>
              </a:rPr>
              <a:t>Seeds and tasks stay separate. No CI or significance shown; AURC uses all prefixes.</a:t>
            </a:r>
          </a:p>
        </p:txBody>
      </p:sp>
    </p:spTree>
    <p:extLst>
      <p:ext uri="{BB962C8B-B14F-4D97-AF65-F5344CB8AC3E}">
        <p14:creationId xmlns:p14="http://schemas.microsoft.com/office/powerpoint/2010/main" val="13204496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2026-09-29T18:06:24.0540000Z</dcterms:created>
  <dcterms:modified xsi:type="dcterms:W3CDTF">2026-09-29T18:06:24.0540000Z</dcterms:modified>
</coreProperties>
</file>